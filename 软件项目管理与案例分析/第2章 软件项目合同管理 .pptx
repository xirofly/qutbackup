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42"/>
  </p:notesMasterIdLst>
  <p:sldIdLst>
    <p:sldId id="256" r:id="rId2"/>
    <p:sldId id="308" r:id="rId3"/>
    <p:sldId id="309" r:id="rId4"/>
    <p:sldId id="354" r:id="rId5"/>
    <p:sldId id="312" r:id="rId6"/>
    <p:sldId id="313" r:id="rId7"/>
    <p:sldId id="314" r:id="rId8"/>
    <p:sldId id="310" r:id="rId9"/>
    <p:sldId id="348" r:id="rId10"/>
    <p:sldId id="329" r:id="rId11"/>
    <p:sldId id="355" r:id="rId12"/>
    <p:sldId id="315" r:id="rId13"/>
    <p:sldId id="316" r:id="rId14"/>
    <p:sldId id="317" r:id="rId15"/>
    <p:sldId id="318" r:id="rId16"/>
    <p:sldId id="319" r:id="rId17"/>
    <p:sldId id="320" r:id="rId18"/>
    <p:sldId id="321" r:id="rId19"/>
    <p:sldId id="322" r:id="rId20"/>
    <p:sldId id="323" r:id="rId21"/>
    <p:sldId id="349" r:id="rId22"/>
    <p:sldId id="326" r:id="rId23"/>
    <p:sldId id="327" r:id="rId24"/>
    <p:sldId id="328" r:id="rId25"/>
    <p:sldId id="330" r:id="rId26"/>
    <p:sldId id="331" r:id="rId27"/>
    <p:sldId id="332" r:id="rId28"/>
    <p:sldId id="333" r:id="rId29"/>
    <p:sldId id="334" r:id="rId30"/>
    <p:sldId id="335" r:id="rId31"/>
    <p:sldId id="336" r:id="rId32"/>
    <p:sldId id="337" r:id="rId33"/>
    <p:sldId id="338" r:id="rId34"/>
    <p:sldId id="350" r:id="rId35"/>
    <p:sldId id="339" r:id="rId36"/>
    <p:sldId id="356" r:id="rId37"/>
    <p:sldId id="351" r:id="rId38"/>
    <p:sldId id="347" r:id="rId39"/>
    <p:sldId id="352" r:id="rId40"/>
    <p:sldId id="353" r:id="rId41"/>
  </p:sldIdLst>
  <p:sldSz cx="9144000" cy="6858000" type="screen4x3"/>
  <p:notesSz cx="6858000" cy="9144000"/>
  <p:defaultTextStyle>
    <a:defPPr>
      <a:defRPr lang="zh-CN"/>
    </a:defPPr>
    <a:lvl1pPr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00"/>
    <a:srgbClr val="FF66FF"/>
    <a:srgbClr val="CCFFFF"/>
    <a:srgbClr val="FFFFCC"/>
    <a:srgbClr val="FFFF99"/>
    <a:srgbClr val="CC6600"/>
    <a:srgbClr val="86B4E6"/>
    <a:srgbClr val="C6A3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9507" autoAdjust="0"/>
  </p:normalViewPr>
  <p:slideViewPr>
    <p:cSldViewPr>
      <p:cViewPr varScale="1">
        <p:scale>
          <a:sx n="121" d="100"/>
          <a:sy n="121" d="100"/>
        </p:scale>
        <p:origin x="1642"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1FD9460-1D82-6E49-C7DB-73C135C0A28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b="0" smtClean="0">
                <a:solidFill>
                  <a:schemeClr val="tx1"/>
                </a:solidFill>
                <a:latin typeface="Times New Roman" panose="02020603050405020304" pitchFamily="18" charset="0"/>
              </a:defRPr>
            </a:lvl1pPr>
          </a:lstStyle>
          <a:p>
            <a:pPr>
              <a:defRPr/>
            </a:pPr>
            <a:endParaRPr lang="en-US" altLang="zh-CN"/>
          </a:p>
        </p:txBody>
      </p:sp>
      <p:sp>
        <p:nvSpPr>
          <p:cNvPr id="35843" name="Rectangle 3">
            <a:extLst>
              <a:ext uri="{FF2B5EF4-FFF2-40B4-BE49-F238E27FC236}">
                <a16:creationId xmlns:a16="http://schemas.microsoft.com/office/drawing/2014/main" id="{8721563D-5D85-409B-E52F-A19B00F945C3}"/>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b="0" smtClean="0">
                <a:solidFill>
                  <a:schemeClr val="tx1"/>
                </a:solidFill>
                <a:latin typeface="Times New Roman" panose="02020603050405020304" pitchFamily="18" charset="0"/>
              </a:defRPr>
            </a:lvl1pPr>
          </a:lstStyle>
          <a:p>
            <a:pPr>
              <a:defRPr/>
            </a:pPr>
            <a:endParaRPr lang="en-US" altLang="zh-CN"/>
          </a:p>
        </p:txBody>
      </p:sp>
      <p:sp>
        <p:nvSpPr>
          <p:cNvPr id="3076" name="Rectangle 4">
            <a:extLst>
              <a:ext uri="{FF2B5EF4-FFF2-40B4-BE49-F238E27FC236}">
                <a16:creationId xmlns:a16="http://schemas.microsoft.com/office/drawing/2014/main" id="{F4839FFA-E08E-0917-5539-488D988C17D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845" name="Rectangle 5">
            <a:extLst>
              <a:ext uri="{FF2B5EF4-FFF2-40B4-BE49-F238E27FC236}">
                <a16:creationId xmlns:a16="http://schemas.microsoft.com/office/drawing/2014/main" id="{DF6CDC7D-505B-9564-F5AE-288441D38B37}"/>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1EB487ED-50EF-3C82-C49A-70CDBE13054D}"/>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b="0" smtClean="0">
                <a:solidFill>
                  <a:schemeClr val="tx1"/>
                </a:solidFill>
                <a:latin typeface="Times New Roman" panose="02020603050405020304" pitchFamily="18" charset="0"/>
              </a:defRPr>
            </a:lvl1pPr>
          </a:lstStyle>
          <a:p>
            <a:pPr>
              <a:defRPr/>
            </a:pPr>
            <a:endParaRPr lang="en-US" altLang="zh-CN"/>
          </a:p>
        </p:txBody>
      </p:sp>
      <p:sp>
        <p:nvSpPr>
          <p:cNvPr id="35847" name="Rectangle 7">
            <a:extLst>
              <a:ext uri="{FF2B5EF4-FFF2-40B4-BE49-F238E27FC236}">
                <a16:creationId xmlns:a16="http://schemas.microsoft.com/office/drawing/2014/main" id="{D27B341D-61B6-FB36-F871-EF98AA3293A9}"/>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b="0">
                <a:solidFill>
                  <a:schemeClr val="tx1"/>
                </a:solidFill>
                <a:latin typeface="Times New Roman" panose="02020603050405020304" pitchFamily="18" charset="0"/>
              </a:defRPr>
            </a:lvl1pPr>
          </a:lstStyle>
          <a:p>
            <a:fld id="{A6C33AE1-98FE-47D1-98F7-7DB759B8ADC2}"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2" name="Picture 2" descr="43">
            <a:extLst>
              <a:ext uri="{FF2B5EF4-FFF2-40B4-BE49-F238E27FC236}">
                <a16:creationId xmlns:a16="http://schemas.microsoft.com/office/drawing/2014/main" id="{83FE9173-15AD-A13B-BD8E-1FFAAD1E9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sz="quarter"/>
          </p:nvPr>
        </p:nvSpPr>
        <p:spPr>
          <a:xfrm>
            <a:off x="609600" y="2420938"/>
            <a:ext cx="8283575" cy="1800225"/>
          </a:xfrm>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r">
              <a:defRPr sz="3600">
                <a:solidFill>
                  <a:srgbClr val="FFFF00"/>
                </a:solidFill>
              </a:defRPr>
            </a:lvl1pPr>
          </a:lstStyle>
          <a:p>
            <a:pPr lvl="0"/>
            <a:r>
              <a:rPr lang="zh-CN" altLang="en-US" noProof="0"/>
              <a:t>单击此处编辑母版标题样式</a:t>
            </a:r>
          </a:p>
        </p:txBody>
      </p:sp>
      <p:sp>
        <p:nvSpPr>
          <p:cNvPr id="80900" name="Rectangle 4"/>
          <p:cNvSpPr>
            <a:spLocks noGrp="1" noChangeArrowheads="1"/>
          </p:cNvSpPr>
          <p:nvPr>
            <p:ph type="subTitle" sz="quarter" idx="1"/>
          </p:nvPr>
        </p:nvSpPr>
        <p:spPr>
          <a:xfrm>
            <a:off x="323850" y="4292600"/>
            <a:ext cx="8569325" cy="2160588"/>
          </a:xfrm>
        </p:spPr>
        <p:txBody>
          <a:bodyPr anchor="ctr"/>
          <a:lstStyle>
            <a:lvl1pPr marL="0" indent="0" algn="r">
              <a:buFont typeface="Wingdings 2" panose="05020102010507070707" pitchFamily="18" charset="2"/>
              <a:buNone/>
              <a:defRPr>
                <a:solidFill>
                  <a:schemeClr val="bg1"/>
                </a:solidFill>
              </a:defRPr>
            </a:lvl1pPr>
          </a:lstStyle>
          <a:p>
            <a:pPr lvl="0"/>
            <a:r>
              <a:rPr lang="zh-CN" altLang="en-US" noProof="0"/>
              <a:t>单击此处编辑母版副标题样式</a:t>
            </a:r>
          </a:p>
        </p:txBody>
      </p:sp>
    </p:spTree>
    <p:extLst>
      <p:ext uri="{BB962C8B-B14F-4D97-AF65-F5344CB8AC3E}">
        <p14:creationId xmlns:p14="http://schemas.microsoft.com/office/powerpoint/2010/main" val="2735057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16055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4167430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9388" y="1773238"/>
            <a:ext cx="4316412"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89451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28130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199461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06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3849430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576794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25697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1052513"/>
            <a:ext cx="2195513" cy="58054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1052513"/>
            <a:ext cx="6437312" cy="58054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61410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79388" y="1052513"/>
            <a:ext cx="8785225"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773238"/>
            <a:ext cx="4316412"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联机映像占位符 3"/>
          <p:cNvSpPr>
            <a:spLocks noGrp="1"/>
          </p:cNvSpPr>
          <p:nvPr>
            <p:ph type="clipArt" sz="half" idx="2"/>
          </p:nvPr>
        </p:nvSpPr>
        <p:spPr>
          <a:xfrm>
            <a:off x="4648200" y="1773238"/>
            <a:ext cx="4316413" cy="5084762"/>
          </a:xfrm>
        </p:spPr>
        <p:txBody>
          <a:bodyPr/>
          <a:lstStyle/>
          <a:p>
            <a:pPr lvl="0"/>
            <a:endParaRPr lang="zh-CN" altLang="en-US" noProof="0"/>
          </a:p>
        </p:txBody>
      </p:sp>
    </p:spTree>
    <p:extLst>
      <p:ext uri="{BB962C8B-B14F-4D97-AF65-F5344CB8AC3E}">
        <p14:creationId xmlns:p14="http://schemas.microsoft.com/office/powerpoint/2010/main" val="1272165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8147DA5-5080-B7B3-3B6B-99F3E0E69A0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3">
            <a:extLst>
              <a:ext uri="{FF2B5EF4-FFF2-40B4-BE49-F238E27FC236}">
                <a16:creationId xmlns:a16="http://schemas.microsoft.com/office/drawing/2014/main" id="{B8D3E493-4292-06BA-EAAB-969E3268554A}"/>
              </a:ext>
            </a:extLst>
          </p:cNvPr>
          <p:cNvSpPr txBox="1">
            <a:spLocks noChangeArrowheads="1"/>
          </p:cNvSpPr>
          <p:nvPr/>
        </p:nvSpPr>
        <p:spPr bwMode="auto">
          <a:xfrm>
            <a:off x="8412163" y="6624638"/>
            <a:ext cx="500062"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r" eaLnBrk="1" hangingPunct="1"/>
            <a:fld id="{68DB76BE-84A9-403A-A417-E11BBCCCB136}" type="slidenum">
              <a:rPr kumimoji="0" lang="en-US" altLang="zh-CN">
                <a:solidFill>
                  <a:schemeClr val="tx2"/>
                </a:solidFill>
                <a:latin typeface="Comic Sans MS" panose="030F0702030302020204" pitchFamily="66" charset="0"/>
                <a:cs typeface="Times New Roman" panose="02020603050405020304" pitchFamily="18" charset="0"/>
              </a:rPr>
              <a:pPr algn="r" eaLnBrk="1" hangingPunct="1"/>
              <a:t>‹#›</a:t>
            </a:fld>
            <a:endParaRPr kumimoji="0" lang="en-US" altLang="zh-CN">
              <a:solidFill>
                <a:schemeClr val="tx2"/>
              </a:solidFill>
              <a:latin typeface="Comic Sans MS" panose="030F0702030302020204" pitchFamily="66" charset="0"/>
              <a:cs typeface="Times New Roman" panose="02020603050405020304" pitchFamily="18" charset="0"/>
            </a:endParaRPr>
          </a:p>
        </p:txBody>
      </p:sp>
      <p:sp>
        <p:nvSpPr>
          <p:cNvPr id="79876" name="Rectangle 4">
            <a:extLst>
              <a:ext uri="{FF2B5EF4-FFF2-40B4-BE49-F238E27FC236}">
                <a16:creationId xmlns:a16="http://schemas.microsoft.com/office/drawing/2014/main" id="{9AC8F63D-9483-360F-CE6D-3FF38CEEAF1E}"/>
              </a:ext>
            </a:extLst>
          </p:cNvPr>
          <p:cNvSpPr>
            <a:spLocks noGrp="1" noChangeArrowheads="1"/>
          </p:cNvSpPr>
          <p:nvPr>
            <p:ph type="title"/>
          </p:nvPr>
        </p:nvSpPr>
        <p:spPr bwMode="auto">
          <a:xfrm>
            <a:off x="179388" y="1052513"/>
            <a:ext cx="8785225"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3378596"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9877" name="Rectangle 5">
            <a:extLst>
              <a:ext uri="{FF2B5EF4-FFF2-40B4-BE49-F238E27FC236}">
                <a16:creationId xmlns:a16="http://schemas.microsoft.com/office/drawing/2014/main" id="{0516F368-5198-77B2-F14B-101951266DD9}"/>
              </a:ext>
            </a:extLst>
          </p:cNvPr>
          <p:cNvSpPr>
            <a:spLocks noGrp="1" noChangeArrowheads="1"/>
          </p:cNvSpPr>
          <p:nvPr>
            <p:ph type="body" idx="1"/>
          </p:nvPr>
        </p:nvSpPr>
        <p:spPr bwMode="auto">
          <a:xfrm>
            <a:off x="179388" y="1773238"/>
            <a:ext cx="8785225" cy="508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5216A63B-9BFC-863C-D1A2-9515D18211C9}"/>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 name="圆角矩形 1">
            <a:extLst>
              <a:ext uri="{FF2B5EF4-FFF2-40B4-BE49-F238E27FC236}">
                <a16:creationId xmlns:a16="http://schemas.microsoft.com/office/drawing/2014/main" id="{ED2370D5-2B4C-4A2B-14AE-14D0B16AC56C}"/>
              </a:ext>
            </a:extLst>
          </p:cNvPr>
          <p:cNvSpPr/>
          <p:nvPr userDrawn="1"/>
        </p:nvSpPr>
        <p:spPr bwMode="auto">
          <a:xfrm>
            <a:off x="0" y="6021388"/>
            <a:ext cx="971550" cy="1008062"/>
          </a:xfrm>
          <a:prstGeom prst="roundRect">
            <a:avLst/>
          </a:prstGeom>
          <a:ln/>
        </p:spPr>
        <p:style>
          <a:lnRef idx="3">
            <a:schemeClr val="lt1"/>
          </a:lnRef>
          <a:fillRef idx="1">
            <a:schemeClr val="accent3"/>
          </a:fillRef>
          <a:effectRef idx="1">
            <a:schemeClr val="accent3"/>
          </a:effectRef>
          <a:fontRef idx="minor">
            <a:schemeClr val="lt1"/>
          </a:fontRef>
        </p:style>
        <p:txBody>
          <a:bodyPr lIns="0" tIns="0" rIns="0" bIns="0" anchor="ctr" anchorCtr="1"/>
          <a:lstStyle/>
          <a:p>
            <a:pPr algn="ctr">
              <a:defRPr/>
            </a:pPr>
            <a:endParaRPr lang="zh-CN" altLang="en-US">
              <a:solidFill>
                <a:schemeClr val="bg1"/>
              </a:solidFill>
            </a:endParaRPr>
          </a:p>
        </p:txBody>
      </p:sp>
    </p:spTree>
  </p:cSld>
  <p:clrMap bg1="lt1" tx1="dk1" bg2="lt2" tx2="dk2" accent1="accent1" accent2="accent2" accent3="accent3" accent4="accent4" accent5="accent5" accent6="accent6" hlink="hlink" folHlink="folHlink"/>
  <p:sldLayoutIdLst>
    <p:sldLayoutId id="2147483682"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wipe(left)">
                                      <p:cBhvr>
                                        <p:cTn id="7" dur="500"/>
                                        <p:tgtEl>
                                          <p:spTgt spid="79878"/>
                                        </p:tgtEl>
                                      </p:cBhvr>
                                    </p:animEffect>
                                  </p:childTnLst>
                                </p:cTn>
                              </p:par>
                            </p:childTnLst>
                          </p:cTn>
                        </p:par>
                        <p:par>
                          <p:cTn id="8" fill="hold" nodeType="afterGroup">
                            <p:stCondLst>
                              <p:cond delay="500"/>
                            </p:stCondLst>
                            <p:childTnLst>
                              <p:par>
                                <p:cTn id="9" presetID="12" presetClass="entr" presetSubtype="4" fill="hold" nodeType="afterEffect">
                                  <p:stCondLst>
                                    <p:cond delay="0"/>
                                  </p:stCondLst>
                                  <p:childTnLst>
                                    <p:set>
                                      <p:cBhvr>
                                        <p:cTn id="10" dur="1" fill="hold">
                                          <p:stCondLst>
                                            <p:cond delay="0"/>
                                          </p:stCondLst>
                                        </p:cTn>
                                        <p:tgtEl>
                                          <p:spTgt spid="79876"/>
                                        </p:tgtEl>
                                        <p:attrNameLst>
                                          <p:attrName>style.visibility</p:attrName>
                                        </p:attrNameLst>
                                      </p:cBhvr>
                                      <p:to>
                                        <p:strVal val="visible"/>
                                      </p:to>
                                    </p:set>
                                    <p:animEffect transition="in" filter="slide(fromBottom)">
                                      <p:cBhvr>
                                        <p:cTn id="11" dur="500"/>
                                        <p:tgtEl>
                                          <p:spTgt spid="79876"/>
                                        </p:tgtEl>
                                      </p:cBhvr>
                                    </p:animEffect>
                                  </p:childTnLst>
                                </p:cTn>
                              </p:par>
                            </p:childTnLst>
                          </p:cTn>
                        </p:par>
                        <p:par>
                          <p:cTn id="12" fill="hold" nodeType="afterGroup">
                            <p:stCondLst>
                              <p:cond delay="1000"/>
                            </p:stCondLst>
                            <p:childTnLst>
                              <p:par>
                                <p:cTn id="13" presetID="12" presetClass="entr" presetSubtype="1" fill="hold" nodeType="afterEffect">
                                  <p:stCondLst>
                                    <p:cond delay="0"/>
                                  </p:stCondLst>
                                  <p:childTnLst>
                                    <p:set>
                                      <p:cBhvr>
                                        <p:cTn id="14" dur="1" fill="hold">
                                          <p:stCondLst>
                                            <p:cond delay="0"/>
                                          </p:stCondLst>
                                        </p:cTn>
                                        <p:tgtEl>
                                          <p:spTgt spid="79877">
                                            <p:txEl>
                                              <p:pRg st="0" end="0"/>
                                            </p:txEl>
                                          </p:spTgt>
                                        </p:tgtEl>
                                        <p:attrNameLst>
                                          <p:attrName>style.visibility</p:attrName>
                                        </p:attrNameLst>
                                      </p:cBhvr>
                                      <p:to>
                                        <p:strVal val="visible"/>
                                      </p:to>
                                    </p:set>
                                    <p:animEffect transition="in" filter="slide(fromTop)">
                                      <p:cBhvr>
                                        <p:cTn id="15" dur="500"/>
                                        <p:tgtEl>
                                          <p:spTgt spid="79877">
                                            <p:txEl>
                                              <p:pRg st="0" end="0"/>
                                            </p:txEl>
                                          </p:spTgt>
                                        </p:tgtEl>
                                      </p:cBhvr>
                                    </p:animEffect>
                                  </p:childTnLst>
                                </p:cTn>
                              </p:par>
                              <p:par>
                                <p:cTn id="16" presetID="12" presetClass="entr" presetSubtype="1" fill="hold" nodeType="withEffect">
                                  <p:stCondLst>
                                    <p:cond delay="0"/>
                                  </p:stCondLst>
                                  <p:childTnLst>
                                    <p:set>
                                      <p:cBhvr>
                                        <p:cTn id="17" dur="1" fill="hold">
                                          <p:stCondLst>
                                            <p:cond delay="0"/>
                                          </p:stCondLst>
                                        </p:cTn>
                                        <p:tgtEl>
                                          <p:spTgt spid="79877">
                                            <p:txEl>
                                              <p:pRg st="1" end="1"/>
                                            </p:txEl>
                                          </p:spTgt>
                                        </p:tgtEl>
                                        <p:attrNameLst>
                                          <p:attrName>style.visibility</p:attrName>
                                        </p:attrNameLst>
                                      </p:cBhvr>
                                      <p:to>
                                        <p:strVal val="visible"/>
                                      </p:to>
                                    </p:set>
                                    <p:animEffect transition="in" filter="slide(fromTop)">
                                      <p:cBhvr>
                                        <p:cTn id="18" dur="500"/>
                                        <p:tgtEl>
                                          <p:spTgt spid="79877">
                                            <p:txEl>
                                              <p:pRg st="1" end="1"/>
                                            </p:txEl>
                                          </p:spTgt>
                                        </p:tgtEl>
                                      </p:cBhvr>
                                    </p:animEffect>
                                  </p:childTnLst>
                                </p:cTn>
                              </p:par>
                              <p:par>
                                <p:cTn id="19" presetID="12" presetClass="entr" presetSubtype="1" fill="hold" nodeType="withEffect">
                                  <p:stCondLst>
                                    <p:cond delay="0"/>
                                  </p:stCondLst>
                                  <p:childTnLst>
                                    <p:set>
                                      <p:cBhvr>
                                        <p:cTn id="20" dur="1" fill="hold">
                                          <p:stCondLst>
                                            <p:cond delay="0"/>
                                          </p:stCondLst>
                                        </p:cTn>
                                        <p:tgtEl>
                                          <p:spTgt spid="79877">
                                            <p:txEl>
                                              <p:pRg st="2" end="2"/>
                                            </p:txEl>
                                          </p:spTgt>
                                        </p:tgtEl>
                                        <p:attrNameLst>
                                          <p:attrName>style.visibility</p:attrName>
                                        </p:attrNameLst>
                                      </p:cBhvr>
                                      <p:to>
                                        <p:strVal val="visible"/>
                                      </p:to>
                                    </p:set>
                                    <p:animEffect transition="in" filter="slide(fromTop)">
                                      <p:cBhvr>
                                        <p:cTn id="21" dur="500"/>
                                        <p:tgtEl>
                                          <p:spTgt spid="79877">
                                            <p:txEl>
                                              <p:pRg st="2" end="2"/>
                                            </p:txEl>
                                          </p:spTgt>
                                        </p:tgtEl>
                                      </p:cBhvr>
                                    </p:animEffect>
                                  </p:childTnLst>
                                </p:cTn>
                              </p:par>
                              <p:par>
                                <p:cTn id="22" presetID="12" presetClass="entr" presetSubtype="1" fill="hold" nodeType="withEffect">
                                  <p:stCondLst>
                                    <p:cond delay="0"/>
                                  </p:stCondLst>
                                  <p:childTnLst>
                                    <p:set>
                                      <p:cBhvr>
                                        <p:cTn id="23" dur="1" fill="hold">
                                          <p:stCondLst>
                                            <p:cond delay="0"/>
                                          </p:stCondLst>
                                        </p:cTn>
                                        <p:tgtEl>
                                          <p:spTgt spid="79877">
                                            <p:txEl>
                                              <p:pRg st="3" end="3"/>
                                            </p:txEl>
                                          </p:spTgt>
                                        </p:tgtEl>
                                        <p:attrNameLst>
                                          <p:attrName>style.visibility</p:attrName>
                                        </p:attrNameLst>
                                      </p:cBhvr>
                                      <p:to>
                                        <p:strVal val="visible"/>
                                      </p:to>
                                    </p:set>
                                    <p:animEffect transition="in" filter="slide(fromTop)">
                                      <p:cBhvr>
                                        <p:cTn id="24" dur="500"/>
                                        <p:tgtEl>
                                          <p:spTgt spid="79877">
                                            <p:txEl>
                                              <p:pRg st="3" end="3"/>
                                            </p:txEl>
                                          </p:spTgt>
                                        </p:tgtEl>
                                      </p:cBhvr>
                                    </p:animEffect>
                                  </p:childTnLst>
                                </p:cTn>
                              </p:par>
                              <p:par>
                                <p:cTn id="25" presetID="12" presetClass="entr" presetSubtype="1" fill="hold" nodeType="withEffect">
                                  <p:stCondLst>
                                    <p:cond delay="0"/>
                                  </p:stCondLst>
                                  <p:childTnLst>
                                    <p:set>
                                      <p:cBhvr>
                                        <p:cTn id="26" dur="1" fill="hold">
                                          <p:stCondLst>
                                            <p:cond delay="0"/>
                                          </p:stCondLst>
                                        </p:cTn>
                                        <p:tgtEl>
                                          <p:spTgt spid="79877">
                                            <p:txEl>
                                              <p:pRg st="4" end="4"/>
                                            </p:txEl>
                                          </p:spTgt>
                                        </p:tgtEl>
                                        <p:attrNameLst>
                                          <p:attrName>style.visibility</p:attrName>
                                        </p:attrNameLst>
                                      </p:cBhvr>
                                      <p:to>
                                        <p:strVal val="visible"/>
                                      </p:to>
                                    </p:set>
                                    <p:animEffect transition="in" filter="slide(fromTop)">
                                      <p:cBhvr>
                                        <p:cTn id="27" dur="500"/>
                                        <p:tgtEl>
                                          <p:spTgt spid="798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build="p" autoUpdateAnimBg="0" advAuto="0">
        <p:tmplLst>
          <p:tmpl lvl="1">
            <p:tnLst>
              <p:par>
                <p:cTn presetID="12" presetClass="entr" presetSubtype="1" fill="hold" nodeType="after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2">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3">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4">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5">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Lst>
      </p:bldP>
      <p:bldP spid="79878" grpId="0" animBg="1"/>
    </p:bldLst>
  </p:timing>
  <p:txStyles>
    <p:titleStyle>
      <a:lvl1pPr marL="342900" indent="-342900" algn="l" rtl="0" eaLnBrk="0" fontAlgn="base" hangingPunct="0">
        <a:spcBef>
          <a:spcPct val="20000"/>
        </a:spcBef>
        <a:spcAft>
          <a:spcPct val="0"/>
        </a:spcAft>
        <a:defRPr sz="2800" b="1" kern="1200">
          <a:solidFill>
            <a:schemeClr val="accent2"/>
          </a:solidFill>
          <a:latin typeface="+mj-lt"/>
          <a:ea typeface="+mj-ea"/>
          <a:cs typeface="+mj-cs"/>
        </a:defRPr>
      </a:lvl1pPr>
      <a:lvl2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2pPr>
      <a:lvl3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3pPr>
      <a:lvl4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4pPr>
      <a:lvl5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5pPr>
      <a:lvl6pPr marL="8001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6pPr>
      <a:lvl7pPr marL="12573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7pPr>
      <a:lvl8pPr marL="17145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8pPr>
      <a:lvl9pPr marL="21717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kern="1200">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kern="1200">
          <a:solidFill>
            <a:schemeClr val="tx1"/>
          </a:solidFill>
          <a:latin typeface="+mn-lt"/>
          <a:ea typeface="+mn-ea"/>
          <a:cs typeface="+mn-cs"/>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7">
            <a:extLst>
              <a:ext uri="{FF2B5EF4-FFF2-40B4-BE49-F238E27FC236}">
                <a16:creationId xmlns:a16="http://schemas.microsoft.com/office/drawing/2014/main" id="{25E9FE3E-7CD7-B976-6C5C-4E4D97B7E840}"/>
              </a:ext>
            </a:extLst>
          </p:cNvPr>
          <p:cNvSpPr>
            <a:spLocks noGrp="1" noChangeArrowheads="1"/>
          </p:cNvSpPr>
          <p:nvPr>
            <p:ph type="ctrTitle"/>
          </p:nvPr>
        </p:nvSpPr>
        <p:spPr>
          <a:noFill/>
        </p:spPr>
        <p:txBody>
          <a:bodyPr/>
          <a:lstStyle/>
          <a:p>
            <a:pPr algn="ctr" eaLnBrk="1" hangingPunct="1"/>
            <a:r>
              <a:rPr lang="zh-CN" altLang="en-US"/>
              <a:t>第 </a:t>
            </a:r>
            <a:r>
              <a:rPr lang="en-US" altLang="zh-CN"/>
              <a:t>2 </a:t>
            </a:r>
            <a:r>
              <a:rPr lang="zh-CN" altLang="en-US"/>
              <a:t>章   软件项目合同管理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69A7F459-C15F-812D-87E6-59C6BE88AFD9}"/>
              </a:ext>
            </a:extLst>
          </p:cNvPr>
          <p:cNvSpPr>
            <a:spLocks noGrp="1" noChangeArrowheads="1"/>
          </p:cNvSpPr>
          <p:nvPr>
            <p:ph type="title"/>
          </p:nvPr>
        </p:nvSpPr>
        <p:spPr/>
        <p:txBody>
          <a:bodyPr/>
          <a:lstStyle/>
          <a:p>
            <a:pPr eaLnBrk="1" hangingPunct="1"/>
            <a:r>
              <a:rPr lang="zh-CN" altLang="en-US"/>
              <a:t>本章内容提要</a:t>
            </a:r>
          </a:p>
        </p:txBody>
      </p:sp>
      <p:grpSp>
        <p:nvGrpSpPr>
          <p:cNvPr id="5123" name="Group 3">
            <a:extLst>
              <a:ext uri="{FF2B5EF4-FFF2-40B4-BE49-F238E27FC236}">
                <a16:creationId xmlns:a16="http://schemas.microsoft.com/office/drawing/2014/main" id="{25A1C525-151F-17E0-353D-483BAF6434EB}"/>
              </a:ext>
            </a:extLst>
          </p:cNvPr>
          <p:cNvGrpSpPr>
            <a:grpSpLocks/>
          </p:cNvGrpSpPr>
          <p:nvPr/>
        </p:nvGrpSpPr>
        <p:grpSpPr bwMode="auto">
          <a:xfrm>
            <a:off x="611188" y="2343150"/>
            <a:ext cx="5670550" cy="488950"/>
            <a:chOff x="385" y="1476"/>
            <a:chExt cx="3572" cy="308"/>
          </a:xfrm>
        </p:grpSpPr>
        <p:sp>
          <p:nvSpPr>
            <p:cNvPr id="5145" name="AutoShape 4">
              <a:extLst>
                <a:ext uri="{FF2B5EF4-FFF2-40B4-BE49-F238E27FC236}">
                  <a16:creationId xmlns:a16="http://schemas.microsoft.com/office/drawing/2014/main" id="{5C21FFC4-0734-9BF1-F338-B59605E4429A}"/>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5146" name="Text Box 5">
              <a:extLst>
                <a:ext uri="{FF2B5EF4-FFF2-40B4-BE49-F238E27FC236}">
                  <a16:creationId xmlns:a16="http://schemas.microsoft.com/office/drawing/2014/main" id="{78196DD8-6D92-8ED6-71ED-2CBF61D29BD8}"/>
                </a:ext>
              </a:extLst>
            </p:cNvPr>
            <p:cNvSpPr txBox="1">
              <a:spLocks noChangeArrowheads="1"/>
            </p:cNvSpPr>
            <p:nvPr/>
          </p:nvSpPr>
          <p:spPr bwMode="auto">
            <a:xfrm>
              <a:off x="626" y="1497"/>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合同管理概述</a:t>
              </a:r>
              <a:r>
                <a:rPr lang="zh-CN" altLang="en-US" sz="1800"/>
                <a:t>合同管理概述</a:t>
              </a:r>
              <a:r>
                <a:rPr lang="zh-CN" altLang="en-US"/>
                <a:t> </a:t>
              </a:r>
              <a:r>
                <a:rPr lang="zh-CN" altLang="en-US" sz="2400" b="0">
                  <a:solidFill>
                    <a:schemeClr val="tx1"/>
                  </a:solidFill>
                  <a:latin typeface="Times New Roman" panose="02020603050405020304" pitchFamily="18" charset="0"/>
                </a:rPr>
                <a:t> </a:t>
              </a:r>
            </a:p>
          </p:txBody>
        </p:sp>
        <p:sp>
          <p:nvSpPr>
            <p:cNvPr id="5147" name="Rectangle 6">
              <a:extLst>
                <a:ext uri="{FF2B5EF4-FFF2-40B4-BE49-F238E27FC236}">
                  <a16:creationId xmlns:a16="http://schemas.microsoft.com/office/drawing/2014/main" id="{19922418-B50E-A210-FE7E-1E40D19938F7}"/>
                </a:ext>
              </a:extLst>
            </p:cNvPr>
            <p:cNvSpPr>
              <a:spLocks noChangeArrowheads="1"/>
            </p:cNvSpPr>
            <p:nvPr/>
          </p:nvSpPr>
          <p:spPr bwMode="auto">
            <a:xfrm>
              <a:off x="385" y="1532"/>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2.1</a:t>
              </a:r>
              <a:endParaRPr lang="en-US" altLang="zh-CN" sz="1800">
                <a:solidFill>
                  <a:srgbClr val="000000"/>
                </a:solidFill>
              </a:endParaRPr>
            </a:p>
          </p:txBody>
        </p:sp>
      </p:grpSp>
      <p:grpSp>
        <p:nvGrpSpPr>
          <p:cNvPr id="5124" name="Group 7">
            <a:extLst>
              <a:ext uri="{FF2B5EF4-FFF2-40B4-BE49-F238E27FC236}">
                <a16:creationId xmlns:a16="http://schemas.microsoft.com/office/drawing/2014/main" id="{92BA4B17-C78E-F8D1-56F7-37A6535A50A7}"/>
              </a:ext>
            </a:extLst>
          </p:cNvPr>
          <p:cNvGrpSpPr>
            <a:grpSpLocks/>
          </p:cNvGrpSpPr>
          <p:nvPr/>
        </p:nvGrpSpPr>
        <p:grpSpPr bwMode="auto">
          <a:xfrm>
            <a:off x="611188" y="2924175"/>
            <a:ext cx="5670550" cy="488950"/>
            <a:chOff x="385" y="1842"/>
            <a:chExt cx="3572" cy="308"/>
          </a:xfrm>
        </p:grpSpPr>
        <p:grpSp>
          <p:nvGrpSpPr>
            <p:cNvPr id="5141" name="Group 8">
              <a:extLst>
                <a:ext uri="{FF2B5EF4-FFF2-40B4-BE49-F238E27FC236}">
                  <a16:creationId xmlns:a16="http://schemas.microsoft.com/office/drawing/2014/main" id="{082D4434-362D-DBFD-9776-AAFF74611046}"/>
                </a:ext>
              </a:extLst>
            </p:cNvPr>
            <p:cNvGrpSpPr>
              <a:grpSpLocks/>
            </p:cNvGrpSpPr>
            <p:nvPr/>
          </p:nvGrpSpPr>
          <p:grpSpPr bwMode="auto">
            <a:xfrm>
              <a:off x="464" y="1842"/>
              <a:ext cx="3493" cy="308"/>
              <a:chOff x="464" y="1842"/>
              <a:chExt cx="3493" cy="308"/>
            </a:xfrm>
          </p:grpSpPr>
          <p:sp>
            <p:nvSpPr>
              <p:cNvPr id="5143" name="AutoShape 9">
                <a:extLst>
                  <a:ext uri="{FF2B5EF4-FFF2-40B4-BE49-F238E27FC236}">
                    <a16:creationId xmlns:a16="http://schemas.microsoft.com/office/drawing/2014/main" id="{4C5AA275-B5F3-A2B0-8A2F-956B0612F995}"/>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5144" name="Text Box 10">
                <a:extLst>
                  <a:ext uri="{FF2B5EF4-FFF2-40B4-BE49-F238E27FC236}">
                    <a16:creationId xmlns:a16="http://schemas.microsoft.com/office/drawing/2014/main" id="{A3099ECC-FD7F-40FF-8344-84C1AFA4A886}"/>
                  </a:ext>
                </a:extLst>
              </p:cNvPr>
              <p:cNvSpPr txBox="1">
                <a:spLocks noChangeArrowheads="1"/>
              </p:cNvSpPr>
              <p:nvPr/>
            </p:nvSpPr>
            <p:spPr bwMode="auto">
              <a:xfrm>
                <a:off x="626" y="1868"/>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需方合同环境</a:t>
                </a:r>
                <a:r>
                  <a:rPr lang="zh-CN" altLang="en-US" sz="2400" b="0">
                    <a:solidFill>
                      <a:schemeClr val="tx1"/>
                    </a:solidFill>
                    <a:latin typeface="Times New Roman" panose="02020603050405020304" pitchFamily="18" charset="0"/>
                  </a:rPr>
                  <a:t> </a:t>
                </a:r>
              </a:p>
            </p:txBody>
          </p:sp>
        </p:grpSp>
        <p:sp>
          <p:nvSpPr>
            <p:cNvPr id="5142" name="Rectangle 11">
              <a:extLst>
                <a:ext uri="{FF2B5EF4-FFF2-40B4-BE49-F238E27FC236}">
                  <a16:creationId xmlns:a16="http://schemas.microsoft.com/office/drawing/2014/main" id="{67A1B3B8-F9F0-A7CE-8267-EF89E89E8B03}"/>
                </a:ext>
              </a:extLst>
            </p:cNvPr>
            <p:cNvSpPr>
              <a:spLocks noChangeArrowheads="1"/>
            </p:cNvSpPr>
            <p:nvPr/>
          </p:nvSpPr>
          <p:spPr bwMode="auto">
            <a:xfrm>
              <a:off x="385" y="1915"/>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2.2</a:t>
              </a:r>
              <a:endParaRPr lang="en-US" altLang="zh-CN" sz="1800">
                <a:solidFill>
                  <a:srgbClr val="000000"/>
                </a:solidFill>
              </a:endParaRPr>
            </a:p>
          </p:txBody>
        </p:sp>
      </p:grpSp>
      <p:grpSp>
        <p:nvGrpSpPr>
          <p:cNvPr id="5125" name="Group 12">
            <a:extLst>
              <a:ext uri="{FF2B5EF4-FFF2-40B4-BE49-F238E27FC236}">
                <a16:creationId xmlns:a16="http://schemas.microsoft.com/office/drawing/2014/main" id="{23D90887-B1AC-9BCD-8B88-438B28F91948}"/>
              </a:ext>
            </a:extLst>
          </p:cNvPr>
          <p:cNvGrpSpPr>
            <a:grpSpLocks/>
          </p:cNvGrpSpPr>
          <p:nvPr/>
        </p:nvGrpSpPr>
        <p:grpSpPr bwMode="auto">
          <a:xfrm>
            <a:off x="611188" y="3500438"/>
            <a:ext cx="5689600" cy="488950"/>
            <a:chOff x="385" y="2209"/>
            <a:chExt cx="3584" cy="308"/>
          </a:xfrm>
        </p:grpSpPr>
        <p:sp>
          <p:nvSpPr>
            <p:cNvPr id="5138" name="AutoShape 13">
              <a:extLst>
                <a:ext uri="{FF2B5EF4-FFF2-40B4-BE49-F238E27FC236}">
                  <a16:creationId xmlns:a16="http://schemas.microsoft.com/office/drawing/2014/main" id="{7FBD5C5F-972F-2A46-4ED6-D87600B247C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5139" name="Text Box 14">
              <a:extLst>
                <a:ext uri="{FF2B5EF4-FFF2-40B4-BE49-F238E27FC236}">
                  <a16:creationId xmlns:a16="http://schemas.microsoft.com/office/drawing/2014/main" id="{3ABD0619-87DC-6074-7E49-5A48BCE19322}"/>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供方合同环境</a:t>
              </a:r>
              <a:r>
                <a:rPr lang="zh-CN" altLang="en-US" sz="2400" b="0">
                  <a:solidFill>
                    <a:schemeClr val="tx1"/>
                  </a:solidFill>
                  <a:latin typeface="Times New Roman" panose="02020603050405020304" pitchFamily="18" charset="0"/>
                </a:rPr>
                <a:t> </a:t>
              </a:r>
            </a:p>
          </p:txBody>
        </p:sp>
        <p:sp>
          <p:nvSpPr>
            <p:cNvPr id="5140" name="Rectangle 15">
              <a:extLst>
                <a:ext uri="{FF2B5EF4-FFF2-40B4-BE49-F238E27FC236}">
                  <a16:creationId xmlns:a16="http://schemas.microsoft.com/office/drawing/2014/main" id="{6430A48E-F7CD-6F0C-6752-424E98D8F4AD}"/>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2.3</a:t>
              </a:r>
              <a:endParaRPr lang="en-US" altLang="zh-CN" sz="1800">
                <a:solidFill>
                  <a:srgbClr val="000000"/>
                </a:solidFill>
              </a:endParaRPr>
            </a:p>
          </p:txBody>
        </p:sp>
      </p:grpSp>
      <p:grpSp>
        <p:nvGrpSpPr>
          <p:cNvPr id="5126" name="Group 16">
            <a:extLst>
              <a:ext uri="{FF2B5EF4-FFF2-40B4-BE49-F238E27FC236}">
                <a16:creationId xmlns:a16="http://schemas.microsoft.com/office/drawing/2014/main" id="{81C44E30-9CA9-79D2-1C0D-08E9780E653C}"/>
              </a:ext>
            </a:extLst>
          </p:cNvPr>
          <p:cNvGrpSpPr>
            <a:grpSpLocks/>
          </p:cNvGrpSpPr>
          <p:nvPr/>
        </p:nvGrpSpPr>
        <p:grpSpPr bwMode="auto">
          <a:xfrm>
            <a:off x="611188" y="4076700"/>
            <a:ext cx="5689600" cy="488950"/>
            <a:chOff x="385" y="2209"/>
            <a:chExt cx="3584" cy="308"/>
          </a:xfrm>
        </p:grpSpPr>
        <p:sp>
          <p:nvSpPr>
            <p:cNvPr id="5135" name="AutoShape 17">
              <a:extLst>
                <a:ext uri="{FF2B5EF4-FFF2-40B4-BE49-F238E27FC236}">
                  <a16:creationId xmlns:a16="http://schemas.microsoft.com/office/drawing/2014/main" id="{C1380AE0-7D12-FC44-B12B-3FF3DE83687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5136" name="Text Box 18">
              <a:extLst>
                <a:ext uri="{FF2B5EF4-FFF2-40B4-BE49-F238E27FC236}">
                  <a16:creationId xmlns:a16="http://schemas.microsoft.com/office/drawing/2014/main" id="{E840F770-E3F1-1793-279F-475AEB7A9D9A}"/>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企业内部合同环境</a:t>
              </a:r>
              <a:r>
                <a:rPr lang="zh-CN" altLang="en-US" sz="1800">
                  <a:solidFill>
                    <a:schemeClr val="tx2"/>
                  </a:solidFill>
                  <a:latin typeface="宋体" panose="02010600030101010101" pitchFamily="2" charset="-122"/>
                </a:rPr>
                <a:t> </a:t>
              </a:r>
            </a:p>
          </p:txBody>
        </p:sp>
        <p:sp>
          <p:nvSpPr>
            <p:cNvPr id="5137" name="Rectangle 19">
              <a:extLst>
                <a:ext uri="{FF2B5EF4-FFF2-40B4-BE49-F238E27FC236}">
                  <a16:creationId xmlns:a16="http://schemas.microsoft.com/office/drawing/2014/main" id="{EA9DC67A-C36B-8418-A7D2-A72677104531}"/>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2.4</a:t>
              </a:r>
              <a:endParaRPr lang="en-US" altLang="zh-CN" sz="1800">
                <a:solidFill>
                  <a:srgbClr val="000000"/>
                </a:solidFill>
              </a:endParaRPr>
            </a:p>
          </p:txBody>
        </p:sp>
      </p:grpSp>
      <p:grpSp>
        <p:nvGrpSpPr>
          <p:cNvPr id="5127" name="Group 24">
            <a:extLst>
              <a:ext uri="{FF2B5EF4-FFF2-40B4-BE49-F238E27FC236}">
                <a16:creationId xmlns:a16="http://schemas.microsoft.com/office/drawing/2014/main" id="{B285F48A-96CC-627B-B22C-2F4A75AF5709}"/>
              </a:ext>
            </a:extLst>
          </p:cNvPr>
          <p:cNvGrpSpPr>
            <a:grpSpLocks/>
          </p:cNvGrpSpPr>
          <p:nvPr/>
        </p:nvGrpSpPr>
        <p:grpSpPr bwMode="auto">
          <a:xfrm>
            <a:off x="611188" y="4652963"/>
            <a:ext cx="5689600" cy="488950"/>
            <a:chOff x="385" y="2209"/>
            <a:chExt cx="3584" cy="308"/>
          </a:xfrm>
        </p:grpSpPr>
        <p:sp>
          <p:nvSpPr>
            <p:cNvPr id="5132" name="AutoShape 25">
              <a:extLst>
                <a:ext uri="{FF2B5EF4-FFF2-40B4-BE49-F238E27FC236}">
                  <a16:creationId xmlns:a16="http://schemas.microsoft.com/office/drawing/2014/main" id="{B56D3B72-0758-0343-5E64-E0D5C0C3927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5133" name="Text Box 26">
              <a:extLst>
                <a:ext uri="{FF2B5EF4-FFF2-40B4-BE49-F238E27FC236}">
                  <a16:creationId xmlns:a16="http://schemas.microsoft.com/office/drawing/2014/main" id="{9D7BB6CB-CD22-D29D-5411-311CF908BD39}"/>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本章小结</a:t>
              </a:r>
              <a:r>
                <a:rPr lang="zh-CN" altLang="en-US" sz="2400" b="0">
                  <a:solidFill>
                    <a:schemeClr val="tx1"/>
                  </a:solidFill>
                  <a:latin typeface="Times New Roman" panose="02020603050405020304" pitchFamily="18" charset="0"/>
                </a:rPr>
                <a:t> </a:t>
              </a:r>
            </a:p>
          </p:txBody>
        </p:sp>
        <p:sp>
          <p:nvSpPr>
            <p:cNvPr id="5134" name="Rectangle 27">
              <a:extLst>
                <a:ext uri="{FF2B5EF4-FFF2-40B4-BE49-F238E27FC236}">
                  <a16:creationId xmlns:a16="http://schemas.microsoft.com/office/drawing/2014/main" id="{8986217E-3F22-02EB-5F47-B4AB4E2191A5}"/>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2.5</a:t>
              </a:r>
              <a:endParaRPr lang="en-US" altLang="zh-CN" sz="1800">
                <a:solidFill>
                  <a:srgbClr val="000000"/>
                </a:solidFill>
              </a:endParaRPr>
            </a:p>
          </p:txBody>
        </p:sp>
      </p:grpSp>
      <p:grpSp>
        <p:nvGrpSpPr>
          <p:cNvPr id="5128" name="Group 28">
            <a:extLst>
              <a:ext uri="{FF2B5EF4-FFF2-40B4-BE49-F238E27FC236}">
                <a16:creationId xmlns:a16="http://schemas.microsoft.com/office/drawing/2014/main" id="{ADCA6F9C-9E20-AC1F-A055-DCA9D52D54C3}"/>
              </a:ext>
            </a:extLst>
          </p:cNvPr>
          <p:cNvGrpSpPr>
            <a:grpSpLocks/>
          </p:cNvGrpSpPr>
          <p:nvPr/>
        </p:nvGrpSpPr>
        <p:grpSpPr bwMode="auto">
          <a:xfrm>
            <a:off x="611188" y="5229225"/>
            <a:ext cx="5689600" cy="488950"/>
            <a:chOff x="385" y="2209"/>
            <a:chExt cx="3584" cy="308"/>
          </a:xfrm>
        </p:grpSpPr>
        <p:sp>
          <p:nvSpPr>
            <p:cNvPr id="5129" name="AutoShape 29">
              <a:extLst>
                <a:ext uri="{FF2B5EF4-FFF2-40B4-BE49-F238E27FC236}">
                  <a16:creationId xmlns:a16="http://schemas.microsoft.com/office/drawing/2014/main" id="{824047AB-EC31-CBB1-00F5-2943C3A0DA3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5130" name="Text Box 30">
              <a:extLst>
                <a:ext uri="{FF2B5EF4-FFF2-40B4-BE49-F238E27FC236}">
                  <a16:creationId xmlns:a16="http://schemas.microsoft.com/office/drawing/2014/main" id="{7C5B059F-4771-FB2A-64A9-983BD3036711}"/>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复习思考题</a:t>
              </a:r>
              <a:r>
                <a:rPr lang="zh-CN" altLang="en-US" sz="2400" b="0">
                  <a:solidFill>
                    <a:schemeClr val="tx1"/>
                  </a:solidFill>
                  <a:latin typeface="Times New Roman" panose="02020603050405020304" pitchFamily="18" charset="0"/>
                </a:rPr>
                <a:t> </a:t>
              </a:r>
            </a:p>
          </p:txBody>
        </p:sp>
        <p:sp>
          <p:nvSpPr>
            <p:cNvPr id="5131" name="Rectangle 31">
              <a:extLst>
                <a:ext uri="{FF2B5EF4-FFF2-40B4-BE49-F238E27FC236}">
                  <a16:creationId xmlns:a16="http://schemas.microsoft.com/office/drawing/2014/main" id="{9C6F9B9C-A889-85BB-6B63-E894DDCBFC06}"/>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2.6</a:t>
              </a:r>
              <a:endParaRPr lang="en-US" altLang="zh-CN" sz="1800">
                <a:solidFill>
                  <a:srgbClr val="000000"/>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42F46E-01B8-E3B8-6D47-3305C026E344}"/>
              </a:ext>
            </a:extLst>
          </p:cNvPr>
          <p:cNvSpPr>
            <a:spLocks noGrp="1" noChangeArrowheads="1"/>
          </p:cNvSpPr>
          <p:nvPr>
            <p:ph type="title"/>
          </p:nvPr>
        </p:nvSpPr>
        <p:spPr/>
        <p:txBody>
          <a:bodyPr/>
          <a:lstStyle/>
          <a:p>
            <a:pPr eaLnBrk="1" hangingPunct="1"/>
            <a:r>
              <a:rPr lang="en-US" altLang="zh-CN" dirty="0"/>
              <a:t>2.1  </a:t>
            </a:r>
            <a:r>
              <a:rPr kumimoji="1" lang="zh-CN" altLang="en-US" dirty="0"/>
              <a:t>合同管理概述</a:t>
            </a:r>
          </a:p>
        </p:txBody>
      </p:sp>
      <p:sp>
        <p:nvSpPr>
          <p:cNvPr id="6147" name="Rectangle 3">
            <a:extLst>
              <a:ext uri="{FF2B5EF4-FFF2-40B4-BE49-F238E27FC236}">
                <a16:creationId xmlns:a16="http://schemas.microsoft.com/office/drawing/2014/main" id="{6AB2C275-F2C9-3EE0-57AF-3578158F27BE}"/>
              </a:ext>
            </a:extLst>
          </p:cNvPr>
          <p:cNvSpPr>
            <a:spLocks noGrp="1" noChangeArrowheads="1"/>
          </p:cNvSpPr>
          <p:nvPr>
            <p:ph type="body" idx="1"/>
          </p:nvPr>
        </p:nvSpPr>
        <p:spPr>
          <a:xfrm>
            <a:off x="468313" y="2133600"/>
            <a:ext cx="8496300" cy="4724400"/>
          </a:xfrm>
        </p:spPr>
        <p:txBody>
          <a:bodyPr/>
          <a:lstStyle/>
          <a:p>
            <a:pPr eaLnBrk="1" hangingPunct="1"/>
            <a:r>
              <a:rPr lang="zh-CN" altLang="en-US" sz="2400" dirty="0">
                <a:solidFill>
                  <a:schemeClr val="accent2"/>
                </a:solidFill>
                <a:ea typeface="黑体" panose="02010609060101010101" pitchFamily="49" charset="-122"/>
              </a:rPr>
              <a:t>合同的概念  </a:t>
            </a:r>
          </a:p>
          <a:p>
            <a:pPr eaLnBrk="1" hangingPunct="1">
              <a:lnSpc>
                <a:spcPct val="130000"/>
              </a:lnSpc>
              <a:buFont typeface="Wingdings 2" panose="05020102010507070707" pitchFamily="18" charset="2"/>
              <a:buNone/>
            </a:pPr>
            <a:r>
              <a:rPr lang="zh-CN" altLang="en-US" sz="2400" dirty="0"/>
              <a:t>    </a:t>
            </a:r>
            <a:r>
              <a:rPr lang="en-US" altLang="zh-CN" sz="2400" dirty="0">
                <a:solidFill>
                  <a:schemeClr val="accent2"/>
                </a:solidFill>
              </a:rPr>
              <a:t>——</a:t>
            </a:r>
            <a:r>
              <a:rPr lang="zh-CN" altLang="en-US" sz="2000" dirty="0">
                <a:solidFill>
                  <a:srgbClr val="767DBE"/>
                </a:solidFill>
                <a:ea typeface="黑体" panose="02010609060101010101" pitchFamily="49" charset="-122"/>
              </a:rPr>
              <a:t>合同是使卖方负有提供具体产品和服务的责任，买方负有为该产品和产品服务付款的责任的一种双方相互负有义务的协议。</a:t>
            </a:r>
          </a:p>
          <a:p>
            <a:pPr lvl="1" eaLnBrk="1" hangingPunct="1">
              <a:lnSpc>
                <a:spcPct val="150000"/>
              </a:lnSpc>
              <a:spcBef>
                <a:spcPct val="70000"/>
              </a:spcBef>
            </a:pPr>
            <a:r>
              <a:rPr lang="zh-CN" altLang="en-US" sz="1800" dirty="0"/>
              <a:t>合同定义了合同签署方的权利与义务，以及违背协议会造成的相应法律后果；</a:t>
            </a:r>
          </a:p>
          <a:p>
            <a:pPr lvl="1" eaLnBrk="1" hangingPunct="1">
              <a:lnSpc>
                <a:spcPct val="150000"/>
              </a:lnSpc>
            </a:pPr>
            <a:r>
              <a:rPr lang="zh-CN" altLang="en-US" sz="1800" dirty="0"/>
              <a:t>合同监督项目执行的各方履行其权利和义务，它是具有法律效力的文件；</a:t>
            </a:r>
          </a:p>
          <a:p>
            <a:pPr lvl="1" eaLnBrk="1" hangingPunct="1">
              <a:lnSpc>
                <a:spcPct val="150000"/>
              </a:lnSpc>
            </a:pPr>
            <a:r>
              <a:rPr lang="zh-CN" altLang="en-US" sz="1800" dirty="0"/>
              <a:t>围绕合同，存在合同签署之前和合同签署之后的一系列工作。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DACACF-64C5-9443-354D-2A51ACCF6EC4}"/>
              </a:ext>
            </a:extLst>
          </p:cNvPr>
          <p:cNvSpPr>
            <a:spLocks noGrp="1"/>
          </p:cNvSpPr>
          <p:nvPr>
            <p:ph type="title"/>
          </p:nvPr>
        </p:nvSpPr>
        <p:spPr/>
        <p:txBody>
          <a:bodyPr/>
          <a:lstStyle/>
          <a:p>
            <a:r>
              <a:rPr lang="en-US" altLang="zh-CN" dirty="0"/>
              <a:t>2.1  </a:t>
            </a:r>
            <a:r>
              <a:rPr kumimoji="1" lang="zh-CN" altLang="en-US" dirty="0"/>
              <a:t>合同管理概述</a:t>
            </a:r>
            <a:endParaRPr lang="zh-CN" altLang="en-US" dirty="0"/>
          </a:p>
        </p:txBody>
      </p:sp>
      <p:sp>
        <p:nvSpPr>
          <p:cNvPr id="3" name="内容占位符 2">
            <a:extLst>
              <a:ext uri="{FF2B5EF4-FFF2-40B4-BE49-F238E27FC236}">
                <a16:creationId xmlns:a16="http://schemas.microsoft.com/office/drawing/2014/main" id="{B990FFF4-4872-E73B-8E03-25D5FED0A831}"/>
              </a:ext>
            </a:extLst>
          </p:cNvPr>
          <p:cNvSpPr>
            <a:spLocks noGrp="1"/>
          </p:cNvSpPr>
          <p:nvPr>
            <p:ph idx="1"/>
          </p:nvPr>
        </p:nvSpPr>
        <p:spPr/>
        <p:txBody>
          <a:bodyPr/>
          <a:lstStyle/>
          <a:p>
            <a:r>
              <a:rPr lang="zh-CN" altLang="en-US" sz="2000" dirty="0"/>
              <a:t>采购软件产品：</a:t>
            </a:r>
            <a:endParaRPr lang="en-US" altLang="zh-CN" sz="2000" dirty="0"/>
          </a:p>
          <a:p>
            <a:pPr lvl="1">
              <a:lnSpc>
                <a:spcPct val="150000"/>
              </a:lnSpc>
            </a:pPr>
            <a:r>
              <a:rPr lang="zh-CN" altLang="en-US" sz="1800" dirty="0"/>
              <a:t>（</a:t>
            </a:r>
            <a:r>
              <a:rPr lang="en-US" altLang="zh-CN" sz="1800" dirty="0"/>
              <a:t>1</a:t>
            </a:r>
            <a:r>
              <a:rPr lang="zh-CN" altLang="en-US" sz="1800" dirty="0"/>
              <a:t>）对已经在市场上流通的软件产品进行采购。</a:t>
            </a:r>
            <a:endParaRPr lang="en-US" altLang="zh-CN" sz="1800" dirty="0"/>
          </a:p>
          <a:p>
            <a:pPr lvl="1">
              <a:lnSpc>
                <a:spcPct val="150000"/>
              </a:lnSpc>
            </a:pPr>
            <a:r>
              <a:rPr lang="zh-CN" altLang="en-US" sz="1800" dirty="0"/>
              <a:t>（</a:t>
            </a:r>
            <a:r>
              <a:rPr lang="en-US" altLang="zh-CN" sz="1800" dirty="0"/>
              <a:t>2</a:t>
            </a:r>
            <a:r>
              <a:rPr lang="zh-CN" altLang="en-US" sz="1800" dirty="0"/>
              <a:t>）外包采购。它是指在市场上没有出现现成的产品或者没有适合自己企业需求的产品情况下，需要以定制的方式把项目（功能模块）承包给其他企业。</a:t>
            </a:r>
            <a:endParaRPr lang="en-US" altLang="zh-CN" sz="1800" dirty="0"/>
          </a:p>
          <a:p>
            <a:pPr lvl="1"/>
            <a:endParaRPr lang="en-US" altLang="zh-CN" sz="1800" dirty="0"/>
          </a:p>
          <a:p>
            <a:r>
              <a:rPr lang="zh-CN" altLang="en-US" sz="2000" dirty="0"/>
              <a:t>一个软件项目一般是通过招投标的形式开始的。</a:t>
            </a:r>
            <a:endParaRPr lang="en-US" altLang="zh-CN" sz="2000" dirty="0"/>
          </a:p>
          <a:p>
            <a:endParaRPr lang="en-US" altLang="zh-CN" sz="2000" dirty="0"/>
          </a:p>
          <a:p>
            <a:r>
              <a:rPr lang="zh-CN" altLang="en-US" sz="2000" dirty="0">
                <a:solidFill>
                  <a:srgbClr val="FF0000"/>
                </a:solidFill>
              </a:rPr>
              <a:t>合同签订是一个重要的里程碑</a:t>
            </a:r>
            <a:r>
              <a:rPr lang="zh-CN" altLang="en-US" sz="2000" dirty="0"/>
              <a:t>，也是竞标方要跨过的一个非常重要的沟壑。</a:t>
            </a:r>
          </a:p>
        </p:txBody>
      </p:sp>
    </p:spTree>
    <p:extLst>
      <p:ext uri="{BB962C8B-B14F-4D97-AF65-F5344CB8AC3E}">
        <p14:creationId xmlns:p14="http://schemas.microsoft.com/office/powerpoint/2010/main" val="3981694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C26D0A2-A578-A5C0-7BD0-19830061A428}"/>
              </a:ext>
            </a:extLst>
          </p:cNvPr>
          <p:cNvSpPr>
            <a:spLocks noGrp="1" noChangeArrowheads="1"/>
          </p:cNvSpPr>
          <p:nvPr>
            <p:ph type="title"/>
          </p:nvPr>
        </p:nvSpPr>
        <p:spPr/>
        <p:txBody>
          <a:bodyPr/>
          <a:lstStyle/>
          <a:p>
            <a:pPr eaLnBrk="1" hangingPunct="1"/>
            <a:r>
              <a:rPr kumimoji="1" lang="zh-CN" altLang="en-US"/>
              <a:t>合同管理概述</a:t>
            </a:r>
          </a:p>
        </p:txBody>
      </p:sp>
      <p:sp>
        <p:nvSpPr>
          <p:cNvPr id="7171" name="Rectangle 3">
            <a:extLst>
              <a:ext uri="{FF2B5EF4-FFF2-40B4-BE49-F238E27FC236}">
                <a16:creationId xmlns:a16="http://schemas.microsoft.com/office/drawing/2014/main" id="{072184C5-7FC1-3599-1F4C-02D33856923F}"/>
              </a:ext>
            </a:extLst>
          </p:cNvPr>
          <p:cNvSpPr>
            <a:spLocks noGrp="1" noChangeArrowheads="1"/>
          </p:cNvSpPr>
          <p:nvPr>
            <p:ph type="body" idx="1"/>
          </p:nvPr>
        </p:nvSpPr>
        <p:spPr>
          <a:xfrm>
            <a:off x="539750" y="2060575"/>
            <a:ext cx="8424863" cy="4797425"/>
          </a:xfrm>
        </p:spPr>
        <p:txBody>
          <a:bodyPr/>
          <a:lstStyle/>
          <a:p>
            <a:pPr eaLnBrk="1" hangingPunct="1">
              <a:lnSpc>
                <a:spcPct val="150000"/>
              </a:lnSpc>
            </a:pPr>
            <a:r>
              <a:rPr lang="zh-CN" altLang="en-US" sz="2400" dirty="0">
                <a:solidFill>
                  <a:schemeClr val="accent2"/>
                </a:solidFill>
                <a:latin typeface="黑体" panose="02010609060101010101" pitchFamily="49" charset="-122"/>
                <a:ea typeface="黑体" panose="02010609060101010101" pitchFamily="49" charset="-122"/>
              </a:rPr>
              <a:t>技术合同</a:t>
            </a:r>
            <a:r>
              <a:rPr lang="zh-CN" altLang="en-US" dirty="0"/>
              <a:t> </a:t>
            </a:r>
          </a:p>
          <a:p>
            <a:pPr lvl="1" eaLnBrk="1" hangingPunct="1">
              <a:lnSpc>
                <a:spcPct val="170000"/>
              </a:lnSpc>
            </a:pPr>
            <a:r>
              <a:rPr lang="zh-CN" altLang="en-US" sz="1800" dirty="0"/>
              <a:t>软件项目合同主要是技术合同；</a:t>
            </a:r>
          </a:p>
          <a:p>
            <a:pPr lvl="1" eaLnBrk="1" hangingPunct="1">
              <a:lnSpc>
                <a:spcPct val="170000"/>
              </a:lnSpc>
            </a:pPr>
            <a:r>
              <a:rPr lang="zh-CN" altLang="en-US" sz="1800" dirty="0">
                <a:latin typeface="黑体" panose="02010609060101010101" pitchFamily="49" charset="-122"/>
              </a:rPr>
              <a:t>技术合同是法人之间、法人和公民之间、公民之间以</a:t>
            </a:r>
            <a:r>
              <a:rPr lang="zh-CN" altLang="en-US" sz="1800" dirty="0">
                <a:solidFill>
                  <a:srgbClr val="FF0000"/>
                </a:solidFill>
                <a:latin typeface="黑体" panose="02010609060101010101" pitchFamily="49" charset="-122"/>
              </a:rPr>
              <a:t>技术开发、技术转让、技术咨询和技术服务</a:t>
            </a:r>
            <a:r>
              <a:rPr lang="zh-CN" altLang="en-US" sz="1800" dirty="0">
                <a:latin typeface="黑体" panose="02010609060101010101" pitchFamily="49" charset="-122"/>
              </a:rPr>
              <a:t>为内容，明确相互权利义务关系所达成的协议；</a:t>
            </a:r>
          </a:p>
          <a:p>
            <a:pPr lvl="1" eaLnBrk="1" hangingPunct="1">
              <a:lnSpc>
                <a:spcPct val="170000"/>
              </a:lnSpc>
            </a:pPr>
            <a:r>
              <a:rPr lang="zh-CN" altLang="en-US" sz="1800" dirty="0">
                <a:latin typeface="黑体" panose="02010609060101010101" pitchFamily="49" charset="-122"/>
              </a:rPr>
              <a:t>技术合同有三种环境：需（甲）方环境、供（乙）方环境和内部环境；</a:t>
            </a:r>
          </a:p>
          <a:p>
            <a:pPr lvl="1" eaLnBrk="1" hangingPunct="1">
              <a:lnSpc>
                <a:spcPct val="170000"/>
              </a:lnSpc>
            </a:pPr>
            <a:r>
              <a:rPr lang="zh-CN" altLang="en-US" sz="1800" dirty="0"/>
              <a:t>技术合同</a:t>
            </a:r>
            <a:r>
              <a:rPr lang="zh-CN" altLang="en-US" sz="1800" dirty="0">
                <a:latin typeface="黑体" panose="02010609060101010101" pitchFamily="49" charset="-122"/>
              </a:rPr>
              <a:t>一般包括</a:t>
            </a:r>
            <a:r>
              <a:rPr lang="zh-CN" altLang="en-US" sz="1800" dirty="0">
                <a:solidFill>
                  <a:schemeClr val="accent1"/>
                </a:solidFill>
                <a:latin typeface="黑体" panose="02010609060101010101" pitchFamily="49" charset="-122"/>
              </a:rPr>
              <a:t>主合同</a:t>
            </a:r>
            <a:r>
              <a:rPr lang="zh-CN" altLang="en-US" sz="1800" dirty="0">
                <a:latin typeface="黑体" panose="02010609060101010101" pitchFamily="49" charset="-122"/>
              </a:rPr>
              <a:t>和</a:t>
            </a:r>
            <a:r>
              <a:rPr lang="zh-CN" altLang="en-US" sz="1800" dirty="0">
                <a:solidFill>
                  <a:schemeClr val="accent1"/>
                </a:solidFill>
                <a:latin typeface="黑体" panose="02010609060101010101" pitchFamily="49" charset="-122"/>
              </a:rPr>
              <a:t>合同附件。</a:t>
            </a:r>
            <a:r>
              <a:rPr lang="zh-CN" altLang="en-US" sz="1800" dirty="0">
                <a:latin typeface="黑体" panose="02010609060101010101" pitchFamily="49" charset="-122"/>
              </a:rPr>
              <a:t> </a:t>
            </a:r>
          </a:p>
          <a:p>
            <a:pPr eaLnBrk="1" hangingPunct="1">
              <a:lnSpc>
                <a:spcPct val="150000"/>
              </a:lnSpc>
            </a:pPr>
            <a:endParaRPr lang="zh-CN" altLang="en-US" sz="2000" dirty="0">
              <a:latin typeface="黑体" panose="02010609060101010101" pitchFamily="49" charset="-122"/>
            </a:endParaRPr>
          </a:p>
          <a:p>
            <a:pPr eaLnBrk="1" hangingPunct="1">
              <a:buFont typeface="Wingdings 2" panose="05020102010507070707" pitchFamily="18" charset="2"/>
              <a:buNone/>
            </a:pPr>
            <a:endParaRPr lang="en-US" altLang="zh-CN" sz="2000" dirty="0">
              <a:solidFill>
                <a:srgbClr val="767DBE"/>
              </a:solidFill>
              <a:latin typeface="黑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0B9C373-09C2-0CE4-5D80-4676C2B629FA}"/>
              </a:ext>
            </a:extLst>
          </p:cNvPr>
          <p:cNvSpPr>
            <a:spLocks noGrp="1" noChangeArrowheads="1"/>
          </p:cNvSpPr>
          <p:nvPr>
            <p:ph type="title"/>
          </p:nvPr>
        </p:nvSpPr>
        <p:spPr/>
        <p:txBody>
          <a:bodyPr/>
          <a:lstStyle/>
          <a:p>
            <a:pPr eaLnBrk="1" hangingPunct="1"/>
            <a:r>
              <a:rPr kumimoji="1" lang="zh-CN" altLang="en-US"/>
              <a:t>合同管理概述</a:t>
            </a:r>
          </a:p>
        </p:txBody>
      </p:sp>
      <p:sp>
        <p:nvSpPr>
          <p:cNvPr id="8195" name="Rectangle 3">
            <a:extLst>
              <a:ext uri="{FF2B5EF4-FFF2-40B4-BE49-F238E27FC236}">
                <a16:creationId xmlns:a16="http://schemas.microsoft.com/office/drawing/2014/main" id="{CE0919FF-AA57-CE67-17E7-140F5B40DBF0}"/>
              </a:ext>
            </a:extLst>
          </p:cNvPr>
          <p:cNvSpPr>
            <a:spLocks noGrp="1" noChangeArrowheads="1"/>
          </p:cNvSpPr>
          <p:nvPr>
            <p:ph type="body" sz="half" idx="1"/>
          </p:nvPr>
        </p:nvSpPr>
        <p:spPr>
          <a:xfrm>
            <a:off x="615950" y="2520950"/>
            <a:ext cx="4316413" cy="3571875"/>
          </a:xfrm>
          <a:solidFill>
            <a:srgbClr val="CCFFFF"/>
          </a:solidFill>
        </p:spPr>
        <p:txBody>
          <a:bodyPr/>
          <a:lstStyle/>
          <a:p>
            <a:pPr eaLnBrk="1" hangingPunct="1">
              <a:lnSpc>
                <a:spcPct val="130000"/>
              </a:lnSpc>
            </a:pPr>
            <a:r>
              <a:rPr lang="zh-CN" altLang="en-US" sz="1800"/>
              <a:t>项目名称；</a:t>
            </a:r>
          </a:p>
          <a:p>
            <a:pPr eaLnBrk="1" hangingPunct="1">
              <a:lnSpc>
                <a:spcPct val="130000"/>
              </a:lnSpc>
            </a:pPr>
            <a:r>
              <a:rPr lang="zh-CN" altLang="en-US" sz="1800"/>
              <a:t>项目的技术内容、范围、形式和要求；</a:t>
            </a:r>
          </a:p>
          <a:p>
            <a:pPr eaLnBrk="1" hangingPunct="1">
              <a:lnSpc>
                <a:spcPct val="130000"/>
              </a:lnSpc>
            </a:pPr>
            <a:r>
              <a:rPr lang="zh-CN" altLang="en-US" sz="1800"/>
              <a:t>项目实施计划、进度、期限、地点和方式；</a:t>
            </a:r>
          </a:p>
          <a:p>
            <a:pPr eaLnBrk="1" hangingPunct="1">
              <a:lnSpc>
                <a:spcPct val="130000"/>
              </a:lnSpc>
            </a:pPr>
            <a:r>
              <a:rPr lang="zh-CN" altLang="en-US" sz="1800"/>
              <a:t>项目合同价款、报酬及其支付方式；</a:t>
            </a:r>
          </a:p>
          <a:p>
            <a:pPr eaLnBrk="1" hangingPunct="1">
              <a:lnSpc>
                <a:spcPct val="130000"/>
              </a:lnSpc>
            </a:pPr>
            <a:r>
              <a:rPr lang="zh-CN" altLang="en-US" sz="1800"/>
              <a:t>项目验收标准和方法；</a:t>
            </a:r>
          </a:p>
        </p:txBody>
      </p:sp>
      <p:sp>
        <p:nvSpPr>
          <p:cNvPr id="8196" name="Rectangle 4">
            <a:extLst>
              <a:ext uri="{FF2B5EF4-FFF2-40B4-BE49-F238E27FC236}">
                <a16:creationId xmlns:a16="http://schemas.microsoft.com/office/drawing/2014/main" id="{46A68EEE-8BF1-741A-5497-2605B1ED796C}"/>
              </a:ext>
            </a:extLst>
          </p:cNvPr>
          <p:cNvSpPr>
            <a:spLocks noGrp="1" noChangeArrowheads="1"/>
          </p:cNvSpPr>
          <p:nvPr>
            <p:ph type="body" sz="half" idx="2"/>
          </p:nvPr>
        </p:nvSpPr>
        <p:spPr>
          <a:xfrm>
            <a:off x="4935538" y="2519363"/>
            <a:ext cx="4316412" cy="3573462"/>
          </a:xfrm>
          <a:solidFill>
            <a:srgbClr val="CCFFFF"/>
          </a:solidFill>
        </p:spPr>
        <p:txBody>
          <a:bodyPr/>
          <a:lstStyle/>
          <a:p>
            <a:pPr eaLnBrk="1" hangingPunct="1">
              <a:lnSpc>
                <a:spcPct val="130000"/>
              </a:lnSpc>
            </a:pPr>
            <a:r>
              <a:rPr lang="zh-CN" altLang="en-US" sz="1800"/>
              <a:t>各方当事人义务或协作责任；</a:t>
            </a:r>
          </a:p>
          <a:p>
            <a:pPr eaLnBrk="1" hangingPunct="1">
              <a:lnSpc>
                <a:spcPct val="130000"/>
              </a:lnSpc>
            </a:pPr>
            <a:r>
              <a:rPr lang="zh-CN" altLang="en-US" sz="1800"/>
              <a:t>技术成果归属和分享及后续改进的提供与分享规定；</a:t>
            </a:r>
          </a:p>
          <a:p>
            <a:pPr eaLnBrk="1" hangingPunct="1">
              <a:lnSpc>
                <a:spcPct val="130000"/>
              </a:lnSpc>
            </a:pPr>
            <a:r>
              <a:rPr lang="zh-CN" altLang="en-US" sz="1800"/>
              <a:t>技术保密事项；</a:t>
            </a:r>
          </a:p>
          <a:p>
            <a:pPr eaLnBrk="1" hangingPunct="1">
              <a:lnSpc>
                <a:spcPct val="130000"/>
              </a:lnSpc>
            </a:pPr>
            <a:r>
              <a:rPr lang="zh-CN" altLang="en-US" sz="1800"/>
              <a:t>风险责任的承担；</a:t>
            </a:r>
          </a:p>
          <a:p>
            <a:pPr eaLnBrk="1" hangingPunct="1">
              <a:lnSpc>
                <a:spcPct val="130000"/>
              </a:lnSpc>
            </a:pPr>
            <a:r>
              <a:rPr lang="zh-CN" altLang="en-US" sz="1800"/>
              <a:t>违约金或者损失赔偿额的计算方法、仲裁及其它。 </a:t>
            </a:r>
            <a:endParaRPr lang="zh-CN" altLang="en-US" sz="1800">
              <a:latin typeface="黑体" panose="02010609060101010101" pitchFamily="49" charset="-122"/>
            </a:endParaRPr>
          </a:p>
          <a:p>
            <a:pPr eaLnBrk="1" hangingPunct="1"/>
            <a:endParaRPr lang="zh-CN" altLang="en-US" sz="2400"/>
          </a:p>
          <a:p>
            <a:pPr eaLnBrk="1" hangingPunct="1"/>
            <a:endParaRPr lang="en-US" altLang="zh-CN" sz="2400">
              <a:solidFill>
                <a:srgbClr val="767DBE"/>
              </a:solidFill>
            </a:endParaRPr>
          </a:p>
        </p:txBody>
      </p:sp>
      <p:sp>
        <p:nvSpPr>
          <p:cNvPr id="8197" name="Rectangle 5">
            <a:extLst>
              <a:ext uri="{FF2B5EF4-FFF2-40B4-BE49-F238E27FC236}">
                <a16:creationId xmlns:a16="http://schemas.microsoft.com/office/drawing/2014/main" id="{2B28C958-E7BA-96F9-9EDB-1B2675982EEF}"/>
              </a:ext>
            </a:extLst>
          </p:cNvPr>
          <p:cNvSpPr>
            <a:spLocks noChangeArrowheads="1"/>
          </p:cNvSpPr>
          <p:nvPr/>
        </p:nvSpPr>
        <p:spPr bwMode="auto">
          <a:xfrm>
            <a:off x="1258888" y="1989138"/>
            <a:ext cx="6408737" cy="3048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kumimoji="0" lang="en-US" altLang="zh-CN" sz="2000">
                <a:solidFill>
                  <a:schemeClr val="tx1"/>
                </a:solidFill>
                <a:ea typeface="黑体" panose="02010609060101010101" pitchFamily="49" charset="-122"/>
              </a:rPr>
              <a:t>   </a:t>
            </a:r>
            <a:r>
              <a:rPr kumimoji="0" lang="zh-CN" altLang="en-US" sz="2000">
                <a:solidFill>
                  <a:schemeClr val="tx1"/>
                </a:solidFill>
                <a:ea typeface="黑体" panose="02010609060101010101" pitchFamily="49" charset="-122"/>
              </a:rPr>
              <a:t>软件项目主合同至少应包括以下内容</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101303C-2EDF-AC25-B891-ABBB143FC854}"/>
              </a:ext>
            </a:extLst>
          </p:cNvPr>
          <p:cNvSpPr>
            <a:spLocks noGrp="1" noChangeArrowheads="1"/>
          </p:cNvSpPr>
          <p:nvPr>
            <p:ph type="title"/>
          </p:nvPr>
        </p:nvSpPr>
        <p:spPr/>
        <p:txBody>
          <a:bodyPr/>
          <a:lstStyle/>
          <a:p>
            <a:pPr eaLnBrk="1" hangingPunct="1"/>
            <a:r>
              <a:rPr kumimoji="1" lang="zh-CN" altLang="en-US"/>
              <a:t>合同管理概述</a:t>
            </a:r>
          </a:p>
        </p:txBody>
      </p:sp>
      <p:sp>
        <p:nvSpPr>
          <p:cNvPr id="9219" name="Rectangle 3">
            <a:extLst>
              <a:ext uri="{FF2B5EF4-FFF2-40B4-BE49-F238E27FC236}">
                <a16:creationId xmlns:a16="http://schemas.microsoft.com/office/drawing/2014/main" id="{165A7269-82BC-9049-0268-2F0F0AF786C4}"/>
              </a:ext>
            </a:extLst>
          </p:cNvPr>
          <p:cNvSpPr>
            <a:spLocks noGrp="1" noChangeArrowheads="1"/>
          </p:cNvSpPr>
          <p:nvPr>
            <p:ph type="body" sz="half" idx="1"/>
          </p:nvPr>
        </p:nvSpPr>
        <p:spPr>
          <a:xfrm>
            <a:off x="471488" y="2636838"/>
            <a:ext cx="4316412" cy="3313112"/>
          </a:xfrm>
          <a:solidFill>
            <a:srgbClr val="FFFFCC"/>
          </a:solidFill>
        </p:spPr>
        <p:txBody>
          <a:bodyPr/>
          <a:lstStyle/>
          <a:p>
            <a:pPr eaLnBrk="1" hangingPunct="1">
              <a:lnSpc>
                <a:spcPct val="130000"/>
              </a:lnSpc>
            </a:pPr>
            <a:r>
              <a:rPr lang="zh-CN" altLang="en-US" sz="2000">
                <a:solidFill>
                  <a:srgbClr val="767DBE"/>
                </a:solidFill>
              </a:rPr>
              <a:t>系统的商务报价表；</a:t>
            </a:r>
          </a:p>
          <a:p>
            <a:pPr eaLnBrk="1" hangingPunct="1">
              <a:lnSpc>
                <a:spcPct val="130000"/>
              </a:lnSpc>
            </a:pPr>
            <a:r>
              <a:rPr lang="zh-CN" altLang="en-US" sz="2000">
                <a:solidFill>
                  <a:srgbClr val="767DBE"/>
                </a:solidFill>
              </a:rPr>
              <a:t>系统的需求规格说明书；</a:t>
            </a:r>
          </a:p>
          <a:p>
            <a:pPr eaLnBrk="1" hangingPunct="1">
              <a:lnSpc>
                <a:spcPct val="130000"/>
              </a:lnSpc>
            </a:pPr>
            <a:r>
              <a:rPr lang="zh-CN" altLang="en-US" sz="2000">
                <a:solidFill>
                  <a:srgbClr val="767DBE"/>
                </a:solidFill>
              </a:rPr>
              <a:t>项目的工程进度计划书；</a:t>
            </a:r>
          </a:p>
          <a:p>
            <a:pPr eaLnBrk="1" hangingPunct="1">
              <a:lnSpc>
                <a:spcPct val="130000"/>
              </a:lnSpc>
            </a:pPr>
            <a:r>
              <a:rPr lang="zh-CN" altLang="en-US" sz="2000">
                <a:solidFill>
                  <a:srgbClr val="767DBE"/>
                </a:solidFill>
              </a:rPr>
              <a:t>技术服务承诺；</a:t>
            </a:r>
          </a:p>
          <a:p>
            <a:pPr eaLnBrk="1" hangingPunct="1">
              <a:lnSpc>
                <a:spcPct val="130000"/>
              </a:lnSpc>
            </a:pPr>
            <a:r>
              <a:rPr lang="zh-CN" altLang="en-US" sz="2000">
                <a:solidFill>
                  <a:srgbClr val="767DBE"/>
                </a:solidFill>
              </a:rPr>
              <a:t>培训计划；</a:t>
            </a:r>
          </a:p>
          <a:p>
            <a:pPr eaLnBrk="1" hangingPunct="1"/>
            <a:endParaRPr lang="en-US" altLang="zh-CN" sz="2000">
              <a:solidFill>
                <a:srgbClr val="767DBE"/>
              </a:solidFill>
            </a:endParaRPr>
          </a:p>
        </p:txBody>
      </p:sp>
      <p:sp>
        <p:nvSpPr>
          <p:cNvPr id="9220" name="Rectangle 4">
            <a:extLst>
              <a:ext uri="{FF2B5EF4-FFF2-40B4-BE49-F238E27FC236}">
                <a16:creationId xmlns:a16="http://schemas.microsoft.com/office/drawing/2014/main" id="{2F3D156E-2673-3342-769C-FC14C2BA6BDA}"/>
              </a:ext>
            </a:extLst>
          </p:cNvPr>
          <p:cNvSpPr>
            <a:spLocks noGrp="1" noChangeArrowheads="1"/>
          </p:cNvSpPr>
          <p:nvPr>
            <p:ph type="body" sz="half" idx="2"/>
          </p:nvPr>
        </p:nvSpPr>
        <p:spPr>
          <a:xfrm>
            <a:off x="4792663" y="2636838"/>
            <a:ext cx="4316412" cy="3313112"/>
          </a:xfrm>
          <a:solidFill>
            <a:srgbClr val="FFFFCC"/>
          </a:solidFill>
        </p:spPr>
        <p:txBody>
          <a:bodyPr/>
          <a:lstStyle/>
          <a:p>
            <a:pPr eaLnBrk="1" hangingPunct="1">
              <a:lnSpc>
                <a:spcPct val="130000"/>
              </a:lnSpc>
            </a:pPr>
            <a:r>
              <a:rPr lang="zh-CN" altLang="en-US" sz="1800">
                <a:solidFill>
                  <a:srgbClr val="CA5B08"/>
                </a:solidFill>
              </a:rPr>
              <a:t>移交的用户文档和技术文档；</a:t>
            </a:r>
          </a:p>
          <a:p>
            <a:pPr eaLnBrk="1" hangingPunct="1">
              <a:lnSpc>
                <a:spcPct val="130000"/>
              </a:lnSpc>
            </a:pPr>
            <a:r>
              <a:rPr lang="zh-CN" altLang="en-US" sz="1800">
                <a:solidFill>
                  <a:srgbClr val="CA5B08"/>
                </a:solidFill>
              </a:rPr>
              <a:t>场地和环境准备要求；</a:t>
            </a:r>
          </a:p>
          <a:p>
            <a:pPr eaLnBrk="1" hangingPunct="1">
              <a:lnSpc>
                <a:spcPct val="130000"/>
              </a:lnSpc>
            </a:pPr>
            <a:r>
              <a:rPr lang="zh-CN" altLang="en-US" sz="1800">
                <a:solidFill>
                  <a:srgbClr val="CA5B08"/>
                </a:solidFill>
              </a:rPr>
              <a:t>测试与验收标准；</a:t>
            </a:r>
          </a:p>
          <a:p>
            <a:pPr eaLnBrk="1" hangingPunct="1">
              <a:lnSpc>
                <a:spcPct val="130000"/>
              </a:lnSpc>
            </a:pPr>
            <a:r>
              <a:rPr lang="zh-CN" altLang="en-US" sz="1800">
                <a:solidFill>
                  <a:srgbClr val="CA5B08"/>
                </a:solidFill>
              </a:rPr>
              <a:t>初验与终验报告样式范本；</a:t>
            </a:r>
          </a:p>
          <a:p>
            <a:pPr eaLnBrk="1" hangingPunct="1">
              <a:lnSpc>
                <a:spcPct val="130000"/>
              </a:lnSpc>
            </a:pPr>
            <a:r>
              <a:rPr lang="zh-CN" altLang="en-US" sz="1800">
                <a:solidFill>
                  <a:srgbClr val="CA5B08"/>
                </a:solidFill>
              </a:rPr>
              <a:t>工程实施的分工界面定义。</a:t>
            </a:r>
          </a:p>
        </p:txBody>
      </p:sp>
      <p:sp>
        <p:nvSpPr>
          <p:cNvPr id="9221" name="Rectangle 5">
            <a:extLst>
              <a:ext uri="{FF2B5EF4-FFF2-40B4-BE49-F238E27FC236}">
                <a16:creationId xmlns:a16="http://schemas.microsoft.com/office/drawing/2014/main" id="{FD7B352C-E6FD-EC3D-5F28-6540200068D9}"/>
              </a:ext>
            </a:extLst>
          </p:cNvPr>
          <p:cNvSpPr>
            <a:spLocks noChangeArrowheads="1"/>
          </p:cNvSpPr>
          <p:nvPr/>
        </p:nvSpPr>
        <p:spPr bwMode="auto">
          <a:xfrm>
            <a:off x="1116013" y="2060575"/>
            <a:ext cx="6408737" cy="3048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kumimoji="0" lang="en-US" altLang="zh-CN" sz="2000">
                <a:solidFill>
                  <a:schemeClr val="tx1"/>
                </a:solidFill>
                <a:ea typeface="黑体" panose="02010609060101010101" pitchFamily="49" charset="-122"/>
              </a:rPr>
              <a:t>   </a:t>
            </a:r>
            <a:r>
              <a:rPr kumimoji="0" lang="zh-CN" altLang="en-US" sz="2000">
                <a:solidFill>
                  <a:schemeClr val="tx1"/>
                </a:solidFill>
                <a:ea typeface="黑体" panose="02010609060101010101" pitchFamily="49" charset="-122"/>
              </a:rPr>
              <a:t>软件项目中常有以下合同附件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51A2FD6-BCCC-3F9D-8C89-B4BE70DF93AB}"/>
              </a:ext>
            </a:extLst>
          </p:cNvPr>
          <p:cNvSpPr>
            <a:spLocks noGrp="1" noChangeArrowheads="1"/>
          </p:cNvSpPr>
          <p:nvPr>
            <p:ph type="title"/>
          </p:nvPr>
        </p:nvSpPr>
        <p:spPr/>
        <p:txBody>
          <a:bodyPr/>
          <a:lstStyle/>
          <a:p>
            <a:pPr eaLnBrk="1" hangingPunct="1"/>
            <a:r>
              <a:rPr kumimoji="1" lang="zh-CN" altLang="en-US"/>
              <a:t>合同管理概述</a:t>
            </a:r>
          </a:p>
        </p:txBody>
      </p:sp>
      <p:sp>
        <p:nvSpPr>
          <p:cNvPr id="10243" name="Rectangle 3">
            <a:extLst>
              <a:ext uri="{FF2B5EF4-FFF2-40B4-BE49-F238E27FC236}">
                <a16:creationId xmlns:a16="http://schemas.microsoft.com/office/drawing/2014/main" id="{B4C0386A-4AA8-74D6-C9CC-83B2F58132F3}"/>
              </a:ext>
            </a:extLst>
          </p:cNvPr>
          <p:cNvSpPr>
            <a:spLocks noGrp="1" noChangeArrowheads="1"/>
          </p:cNvSpPr>
          <p:nvPr>
            <p:ph type="body" idx="1"/>
          </p:nvPr>
        </p:nvSpPr>
        <p:spPr>
          <a:xfrm>
            <a:off x="539750" y="1916113"/>
            <a:ext cx="8424863" cy="4941887"/>
          </a:xfrm>
        </p:spPr>
        <p:txBody>
          <a:bodyPr/>
          <a:lstStyle/>
          <a:p>
            <a:pPr eaLnBrk="1" hangingPunct="1"/>
            <a:r>
              <a:rPr lang="zh-CN" altLang="en-US" sz="2400">
                <a:solidFill>
                  <a:schemeClr val="accent2"/>
                </a:solidFill>
                <a:ea typeface="黑体" panose="02010609060101010101" pitchFamily="49" charset="-122"/>
              </a:rPr>
              <a:t>合同生存期</a:t>
            </a:r>
            <a:r>
              <a:rPr lang="zh-CN" altLang="en-US"/>
              <a:t> </a:t>
            </a:r>
          </a:p>
        </p:txBody>
      </p:sp>
      <p:grpSp>
        <p:nvGrpSpPr>
          <p:cNvPr id="10244" name="Group 4">
            <a:extLst>
              <a:ext uri="{FF2B5EF4-FFF2-40B4-BE49-F238E27FC236}">
                <a16:creationId xmlns:a16="http://schemas.microsoft.com/office/drawing/2014/main" id="{A26BC4D0-AF15-2F4F-6863-805DC7778735}"/>
              </a:ext>
            </a:extLst>
          </p:cNvPr>
          <p:cNvGrpSpPr>
            <a:grpSpLocks/>
          </p:cNvGrpSpPr>
          <p:nvPr/>
        </p:nvGrpSpPr>
        <p:grpSpPr bwMode="auto">
          <a:xfrm>
            <a:off x="3059113" y="2636838"/>
            <a:ext cx="2778125" cy="4008437"/>
            <a:chOff x="1848" y="1056"/>
            <a:chExt cx="1932" cy="2644"/>
          </a:xfrm>
        </p:grpSpPr>
        <p:sp>
          <p:nvSpPr>
            <p:cNvPr id="10248" name="Rectangle 5">
              <a:extLst>
                <a:ext uri="{FF2B5EF4-FFF2-40B4-BE49-F238E27FC236}">
                  <a16:creationId xmlns:a16="http://schemas.microsoft.com/office/drawing/2014/main" id="{A4F2A599-588C-9E0F-E856-6ED92443C271}"/>
                </a:ext>
              </a:extLst>
            </p:cNvPr>
            <p:cNvSpPr>
              <a:spLocks noChangeArrowheads="1"/>
            </p:cNvSpPr>
            <p:nvPr/>
          </p:nvSpPr>
          <p:spPr bwMode="auto">
            <a:xfrm>
              <a:off x="1848" y="1056"/>
              <a:ext cx="1932" cy="340"/>
            </a:xfrm>
            <a:prstGeom prst="rect">
              <a:avLst/>
            </a:prstGeom>
            <a:solidFill>
              <a:srgbClr val="CCFFFF"/>
            </a:solidFill>
            <a:ln w="9525">
              <a:miter lim="800000"/>
              <a:headEnd/>
              <a:tailEnd/>
            </a:ln>
            <a:effectLst/>
            <a:scene3d>
              <a:camera prst="legacyObliqueTopLeft"/>
              <a:lightRig rig="legacyFlat3" dir="t"/>
            </a:scene3d>
            <a:sp3d extrusionH="430200" prstMaterial="legacyMatte">
              <a:bevelT w="13500" h="13500" prst="angle"/>
              <a:bevelB w="13500" h="13500" prst="angle"/>
              <a:extrusionClr>
                <a:srgbClr val="CCFFFF"/>
              </a:extrusionClr>
              <a:contourClr>
                <a:srgbClr val="CCFFFF"/>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kumimoji="0" lang="zh-CN" altLang="en-US" sz="2000">
                  <a:latin typeface="Times New Roman" panose="02020603050405020304" pitchFamily="18" charset="0"/>
                </a:rPr>
                <a:t>合同准备</a:t>
              </a:r>
            </a:p>
          </p:txBody>
        </p:sp>
        <p:sp>
          <p:nvSpPr>
            <p:cNvPr id="10249" name="Rectangle 6">
              <a:extLst>
                <a:ext uri="{FF2B5EF4-FFF2-40B4-BE49-F238E27FC236}">
                  <a16:creationId xmlns:a16="http://schemas.microsoft.com/office/drawing/2014/main" id="{C2312E40-9662-CBC1-BC5B-38E0818DD9D3}"/>
                </a:ext>
              </a:extLst>
            </p:cNvPr>
            <p:cNvSpPr>
              <a:spLocks noChangeArrowheads="1"/>
            </p:cNvSpPr>
            <p:nvPr/>
          </p:nvSpPr>
          <p:spPr bwMode="auto">
            <a:xfrm>
              <a:off x="1848" y="3360"/>
              <a:ext cx="1932" cy="340"/>
            </a:xfrm>
            <a:prstGeom prst="rect">
              <a:avLst/>
            </a:prstGeom>
            <a:solidFill>
              <a:srgbClr val="CA5B08"/>
            </a:solidFill>
            <a:ln w="9525">
              <a:miter lim="800000"/>
              <a:headEnd/>
              <a:tailEnd/>
            </a:ln>
            <a:effectLst/>
            <a:scene3d>
              <a:camera prst="legacyObliqueTopLeft"/>
              <a:lightRig rig="legacyFlat3" dir="t"/>
            </a:scene3d>
            <a:sp3d extrusionH="430200" prstMaterial="legacyMatte">
              <a:bevelT w="13500" h="13500" prst="angle"/>
              <a:bevelB w="13500" h="13500" prst="angle"/>
              <a:extrusionClr>
                <a:srgbClr val="CA5B08"/>
              </a:extrusionClr>
              <a:contourClr>
                <a:srgbClr val="CA5B08"/>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kumimoji="0" lang="zh-CN" altLang="en-US" sz="2000">
                  <a:latin typeface="Times New Roman" panose="02020603050405020304" pitchFamily="18" charset="0"/>
                </a:rPr>
                <a:t>合同终止</a:t>
              </a:r>
            </a:p>
          </p:txBody>
        </p:sp>
        <p:sp>
          <p:nvSpPr>
            <p:cNvPr id="10250" name="Rectangle 7">
              <a:extLst>
                <a:ext uri="{FF2B5EF4-FFF2-40B4-BE49-F238E27FC236}">
                  <a16:creationId xmlns:a16="http://schemas.microsoft.com/office/drawing/2014/main" id="{FD710867-D9D4-9F4A-3A9E-864D8AB62A44}"/>
                </a:ext>
              </a:extLst>
            </p:cNvPr>
            <p:cNvSpPr>
              <a:spLocks noChangeArrowheads="1"/>
            </p:cNvSpPr>
            <p:nvPr/>
          </p:nvSpPr>
          <p:spPr bwMode="auto">
            <a:xfrm>
              <a:off x="1848" y="2581"/>
              <a:ext cx="1932" cy="339"/>
            </a:xfrm>
            <a:prstGeom prst="rect">
              <a:avLst/>
            </a:prstGeom>
            <a:solidFill>
              <a:srgbClr val="FFCC00"/>
            </a:solidFill>
            <a:ln w="9525">
              <a:miter lim="800000"/>
              <a:headEnd/>
              <a:tailEnd/>
            </a:ln>
            <a:effectLst/>
            <a:scene3d>
              <a:camera prst="legacyObliqueTopLeft"/>
              <a:lightRig rig="legacyFlat3" dir="t"/>
            </a:scene3d>
            <a:sp3d extrusionH="430200" prstMaterial="legacyMatte">
              <a:bevelT w="13500" h="13500" prst="angle"/>
              <a:bevelB w="13500" h="13500" prst="angle"/>
              <a:extrusionClr>
                <a:srgbClr val="FFCC00"/>
              </a:extrusionClr>
              <a:contourClr>
                <a:srgbClr val="FFCC00"/>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kumimoji="0" lang="zh-CN" altLang="en-US" sz="2000">
                  <a:latin typeface="Times New Roman" panose="02020603050405020304" pitchFamily="18" charset="0"/>
                </a:rPr>
                <a:t>合同管理</a:t>
              </a:r>
            </a:p>
          </p:txBody>
        </p:sp>
        <p:sp>
          <p:nvSpPr>
            <p:cNvPr id="10251" name="Rectangle 8">
              <a:extLst>
                <a:ext uri="{FF2B5EF4-FFF2-40B4-BE49-F238E27FC236}">
                  <a16:creationId xmlns:a16="http://schemas.microsoft.com/office/drawing/2014/main" id="{070BCE21-0E57-ED5B-0D2D-0A202A77E94D}"/>
                </a:ext>
              </a:extLst>
            </p:cNvPr>
            <p:cNvSpPr>
              <a:spLocks noChangeArrowheads="1"/>
            </p:cNvSpPr>
            <p:nvPr/>
          </p:nvSpPr>
          <p:spPr bwMode="auto">
            <a:xfrm>
              <a:off x="1848" y="1829"/>
              <a:ext cx="1932" cy="339"/>
            </a:xfrm>
            <a:prstGeom prst="rect">
              <a:avLst/>
            </a:prstGeom>
            <a:solidFill>
              <a:srgbClr val="767DBE"/>
            </a:solidFill>
            <a:ln w="9525">
              <a:miter lim="800000"/>
              <a:headEnd/>
              <a:tailEnd/>
            </a:ln>
            <a:effectLst/>
            <a:scene3d>
              <a:camera prst="legacyObliqueTopLeft"/>
              <a:lightRig rig="legacyFlat3" dir="t"/>
            </a:scene3d>
            <a:sp3d extrusionH="430200" prstMaterial="legacyMatte">
              <a:bevelT w="13500" h="13500" prst="angle"/>
              <a:bevelB w="13500" h="13500" prst="angle"/>
              <a:extrusionClr>
                <a:srgbClr val="767DBE"/>
              </a:extrusionClr>
              <a:contourClr>
                <a:srgbClr val="767DBE"/>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kumimoji="0" lang="zh-CN" altLang="en-US" sz="2000">
                  <a:latin typeface="Times New Roman" panose="02020603050405020304" pitchFamily="18" charset="0"/>
                </a:rPr>
                <a:t>合同签署</a:t>
              </a:r>
            </a:p>
          </p:txBody>
        </p:sp>
        <p:sp>
          <p:nvSpPr>
            <p:cNvPr id="10252" name="Line 9">
              <a:extLst>
                <a:ext uri="{FF2B5EF4-FFF2-40B4-BE49-F238E27FC236}">
                  <a16:creationId xmlns:a16="http://schemas.microsoft.com/office/drawing/2014/main" id="{94CB960A-90D9-DF89-619A-A6633E22BB2B}"/>
                </a:ext>
              </a:extLst>
            </p:cNvPr>
            <p:cNvSpPr>
              <a:spLocks noChangeShapeType="1"/>
            </p:cNvSpPr>
            <p:nvPr/>
          </p:nvSpPr>
          <p:spPr bwMode="auto">
            <a:xfrm>
              <a:off x="2814" y="1381"/>
              <a:ext cx="0" cy="339"/>
            </a:xfrm>
            <a:prstGeom prst="line">
              <a:avLst/>
            </a:prstGeom>
            <a:noFill/>
            <a:ln w="2857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253" name="Line 10">
              <a:extLst>
                <a:ext uri="{FF2B5EF4-FFF2-40B4-BE49-F238E27FC236}">
                  <a16:creationId xmlns:a16="http://schemas.microsoft.com/office/drawing/2014/main" id="{94883D39-F779-2EA4-4131-E8F749125EFD}"/>
                </a:ext>
              </a:extLst>
            </p:cNvPr>
            <p:cNvSpPr>
              <a:spLocks noChangeShapeType="1"/>
            </p:cNvSpPr>
            <p:nvPr/>
          </p:nvSpPr>
          <p:spPr bwMode="auto">
            <a:xfrm>
              <a:off x="2835" y="2218"/>
              <a:ext cx="0" cy="339"/>
            </a:xfrm>
            <a:prstGeom prst="line">
              <a:avLst/>
            </a:prstGeom>
            <a:noFill/>
            <a:ln w="2857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254" name="Line 11">
              <a:extLst>
                <a:ext uri="{FF2B5EF4-FFF2-40B4-BE49-F238E27FC236}">
                  <a16:creationId xmlns:a16="http://schemas.microsoft.com/office/drawing/2014/main" id="{01D4DB87-07BA-DD68-888B-5CE33B560D2F}"/>
                </a:ext>
              </a:extLst>
            </p:cNvPr>
            <p:cNvSpPr>
              <a:spLocks noChangeShapeType="1"/>
            </p:cNvSpPr>
            <p:nvPr/>
          </p:nvSpPr>
          <p:spPr bwMode="auto">
            <a:xfrm>
              <a:off x="2814" y="2970"/>
              <a:ext cx="0" cy="340"/>
            </a:xfrm>
            <a:prstGeom prst="line">
              <a:avLst/>
            </a:prstGeom>
            <a:noFill/>
            <a:ln w="2857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10247" name="AutoShape 26">
            <a:extLst>
              <a:ext uri="{FF2B5EF4-FFF2-40B4-BE49-F238E27FC236}">
                <a16:creationId xmlns:a16="http://schemas.microsoft.com/office/drawing/2014/main" id="{E43D5119-91A7-8456-AD37-4D144871F507}"/>
              </a:ext>
            </a:extLst>
          </p:cNvPr>
          <p:cNvSpPr>
            <a:spLocks noChangeArrowheads="1"/>
          </p:cNvSpPr>
          <p:nvPr/>
        </p:nvSpPr>
        <p:spPr bwMode="auto">
          <a:xfrm>
            <a:off x="6300788" y="1557338"/>
            <a:ext cx="1979612" cy="1008062"/>
          </a:xfrm>
          <a:prstGeom prst="wedgeEllipseCallout">
            <a:avLst>
              <a:gd name="adj1" fmla="val -74218"/>
              <a:gd name="adj2" fmla="val 75199"/>
            </a:avLst>
          </a:prstGeom>
          <a:solidFill>
            <a:schemeClr val="accent1"/>
          </a:solidFill>
          <a:ln>
            <a:noFill/>
          </a:ln>
          <a:effectLst/>
          <a:extLs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t>合同生存期的</a:t>
            </a:r>
            <a:r>
              <a:rPr lang="en-US" altLang="zh-CN" sz="1800"/>
              <a:t>4</a:t>
            </a:r>
            <a:r>
              <a:rPr lang="zh-CN" altLang="en-US" sz="1800"/>
              <a:t>个阶段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4877F08-85BC-CB92-6EFC-BF8717D68CE7}"/>
              </a:ext>
            </a:extLst>
          </p:cNvPr>
          <p:cNvSpPr>
            <a:spLocks noGrp="1" noChangeArrowheads="1"/>
          </p:cNvSpPr>
          <p:nvPr>
            <p:ph type="title"/>
          </p:nvPr>
        </p:nvSpPr>
        <p:spPr/>
        <p:txBody>
          <a:bodyPr/>
          <a:lstStyle/>
          <a:p>
            <a:pPr eaLnBrk="1" hangingPunct="1"/>
            <a:r>
              <a:rPr lang="zh-CN" altLang="en-US"/>
              <a:t>本章内容提要</a:t>
            </a:r>
          </a:p>
        </p:txBody>
      </p:sp>
      <p:grpSp>
        <p:nvGrpSpPr>
          <p:cNvPr id="11267" name="Group 3">
            <a:extLst>
              <a:ext uri="{FF2B5EF4-FFF2-40B4-BE49-F238E27FC236}">
                <a16:creationId xmlns:a16="http://schemas.microsoft.com/office/drawing/2014/main" id="{0757E8AF-DF19-31FC-37C7-D0FC0E240423}"/>
              </a:ext>
            </a:extLst>
          </p:cNvPr>
          <p:cNvGrpSpPr>
            <a:grpSpLocks/>
          </p:cNvGrpSpPr>
          <p:nvPr/>
        </p:nvGrpSpPr>
        <p:grpSpPr bwMode="auto">
          <a:xfrm>
            <a:off x="611188" y="2343150"/>
            <a:ext cx="5670550" cy="488950"/>
            <a:chOff x="385" y="1476"/>
            <a:chExt cx="3572" cy="308"/>
          </a:xfrm>
        </p:grpSpPr>
        <p:sp>
          <p:nvSpPr>
            <p:cNvPr id="11289" name="AutoShape 4">
              <a:extLst>
                <a:ext uri="{FF2B5EF4-FFF2-40B4-BE49-F238E27FC236}">
                  <a16:creationId xmlns:a16="http://schemas.microsoft.com/office/drawing/2014/main" id="{B031870B-41D9-AA7E-0088-F04A9445888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11290" name="Text Box 5">
              <a:extLst>
                <a:ext uri="{FF2B5EF4-FFF2-40B4-BE49-F238E27FC236}">
                  <a16:creationId xmlns:a16="http://schemas.microsoft.com/office/drawing/2014/main" id="{7AFD51DD-AAC9-F7A3-5D95-D0424EB6CCB8}"/>
                </a:ext>
              </a:extLst>
            </p:cNvPr>
            <p:cNvSpPr txBox="1">
              <a:spLocks noChangeArrowheads="1"/>
            </p:cNvSpPr>
            <p:nvPr/>
          </p:nvSpPr>
          <p:spPr bwMode="auto">
            <a:xfrm>
              <a:off x="626" y="1497"/>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合同管理概述</a:t>
              </a:r>
              <a:r>
                <a:rPr lang="zh-CN" altLang="en-US" sz="1800"/>
                <a:t>合同管理概述</a:t>
              </a:r>
              <a:r>
                <a:rPr lang="zh-CN" altLang="en-US"/>
                <a:t> </a:t>
              </a:r>
              <a:r>
                <a:rPr lang="zh-CN" altLang="en-US" sz="2400" b="0">
                  <a:solidFill>
                    <a:schemeClr val="tx1"/>
                  </a:solidFill>
                  <a:latin typeface="Times New Roman" panose="02020603050405020304" pitchFamily="18" charset="0"/>
                </a:rPr>
                <a:t> </a:t>
              </a:r>
            </a:p>
          </p:txBody>
        </p:sp>
        <p:sp>
          <p:nvSpPr>
            <p:cNvPr id="11291" name="Rectangle 6">
              <a:extLst>
                <a:ext uri="{FF2B5EF4-FFF2-40B4-BE49-F238E27FC236}">
                  <a16:creationId xmlns:a16="http://schemas.microsoft.com/office/drawing/2014/main" id="{D34EF862-431B-AFAB-F9DF-2EDDD893EA31}"/>
                </a:ext>
              </a:extLst>
            </p:cNvPr>
            <p:cNvSpPr>
              <a:spLocks noChangeArrowheads="1"/>
            </p:cNvSpPr>
            <p:nvPr/>
          </p:nvSpPr>
          <p:spPr bwMode="auto">
            <a:xfrm>
              <a:off x="385" y="153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2.1</a:t>
              </a:r>
              <a:endParaRPr lang="en-US" altLang="zh-CN" sz="1800">
                <a:solidFill>
                  <a:srgbClr val="000000"/>
                </a:solidFill>
              </a:endParaRPr>
            </a:p>
          </p:txBody>
        </p:sp>
      </p:grpSp>
      <p:grpSp>
        <p:nvGrpSpPr>
          <p:cNvPr id="11268" name="Group 7">
            <a:extLst>
              <a:ext uri="{FF2B5EF4-FFF2-40B4-BE49-F238E27FC236}">
                <a16:creationId xmlns:a16="http://schemas.microsoft.com/office/drawing/2014/main" id="{EA171DA1-A79E-39B9-331F-1F5A89AD6D78}"/>
              </a:ext>
            </a:extLst>
          </p:cNvPr>
          <p:cNvGrpSpPr>
            <a:grpSpLocks/>
          </p:cNvGrpSpPr>
          <p:nvPr/>
        </p:nvGrpSpPr>
        <p:grpSpPr bwMode="auto">
          <a:xfrm>
            <a:off x="611188" y="2924175"/>
            <a:ext cx="5670550" cy="488950"/>
            <a:chOff x="385" y="1842"/>
            <a:chExt cx="3572" cy="308"/>
          </a:xfrm>
        </p:grpSpPr>
        <p:grpSp>
          <p:nvGrpSpPr>
            <p:cNvPr id="11285" name="Group 8">
              <a:extLst>
                <a:ext uri="{FF2B5EF4-FFF2-40B4-BE49-F238E27FC236}">
                  <a16:creationId xmlns:a16="http://schemas.microsoft.com/office/drawing/2014/main" id="{B7F0F470-2DC1-F9CA-97F7-4ECB629A2DD5}"/>
                </a:ext>
              </a:extLst>
            </p:cNvPr>
            <p:cNvGrpSpPr>
              <a:grpSpLocks/>
            </p:cNvGrpSpPr>
            <p:nvPr/>
          </p:nvGrpSpPr>
          <p:grpSpPr bwMode="auto">
            <a:xfrm>
              <a:off x="464" y="1842"/>
              <a:ext cx="3493" cy="308"/>
              <a:chOff x="464" y="1842"/>
              <a:chExt cx="3493" cy="308"/>
            </a:xfrm>
          </p:grpSpPr>
          <p:sp>
            <p:nvSpPr>
              <p:cNvPr id="11287" name="AutoShape 9">
                <a:extLst>
                  <a:ext uri="{FF2B5EF4-FFF2-40B4-BE49-F238E27FC236}">
                    <a16:creationId xmlns:a16="http://schemas.microsoft.com/office/drawing/2014/main" id="{ED0CDA64-62B0-AE0C-D7D5-179331C3FB8C}"/>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11288" name="Text Box 10">
                <a:extLst>
                  <a:ext uri="{FF2B5EF4-FFF2-40B4-BE49-F238E27FC236}">
                    <a16:creationId xmlns:a16="http://schemas.microsoft.com/office/drawing/2014/main" id="{0FD90A1B-2B67-FD1C-FBED-B19F13147A3B}"/>
                  </a:ext>
                </a:extLst>
              </p:cNvPr>
              <p:cNvSpPr txBox="1">
                <a:spLocks noChangeArrowheads="1"/>
              </p:cNvSpPr>
              <p:nvPr/>
            </p:nvSpPr>
            <p:spPr bwMode="auto">
              <a:xfrm>
                <a:off x="626" y="1868"/>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需方合同环境</a:t>
                </a:r>
                <a:r>
                  <a:rPr lang="zh-CN" altLang="en-US" sz="2400" b="0">
                    <a:solidFill>
                      <a:schemeClr val="tx1"/>
                    </a:solidFill>
                    <a:latin typeface="Times New Roman" panose="02020603050405020304" pitchFamily="18" charset="0"/>
                  </a:rPr>
                  <a:t> </a:t>
                </a:r>
              </a:p>
            </p:txBody>
          </p:sp>
        </p:grpSp>
        <p:sp>
          <p:nvSpPr>
            <p:cNvPr id="11286" name="Rectangle 11">
              <a:extLst>
                <a:ext uri="{FF2B5EF4-FFF2-40B4-BE49-F238E27FC236}">
                  <a16:creationId xmlns:a16="http://schemas.microsoft.com/office/drawing/2014/main" id="{086674C1-27D1-0A6C-DE22-1F050B0A52F0}"/>
                </a:ext>
              </a:extLst>
            </p:cNvPr>
            <p:cNvSpPr>
              <a:spLocks noChangeArrowheads="1"/>
            </p:cNvSpPr>
            <p:nvPr/>
          </p:nvSpPr>
          <p:spPr bwMode="auto">
            <a:xfrm>
              <a:off x="385" y="1915"/>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2.2</a:t>
              </a:r>
              <a:endParaRPr lang="en-US" altLang="zh-CN" sz="1800">
                <a:solidFill>
                  <a:srgbClr val="000000"/>
                </a:solidFill>
              </a:endParaRPr>
            </a:p>
          </p:txBody>
        </p:sp>
      </p:grpSp>
      <p:grpSp>
        <p:nvGrpSpPr>
          <p:cNvPr id="11269" name="Group 12">
            <a:extLst>
              <a:ext uri="{FF2B5EF4-FFF2-40B4-BE49-F238E27FC236}">
                <a16:creationId xmlns:a16="http://schemas.microsoft.com/office/drawing/2014/main" id="{34F9FDF0-965F-FCDE-BA31-4730DA27D2CE}"/>
              </a:ext>
            </a:extLst>
          </p:cNvPr>
          <p:cNvGrpSpPr>
            <a:grpSpLocks/>
          </p:cNvGrpSpPr>
          <p:nvPr/>
        </p:nvGrpSpPr>
        <p:grpSpPr bwMode="auto">
          <a:xfrm>
            <a:off x="611188" y="3500438"/>
            <a:ext cx="5689600" cy="488950"/>
            <a:chOff x="385" y="2209"/>
            <a:chExt cx="3584" cy="308"/>
          </a:xfrm>
        </p:grpSpPr>
        <p:sp>
          <p:nvSpPr>
            <p:cNvPr id="11282" name="AutoShape 13">
              <a:extLst>
                <a:ext uri="{FF2B5EF4-FFF2-40B4-BE49-F238E27FC236}">
                  <a16:creationId xmlns:a16="http://schemas.microsoft.com/office/drawing/2014/main" id="{B74325B8-B074-726F-6A83-3C9FD8FA562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11283" name="Text Box 14">
              <a:extLst>
                <a:ext uri="{FF2B5EF4-FFF2-40B4-BE49-F238E27FC236}">
                  <a16:creationId xmlns:a16="http://schemas.microsoft.com/office/drawing/2014/main" id="{81796121-8FF3-F449-7935-B08A01FDD1C4}"/>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供方合同环境</a:t>
              </a:r>
              <a:r>
                <a:rPr lang="zh-CN" altLang="en-US" sz="2400" b="0">
                  <a:solidFill>
                    <a:schemeClr val="tx1"/>
                  </a:solidFill>
                  <a:latin typeface="Times New Roman" panose="02020603050405020304" pitchFamily="18" charset="0"/>
                </a:rPr>
                <a:t> </a:t>
              </a:r>
            </a:p>
          </p:txBody>
        </p:sp>
        <p:sp>
          <p:nvSpPr>
            <p:cNvPr id="11284" name="Rectangle 15">
              <a:extLst>
                <a:ext uri="{FF2B5EF4-FFF2-40B4-BE49-F238E27FC236}">
                  <a16:creationId xmlns:a16="http://schemas.microsoft.com/office/drawing/2014/main" id="{831E1EEC-9D66-AB15-9AFA-DD9BF42790AA}"/>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2.3</a:t>
              </a:r>
              <a:endParaRPr lang="en-US" altLang="zh-CN" sz="1800">
                <a:solidFill>
                  <a:srgbClr val="000000"/>
                </a:solidFill>
              </a:endParaRPr>
            </a:p>
          </p:txBody>
        </p:sp>
      </p:grpSp>
      <p:grpSp>
        <p:nvGrpSpPr>
          <p:cNvPr id="11270" name="Group 16">
            <a:extLst>
              <a:ext uri="{FF2B5EF4-FFF2-40B4-BE49-F238E27FC236}">
                <a16:creationId xmlns:a16="http://schemas.microsoft.com/office/drawing/2014/main" id="{8A82D28D-CCE5-E9A9-85A7-630E59934E3C}"/>
              </a:ext>
            </a:extLst>
          </p:cNvPr>
          <p:cNvGrpSpPr>
            <a:grpSpLocks/>
          </p:cNvGrpSpPr>
          <p:nvPr/>
        </p:nvGrpSpPr>
        <p:grpSpPr bwMode="auto">
          <a:xfrm>
            <a:off x="611188" y="4076700"/>
            <a:ext cx="5689600" cy="488950"/>
            <a:chOff x="385" y="2209"/>
            <a:chExt cx="3584" cy="308"/>
          </a:xfrm>
        </p:grpSpPr>
        <p:sp>
          <p:nvSpPr>
            <p:cNvPr id="11279" name="AutoShape 17">
              <a:extLst>
                <a:ext uri="{FF2B5EF4-FFF2-40B4-BE49-F238E27FC236}">
                  <a16:creationId xmlns:a16="http://schemas.microsoft.com/office/drawing/2014/main" id="{21D411D0-8C69-3254-30ED-897A9915F10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11280" name="Text Box 18">
              <a:extLst>
                <a:ext uri="{FF2B5EF4-FFF2-40B4-BE49-F238E27FC236}">
                  <a16:creationId xmlns:a16="http://schemas.microsoft.com/office/drawing/2014/main" id="{854DBC9F-2312-1C6E-54AF-A74C3F89A2AB}"/>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企业内部合同环境</a:t>
              </a:r>
              <a:r>
                <a:rPr lang="zh-CN" altLang="en-US" sz="1800">
                  <a:solidFill>
                    <a:schemeClr val="tx2"/>
                  </a:solidFill>
                  <a:latin typeface="宋体" panose="02010600030101010101" pitchFamily="2" charset="-122"/>
                </a:rPr>
                <a:t> </a:t>
              </a:r>
            </a:p>
          </p:txBody>
        </p:sp>
        <p:sp>
          <p:nvSpPr>
            <p:cNvPr id="11281" name="Rectangle 19">
              <a:extLst>
                <a:ext uri="{FF2B5EF4-FFF2-40B4-BE49-F238E27FC236}">
                  <a16:creationId xmlns:a16="http://schemas.microsoft.com/office/drawing/2014/main" id="{E23F481E-6C5A-75E2-5B7D-350F968ABA8C}"/>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2.4</a:t>
              </a:r>
              <a:endParaRPr lang="en-US" altLang="zh-CN" sz="1800">
                <a:solidFill>
                  <a:srgbClr val="000000"/>
                </a:solidFill>
              </a:endParaRPr>
            </a:p>
          </p:txBody>
        </p:sp>
      </p:grpSp>
      <p:grpSp>
        <p:nvGrpSpPr>
          <p:cNvPr id="11271" name="Group 20">
            <a:extLst>
              <a:ext uri="{FF2B5EF4-FFF2-40B4-BE49-F238E27FC236}">
                <a16:creationId xmlns:a16="http://schemas.microsoft.com/office/drawing/2014/main" id="{A1C34F2B-C7A6-755F-8718-8E8146B4A391}"/>
              </a:ext>
            </a:extLst>
          </p:cNvPr>
          <p:cNvGrpSpPr>
            <a:grpSpLocks/>
          </p:cNvGrpSpPr>
          <p:nvPr/>
        </p:nvGrpSpPr>
        <p:grpSpPr bwMode="auto">
          <a:xfrm>
            <a:off x="611188" y="4652963"/>
            <a:ext cx="5689600" cy="488950"/>
            <a:chOff x="385" y="2209"/>
            <a:chExt cx="3584" cy="308"/>
          </a:xfrm>
        </p:grpSpPr>
        <p:sp>
          <p:nvSpPr>
            <p:cNvPr id="11276" name="AutoShape 21">
              <a:extLst>
                <a:ext uri="{FF2B5EF4-FFF2-40B4-BE49-F238E27FC236}">
                  <a16:creationId xmlns:a16="http://schemas.microsoft.com/office/drawing/2014/main" id="{1D868C12-E4EE-EA2B-579A-0D670D6E246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11277" name="Text Box 22">
              <a:extLst>
                <a:ext uri="{FF2B5EF4-FFF2-40B4-BE49-F238E27FC236}">
                  <a16:creationId xmlns:a16="http://schemas.microsoft.com/office/drawing/2014/main" id="{CB87111B-D76F-E91E-ABDF-ED393FE37C56}"/>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本章小结</a:t>
              </a:r>
              <a:r>
                <a:rPr lang="zh-CN" altLang="en-US" sz="2400" b="0">
                  <a:solidFill>
                    <a:schemeClr val="tx1"/>
                  </a:solidFill>
                  <a:latin typeface="Times New Roman" panose="02020603050405020304" pitchFamily="18" charset="0"/>
                </a:rPr>
                <a:t> </a:t>
              </a:r>
            </a:p>
          </p:txBody>
        </p:sp>
        <p:sp>
          <p:nvSpPr>
            <p:cNvPr id="11278" name="Rectangle 23">
              <a:extLst>
                <a:ext uri="{FF2B5EF4-FFF2-40B4-BE49-F238E27FC236}">
                  <a16:creationId xmlns:a16="http://schemas.microsoft.com/office/drawing/2014/main" id="{29FA675B-E7E5-9556-7595-E34D85F6FF8E}"/>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2.5</a:t>
              </a:r>
              <a:endParaRPr lang="en-US" altLang="zh-CN" sz="1800">
                <a:solidFill>
                  <a:srgbClr val="000000"/>
                </a:solidFill>
              </a:endParaRPr>
            </a:p>
          </p:txBody>
        </p:sp>
      </p:grpSp>
      <p:grpSp>
        <p:nvGrpSpPr>
          <p:cNvPr id="11272" name="Group 24">
            <a:extLst>
              <a:ext uri="{FF2B5EF4-FFF2-40B4-BE49-F238E27FC236}">
                <a16:creationId xmlns:a16="http://schemas.microsoft.com/office/drawing/2014/main" id="{7AEA12A6-61E7-8D01-06D6-16A2D7ED3329}"/>
              </a:ext>
            </a:extLst>
          </p:cNvPr>
          <p:cNvGrpSpPr>
            <a:grpSpLocks/>
          </p:cNvGrpSpPr>
          <p:nvPr/>
        </p:nvGrpSpPr>
        <p:grpSpPr bwMode="auto">
          <a:xfrm>
            <a:off x="611188" y="5229225"/>
            <a:ext cx="5689600" cy="488950"/>
            <a:chOff x="385" y="2209"/>
            <a:chExt cx="3584" cy="308"/>
          </a:xfrm>
        </p:grpSpPr>
        <p:sp>
          <p:nvSpPr>
            <p:cNvPr id="11273" name="AutoShape 25">
              <a:extLst>
                <a:ext uri="{FF2B5EF4-FFF2-40B4-BE49-F238E27FC236}">
                  <a16:creationId xmlns:a16="http://schemas.microsoft.com/office/drawing/2014/main" id="{0E3060B7-7670-773F-DBEE-E327AEC4718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11274" name="Text Box 26">
              <a:extLst>
                <a:ext uri="{FF2B5EF4-FFF2-40B4-BE49-F238E27FC236}">
                  <a16:creationId xmlns:a16="http://schemas.microsoft.com/office/drawing/2014/main" id="{3AD9331C-417C-2F7E-C94C-AD2971627091}"/>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复习思考题</a:t>
              </a:r>
              <a:r>
                <a:rPr lang="zh-CN" altLang="en-US" sz="2400" b="0">
                  <a:solidFill>
                    <a:schemeClr val="tx1"/>
                  </a:solidFill>
                  <a:latin typeface="Times New Roman" panose="02020603050405020304" pitchFamily="18" charset="0"/>
                </a:rPr>
                <a:t> </a:t>
              </a:r>
            </a:p>
          </p:txBody>
        </p:sp>
        <p:sp>
          <p:nvSpPr>
            <p:cNvPr id="11275" name="Rectangle 27">
              <a:extLst>
                <a:ext uri="{FF2B5EF4-FFF2-40B4-BE49-F238E27FC236}">
                  <a16:creationId xmlns:a16="http://schemas.microsoft.com/office/drawing/2014/main" id="{2B2205DE-C7CF-1255-45BB-8D3FAD766E6F}"/>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2.6</a:t>
              </a:r>
              <a:endParaRPr lang="en-US" altLang="zh-CN" sz="1800">
                <a:solidFill>
                  <a:srgbClr val="000000"/>
                </a:solidFil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56A47DA-7B4D-E943-B456-5BEE07460BE5}"/>
              </a:ext>
            </a:extLst>
          </p:cNvPr>
          <p:cNvSpPr>
            <a:spLocks noGrp="1" noChangeArrowheads="1"/>
          </p:cNvSpPr>
          <p:nvPr>
            <p:ph type="title"/>
          </p:nvPr>
        </p:nvSpPr>
        <p:spPr/>
        <p:txBody>
          <a:bodyPr/>
          <a:lstStyle/>
          <a:p>
            <a:pPr eaLnBrk="1" hangingPunct="1"/>
            <a:r>
              <a:rPr lang="en-US" altLang="zh-CN"/>
              <a:t>2.2  </a:t>
            </a:r>
            <a:r>
              <a:rPr lang="zh-CN" altLang="en-US"/>
              <a:t>需方合同环境</a:t>
            </a:r>
          </a:p>
        </p:txBody>
      </p:sp>
      <p:sp>
        <p:nvSpPr>
          <p:cNvPr id="12291" name="Rectangle 3">
            <a:extLst>
              <a:ext uri="{FF2B5EF4-FFF2-40B4-BE49-F238E27FC236}">
                <a16:creationId xmlns:a16="http://schemas.microsoft.com/office/drawing/2014/main" id="{E92F7F3F-3EF1-14D2-3CCB-AD5E55678848}"/>
              </a:ext>
            </a:extLst>
          </p:cNvPr>
          <p:cNvSpPr>
            <a:spLocks noGrp="1" noChangeArrowheads="1"/>
          </p:cNvSpPr>
          <p:nvPr>
            <p:ph type="body" idx="1"/>
          </p:nvPr>
        </p:nvSpPr>
        <p:spPr>
          <a:xfrm>
            <a:off x="539750" y="2349500"/>
            <a:ext cx="8424863" cy="4508500"/>
          </a:xfrm>
        </p:spPr>
        <p:txBody>
          <a:bodyPr/>
          <a:lstStyle/>
          <a:p>
            <a:pPr eaLnBrk="1" hangingPunct="1">
              <a:lnSpc>
                <a:spcPct val="130000"/>
              </a:lnSpc>
            </a:pPr>
            <a:r>
              <a:rPr lang="zh-CN" altLang="en-US" sz="2400">
                <a:solidFill>
                  <a:srgbClr val="CC6600"/>
                </a:solidFill>
              </a:rPr>
              <a:t>企业在需方合同环境下，关键要素是提供准确、清晰和完整的需求，选择合格的供方并对采购对象（采购对象包括产品服务、人力资源等）进行必要的验收。</a:t>
            </a:r>
          </a:p>
          <a:p>
            <a:pPr eaLnBrk="1" hangingPunct="1">
              <a:lnSpc>
                <a:spcPct val="130000"/>
              </a:lnSpc>
            </a:pPr>
            <a:r>
              <a:rPr lang="zh-CN" altLang="en-US" sz="2400">
                <a:solidFill>
                  <a:srgbClr val="CC6600"/>
                </a:solidFill>
              </a:rPr>
              <a:t>这个需求可能来自于企业内部的需要，也可能是在为客户开发的软件项目中的一部分，通过寻找合适的软件开发商，将部分软件外包给其他的开发商。</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0EDD998-2867-966A-BD61-6ECF6C29BC36}"/>
              </a:ext>
            </a:extLst>
          </p:cNvPr>
          <p:cNvSpPr>
            <a:spLocks noGrp="1" noChangeArrowheads="1"/>
          </p:cNvSpPr>
          <p:nvPr>
            <p:ph type="title"/>
          </p:nvPr>
        </p:nvSpPr>
        <p:spPr/>
        <p:txBody>
          <a:bodyPr/>
          <a:lstStyle/>
          <a:p>
            <a:pPr eaLnBrk="1" hangingPunct="1"/>
            <a:r>
              <a:rPr lang="zh-CN" altLang="en-US"/>
              <a:t>需方合同环境 </a:t>
            </a:r>
          </a:p>
        </p:txBody>
      </p:sp>
      <p:sp>
        <p:nvSpPr>
          <p:cNvPr id="13315" name="Rectangle 4">
            <a:extLst>
              <a:ext uri="{FF2B5EF4-FFF2-40B4-BE49-F238E27FC236}">
                <a16:creationId xmlns:a16="http://schemas.microsoft.com/office/drawing/2014/main" id="{A2CEAECF-9B7E-3726-EC4A-DE6A8A750D23}"/>
              </a:ext>
            </a:extLst>
          </p:cNvPr>
          <p:cNvSpPr>
            <a:spLocks noGrp="1" noChangeArrowheads="1"/>
          </p:cNvSpPr>
          <p:nvPr>
            <p:ph type="body" idx="1"/>
          </p:nvPr>
        </p:nvSpPr>
        <p:spPr>
          <a:xfrm>
            <a:off x="539750" y="1916113"/>
            <a:ext cx="8424863" cy="4941887"/>
          </a:xfrm>
        </p:spPr>
        <p:txBody>
          <a:bodyPr/>
          <a:lstStyle/>
          <a:p>
            <a:pPr eaLnBrk="1" hangingPunct="1">
              <a:lnSpc>
                <a:spcPct val="150000"/>
              </a:lnSpc>
            </a:pPr>
            <a:r>
              <a:rPr lang="zh-CN" altLang="en-US" sz="2400" dirty="0">
                <a:solidFill>
                  <a:schemeClr val="accent2"/>
                </a:solidFill>
                <a:latin typeface="黑体" panose="02010609060101010101" pitchFamily="49" charset="-122"/>
                <a:ea typeface="黑体" panose="02010609060101010101" pitchFamily="49" charset="-122"/>
              </a:rPr>
              <a:t>合同准备</a:t>
            </a:r>
          </a:p>
          <a:p>
            <a:pPr lvl="1" eaLnBrk="1" hangingPunct="1">
              <a:lnSpc>
                <a:spcPct val="130000"/>
              </a:lnSpc>
            </a:pPr>
            <a:r>
              <a:rPr lang="zh-CN" altLang="en-US" sz="2000" dirty="0">
                <a:solidFill>
                  <a:schemeClr val="accent2"/>
                </a:solidFill>
                <a:latin typeface="黑体" panose="02010609060101010101" pitchFamily="49" charset="-122"/>
                <a:ea typeface="黑体" panose="02010609060101010101" pitchFamily="49" charset="-122"/>
              </a:rPr>
              <a:t>招标书定义</a:t>
            </a:r>
            <a:r>
              <a:rPr lang="en-US" altLang="zh-CN" sz="2000" dirty="0">
                <a:solidFill>
                  <a:schemeClr val="accent2"/>
                </a:solidFill>
                <a:latin typeface="黑体" panose="02010609060101010101" pitchFamily="49" charset="-122"/>
                <a:ea typeface="黑体" panose="02010609060101010101" pitchFamily="49" charset="-122"/>
              </a:rPr>
              <a:t>(</a:t>
            </a:r>
            <a:r>
              <a:rPr lang="zh-CN" altLang="en-US" sz="2000" dirty="0">
                <a:solidFill>
                  <a:schemeClr val="accent2"/>
                </a:solidFill>
                <a:latin typeface="黑体" panose="02010609060101010101" pitchFamily="49" charset="-122"/>
                <a:ea typeface="黑体" panose="02010609060101010101" pitchFamily="49" charset="-122"/>
              </a:rPr>
              <a:t>采购需求定义</a:t>
            </a:r>
            <a:r>
              <a:rPr lang="en-US" altLang="zh-CN" sz="2000" dirty="0">
                <a:solidFill>
                  <a:schemeClr val="accent2"/>
                </a:solidFill>
                <a:latin typeface="黑体" panose="02010609060101010101" pitchFamily="49" charset="-122"/>
                <a:ea typeface="黑体" panose="02010609060101010101" pitchFamily="49" charset="-122"/>
              </a:rPr>
              <a:t>)</a:t>
            </a:r>
            <a:r>
              <a:rPr lang="en-US" altLang="zh-CN" sz="2000" dirty="0">
                <a:solidFill>
                  <a:schemeClr val="accent2"/>
                </a:solidFill>
                <a:latin typeface="宋体" panose="02010600030101010101" pitchFamily="2" charset="-122"/>
              </a:rPr>
              <a:t>  </a:t>
            </a:r>
            <a:r>
              <a:rPr lang="zh-CN" altLang="en-US" sz="2000" dirty="0"/>
              <a:t>启动一个项目主要是由于存在一种需求，招标书定义主要是需方的需求定义，也就是甲方</a:t>
            </a:r>
            <a:r>
              <a:rPr lang="en-US" altLang="zh-CN" sz="2000" dirty="0"/>
              <a:t>(</a:t>
            </a:r>
            <a:r>
              <a:rPr lang="zh-CN" altLang="en-US" sz="2000" dirty="0"/>
              <a:t>买方</a:t>
            </a:r>
            <a:r>
              <a:rPr lang="en-US" altLang="zh-CN" sz="2000" dirty="0"/>
              <a:t>)</a:t>
            </a:r>
            <a:r>
              <a:rPr lang="zh-CN" altLang="en-US" sz="2000" dirty="0"/>
              <a:t>定义采购的内容。 </a:t>
            </a:r>
            <a:endParaRPr lang="zh-CN" altLang="en-US" sz="2000" dirty="0">
              <a:latin typeface="宋体" panose="02010600030101010101" pitchFamily="2" charset="-122"/>
            </a:endParaRPr>
          </a:p>
          <a:p>
            <a:pPr lvl="1" eaLnBrk="1" hangingPunct="1">
              <a:lnSpc>
                <a:spcPct val="130000"/>
              </a:lnSpc>
            </a:pPr>
            <a:r>
              <a:rPr lang="zh-CN" altLang="en-US" sz="2000" dirty="0">
                <a:solidFill>
                  <a:schemeClr val="accent2"/>
                </a:solidFill>
                <a:latin typeface="黑体" panose="02010609060101010101" pitchFamily="49" charset="-122"/>
                <a:ea typeface="黑体" panose="02010609060101010101" pitchFamily="49" charset="-122"/>
              </a:rPr>
              <a:t>供方选择</a:t>
            </a:r>
            <a:r>
              <a:rPr lang="zh-CN" altLang="en-US" sz="2000" dirty="0">
                <a:solidFill>
                  <a:schemeClr val="accent2"/>
                </a:solidFill>
                <a:latin typeface="宋体" panose="02010600030101010101" pitchFamily="2" charset="-122"/>
              </a:rPr>
              <a:t>  </a:t>
            </a:r>
            <a:r>
              <a:rPr lang="zh-CN" altLang="en-US" sz="2000" dirty="0"/>
              <a:t>招标文件确定后，就可以通过招标的方式选择供方（乙方或者卖方）。 </a:t>
            </a:r>
          </a:p>
          <a:p>
            <a:pPr lvl="1" eaLnBrk="1" hangingPunct="1">
              <a:lnSpc>
                <a:spcPct val="130000"/>
              </a:lnSpc>
            </a:pPr>
            <a:r>
              <a:rPr lang="zh-CN" altLang="en-US" sz="2000" dirty="0">
                <a:solidFill>
                  <a:schemeClr val="accent2"/>
                </a:solidFill>
                <a:ea typeface="黑体" panose="02010609060101010101" pitchFamily="49" charset="-122"/>
              </a:rPr>
              <a:t>合同文本准备</a:t>
            </a:r>
            <a:r>
              <a:rPr lang="zh-CN" altLang="en-US" sz="2000" dirty="0">
                <a:solidFill>
                  <a:schemeClr val="accent2"/>
                </a:solidFill>
              </a:rPr>
              <a:t>   </a:t>
            </a:r>
            <a:r>
              <a:rPr lang="zh-CN" altLang="en-US" sz="2000" dirty="0"/>
              <a:t>如果需方选择了合适的供方（软件开发商），需方应该与供方（软件开发商）签订一个具有法律效力的合同；签署合同之前需要起草一份合同文本。</a:t>
            </a:r>
            <a:r>
              <a:rPr lang="zh-CN" altLang="en-US" dirty="0"/>
              <a:t>  </a:t>
            </a:r>
            <a:endParaRPr lang="zh-CN" altLang="en-US" sz="2000" dirty="0"/>
          </a:p>
          <a:p>
            <a:pPr eaLnBrk="1" hangingPunct="1">
              <a:lnSpc>
                <a:spcPct val="150000"/>
              </a:lnSpc>
            </a:pPr>
            <a:endParaRPr lang="en-US" altLang="zh-CN" sz="2000" dirty="0"/>
          </a:p>
        </p:txBody>
      </p:sp>
    </p:spTree>
    <p:extLst>
      <p:ext uri="{BB962C8B-B14F-4D97-AF65-F5344CB8AC3E}">
        <p14:creationId xmlns:p14="http://schemas.microsoft.com/office/powerpoint/2010/main" val="2265630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5663B3C-B1DB-86BB-22BF-D4B3927CDF79}"/>
              </a:ext>
            </a:extLst>
          </p:cNvPr>
          <p:cNvSpPr>
            <a:spLocks noGrp="1" noChangeArrowheads="1"/>
          </p:cNvSpPr>
          <p:nvPr>
            <p:ph type="title"/>
          </p:nvPr>
        </p:nvSpPr>
        <p:spPr/>
        <p:txBody>
          <a:bodyPr/>
          <a:lstStyle/>
          <a:p>
            <a:pPr eaLnBrk="1" hangingPunct="1"/>
            <a:r>
              <a:rPr lang="zh-CN" altLang="en-US"/>
              <a:t>需方合同环境</a:t>
            </a:r>
          </a:p>
        </p:txBody>
      </p:sp>
      <p:sp>
        <p:nvSpPr>
          <p:cNvPr id="14339" name="Rectangle 3">
            <a:extLst>
              <a:ext uri="{FF2B5EF4-FFF2-40B4-BE49-F238E27FC236}">
                <a16:creationId xmlns:a16="http://schemas.microsoft.com/office/drawing/2014/main" id="{CB0F09BA-3DD9-41A2-21A9-885B511315D0}"/>
              </a:ext>
            </a:extLst>
          </p:cNvPr>
          <p:cNvSpPr>
            <a:spLocks noGrp="1" noChangeArrowheads="1"/>
          </p:cNvSpPr>
          <p:nvPr>
            <p:ph type="body" idx="1"/>
          </p:nvPr>
        </p:nvSpPr>
        <p:spPr>
          <a:xfrm>
            <a:off x="179388" y="1989138"/>
            <a:ext cx="8785225" cy="4868862"/>
          </a:xfrm>
        </p:spPr>
        <p:txBody>
          <a:bodyPr/>
          <a:lstStyle/>
          <a:p>
            <a:pPr eaLnBrk="1" hangingPunct="1"/>
            <a:r>
              <a:rPr lang="zh-CN" altLang="en-US" sz="2400">
                <a:latin typeface="黑体" panose="02010609060101010101" pitchFamily="49" charset="-122"/>
                <a:ea typeface="黑体" panose="02010609060101010101" pitchFamily="49" charset="-122"/>
              </a:rPr>
              <a:t>招标书定义过程</a:t>
            </a:r>
          </a:p>
        </p:txBody>
      </p:sp>
      <p:grpSp>
        <p:nvGrpSpPr>
          <p:cNvPr id="14340" name="Group 20">
            <a:extLst>
              <a:ext uri="{FF2B5EF4-FFF2-40B4-BE49-F238E27FC236}">
                <a16:creationId xmlns:a16="http://schemas.microsoft.com/office/drawing/2014/main" id="{7F78F5BA-1CC2-72F8-CE8B-C7E7BB939B28}"/>
              </a:ext>
            </a:extLst>
          </p:cNvPr>
          <p:cNvGrpSpPr>
            <a:grpSpLocks/>
          </p:cNvGrpSpPr>
          <p:nvPr/>
        </p:nvGrpSpPr>
        <p:grpSpPr bwMode="auto">
          <a:xfrm>
            <a:off x="971550" y="2781300"/>
            <a:ext cx="7848600" cy="3384550"/>
            <a:chOff x="2153" y="8889"/>
            <a:chExt cx="7954" cy="2119"/>
          </a:xfrm>
        </p:grpSpPr>
        <p:sp>
          <p:nvSpPr>
            <p:cNvPr id="14341" name="Text Box 21">
              <a:extLst>
                <a:ext uri="{FF2B5EF4-FFF2-40B4-BE49-F238E27FC236}">
                  <a16:creationId xmlns:a16="http://schemas.microsoft.com/office/drawing/2014/main" id="{197F5A53-F38F-9B33-FAAF-24EB58619536}"/>
                </a:ext>
              </a:extLst>
            </p:cNvPr>
            <p:cNvSpPr txBox="1">
              <a:spLocks noChangeArrowheads="1"/>
            </p:cNvSpPr>
            <p:nvPr/>
          </p:nvSpPr>
          <p:spPr bwMode="auto">
            <a:xfrm>
              <a:off x="2153" y="8889"/>
              <a:ext cx="1260" cy="567"/>
            </a:xfrm>
            <a:prstGeom prst="rect">
              <a:avLst/>
            </a:prstGeom>
            <a:solidFill>
              <a:srgbClr val="86B4E6"/>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需方申请</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4342" name="Text Box 22">
              <a:extLst>
                <a:ext uri="{FF2B5EF4-FFF2-40B4-BE49-F238E27FC236}">
                  <a16:creationId xmlns:a16="http://schemas.microsoft.com/office/drawing/2014/main" id="{1983DC2D-7823-F145-E98C-0CE81FCC5896}"/>
                </a:ext>
              </a:extLst>
            </p:cNvPr>
            <p:cNvSpPr txBox="1">
              <a:spLocks noChangeArrowheads="1"/>
            </p:cNvSpPr>
            <p:nvPr/>
          </p:nvSpPr>
          <p:spPr bwMode="auto">
            <a:xfrm>
              <a:off x="4109" y="8889"/>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需求定义</a:t>
              </a:r>
            </a:p>
          </p:txBody>
        </p:sp>
        <p:sp>
          <p:nvSpPr>
            <p:cNvPr id="14343" name="Text Box 23">
              <a:extLst>
                <a:ext uri="{FF2B5EF4-FFF2-40B4-BE49-F238E27FC236}">
                  <a16:creationId xmlns:a16="http://schemas.microsoft.com/office/drawing/2014/main" id="{931811AA-EE39-EF27-ADE0-F65524ED8806}"/>
                </a:ext>
              </a:extLst>
            </p:cNvPr>
            <p:cNvSpPr txBox="1">
              <a:spLocks noChangeArrowheads="1"/>
            </p:cNvSpPr>
            <p:nvPr/>
          </p:nvSpPr>
          <p:spPr bwMode="auto">
            <a:xfrm>
              <a:off x="6033" y="8889"/>
              <a:ext cx="1659"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商务条件确定</a:t>
              </a:r>
            </a:p>
          </p:txBody>
        </p:sp>
        <p:sp>
          <p:nvSpPr>
            <p:cNvPr id="14344" name="Text Box 24">
              <a:extLst>
                <a:ext uri="{FF2B5EF4-FFF2-40B4-BE49-F238E27FC236}">
                  <a16:creationId xmlns:a16="http://schemas.microsoft.com/office/drawing/2014/main" id="{869E0B5C-9CD9-594D-6D66-BDD0B0BE899E}"/>
                </a:ext>
              </a:extLst>
            </p:cNvPr>
            <p:cNvSpPr txBox="1">
              <a:spLocks noChangeArrowheads="1"/>
            </p:cNvSpPr>
            <p:nvPr/>
          </p:nvSpPr>
          <p:spPr bwMode="auto">
            <a:xfrm>
              <a:off x="8041" y="8889"/>
              <a:ext cx="168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验收标准确定</a:t>
              </a:r>
            </a:p>
          </p:txBody>
        </p:sp>
        <p:sp>
          <p:nvSpPr>
            <p:cNvPr id="14345" name="Text Box 25">
              <a:extLst>
                <a:ext uri="{FF2B5EF4-FFF2-40B4-BE49-F238E27FC236}">
                  <a16:creationId xmlns:a16="http://schemas.microsoft.com/office/drawing/2014/main" id="{2B71F05E-56F3-073A-06D0-BB5787D0955B}"/>
                </a:ext>
              </a:extLst>
            </p:cNvPr>
            <p:cNvSpPr txBox="1">
              <a:spLocks noChangeArrowheads="1"/>
            </p:cNvSpPr>
            <p:nvPr/>
          </p:nvSpPr>
          <p:spPr bwMode="auto">
            <a:xfrm>
              <a:off x="2626" y="10384"/>
              <a:ext cx="168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资料汇集</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4346" name="Text Box 26">
              <a:extLst>
                <a:ext uri="{FF2B5EF4-FFF2-40B4-BE49-F238E27FC236}">
                  <a16:creationId xmlns:a16="http://schemas.microsoft.com/office/drawing/2014/main" id="{EF31D48B-DC0A-7BAA-8B25-57C5DF627F64}"/>
                </a:ext>
              </a:extLst>
            </p:cNvPr>
            <p:cNvSpPr txBox="1">
              <a:spLocks noChangeArrowheads="1"/>
            </p:cNvSpPr>
            <p:nvPr/>
          </p:nvSpPr>
          <p:spPr bwMode="auto">
            <a:xfrm>
              <a:off x="4688" y="10384"/>
              <a:ext cx="168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采购需求认可</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4347" name="Text Box 27">
              <a:extLst>
                <a:ext uri="{FF2B5EF4-FFF2-40B4-BE49-F238E27FC236}">
                  <a16:creationId xmlns:a16="http://schemas.microsoft.com/office/drawing/2014/main" id="{F5091756-5C9A-8C3B-4A52-78DAB9C23266}"/>
                </a:ext>
              </a:extLst>
            </p:cNvPr>
            <p:cNvSpPr txBox="1">
              <a:spLocks noChangeArrowheads="1"/>
            </p:cNvSpPr>
            <p:nvPr/>
          </p:nvSpPr>
          <p:spPr bwMode="auto">
            <a:xfrm>
              <a:off x="6748" y="10384"/>
              <a:ext cx="168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编写招标文件</a:t>
              </a:r>
            </a:p>
          </p:txBody>
        </p:sp>
        <p:sp>
          <p:nvSpPr>
            <p:cNvPr id="14348" name="Text Box 28">
              <a:extLst>
                <a:ext uri="{FF2B5EF4-FFF2-40B4-BE49-F238E27FC236}">
                  <a16:creationId xmlns:a16="http://schemas.microsoft.com/office/drawing/2014/main" id="{1778C22B-4B34-4D9C-2219-B79756CFAA62}"/>
                </a:ext>
              </a:extLst>
            </p:cNvPr>
            <p:cNvSpPr txBox="1">
              <a:spLocks noChangeArrowheads="1"/>
            </p:cNvSpPr>
            <p:nvPr/>
          </p:nvSpPr>
          <p:spPr bwMode="auto">
            <a:xfrm>
              <a:off x="8821" y="10384"/>
              <a:ext cx="1260" cy="567"/>
            </a:xfrm>
            <a:prstGeom prst="rect">
              <a:avLst/>
            </a:prstGeom>
            <a:solidFill>
              <a:srgbClr val="86B4E6"/>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招标文件</a:t>
              </a:r>
            </a:p>
          </p:txBody>
        </p:sp>
        <p:sp>
          <p:nvSpPr>
            <p:cNvPr id="14349" name="Line 29">
              <a:extLst>
                <a:ext uri="{FF2B5EF4-FFF2-40B4-BE49-F238E27FC236}">
                  <a16:creationId xmlns:a16="http://schemas.microsoft.com/office/drawing/2014/main" id="{50035AC3-FB10-6C7B-58FA-BA3338997EF8}"/>
                </a:ext>
              </a:extLst>
            </p:cNvPr>
            <p:cNvSpPr>
              <a:spLocks noChangeShapeType="1"/>
            </p:cNvSpPr>
            <p:nvPr/>
          </p:nvSpPr>
          <p:spPr bwMode="auto">
            <a:xfrm>
              <a:off x="10094" y="9201"/>
              <a:ext cx="0" cy="7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0" name="Line 30">
              <a:extLst>
                <a:ext uri="{FF2B5EF4-FFF2-40B4-BE49-F238E27FC236}">
                  <a16:creationId xmlns:a16="http://schemas.microsoft.com/office/drawing/2014/main" id="{C00BB522-BD8B-8B4C-7DE9-A4B59DEB5CB6}"/>
                </a:ext>
              </a:extLst>
            </p:cNvPr>
            <p:cNvSpPr>
              <a:spLocks noChangeShapeType="1"/>
            </p:cNvSpPr>
            <p:nvPr/>
          </p:nvSpPr>
          <p:spPr bwMode="auto">
            <a:xfrm flipH="1">
              <a:off x="2153" y="9981"/>
              <a:ext cx="795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1" name="Line 31">
              <a:extLst>
                <a:ext uri="{FF2B5EF4-FFF2-40B4-BE49-F238E27FC236}">
                  <a16:creationId xmlns:a16="http://schemas.microsoft.com/office/drawing/2014/main" id="{70588D5E-9FAC-F0E8-45E3-CA2067B1B503}"/>
                </a:ext>
              </a:extLst>
            </p:cNvPr>
            <p:cNvSpPr>
              <a:spLocks noChangeShapeType="1"/>
            </p:cNvSpPr>
            <p:nvPr/>
          </p:nvSpPr>
          <p:spPr bwMode="auto">
            <a:xfrm>
              <a:off x="2153" y="9981"/>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2" name="Line 32">
              <a:extLst>
                <a:ext uri="{FF2B5EF4-FFF2-40B4-BE49-F238E27FC236}">
                  <a16:creationId xmlns:a16="http://schemas.microsoft.com/office/drawing/2014/main" id="{61D961B9-2649-01B5-D49D-0C3E65568709}"/>
                </a:ext>
              </a:extLst>
            </p:cNvPr>
            <p:cNvSpPr>
              <a:spLocks noChangeShapeType="1"/>
            </p:cNvSpPr>
            <p:nvPr/>
          </p:nvSpPr>
          <p:spPr bwMode="auto">
            <a:xfrm>
              <a:off x="2153" y="10605"/>
              <a:ext cx="4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3" name="Line 33">
              <a:extLst>
                <a:ext uri="{FF2B5EF4-FFF2-40B4-BE49-F238E27FC236}">
                  <a16:creationId xmlns:a16="http://schemas.microsoft.com/office/drawing/2014/main" id="{4162D3E1-DC61-64F5-7139-DE8C62DA68D2}"/>
                </a:ext>
              </a:extLst>
            </p:cNvPr>
            <p:cNvSpPr>
              <a:spLocks noChangeShapeType="1"/>
            </p:cNvSpPr>
            <p:nvPr/>
          </p:nvSpPr>
          <p:spPr bwMode="auto">
            <a:xfrm>
              <a:off x="3413" y="9201"/>
              <a:ext cx="7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4" name="Line 34">
              <a:extLst>
                <a:ext uri="{FF2B5EF4-FFF2-40B4-BE49-F238E27FC236}">
                  <a16:creationId xmlns:a16="http://schemas.microsoft.com/office/drawing/2014/main" id="{F7A6DDA8-8962-8F8D-83C6-813BC6BA9B50}"/>
                </a:ext>
              </a:extLst>
            </p:cNvPr>
            <p:cNvSpPr>
              <a:spLocks noChangeShapeType="1"/>
            </p:cNvSpPr>
            <p:nvPr/>
          </p:nvSpPr>
          <p:spPr bwMode="auto">
            <a:xfrm>
              <a:off x="5579" y="9201"/>
              <a:ext cx="4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5" name="Line 35">
              <a:extLst>
                <a:ext uri="{FF2B5EF4-FFF2-40B4-BE49-F238E27FC236}">
                  <a16:creationId xmlns:a16="http://schemas.microsoft.com/office/drawing/2014/main" id="{4B354922-FC14-A1AA-1357-3E114EDAE789}"/>
                </a:ext>
              </a:extLst>
            </p:cNvPr>
            <p:cNvSpPr>
              <a:spLocks noChangeShapeType="1"/>
            </p:cNvSpPr>
            <p:nvPr/>
          </p:nvSpPr>
          <p:spPr bwMode="auto">
            <a:xfrm>
              <a:off x="7722" y="9219"/>
              <a:ext cx="3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6" name="Line 36">
              <a:extLst>
                <a:ext uri="{FF2B5EF4-FFF2-40B4-BE49-F238E27FC236}">
                  <a16:creationId xmlns:a16="http://schemas.microsoft.com/office/drawing/2014/main" id="{3D722EE6-DD21-5DE7-B624-84F5FE662C47}"/>
                </a:ext>
              </a:extLst>
            </p:cNvPr>
            <p:cNvSpPr>
              <a:spLocks noChangeShapeType="1"/>
            </p:cNvSpPr>
            <p:nvPr/>
          </p:nvSpPr>
          <p:spPr bwMode="auto">
            <a:xfrm>
              <a:off x="4307" y="10683"/>
              <a:ext cx="38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7" name="Line 37">
              <a:extLst>
                <a:ext uri="{FF2B5EF4-FFF2-40B4-BE49-F238E27FC236}">
                  <a16:creationId xmlns:a16="http://schemas.microsoft.com/office/drawing/2014/main" id="{0EBAF826-BBC5-F2BF-1601-127481CFA8BE}"/>
                </a:ext>
              </a:extLst>
            </p:cNvPr>
            <p:cNvSpPr>
              <a:spLocks noChangeShapeType="1"/>
            </p:cNvSpPr>
            <p:nvPr/>
          </p:nvSpPr>
          <p:spPr bwMode="auto">
            <a:xfrm>
              <a:off x="6362" y="10696"/>
              <a:ext cx="38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8" name="Line 38">
              <a:extLst>
                <a:ext uri="{FF2B5EF4-FFF2-40B4-BE49-F238E27FC236}">
                  <a16:creationId xmlns:a16="http://schemas.microsoft.com/office/drawing/2014/main" id="{88DE2FB7-9DCA-F7C1-9445-9CE54193A446}"/>
                </a:ext>
              </a:extLst>
            </p:cNvPr>
            <p:cNvSpPr>
              <a:spLocks noChangeShapeType="1"/>
            </p:cNvSpPr>
            <p:nvPr/>
          </p:nvSpPr>
          <p:spPr bwMode="auto">
            <a:xfrm>
              <a:off x="8427" y="10696"/>
              <a:ext cx="38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9" name="Line 39">
              <a:extLst>
                <a:ext uri="{FF2B5EF4-FFF2-40B4-BE49-F238E27FC236}">
                  <a16:creationId xmlns:a16="http://schemas.microsoft.com/office/drawing/2014/main" id="{9B75F03A-A38F-304E-2D25-D3EDE9685E02}"/>
                </a:ext>
              </a:extLst>
            </p:cNvPr>
            <p:cNvSpPr>
              <a:spLocks noChangeShapeType="1"/>
            </p:cNvSpPr>
            <p:nvPr/>
          </p:nvSpPr>
          <p:spPr bwMode="auto">
            <a:xfrm>
              <a:off x="9732" y="9183"/>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F646B9D-0258-A039-68BB-0F9528E78C93}"/>
              </a:ext>
            </a:extLst>
          </p:cNvPr>
          <p:cNvSpPr>
            <a:spLocks noGrp="1" noChangeArrowheads="1"/>
          </p:cNvSpPr>
          <p:nvPr>
            <p:ph type="title"/>
          </p:nvPr>
        </p:nvSpPr>
        <p:spPr/>
        <p:txBody>
          <a:bodyPr/>
          <a:lstStyle/>
          <a:p>
            <a:pPr eaLnBrk="1" hangingPunct="1"/>
            <a:r>
              <a:rPr lang="zh-CN" altLang="en-US"/>
              <a:t>需方合同环境</a:t>
            </a:r>
          </a:p>
        </p:txBody>
      </p:sp>
      <p:sp>
        <p:nvSpPr>
          <p:cNvPr id="15363" name="Rectangle 3">
            <a:extLst>
              <a:ext uri="{FF2B5EF4-FFF2-40B4-BE49-F238E27FC236}">
                <a16:creationId xmlns:a16="http://schemas.microsoft.com/office/drawing/2014/main" id="{917F1912-D2DC-5858-1C22-929C068A89D7}"/>
              </a:ext>
            </a:extLst>
          </p:cNvPr>
          <p:cNvSpPr>
            <a:spLocks noGrp="1" noChangeArrowheads="1"/>
          </p:cNvSpPr>
          <p:nvPr>
            <p:ph type="body" sz="half" idx="1"/>
          </p:nvPr>
        </p:nvSpPr>
        <p:spPr>
          <a:xfrm>
            <a:off x="395288" y="1916113"/>
            <a:ext cx="4100512" cy="4941887"/>
          </a:xfrm>
        </p:spPr>
        <p:txBody>
          <a:bodyPr/>
          <a:lstStyle/>
          <a:p>
            <a:pPr eaLnBrk="1" hangingPunct="1"/>
            <a:r>
              <a:rPr lang="zh-CN" altLang="en-US" sz="2400">
                <a:latin typeface="黑体" panose="02010609060101010101" pitchFamily="49" charset="-122"/>
                <a:ea typeface="黑体" panose="02010609060101010101" pitchFamily="49" charset="-122"/>
              </a:rPr>
              <a:t>供方选择过程</a:t>
            </a:r>
          </a:p>
        </p:txBody>
      </p:sp>
      <p:sp>
        <p:nvSpPr>
          <p:cNvPr id="15364" name="Rectangle 17">
            <a:extLst>
              <a:ext uri="{FF2B5EF4-FFF2-40B4-BE49-F238E27FC236}">
                <a16:creationId xmlns:a16="http://schemas.microsoft.com/office/drawing/2014/main" id="{FBCBB507-C5E4-42F3-A0F7-E481C5EB933C}"/>
              </a:ext>
            </a:extLst>
          </p:cNvPr>
          <p:cNvSpPr>
            <a:spLocks noChangeArrowheads="1"/>
          </p:cNvSpPr>
          <p:nvPr/>
        </p:nvSpPr>
        <p:spPr bwMode="auto">
          <a:xfrm>
            <a:off x="4203700" y="3338513"/>
            <a:ext cx="736600" cy="18256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b="0"/>
              <a:t>招标文件</a:t>
            </a:r>
          </a:p>
        </p:txBody>
      </p:sp>
      <p:sp>
        <p:nvSpPr>
          <p:cNvPr id="15365" name="Text Box 39">
            <a:extLst>
              <a:ext uri="{FF2B5EF4-FFF2-40B4-BE49-F238E27FC236}">
                <a16:creationId xmlns:a16="http://schemas.microsoft.com/office/drawing/2014/main" id="{F47D0922-9640-A2DB-EECB-794A6CA07F26}"/>
              </a:ext>
            </a:extLst>
          </p:cNvPr>
          <p:cNvSpPr txBox="1">
            <a:spLocks noChangeArrowheads="1"/>
          </p:cNvSpPr>
          <p:nvPr/>
        </p:nvSpPr>
        <p:spPr bwMode="auto">
          <a:xfrm>
            <a:off x="1763713" y="3705225"/>
            <a:ext cx="0" cy="18256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1">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zh-CN"/>
          </a:p>
        </p:txBody>
      </p:sp>
      <p:graphicFrame>
        <p:nvGraphicFramePr>
          <p:cNvPr id="15366" name="Object 50">
            <a:extLst>
              <a:ext uri="{FF2B5EF4-FFF2-40B4-BE49-F238E27FC236}">
                <a16:creationId xmlns:a16="http://schemas.microsoft.com/office/drawing/2014/main" id="{E6930CAC-06B3-A7DF-E16F-3E6A82E847D0}"/>
              </a:ext>
            </a:extLst>
          </p:cNvPr>
          <p:cNvGraphicFramePr>
            <a:graphicFrameLocks noGrp="1" noChangeAspect="1"/>
          </p:cNvGraphicFramePr>
          <p:nvPr>
            <p:ph sz="half" idx="2"/>
          </p:nvPr>
        </p:nvGraphicFramePr>
        <p:xfrm>
          <a:off x="5940425" y="1557338"/>
          <a:ext cx="2162175" cy="1800225"/>
        </p:xfrm>
        <a:graphic>
          <a:graphicData uri="http://schemas.openxmlformats.org/presentationml/2006/ole">
            <mc:AlternateContent xmlns:mc="http://schemas.openxmlformats.org/markup-compatibility/2006">
              <mc:Choice xmlns:v="urn:schemas-microsoft-com:vml" Requires="v">
                <p:oleObj name="Clip" r:id="rId2" imgW="4191000" imgH="3581400" progId="MS_ClipArt_Gallery.2">
                  <p:embed/>
                </p:oleObj>
              </mc:Choice>
              <mc:Fallback>
                <p:oleObj name="Clip" r:id="rId2" imgW="4191000" imgH="3581400" progId="MS_ClipArt_Gallery.2">
                  <p:embed/>
                  <p:pic>
                    <p:nvPicPr>
                      <p:cNvPr id="0" name="Object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1557338"/>
                        <a:ext cx="2162175" cy="180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67" name="Group 52">
            <a:extLst>
              <a:ext uri="{FF2B5EF4-FFF2-40B4-BE49-F238E27FC236}">
                <a16:creationId xmlns:a16="http://schemas.microsoft.com/office/drawing/2014/main" id="{59514C9C-F809-81E4-E581-0A89BF017DB8}"/>
              </a:ext>
            </a:extLst>
          </p:cNvPr>
          <p:cNvGrpSpPr>
            <a:grpSpLocks/>
          </p:cNvGrpSpPr>
          <p:nvPr/>
        </p:nvGrpSpPr>
        <p:grpSpPr bwMode="auto">
          <a:xfrm>
            <a:off x="684213" y="3644900"/>
            <a:ext cx="8208962" cy="1738313"/>
            <a:chOff x="1770" y="4295"/>
            <a:chExt cx="8582" cy="923"/>
          </a:xfrm>
        </p:grpSpPr>
        <p:sp>
          <p:nvSpPr>
            <p:cNvPr id="15368" name="Text Box 53">
              <a:extLst>
                <a:ext uri="{FF2B5EF4-FFF2-40B4-BE49-F238E27FC236}">
                  <a16:creationId xmlns:a16="http://schemas.microsoft.com/office/drawing/2014/main" id="{C4D1EF44-9E3B-6E3A-8A59-41DDDEF2B713}"/>
                </a:ext>
              </a:extLst>
            </p:cNvPr>
            <p:cNvSpPr txBox="1">
              <a:spLocks noChangeArrowheads="1"/>
            </p:cNvSpPr>
            <p:nvPr/>
          </p:nvSpPr>
          <p:spPr bwMode="auto">
            <a:xfrm>
              <a:off x="1770" y="4347"/>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招标文件</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5369" name="Text Box 54">
              <a:extLst>
                <a:ext uri="{FF2B5EF4-FFF2-40B4-BE49-F238E27FC236}">
                  <a16:creationId xmlns:a16="http://schemas.microsoft.com/office/drawing/2014/main" id="{371C6EA1-AC2A-260E-673B-36E451019EFD}"/>
                </a:ext>
              </a:extLst>
            </p:cNvPr>
            <p:cNvSpPr txBox="1">
              <a:spLocks noChangeArrowheads="1"/>
            </p:cNvSpPr>
            <p:nvPr/>
          </p:nvSpPr>
          <p:spPr bwMode="auto">
            <a:xfrm>
              <a:off x="3201" y="4295"/>
              <a:ext cx="1155" cy="624"/>
            </a:xfrm>
            <a:prstGeom prst="rect">
              <a:avLst/>
            </a:prstGeom>
            <a:solidFill>
              <a:srgbClr val="FFCC00"/>
            </a:solidFill>
            <a:ln w="9525">
              <a:solidFill>
                <a:srgbClr val="000000"/>
              </a:solidFill>
              <a:miter lim="800000"/>
              <a:headEnd/>
              <a:tailEnd/>
            </a:ln>
          </p:spPr>
          <p:txBody>
            <a:bodyPr tIns="828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招标</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5370" name="Text Box 55">
              <a:extLst>
                <a:ext uri="{FF2B5EF4-FFF2-40B4-BE49-F238E27FC236}">
                  <a16:creationId xmlns:a16="http://schemas.microsoft.com/office/drawing/2014/main" id="{3CF8A5E6-9978-7C8D-130B-3E210BE8D91A}"/>
                </a:ext>
              </a:extLst>
            </p:cNvPr>
            <p:cNvSpPr txBox="1">
              <a:spLocks noChangeArrowheads="1"/>
            </p:cNvSpPr>
            <p:nvPr/>
          </p:nvSpPr>
          <p:spPr bwMode="auto">
            <a:xfrm>
              <a:off x="4645" y="4295"/>
              <a:ext cx="1155"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lnSpc>
                  <a:spcPct val="96000"/>
                </a:lnSpc>
              </a:pPr>
              <a:r>
                <a:rPr lang="zh-CN" altLang="en-US" sz="1800">
                  <a:solidFill>
                    <a:schemeClr val="tx1"/>
                  </a:solidFill>
                  <a:latin typeface="Times New Roman" panose="02020603050405020304" pitchFamily="18" charset="0"/>
                  <a:ea typeface="黑体" panose="02010609060101010101" pitchFamily="49" charset="-122"/>
                </a:rPr>
                <a:t>收集供方的建议书</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5371" name="Text Box 56">
              <a:extLst>
                <a:ext uri="{FF2B5EF4-FFF2-40B4-BE49-F238E27FC236}">
                  <a16:creationId xmlns:a16="http://schemas.microsoft.com/office/drawing/2014/main" id="{65B9143E-E14D-EE46-9826-2D176A25DDD1}"/>
                </a:ext>
              </a:extLst>
            </p:cNvPr>
            <p:cNvSpPr txBox="1">
              <a:spLocks noChangeArrowheads="1"/>
            </p:cNvSpPr>
            <p:nvPr/>
          </p:nvSpPr>
          <p:spPr bwMode="auto">
            <a:xfrm>
              <a:off x="6102" y="4308"/>
              <a:ext cx="1155"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评定供方</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5372" name="Text Box 57">
              <a:extLst>
                <a:ext uri="{FF2B5EF4-FFF2-40B4-BE49-F238E27FC236}">
                  <a16:creationId xmlns:a16="http://schemas.microsoft.com/office/drawing/2014/main" id="{3A7D7E86-BE51-739B-A994-6F1495D241B7}"/>
                </a:ext>
              </a:extLst>
            </p:cNvPr>
            <p:cNvSpPr txBox="1">
              <a:spLocks noChangeArrowheads="1"/>
            </p:cNvSpPr>
            <p:nvPr/>
          </p:nvSpPr>
          <p:spPr bwMode="auto">
            <a:xfrm>
              <a:off x="7519" y="4321"/>
              <a:ext cx="1470" cy="559"/>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最终供方确定</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5373" name="Text Box 58">
              <a:extLst>
                <a:ext uri="{FF2B5EF4-FFF2-40B4-BE49-F238E27FC236}">
                  <a16:creationId xmlns:a16="http://schemas.microsoft.com/office/drawing/2014/main" id="{E4778D18-E002-F011-E9FE-C2598767BD7C}"/>
                </a:ext>
              </a:extLst>
            </p:cNvPr>
            <p:cNvSpPr txBox="1">
              <a:spLocks noChangeArrowheads="1"/>
            </p:cNvSpPr>
            <p:nvPr/>
          </p:nvSpPr>
          <p:spPr bwMode="auto">
            <a:xfrm>
              <a:off x="9302" y="4399"/>
              <a:ext cx="1050"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供方名单</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5374" name="Text Box 59">
              <a:extLst>
                <a:ext uri="{FF2B5EF4-FFF2-40B4-BE49-F238E27FC236}">
                  <a16:creationId xmlns:a16="http://schemas.microsoft.com/office/drawing/2014/main" id="{11F3E77D-88E7-19E3-C68E-CEF097886423}"/>
                </a:ext>
              </a:extLst>
            </p:cNvPr>
            <p:cNvSpPr txBox="1">
              <a:spLocks noChangeArrowheads="1"/>
            </p:cNvSpPr>
            <p:nvPr/>
          </p:nvSpPr>
          <p:spPr bwMode="auto">
            <a:xfrm>
              <a:off x="9092" y="4750"/>
              <a:ext cx="1050"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建议书</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5375" name="Line 60">
              <a:extLst>
                <a:ext uri="{FF2B5EF4-FFF2-40B4-BE49-F238E27FC236}">
                  <a16:creationId xmlns:a16="http://schemas.microsoft.com/office/drawing/2014/main" id="{210772DF-10FD-86F8-D955-B275EC94E6C8}"/>
                </a:ext>
              </a:extLst>
            </p:cNvPr>
            <p:cNvSpPr>
              <a:spLocks noChangeShapeType="1"/>
            </p:cNvSpPr>
            <p:nvPr/>
          </p:nvSpPr>
          <p:spPr bwMode="auto">
            <a:xfrm>
              <a:off x="2924" y="4581"/>
              <a:ext cx="2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6" name="Line 61">
              <a:extLst>
                <a:ext uri="{FF2B5EF4-FFF2-40B4-BE49-F238E27FC236}">
                  <a16:creationId xmlns:a16="http://schemas.microsoft.com/office/drawing/2014/main" id="{783B2C3F-5C2E-B4DC-1D38-C6544FEAF4FD}"/>
                </a:ext>
              </a:extLst>
            </p:cNvPr>
            <p:cNvSpPr>
              <a:spLocks noChangeShapeType="1"/>
            </p:cNvSpPr>
            <p:nvPr/>
          </p:nvSpPr>
          <p:spPr bwMode="auto">
            <a:xfrm>
              <a:off x="4368" y="4607"/>
              <a:ext cx="2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7" name="Line 62">
              <a:extLst>
                <a:ext uri="{FF2B5EF4-FFF2-40B4-BE49-F238E27FC236}">
                  <a16:creationId xmlns:a16="http://schemas.microsoft.com/office/drawing/2014/main" id="{C4BE49FA-C127-199D-94F2-45B432C6A1B2}"/>
                </a:ext>
              </a:extLst>
            </p:cNvPr>
            <p:cNvSpPr>
              <a:spLocks noChangeShapeType="1"/>
            </p:cNvSpPr>
            <p:nvPr/>
          </p:nvSpPr>
          <p:spPr bwMode="auto">
            <a:xfrm>
              <a:off x="5813" y="4607"/>
              <a:ext cx="2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8" name="Line 63">
              <a:extLst>
                <a:ext uri="{FF2B5EF4-FFF2-40B4-BE49-F238E27FC236}">
                  <a16:creationId xmlns:a16="http://schemas.microsoft.com/office/drawing/2014/main" id="{B60AB6AC-2973-4946-54B6-1EBD894AE102}"/>
                </a:ext>
              </a:extLst>
            </p:cNvPr>
            <p:cNvSpPr>
              <a:spLocks noChangeShapeType="1"/>
            </p:cNvSpPr>
            <p:nvPr/>
          </p:nvSpPr>
          <p:spPr bwMode="auto">
            <a:xfrm>
              <a:off x="7256" y="4607"/>
              <a:ext cx="2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9" name="Line 64">
              <a:extLst>
                <a:ext uri="{FF2B5EF4-FFF2-40B4-BE49-F238E27FC236}">
                  <a16:creationId xmlns:a16="http://schemas.microsoft.com/office/drawing/2014/main" id="{A0F039D9-CFFD-4786-D346-C8B095D3EA75}"/>
                </a:ext>
              </a:extLst>
            </p:cNvPr>
            <p:cNvSpPr>
              <a:spLocks noChangeShapeType="1"/>
            </p:cNvSpPr>
            <p:nvPr/>
          </p:nvSpPr>
          <p:spPr bwMode="auto">
            <a:xfrm>
              <a:off x="9015" y="4607"/>
              <a:ext cx="2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9971A3A-A65A-2C0C-5613-B65F077B2ABA}"/>
              </a:ext>
            </a:extLst>
          </p:cNvPr>
          <p:cNvSpPr>
            <a:spLocks noGrp="1" noChangeArrowheads="1"/>
          </p:cNvSpPr>
          <p:nvPr>
            <p:ph type="title"/>
          </p:nvPr>
        </p:nvSpPr>
        <p:spPr/>
        <p:txBody>
          <a:bodyPr/>
          <a:lstStyle/>
          <a:p>
            <a:pPr eaLnBrk="1" hangingPunct="1"/>
            <a:r>
              <a:rPr lang="zh-CN" altLang="en-US"/>
              <a:t>需方合同环境</a:t>
            </a:r>
          </a:p>
        </p:txBody>
      </p:sp>
      <p:sp>
        <p:nvSpPr>
          <p:cNvPr id="16387" name="Rectangle 3">
            <a:extLst>
              <a:ext uri="{FF2B5EF4-FFF2-40B4-BE49-F238E27FC236}">
                <a16:creationId xmlns:a16="http://schemas.microsoft.com/office/drawing/2014/main" id="{D77C3DF6-B346-2B03-71C0-86A9C23FC521}"/>
              </a:ext>
            </a:extLst>
          </p:cNvPr>
          <p:cNvSpPr>
            <a:spLocks noGrp="1" noChangeArrowheads="1"/>
          </p:cNvSpPr>
          <p:nvPr>
            <p:ph type="body" idx="1"/>
          </p:nvPr>
        </p:nvSpPr>
        <p:spPr>
          <a:xfrm>
            <a:off x="395288" y="1916113"/>
            <a:ext cx="8569325" cy="4941887"/>
          </a:xfrm>
        </p:spPr>
        <p:txBody>
          <a:bodyPr/>
          <a:lstStyle/>
          <a:p>
            <a:pPr eaLnBrk="1" hangingPunct="1"/>
            <a:r>
              <a:rPr lang="zh-CN" altLang="en-US" sz="2400">
                <a:latin typeface="黑体" panose="02010609060101010101" pitchFamily="49" charset="-122"/>
                <a:ea typeface="黑体" panose="02010609060101010101" pitchFamily="49" charset="-122"/>
              </a:rPr>
              <a:t>合同文本准备过程</a:t>
            </a:r>
          </a:p>
        </p:txBody>
      </p:sp>
      <p:grpSp>
        <p:nvGrpSpPr>
          <p:cNvPr id="16388" name="Group 4">
            <a:extLst>
              <a:ext uri="{FF2B5EF4-FFF2-40B4-BE49-F238E27FC236}">
                <a16:creationId xmlns:a16="http://schemas.microsoft.com/office/drawing/2014/main" id="{3408BE62-9353-5564-D0E1-A87652F7378D}"/>
              </a:ext>
            </a:extLst>
          </p:cNvPr>
          <p:cNvGrpSpPr>
            <a:grpSpLocks/>
          </p:cNvGrpSpPr>
          <p:nvPr/>
        </p:nvGrpSpPr>
        <p:grpSpPr bwMode="auto">
          <a:xfrm>
            <a:off x="1116013" y="2997200"/>
            <a:ext cx="7632700" cy="2736850"/>
            <a:chOff x="2112" y="11424"/>
            <a:chExt cx="7258" cy="2028"/>
          </a:xfrm>
        </p:grpSpPr>
        <p:sp>
          <p:nvSpPr>
            <p:cNvPr id="16389" name="Text Box 5">
              <a:extLst>
                <a:ext uri="{FF2B5EF4-FFF2-40B4-BE49-F238E27FC236}">
                  <a16:creationId xmlns:a16="http://schemas.microsoft.com/office/drawing/2014/main" id="{72EAF5AB-4F1D-91DE-F06B-D8E459ADF861}"/>
                </a:ext>
              </a:extLst>
            </p:cNvPr>
            <p:cNvSpPr txBox="1">
              <a:spLocks noChangeArrowheads="1"/>
            </p:cNvSpPr>
            <p:nvPr/>
          </p:nvSpPr>
          <p:spPr bwMode="auto">
            <a:xfrm>
              <a:off x="2112" y="11424"/>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采购资料</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6390" name="Text Box 6">
              <a:extLst>
                <a:ext uri="{FF2B5EF4-FFF2-40B4-BE49-F238E27FC236}">
                  <a16:creationId xmlns:a16="http://schemas.microsoft.com/office/drawing/2014/main" id="{8DA7A568-628B-A5C0-1C8A-5C385C09A08B}"/>
                </a:ext>
              </a:extLst>
            </p:cNvPr>
            <p:cNvSpPr txBox="1">
              <a:spLocks noChangeArrowheads="1"/>
            </p:cNvSpPr>
            <p:nvPr/>
          </p:nvSpPr>
          <p:spPr bwMode="auto">
            <a:xfrm>
              <a:off x="3792" y="11427"/>
              <a:ext cx="1470" cy="624"/>
            </a:xfrm>
            <a:prstGeom prst="rect">
              <a:avLst/>
            </a:prstGeom>
            <a:solidFill>
              <a:srgbClr val="FFCC00"/>
            </a:solidFill>
            <a:ln w="9525">
              <a:solidFill>
                <a:srgbClr val="000000"/>
              </a:solidFill>
              <a:miter lim="800000"/>
              <a:headEnd/>
              <a:tailEnd/>
            </a:ln>
          </p:spPr>
          <p:txBody>
            <a:bodyPr tIns="900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合同草案制定</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6391" name="Text Box 7">
              <a:extLst>
                <a:ext uri="{FF2B5EF4-FFF2-40B4-BE49-F238E27FC236}">
                  <a16:creationId xmlns:a16="http://schemas.microsoft.com/office/drawing/2014/main" id="{214137D4-97E4-9F14-FD9D-6DE065D4F31A}"/>
                </a:ext>
              </a:extLst>
            </p:cNvPr>
            <p:cNvSpPr txBox="1">
              <a:spLocks noChangeArrowheads="1"/>
            </p:cNvSpPr>
            <p:nvPr/>
          </p:nvSpPr>
          <p:spPr bwMode="auto">
            <a:xfrm>
              <a:off x="5668" y="11424"/>
              <a:ext cx="1470" cy="624"/>
            </a:xfrm>
            <a:prstGeom prst="rect">
              <a:avLst/>
            </a:prstGeom>
            <a:solidFill>
              <a:srgbClr val="FFCC00"/>
            </a:solidFill>
            <a:ln w="9525">
              <a:solidFill>
                <a:srgbClr val="000000"/>
              </a:solidFill>
              <a:miter lim="800000"/>
              <a:headEnd/>
              <a:tailEnd/>
            </a:ln>
          </p:spPr>
          <p:txBody>
            <a:bodyPr tIns="900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合同草案评审</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6392" name="Text Box 8">
              <a:extLst>
                <a:ext uri="{FF2B5EF4-FFF2-40B4-BE49-F238E27FC236}">
                  <a16:creationId xmlns:a16="http://schemas.microsoft.com/office/drawing/2014/main" id="{B0D26AB7-78E0-97A6-A477-E6897CF96013}"/>
                </a:ext>
              </a:extLst>
            </p:cNvPr>
            <p:cNvSpPr txBox="1">
              <a:spLocks noChangeArrowheads="1"/>
            </p:cNvSpPr>
            <p:nvPr/>
          </p:nvSpPr>
          <p:spPr bwMode="auto">
            <a:xfrm>
              <a:off x="7572" y="11424"/>
              <a:ext cx="1470" cy="624"/>
            </a:xfrm>
            <a:prstGeom prst="rect">
              <a:avLst/>
            </a:prstGeom>
            <a:solidFill>
              <a:srgbClr val="FFCC00"/>
            </a:solidFill>
            <a:ln w="9525">
              <a:solidFill>
                <a:srgbClr val="000000"/>
              </a:solidFill>
              <a:miter lim="800000"/>
              <a:headEnd/>
              <a:tailEnd/>
            </a:ln>
          </p:spPr>
          <p:txBody>
            <a:bodyPr tIns="900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合同草案修订</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6393" name="Text Box 9">
              <a:extLst>
                <a:ext uri="{FF2B5EF4-FFF2-40B4-BE49-F238E27FC236}">
                  <a16:creationId xmlns:a16="http://schemas.microsoft.com/office/drawing/2014/main" id="{124607A9-F401-E42D-E69B-5A872BF4B8DE}"/>
                </a:ext>
              </a:extLst>
            </p:cNvPr>
            <p:cNvSpPr txBox="1">
              <a:spLocks noChangeArrowheads="1"/>
            </p:cNvSpPr>
            <p:nvPr/>
          </p:nvSpPr>
          <p:spPr bwMode="auto">
            <a:xfrm>
              <a:off x="3687" y="12828"/>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合同草案确定</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6394" name="Text Box 10">
              <a:extLst>
                <a:ext uri="{FF2B5EF4-FFF2-40B4-BE49-F238E27FC236}">
                  <a16:creationId xmlns:a16="http://schemas.microsoft.com/office/drawing/2014/main" id="{2FCEFDAA-67A8-653E-9AE4-6C8932BD74BF}"/>
                </a:ext>
              </a:extLst>
            </p:cNvPr>
            <p:cNvSpPr txBox="1">
              <a:spLocks noChangeArrowheads="1"/>
            </p:cNvSpPr>
            <p:nvPr/>
          </p:nvSpPr>
          <p:spPr bwMode="auto">
            <a:xfrm>
              <a:off x="5801" y="12893"/>
              <a:ext cx="1155" cy="468"/>
            </a:xfrm>
            <a:prstGeom prst="rect">
              <a:avLst/>
            </a:prstGeom>
            <a:solidFill>
              <a:srgbClr val="86B4E6"/>
            </a:solidFill>
            <a:ln w="9525">
              <a:solidFill>
                <a:srgbClr val="000000"/>
              </a:solidFill>
              <a:miter lim="800000"/>
              <a:headEnd/>
              <a:tailEnd/>
            </a:ln>
          </p:spPr>
          <p:txBody>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6395" name="Line 11">
              <a:extLst>
                <a:ext uri="{FF2B5EF4-FFF2-40B4-BE49-F238E27FC236}">
                  <a16:creationId xmlns:a16="http://schemas.microsoft.com/office/drawing/2014/main" id="{7F51E0BB-9D9F-FC4D-D8BA-033C6AE8BE7F}"/>
                </a:ext>
              </a:extLst>
            </p:cNvPr>
            <p:cNvSpPr>
              <a:spLocks noChangeShapeType="1"/>
            </p:cNvSpPr>
            <p:nvPr/>
          </p:nvSpPr>
          <p:spPr bwMode="auto">
            <a:xfrm>
              <a:off x="3267" y="11684"/>
              <a:ext cx="5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6" name="Line 12">
              <a:extLst>
                <a:ext uri="{FF2B5EF4-FFF2-40B4-BE49-F238E27FC236}">
                  <a16:creationId xmlns:a16="http://schemas.microsoft.com/office/drawing/2014/main" id="{8BEF74D1-EE99-F1ED-76D5-7814614D06D0}"/>
                </a:ext>
              </a:extLst>
            </p:cNvPr>
            <p:cNvSpPr>
              <a:spLocks noChangeShapeType="1"/>
            </p:cNvSpPr>
            <p:nvPr/>
          </p:nvSpPr>
          <p:spPr bwMode="auto">
            <a:xfrm>
              <a:off x="5262" y="11736"/>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7" name="Line 13">
              <a:extLst>
                <a:ext uri="{FF2B5EF4-FFF2-40B4-BE49-F238E27FC236}">
                  <a16:creationId xmlns:a16="http://schemas.microsoft.com/office/drawing/2014/main" id="{9F603AF8-4E74-1A61-CB69-5EE5C9CE358D}"/>
                </a:ext>
              </a:extLst>
            </p:cNvPr>
            <p:cNvSpPr>
              <a:spLocks noChangeShapeType="1"/>
            </p:cNvSpPr>
            <p:nvPr/>
          </p:nvSpPr>
          <p:spPr bwMode="auto">
            <a:xfrm>
              <a:off x="7152" y="11736"/>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8" name="Line 14">
              <a:extLst>
                <a:ext uri="{FF2B5EF4-FFF2-40B4-BE49-F238E27FC236}">
                  <a16:creationId xmlns:a16="http://schemas.microsoft.com/office/drawing/2014/main" id="{30145E97-635C-87DE-CAAD-E7069F42DE08}"/>
                </a:ext>
              </a:extLst>
            </p:cNvPr>
            <p:cNvSpPr>
              <a:spLocks noChangeShapeType="1"/>
            </p:cNvSpPr>
            <p:nvPr/>
          </p:nvSpPr>
          <p:spPr bwMode="auto">
            <a:xfrm>
              <a:off x="9042" y="11736"/>
              <a:ext cx="3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9" name="Line 15">
              <a:extLst>
                <a:ext uri="{FF2B5EF4-FFF2-40B4-BE49-F238E27FC236}">
                  <a16:creationId xmlns:a16="http://schemas.microsoft.com/office/drawing/2014/main" id="{28BE77EA-2806-1F9C-F9E8-F8F3F7337AC6}"/>
                </a:ext>
              </a:extLst>
            </p:cNvPr>
            <p:cNvSpPr>
              <a:spLocks noChangeShapeType="1"/>
            </p:cNvSpPr>
            <p:nvPr/>
          </p:nvSpPr>
          <p:spPr bwMode="auto">
            <a:xfrm>
              <a:off x="9357" y="11736"/>
              <a:ext cx="0" cy="7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0" name="Line 16">
              <a:extLst>
                <a:ext uri="{FF2B5EF4-FFF2-40B4-BE49-F238E27FC236}">
                  <a16:creationId xmlns:a16="http://schemas.microsoft.com/office/drawing/2014/main" id="{867B5E39-500E-FB89-D80D-F9D590A368BD}"/>
                </a:ext>
              </a:extLst>
            </p:cNvPr>
            <p:cNvSpPr>
              <a:spLocks noChangeShapeType="1"/>
            </p:cNvSpPr>
            <p:nvPr/>
          </p:nvSpPr>
          <p:spPr bwMode="auto">
            <a:xfrm flipH="1">
              <a:off x="3162" y="12516"/>
              <a:ext cx="620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1" name="Line 17">
              <a:extLst>
                <a:ext uri="{FF2B5EF4-FFF2-40B4-BE49-F238E27FC236}">
                  <a16:creationId xmlns:a16="http://schemas.microsoft.com/office/drawing/2014/main" id="{EE885F79-446C-A793-C982-72682FACD8E9}"/>
                </a:ext>
              </a:extLst>
            </p:cNvPr>
            <p:cNvSpPr>
              <a:spLocks noChangeShapeType="1"/>
            </p:cNvSpPr>
            <p:nvPr/>
          </p:nvSpPr>
          <p:spPr bwMode="auto">
            <a:xfrm>
              <a:off x="3162" y="1251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2" name="Line 18">
              <a:extLst>
                <a:ext uri="{FF2B5EF4-FFF2-40B4-BE49-F238E27FC236}">
                  <a16:creationId xmlns:a16="http://schemas.microsoft.com/office/drawing/2014/main" id="{606F86F9-B357-6B03-3920-A2F6F704375C}"/>
                </a:ext>
              </a:extLst>
            </p:cNvPr>
            <p:cNvSpPr>
              <a:spLocks noChangeShapeType="1"/>
            </p:cNvSpPr>
            <p:nvPr/>
          </p:nvSpPr>
          <p:spPr bwMode="auto">
            <a:xfrm>
              <a:off x="3162" y="13140"/>
              <a:ext cx="4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3" name="Line 19">
              <a:extLst>
                <a:ext uri="{FF2B5EF4-FFF2-40B4-BE49-F238E27FC236}">
                  <a16:creationId xmlns:a16="http://schemas.microsoft.com/office/drawing/2014/main" id="{147331AA-2B43-FA69-DA69-F3AD7149341D}"/>
                </a:ext>
              </a:extLst>
            </p:cNvPr>
            <p:cNvSpPr>
              <a:spLocks noChangeShapeType="1"/>
            </p:cNvSpPr>
            <p:nvPr/>
          </p:nvSpPr>
          <p:spPr bwMode="auto">
            <a:xfrm>
              <a:off x="5157" y="13140"/>
              <a:ext cx="63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57A3330-5847-FF46-1456-4A8E3327E0AF}"/>
              </a:ext>
            </a:extLst>
          </p:cNvPr>
          <p:cNvSpPr>
            <a:spLocks noGrp="1" noChangeArrowheads="1"/>
          </p:cNvSpPr>
          <p:nvPr>
            <p:ph type="title"/>
          </p:nvPr>
        </p:nvSpPr>
        <p:spPr/>
        <p:txBody>
          <a:bodyPr/>
          <a:lstStyle/>
          <a:p>
            <a:pPr eaLnBrk="1" hangingPunct="1"/>
            <a:r>
              <a:rPr lang="zh-CN" altLang="en-US"/>
              <a:t>需方合同环境</a:t>
            </a:r>
          </a:p>
        </p:txBody>
      </p:sp>
      <p:sp>
        <p:nvSpPr>
          <p:cNvPr id="17411" name="Rectangle 3">
            <a:extLst>
              <a:ext uri="{FF2B5EF4-FFF2-40B4-BE49-F238E27FC236}">
                <a16:creationId xmlns:a16="http://schemas.microsoft.com/office/drawing/2014/main" id="{D468B519-9842-C568-384C-0EAAD57C1B5E}"/>
              </a:ext>
            </a:extLst>
          </p:cNvPr>
          <p:cNvSpPr>
            <a:spLocks noGrp="1" noChangeArrowheads="1"/>
          </p:cNvSpPr>
          <p:nvPr>
            <p:ph type="body" idx="1"/>
          </p:nvPr>
        </p:nvSpPr>
        <p:spPr>
          <a:xfrm>
            <a:off x="611188" y="2205038"/>
            <a:ext cx="8353425" cy="4652962"/>
          </a:xfrm>
        </p:spPr>
        <p:txBody>
          <a:bodyPr/>
          <a:lstStyle/>
          <a:p>
            <a:pPr eaLnBrk="1" hangingPunct="1">
              <a:lnSpc>
                <a:spcPct val="130000"/>
              </a:lnSpc>
            </a:pPr>
            <a:r>
              <a:rPr lang="zh-CN" altLang="en-US" sz="2400">
                <a:solidFill>
                  <a:schemeClr val="accent2"/>
                </a:solidFill>
                <a:latin typeface="黑体" panose="02010609060101010101" pitchFamily="49" charset="-122"/>
                <a:ea typeface="黑体" panose="02010609060101010101" pitchFamily="49" charset="-122"/>
              </a:rPr>
              <a:t>合同签署</a:t>
            </a:r>
          </a:p>
          <a:p>
            <a:pPr lvl="1" eaLnBrk="1" hangingPunct="1">
              <a:lnSpc>
                <a:spcPct val="150000"/>
              </a:lnSpc>
              <a:spcBef>
                <a:spcPct val="50000"/>
              </a:spcBef>
            </a:pPr>
            <a:r>
              <a:rPr lang="zh-CN" altLang="en-US" sz="2000">
                <a:latin typeface="宋体" panose="02010600030101010101" pitchFamily="2" charset="-122"/>
              </a:rPr>
              <a:t>合同签署过程就是正式签署合同，使之成为具有法律效力的文件；</a:t>
            </a:r>
          </a:p>
          <a:p>
            <a:pPr lvl="1" eaLnBrk="1" hangingPunct="1">
              <a:lnSpc>
                <a:spcPct val="150000"/>
              </a:lnSpc>
            </a:pPr>
            <a:r>
              <a:rPr lang="zh-CN" altLang="en-US" sz="2000">
                <a:latin typeface="宋体" panose="02010600030101010101" pitchFamily="2" charset="-122"/>
              </a:rPr>
              <a:t>同时，根据签署的合同，分解出合同中需方</a:t>
            </a:r>
            <a:r>
              <a:rPr lang="en-US" altLang="zh-CN" sz="2000">
                <a:latin typeface="宋体" panose="02010600030101010101" pitchFamily="2" charset="-122"/>
              </a:rPr>
              <a:t>(</a:t>
            </a:r>
            <a:r>
              <a:rPr lang="zh-CN" altLang="en-US" sz="2000">
                <a:latin typeface="宋体" panose="02010600030101010101" pitchFamily="2" charset="-122"/>
              </a:rPr>
              <a:t>甲方</a:t>
            </a:r>
            <a:r>
              <a:rPr lang="en-US" altLang="zh-CN" sz="2000">
                <a:latin typeface="宋体" panose="02010600030101010101" pitchFamily="2" charset="-122"/>
              </a:rPr>
              <a:t>)</a:t>
            </a:r>
            <a:r>
              <a:rPr lang="zh-CN" altLang="en-US" sz="2000">
                <a:latin typeface="宋体" panose="02010600030101010101" pitchFamily="2" charset="-122"/>
              </a:rPr>
              <a:t>的任务，并下达任务书，指派相应的项目经理负责相应的过程。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4AF2040-2135-BF0C-67D8-2D2878470E97}"/>
              </a:ext>
            </a:extLst>
          </p:cNvPr>
          <p:cNvSpPr>
            <a:spLocks noGrp="1" noChangeArrowheads="1"/>
          </p:cNvSpPr>
          <p:nvPr>
            <p:ph type="title"/>
          </p:nvPr>
        </p:nvSpPr>
        <p:spPr/>
        <p:txBody>
          <a:bodyPr/>
          <a:lstStyle/>
          <a:p>
            <a:pPr eaLnBrk="1" hangingPunct="1"/>
            <a:r>
              <a:rPr lang="zh-CN" altLang="en-US"/>
              <a:t>需方合同环境</a:t>
            </a:r>
          </a:p>
        </p:txBody>
      </p:sp>
      <p:sp>
        <p:nvSpPr>
          <p:cNvPr id="18435" name="Rectangle 3">
            <a:extLst>
              <a:ext uri="{FF2B5EF4-FFF2-40B4-BE49-F238E27FC236}">
                <a16:creationId xmlns:a16="http://schemas.microsoft.com/office/drawing/2014/main" id="{7470F0D4-0BF9-A0C5-5CC0-F3D8760754B1}"/>
              </a:ext>
            </a:extLst>
          </p:cNvPr>
          <p:cNvSpPr>
            <a:spLocks noGrp="1" noChangeArrowheads="1"/>
          </p:cNvSpPr>
          <p:nvPr>
            <p:ph type="body" idx="1"/>
          </p:nvPr>
        </p:nvSpPr>
        <p:spPr>
          <a:xfrm>
            <a:off x="179388" y="1916113"/>
            <a:ext cx="8785225" cy="4941887"/>
          </a:xfrm>
        </p:spPr>
        <p:txBody>
          <a:bodyPr/>
          <a:lstStyle/>
          <a:p>
            <a:pPr eaLnBrk="1" hangingPunct="1"/>
            <a:r>
              <a:rPr lang="zh-CN" altLang="en-US" sz="2400">
                <a:latin typeface="黑体" panose="02010609060101010101" pitchFamily="49" charset="-122"/>
                <a:ea typeface="黑体" panose="02010609060101010101" pitchFamily="49" charset="-122"/>
              </a:rPr>
              <a:t>合同签署过程</a:t>
            </a:r>
          </a:p>
        </p:txBody>
      </p:sp>
      <p:grpSp>
        <p:nvGrpSpPr>
          <p:cNvPr id="18436" name="Group 4">
            <a:extLst>
              <a:ext uri="{FF2B5EF4-FFF2-40B4-BE49-F238E27FC236}">
                <a16:creationId xmlns:a16="http://schemas.microsoft.com/office/drawing/2014/main" id="{794C6100-E56F-ADF2-B2D9-D8106A51EB75}"/>
              </a:ext>
            </a:extLst>
          </p:cNvPr>
          <p:cNvGrpSpPr>
            <a:grpSpLocks/>
          </p:cNvGrpSpPr>
          <p:nvPr/>
        </p:nvGrpSpPr>
        <p:grpSpPr bwMode="auto">
          <a:xfrm>
            <a:off x="971550" y="2636838"/>
            <a:ext cx="7653338" cy="3887787"/>
            <a:chOff x="2315" y="5863"/>
            <a:chExt cx="7402" cy="3689"/>
          </a:xfrm>
        </p:grpSpPr>
        <p:sp>
          <p:nvSpPr>
            <p:cNvPr id="18437" name="Text Box 5">
              <a:extLst>
                <a:ext uri="{FF2B5EF4-FFF2-40B4-BE49-F238E27FC236}">
                  <a16:creationId xmlns:a16="http://schemas.microsoft.com/office/drawing/2014/main" id="{6CA2187F-3D61-C4AB-2AD4-CE978F70B3DC}"/>
                </a:ext>
              </a:extLst>
            </p:cNvPr>
            <p:cNvSpPr txBox="1">
              <a:spLocks noChangeArrowheads="1"/>
            </p:cNvSpPr>
            <p:nvPr/>
          </p:nvSpPr>
          <p:spPr bwMode="auto">
            <a:xfrm>
              <a:off x="2328" y="5899"/>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8438" name="Text Box 6">
              <a:extLst>
                <a:ext uri="{FF2B5EF4-FFF2-40B4-BE49-F238E27FC236}">
                  <a16:creationId xmlns:a16="http://schemas.microsoft.com/office/drawing/2014/main" id="{773D10D3-746F-66B9-2B30-F1ACE0A6EA52}"/>
                </a:ext>
              </a:extLst>
            </p:cNvPr>
            <p:cNvSpPr txBox="1">
              <a:spLocks noChangeArrowheads="1"/>
            </p:cNvSpPr>
            <p:nvPr/>
          </p:nvSpPr>
          <p:spPr bwMode="auto">
            <a:xfrm>
              <a:off x="4008" y="5863"/>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谈判日程确定</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8439" name="Text Box 7">
              <a:extLst>
                <a:ext uri="{FF2B5EF4-FFF2-40B4-BE49-F238E27FC236}">
                  <a16:creationId xmlns:a16="http://schemas.microsoft.com/office/drawing/2014/main" id="{F71AEC8F-73C5-61C3-A637-5E1466F12DFA}"/>
                </a:ext>
              </a:extLst>
            </p:cNvPr>
            <p:cNvSpPr txBox="1">
              <a:spLocks noChangeArrowheads="1"/>
            </p:cNvSpPr>
            <p:nvPr/>
          </p:nvSpPr>
          <p:spPr bwMode="auto">
            <a:xfrm>
              <a:off x="5884" y="5899"/>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合同草案提交</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8440" name="Text Box 8">
              <a:extLst>
                <a:ext uri="{FF2B5EF4-FFF2-40B4-BE49-F238E27FC236}">
                  <a16:creationId xmlns:a16="http://schemas.microsoft.com/office/drawing/2014/main" id="{D5B5A1F2-0175-F242-A5A7-CDA99BC3A160}"/>
                </a:ext>
              </a:extLst>
            </p:cNvPr>
            <p:cNvSpPr txBox="1">
              <a:spLocks noChangeArrowheads="1"/>
            </p:cNvSpPr>
            <p:nvPr/>
          </p:nvSpPr>
          <p:spPr bwMode="auto">
            <a:xfrm>
              <a:off x="7788" y="5899"/>
              <a:ext cx="1470" cy="624"/>
            </a:xfrm>
            <a:prstGeom prst="rect">
              <a:avLst/>
            </a:prstGeom>
            <a:solidFill>
              <a:srgbClr val="FFCC00"/>
            </a:solidFill>
            <a:ln w="9525">
              <a:solidFill>
                <a:srgbClr val="000000"/>
              </a:solidFill>
              <a:miter lim="800000"/>
              <a:headEnd/>
              <a:tailEnd/>
            </a:ln>
          </p:spPr>
          <p:txBody>
            <a:bodyPr tIns="900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合同条款协商</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8441" name="Text Box 9">
              <a:extLst>
                <a:ext uri="{FF2B5EF4-FFF2-40B4-BE49-F238E27FC236}">
                  <a16:creationId xmlns:a16="http://schemas.microsoft.com/office/drawing/2014/main" id="{8CA7E55C-9AC0-2C5C-BBFD-CCE41181CB8D}"/>
                </a:ext>
              </a:extLst>
            </p:cNvPr>
            <p:cNvSpPr txBox="1">
              <a:spLocks noChangeArrowheads="1"/>
            </p:cNvSpPr>
            <p:nvPr/>
          </p:nvSpPr>
          <p:spPr bwMode="auto">
            <a:xfrm>
              <a:off x="2737" y="7030"/>
              <a:ext cx="1470" cy="624"/>
            </a:xfrm>
            <a:prstGeom prst="rect">
              <a:avLst/>
            </a:prstGeom>
            <a:solidFill>
              <a:srgbClr val="FFCC00"/>
            </a:solidFill>
            <a:ln w="9525">
              <a:solidFill>
                <a:srgbClr val="000000"/>
              </a:solidFill>
              <a:miter lim="800000"/>
              <a:headEnd/>
              <a:tailEnd/>
            </a:ln>
          </p:spPr>
          <p:txBody>
            <a:bodyPr tIns="3600" bIns="36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合同签署</a:t>
              </a:r>
            </a:p>
            <a:p>
              <a:pPr eaLnBrk="1" hangingPunct="1"/>
              <a:r>
                <a:rPr lang="zh-CN" altLang="en-US" sz="1800">
                  <a:solidFill>
                    <a:schemeClr val="tx1"/>
                  </a:solidFill>
                  <a:latin typeface="Times New Roman" panose="02020603050405020304" pitchFamily="18" charset="0"/>
                  <a:ea typeface="黑体" panose="02010609060101010101" pitchFamily="49" charset="-122"/>
                </a:rPr>
                <a:t>文本确定</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8442" name="Text Box 10">
              <a:extLst>
                <a:ext uri="{FF2B5EF4-FFF2-40B4-BE49-F238E27FC236}">
                  <a16:creationId xmlns:a16="http://schemas.microsoft.com/office/drawing/2014/main" id="{7E23FEB6-4B62-698A-97A3-FA32BDE26C94}"/>
                </a:ext>
              </a:extLst>
            </p:cNvPr>
            <p:cNvSpPr txBox="1">
              <a:spLocks noChangeArrowheads="1"/>
            </p:cNvSpPr>
            <p:nvPr/>
          </p:nvSpPr>
          <p:spPr bwMode="auto">
            <a:xfrm>
              <a:off x="8037" y="7069"/>
              <a:ext cx="1470"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合同签署文本</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8443" name="Line 11">
              <a:extLst>
                <a:ext uri="{FF2B5EF4-FFF2-40B4-BE49-F238E27FC236}">
                  <a16:creationId xmlns:a16="http://schemas.microsoft.com/office/drawing/2014/main" id="{B31A2180-349F-AAF4-E3EB-89F4B4811B18}"/>
                </a:ext>
              </a:extLst>
            </p:cNvPr>
            <p:cNvSpPr>
              <a:spLocks noChangeShapeType="1"/>
            </p:cNvSpPr>
            <p:nvPr/>
          </p:nvSpPr>
          <p:spPr bwMode="auto">
            <a:xfrm>
              <a:off x="3483" y="6159"/>
              <a:ext cx="5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4" name="Line 12">
              <a:extLst>
                <a:ext uri="{FF2B5EF4-FFF2-40B4-BE49-F238E27FC236}">
                  <a16:creationId xmlns:a16="http://schemas.microsoft.com/office/drawing/2014/main" id="{6ABC1AEE-DBC6-1003-8508-86D867E74E9D}"/>
                </a:ext>
              </a:extLst>
            </p:cNvPr>
            <p:cNvSpPr>
              <a:spLocks noChangeShapeType="1"/>
            </p:cNvSpPr>
            <p:nvPr/>
          </p:nvSpPr>
          <p:spPr bwMode="auto">
            <a:xfrm>
              <a:off x="5478" y="6211"/>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5" name="Line 13">
              <a:extLst>
                <a:ext uri="{FF2B5EF4-FFF2-40B4-BE49-F238E27FC236}">
                  <a16:creationId xmlns:a16="http://schemas.microsoft.com/office/drawing/2014/main" id="{D3C2CC26-C95D-D087-2FD8-C6F3FE067257}"/>
                </a:ext>
              </a:extLst>
            </p:cNvPr>
            <p:cNvSpPr>
              <a:spLocks noChangeShapeType="1"/>
            </p:cNvSpPr>
            <p:nvPr/>
          </p:nvSpPr>
          <p:spPr bwMode="auto">
            <a:xfrm>
              <a:off x="7368" y="6211"/>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6" name="Line 14">
              <a:extLst>
                <a:ext uri="{FF2B5EF4-FFF2-40B4-BE49-F238E27FC236}">
                  <a16:creationId xmlns:a16="http://schemas.microsoft.com/office/drawing/2014/main" id="{0E1F5397-0C7D-DD50-C90D-E300C0B427FA}"/>
                </a:ext>
              </a:extLst>
            </p:cNvPr>
            <p:cNvSpPr>
              <a:spLocks noChangeShapeType="1"/>
            </p:cNvSpPr>
            <p:nvPr/>
          </p:nvSpPr>
          <p:spPr bwMode="auto">
            <a:xfrm>
              <a:off x="9258" y="6211"/>
              <a:ext cx="3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7" name="Line 15">
              <a:extLst>
                <a:ext uri="{FF2B5EF4-FFF2-40B4-BE49-F238E27FC236}">
                  <a16:creationId xmlns:a16="http://schemas.microsoft.com/office/drawing/2014/main" id="{18E5CE1D-3998-255C-EB08-16A4F1D75CD4}"/>
                </a:ext>
              </a:extLst>
            </p:cNvPr>
            <p:cNvSpPr>
              <a:spLocks noChangeShapeType="1"/>
            </p:cNvSpPr>
            <p:nvPr/>
          </p:nvSpPr>
          <p:spPr bwMode="auto">
            <a:xfrm>
              <a:off x="9573" y="6211"/>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8" name="Line 16">
              <a:extLst>
                <a:ext uri="{FF2B5EF4-FFF2-40B4-BE49-F238E27FC236}">
                  <a16:creationId xmlns:a16="http://schemas.microsoft.com/office/drawing/2014/main" id="{E984031D-C2F8-685D-0E23-073B7E675EEB}"/>
                </a:ext>
              </a:extLst>
            </p:cNvPr>
            <p:cNvSpPr>
              <a:spLocks noChangeShapeType="1"/>
            </p:cNvSpPr>
            <p:nvPr/>
          </p:nvSpPr>
          <p:spPr bwMode="auto">
            <a:xfrm flipH="1">
              <a:off x="2315" y="6692"/>
              <a:ext cx="725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9" name="Line 17">
              <a:extLst>
                <a:ext uri="{FF2B5EF4-FFF2-40B4-BE49-F238E27FC236}">
                  <a16:creationId xmlns:a16="http://schemas.microsoft.com/office/drawing/2014/main" id="{36A7DDA7-70D0-7DCD-3DE7-EA73C0C73427}"/>
                </a:ext>
              </a:extLst>
            </p:cNvPr>
            <p:cNvSpPr>
              <a:spLocks noChangeShapeType="1"/>
            </p:cNvSpPr>
            <p:nvPr/>
          </p:nvSpPr>
          <p:spPr bwMode="auto">
            <a:xfrm>
              <a:off x="4323" y="7901"/>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0" name="Line 18">
              <a:extLst>
                <a:ext uri="{FF2B5EF4-FFF2-40B4-BE49-F238E27FC236}">
                  <a16:creationId xmlns:a16="http://schemas.microsoft.com/office/drawing/2014/main" id="{D75797D4-E9DA-5E23-BBA0-7AB68ADCB355}"/>
                </a:ext>
              </a:extLst>
            </p:cNvPr>
            <p:cNvSpPr>
              <a:spLocks noChangeShapeType="1"/>
            </p:cNvSpPr>
            <p:nvPr/>
          </p:nvSpPr>
          <p:spPr bwMode="auto">
            <a:xfrm>
              <a:off x="4323" y="8538"/>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1" name="Text Box 19">
              <a:extLst>
                <a:ext uri="{FF2B5EF4-FFF2-40B4-BE49-F238E27FC236}">
                  <a16:creationId xmlns:a16="http://schemas.microsoft.com/office/drawing/2014/main" id="{E659A827-DAC6-550A-9C2A-7022E1D10AA5}"/>
                </a:ext>
              </a:extLst>
            </p:cNvPr>
            <p:cNvSpPr txBox="1">
              <a:spLocks noChangeArrowheads="1"/>
            </p:cNvSpPr>
            <p:nvPr/>
          </p:nvSpPr>
          <p:spPr bwMode="auto">
            <a:xfrm>
              <a:off x="4756" y="8226"/>
              <a:ext cx="1457" cy="637"/>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任务书下达</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8452" name="Text Box 20">
              <a:extLst>
                <a:ext uri="{FF2B5EF4-FFF2-40B4-BE49-F238E27FC236}">
                  <a16:creationId xmlns:a16="http://schemas.microsoft.com/office/drawing/2014/main" id="{71474D9E-8828-AFE6-A2BA-6FBBC04A6F35}"/>
                </a:ext>
              </a:extLst>
            </p:cNvPr>
            <p:cNvSpPr txBox="1">
              <a:spLocks noChangeArrowheads="1"/>
            </p:cNvSpPr>
            <p:nvPr/>
          </p:nvSpPr>
          <p:spPr bwMode="auto">
            <a:xfrm>
              <a:off x="6870" y="8291"/>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任务书</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8453" name="Line 21">
              <a:extLst>
                <a:ext uri="{FF2B5EF4-FFF2-40B4-BE49-F238E27FC236}">
                  <a16:creationId xmlns:a16="http://schemas.microsoft.com/office/drawing/2014/main" id="{9E998897-E584-7F6A-3164-EA71C56C43F7}"/>
                </a:ext>
              </a:extLst>
            </p:cNvPr>
            <p:cNvSpPr>
              <a:spLocks noChangeShapeType="1"/>
            </p:cNvSpPr>
            <p:nvPr/>
          </p:nvSpPr>
          <p:spPr bwMode="auto">
            <a:xfrm>
              <a:off x="6226" y="8538"/>
              <a:ext cx="63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4" name="Text Box 22">
              <a:extLst>
                <a:ext uri="{FF2B5EF4-FFF2-40B4-BE49-F238E27FC236}">
                  <a16:creationId xmlns:a16="http://schemas.microsoft.com/office/drawing/2014/main" id="{FCCDD36B-996E-3EA6-0908-38B152F9342B}"/>
                </a:ext>
              </a:extLst>
            </p:cNvPr>
            <p:cNvSpPr txBox="1">
              <a:spLocks noChangeArrowheads="1"/>
            </p:cNvSpPr>
            <p:nvPr/>
          </p:nvSpPr>
          <p:spPr bwMode="auto">
            <a:xfrm>
              <a:off x="4653" y="7017"/>
              <a:ext cx="1470" cy="624"/>
            </a:xfrm>
            <a:prstGeom prst="rect">
              <a:avLst/>
            </a:prstGeom>
            <a:solidFill>
              <a:srgbClr val="FFCC00"/>
            </a:solidFill>
            <a:ln w="9525">
              <a:solidFill>
                <a:srgbClr val="000000"/>
              </a:solidFill>
              <a:miter lim="800000"/>
              <a:headEnd/>
              <a:tailEnd/>
            </a:ln>
          </p:spPr>
          <p:txBody>
            <a:bodyPr tIns="3600" bIns="36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合同签署</a:t>
              </a:r>
            </a:p>
            <a:p>
              <a:pPr eaLnBrk="1" hangingPunct="1"/>
              <a:r>
                <a:rPr lang="zh-CN" altLang="en-US" sz="1800">
                  <a:solidFill>
                    <a:schemeClr val="tx1"/>
                  </a:solidFill>
                  <a:latin typeface="Times New Roman" panose="02020603050405020304" pitchFamily="18" charset="0"/>
                  <a:ea typeface="黑体" panose="02010609060101010101" pitchFamily="49" charset="-122"/>
                </a:rPr>
                <a:t>文本审阅</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8455" name="Text Box 23">
              <a:extLst>
                <a:ext uri="{FF2B5EF4-FFF2-40B4-BE49-F238E27FC236}">
                  <a16:creationId xmlns:a16="http://schemas.microsoft.com/office/drawing/2014/main" id="{20C75D17-0A34-FCC5-F5EE-428CCF2681E2}"/>
                </a:ext>
              </a:extLst>
            </p:cNvPr>
            <p:cNvSpPr txBox="1">
              <a:spLocks noChangeArrowheads="1"/>
            </p:cNvSpPr>
            <p:nvPr/>
          </p:nvSpPr>
          <p:spPr bwMode="auto">
            <a:xfrm>
              <a:off x="6568" y="7004"/>
              <a:ext cx="1155" cy="624"/>
            </a:xfrm>
            <a:prstGeom prst="rect">
              <a:avLst/>
            </a:prstGeom>
            <a:solidFill>
              <a:srgbClr val="FFCC00"/>
            </a:solidFill>
            <a:ln w="9525">
              <a:solidFill>
                <a:srgbClr val="000000"/>
              </a:solidFill>
              <a:miter lim="800000"/>
              <a:headEnd/>
              <a:tailEnd/>
            </a:ln>
          </p:spPr>
          <p:txBody>
            <a:bodyPr tIns="90000" bIns="36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合同签署</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8456" name="Line 24">
              <a:extLst>
                <a:ext uri="{FF2B5EF4-FFF2-40B4-BE49-F238E27FC236}">
                  <a16:creationId xmlns:a16="http://schemas.microsoft.com/office/drawing/2014/main" id="{C39083F9-D8CE-A660-88F1-D1F7556362D5}"/>
                </a:ext>
              </a:extLst>
            </p:cNvPr>
            <p:cNvSpPr>
              <a:spLocks noChangeShapeType="1"/>
            </p:cNvSpPr>
            <p:nvPr/>
          </p:nvSpPr>
          <p:spPr bwMode="auto">
            <a:xfrm>
              <a:off x="4218" y="7303"/>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7" name="Line 25">
              <a:extLst>
                <a:ext uri="{FF2B5EF4-FFF2-40B4-BE49-F238E27FC236}">
                  <a16:creationId xmlns:a16="http://schemas.microsoft.com/office/drawing/2014/main" id="{C9E6F303-63E9-6E0C-7E29-E81CA60C7241}"/>
                </a:ext>
              </a:extLst>
            </p:cNvPr>
            <p:cNvSpPr>
              <a:spLocks noChangeShapeType="1"/>
            </p:cNvSpPr>
            <p:nvPr/>
          </p:nvSpPr>
          <p:spPr bwMode="auto">
            <a:xfrm>
              <a:off x="6134" y="7303"/>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8" name="Line 26">
              <a:extLst>
                <a:ext uri="{FF2B5EF4-FFF2-40B4-BE49-F238E27FC236}">
                  <a16:creationId xmlns:a16="http://schemas.microsoft.com/office/drawing/2014/main" id="{437FD7FC-61CD-784A-562B-CD1FC277EB4B}"/>
                </a:ext>
              </a:extLst>
            </p:cNvPr>
            <p:cNvSpPr>
              <a:spLocks noChangeShapeType="1"/>
            </p:cNvSpPr>
            <p:nvPr/>
          </p:nvSpPr>
          <p:spPr bwMode="auto">
            <a:xfrm>
              <a:off x="7736" y="7303"/>
              <a:ext cx="31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9" name="Line 27">
              <a:extLst>
                <a:ext uri="{FF2B5EF4-FFF2-40B4-BE49-F238E27FC236}">
                  <a16:creationId xmlns:a16="http://schemas.microsoft.com/office/drawing/2014/main" id="{841B3168-0EC7-D817-BC2F-FBC50E0F0B7E}"/>
                </a:ext>
              </a:extLst>
            </p:cNvPr>
            <p:cNvSpPr>
              <a:spLocks noChangeShapeType="1"/>
            </p:cNvSpPr>
            <p:nvPr/>
          </p:nvSpPr>
          <p:spPr bwMode="auto">
            <a:xfrm>
              <a:off x="9507" y="7342"/>
              <a:ext cx="21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0" name="Line 28">
              <a:extLst>
                <a:ext uri="{FF2B5EF4-FFF2-40B4-BE49-F238E27FC236}">
                  <a16:creationId xmlns:a16="http://schemas.microsoft.com/office/drawing/2014/main" id="{A8C340FA-CC66-B876-6DB8-B69AAB4A6C00}"/>
                </a:ext>
              </a:extLst>
            </p:cNvPr>
            <p:cNvSpPr>
              <a:spLocks noChangeShapeType="1"/>
            </p:cNvSpPr>
            <p:nvPr/>
          </p:nvSpPr>
          <p:spPr bwMode="auto">
            <a:xfrm>
              <a:off x="9717" y="7342"/>
              <a:ext cx="0" cy="5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1" name="Line 29">
              <a:extLst>
                <a:ext uri="{FF2B5EF4-FFF2-40B4-BE49-F238E27FC236}">
                  <a16:creationId xmlns:a16="http://schemas.microsoft.com/office/drawing/2014/main" id="{48C6CF55-230A-F521-BD2D-9B41EA14969B}"/>
                </a:ext>
              </a:extLst>
            </p:cNvPr>
            <p:cNvSpPr>
              <a:spLocks noChangeShapeType="1"/>
            </p:cNvSpPr>
            <p:nvPr/>
          </p:nvSpPr>
          <p:spPr bwMode="auto">
            <a:xfrm flipH="1">
              <a:off x="4323" y="7914"/>
              <a:ext cx="53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2" name="Line 30">
              <a:extLst>
                <a:ext uri="{FF2B5EF4-FFF2-40B4-BE49-F238E27FC236}">
                  <a16:creationId xmlns:a16="http://schemas.microsoft.com/office/drawing/2014/main" id="{819FEADB-192A-CB7C-79A4-D0FFF8E77E3F}"/>
                </a:ext>
              </a:extLst>
            </p:cNvPr>
            <p:cNvSpPr>
              <a:spLocks noChangeShapeType="1"/>
            </p:cNvSpPr>
            <p:nvPr/>
          </p:nvSpPr>
          <p:spPr bwMode="auto">
            <a:xfrm>
              <a:off x="2328" y="6692"/>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3" name="Line 31">
              <a:extLst>
                <a:ext uri="{FF2B5EF4-FFF2-40B4-BE49-F238E27FC236}">
                  <a16:creationId xmlns:a16="http://schemas.microsoft.com/office/drawing/2014/main" id="{BBF8F499-DD79-01D4-05A1-66BD75367B62}"/>
                </a:ext>
              </a:extLst>
            </p:cNvPr>
            <p:cNvSpPr>
              <a:spLocks noChangeShapeType="1"/>
            </p:cNvSpPr>
            <p:nvPr/>
          </p:nvSpPr>
          <p:spPr bwMode="auto">
            <a:xfrm>
              <a:off x="2328" y="7329"/>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64" name="Text Box 32">
              <a:extLst>
                <a:ext uri="{FF2B5EF4-FFF2-40B4-BE49-F238E27FC236}">
                  <a16:creationId xmlns:a16="http://schemas.microsoft.com/office/drawing/2014/main" id="{CC5034B3-6ABB-B235-640B-85AD7C742DD5}"/>
                </a:ext>
              </a:extLst>
            </p:cNvPr>
            <p:cNvSpPr txBox="1">
              <a:spLocks noChangeArrowheads="1"/>
            </p:cNvSpPr>
            <p:nvPr/>
          </p:nvSpPr>
          <p:spPr bwMode="auto">
            <a:xfrm>
              <a:off x="7053" y="8707"/>
              <a:ext cx="1155" cy="468"/>
            </a:xfrm>
            <a:prstGeom prst="rect">
              <a:avLst/>
            </a:prstGeom>
            <a:solidFill>
              <a:srgbClr val="FFCC00"/>
            </a:solidFill>
            <a:ln w="9525">
              <a:solidFill>
                <a:srgbClr val="000000"/>
              </a:solidFill>
              <a:miter lim="800000"/>
              <a:headEnd/>
              <a:tailEnd/>
            </a:ln>
          </p:spPr>
          <p:txBody>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just" eaLnBrk="1" hangingPunct="1"/>
              <a:r>
                <a:rPr lang="zh-CN" altLang="en-US" sz="900" b="0">
                  <a:solidFill>
                    <a:schemeClr val="tx1"/>
                  </a:solidFill>
                  <a:latin typeface="Times New Roman" panose="02020603050405020304" pitchFamily="18" charset="0"/>
                </a:rPr>
                <a:t>合同草案</a:t>
              </a:r>
              <a:endParaRPr lang="zh-CN" altLang="en-US" sz="4800" b="0">
                <a:solidFill>
                  <a:schemeClr val="tx1"/>
                </a:solidFill>
                <a:latin typeface="Arial Narrow" panose="020B0606020202030204" pitchFamily="34" charset="0"/>
              </a:endParaRPr>
            </a:p>
          </p:txBody>
        </p:sp>
        <p:sp>
          <p:nvSpPr>
            <p:cNvPr id="18465" name="Text Box 33">
              <a:extLst>
                <a:ext uri="{FF2B5EF4-FFF2-40B4-BE49-F238E27FC236}">
                  <a16:creationId xmlns:a16="http://schemas.microsoft.com/office/drawing/2014/main" id="{399C665D-5110-3DAF-2934-B198AE37B90A}"/>
                </a:ext>
              </a:extLst>
            </p:cNvPr>
            <p:cNvSpPr txBox="1">
              <a:spLocks noChangeArrowheads="1"/>
            </p:cNvSpPr>
            <p:nvPr/>
          </p:nvSpPr>
          <p:spPr bwMode="auto">
            <a:xfrm>
              <a:off x="7053" y="8694"/>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任务书</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18466" name="Text Box 34">
              <a:extLst>
                <a:ext uri="{FF2B5EF4-FFF2-40B4-BE49-F238E27FC236}">
                  <a16:creationId xmlns:a16="http://schemas.microsoft.com/office/drawing/2014/main" id="{FA47EA9D-A571-78DF-6655-FBAA74D349B4}"/>
                </a:ext>
              </a:extLst>
            </p:cNvPr>
            <p:cNvSpPr txBox="1">
              <a:spLocks noChangeArrowheads="1"/>
            </p:cNvSpPr>
            <p:nvPr/>
          </p:nvSpPr>
          <p:spPr bwMode="auto">
            <a:xfrm>
              <a:off x="7218" y="9084"/>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任务书</a:t>
              </a:r>
              <a:endParaRPr lang="zh-CN" altLang="en-US" sz="1800">
                <a:solidFill>
                  <a:schemeClr val="tx1"/>
                </a:solidFill>
                <a:latin typeface="Arial Narrow" panose="020B0606020202030204" pitchFamily="34" charset="0"/>
                <a:ea typeface="黑体" panose="02010609060101010101" pitchFamily="49"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0E8F434B-B991-1458-5257-410C35239AC5}"/>
              </a:ext>
            </a:extLst>
          </p:cNvPr>
          <p:cNvSpPr>
            <a:spLocks noGrp="1" noChangeArrowheads="1"/>
          </p:cNvSpPr>
          <p:nvPr>
            <p:ph type="title"/>
          </p:nvPr>
        </p:nvSpPr>
        <p:spPr/>
        <p:txBody>
          <a:bodyPr/>
          <a:lstStyle/>
          <a:p>
            <a:pPr eaLnBrk="1" hangingPunct="1"/>
            <a:r>
              <a:rPr lang="zh-CN" altLang="en-US"/>
              <a:t>需方合同环境</a:t>
            </a:r>
          </a:p>
        </p:txBody>
      </p:sp>
      <p:sp>
        <p:nvSpPr>
          <p:cNvPr id="19459" name="Rectangle 3">
            <a:extLst>
              <a:ext uri="{FF2B5EF4-FFF2-40B4-BE49-F238E27FC236}">
                <a16:creationId xmlns:a16="http://schemas.microsoft.com/office/drawing/2014/main" id="{50B13BC4-00A3-254D-5AC3-49EFAD990260}"/>
              </a:ext>
            </a:extLst>
          </p:cNvPr>
          <p:cNvSpPr>
            <a:spLocks noGrp="1" noChangeArrowheads="1"/>
          </p:cNvSpPr>
          <p:nvPr>
            <p:ph type="body" idx="1"/>
          </p:nvPr>
        </p:nvSpPr>
        <p:spPr>
          <a:xfrm>
            <a:off x="611188" y="1989138"/>
            <a:ext cx="8353425" cy="4868862"/>
          </a:xfrm>
        </p:spPr>
        <p:txBody>
          <a:bodyPr/>
          <a:lstStyle/>
          <a:p>
            <a:pPr eaLnBrk="1" hangingPunct="1">
              <a:lnSpc>
                <a:spcPct val="140000"/>
              </a:lnSpc>
            </a:pPr>
            <a:r>
              <a:rPr lang="zh-CN" altLang="en-US" sz="2400" dirty="0">
                <a:solidFill>
                  <a:schemeClr val="accent2"/>
                </a:solidFill>
                <a:latin typeface="黑体" panose="02010609060101010101" pitchFamily="49" charset="-122"/>
                <a:ea typeface="黑体" panose="02010609060101010101" pitchFamily="49" charset="-122"/>
              </a:rPr>
              <a:t>合同管理</a:t>
            </a:r>
          </a:p>
          <a:p>
            <a:pPr eaLnBrk="1" hangingPunct="1">
              <a:lnSpc>
                <a:spcPct val="140000"/>
              </a:lnSpc>
              <a:buFont typeface="Wingdings 2" panose="05020102010507070707" pitchFamily="18" charset="2"/>
              <a:buNone/>
            </a:pPr>
            <a:r>
              <a:rPr lang="zh-CN" altLang="en-US" sz="2400" dirty="0">
                <a:latin typeface="宋体" panose="02010600030101010101" pitchFamily="2" charset="-122"/>
              </a:rPr>
              <a:t>   </a:t>
            </a:r>
            <a:r>
              <a:rPr lang="en-US" altLang="zh-CN" sz="2000" dirty="0">
                <a:solidFill>
                  <a:schemeClr val="accent2"/>
                </a:solidFill>
                <a:latin typeface="宋体" panose="02010600030101010101" pitchFamily="2" charset="-122"/>
              </a:rPr>
              <a:t>——</a:t>
            </a:r>
            <a:r>
              <a:rPr lang="zh-CN" altLang="en-US" sz="2000" dirty="0">
                <a:latin typeface="宋体" panose="02010600030101010101" pitchFamily="2" charset="-122"/>
              </a:rPr>
              <a:t>对于企业处于需方</a:t>
            </a:r>
            <a:r>
              <a:rPr lang="en-US" altLang="zh-CN" sz="2000" dirty="0">
                <a:latin typeface="宋体" panose="02010600030101010101" pitchFamily="2" charset="-122"/>
              </a:rPr>
              <a:t>(</a:t>
            </a:r>
            <a:r>
              <a:rPr lang="zh-CN" altLang="en-US" sz="2000" dirty="0">
                <a:latin typeface="宋体" panose="02010600030101010101" pitchFamily="2" charset="-122"/>
              </a:rPr>
              <a:t>甲方</a:t>
            </a:r>
            <a:r>
              <a:rPr lang="en-US" altLang="zh-CN" sz="2000" dirty="0">
                <a:latin typeface="宋体" panose="02010600030101010101" pitchFamily="2" charset="-122"/>
              </a:rPr>
              <a:t>)</a:t>
            </a:r>
            <a:r>
              <a:rPr lang="zh-CN" altLang="en-US" sz="2000" dirty="0">
                <a:latin typeface="宋体" panose="02010600030101010101" pitchFamily="2" charset="-122"/>
              </a:rPr>
              <a:t>的环境，合同管理是需方对供方</a:t>
            </a:r>
            <a:r>
              <a:rPr lang="en-US" altLang="zh-CN" sz="2000" dirty="0">
                <a:latin typeface="宋体" panose="02010600030101010101" pitchFamily="2" charset="-122"/>
              </a:rPr>
              <a:t>(</a:t>
            </a:r>
            <a:r>
              <a:rPr lang="zh-CN" altLang="en-US" sz="2000" dirty="0">
                <a:latin typeface="宋体" panose="02010600030101010101" pitchFamily="2" charset="-122"/>
              </a:rPr>
              <a:t>乙方</a:t>
            </a:r>
            <a:r>
              <a:rPr lang="en-US" altLang="zh-CN" sz="2000" dirty="0">
                <a:latin typeface="宋体" panose="02010600030101010101" pitchFamily="2" charset="-122"/>
              </a:rPr>
              <a:t>)</a:t>
            </a:r>
            <a:r>
              <a:rPr lang="zh-CN" altLang="en-US" sz="2000" dirty="0">
                <a:latin typeface="宋体" panose="02010600030101010101" pitchFamily="2" charset="-122"/>
              </a:rPr>
              <a:t>执行合同的情况进行监督的过程，主要包括：</a:t>
            </a:r>
          </a:p>
          <a:p>
            <a:pPr lvl="1" eaLnBrk="1" hangingPunct="1">
              <a:lnSpc>
                <a:spcPct val="140000"/>
              </a:lnSpc>
              <a:spcBef>
                <a:spcPct val="50000"/>
              </a:spcBef>
            </a:pPr>
            <a:r>
              <a:rPr lang="zh-CN" altLang="en-US" sz="2000" dirty="0">
                <a:solidFill>
                  <a:schemeClr val="accent2"/>
                </a:solidFill>
                <a:latin typeface="黑体" panose="02010609060101010101" pitchFamily="49" charset="-122"/>
                <a:ea typeface="黑体" panose="02010609060101010101" pitchFamily="49" charset="-122"/>
              </a:rPr>
              <a:t>验收过程  </a:t>
            </a:r>
            <a:r>
              <a:rPr lang="zh-CN" altLang="en-US" sz="2000" dirty="0">
                <a:latin typeface="宋体" panose="02010600030101010101" pitchFamily="2" charset="-122"/>
              </a:rPr>
              <a:t>验收过程是需方对供方交付的产品或服务进行验收检验，以保证它满足合同条款的要求。 </a:t>
            </a:r>
          </a:p>
          <a:p>
            <a:pPr lvl="1" eaLnBrk="1" hangingPunct="1">
              <a:lnSpc>
                <a:spcPct val="140000"/>
              </a:lnSpc>
            </a:pPr>
            <a:r>
              <a:rPr lang="zh-CN" altLang="en-US" sz="2000" dirty="0">
                <a:solidFill>
                  <a:schemeClr val="accent2"/>
                </a:solidFill>
                <a:latin typeface="黑体" panose="02010609060101010101" pitchFamily="49" charset="-122"/>
                <a:ea typeface="黑体" panose="02010609060101010101" pitchFamily="49" charset="-122"/>
              </a:rPr>
              <a:t>对违约事件处理  </a:t>
            </a:r>
            <a:r>
              <a:rPr lang="zh-CN" altLang="en-US" sz="2000" dirty="0">
                <a:latin typeface="宋体" panose="02010600030101010101" pitchFamily="2" charset="-122"/>
              </a:rPr>
              <a:t>在合同的执行过程中，如果供方发生与合同要求不一致的问题，导致违约事件，需要执行违约事件处理过程。</a:t>
            </a:r>
            <a:r>
              <a:rPr lang="zh-CN" altLang="en-US"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C1272C0-51CE-181B-61FB-F8DDDCE01916}"/>
              </a:ext>
            </a:extLst>
          </p:cNvPr>
          <p:cNvSpPr>
            <a:spLocks noGrp="1" noChangeArrowheads="1"/>
          </p:cNvSpPr>
          <p:nvPr>
            <p:ph type="title"/>
          </p:nvPr>
        </p:nvSpPr>
        <p:spPr/>
        <p:txBody>
          <a:bodyPr/>
          <a:lstStyle/>
          <a:p>
            <a:pPr eaLnBrk="1" hangingPunct="1"/>
            <a:r>
              <a:rPr lang="zh-CN" altLang="en-US"/>
              <a:t>需方合同环境</a:t>
            </a:r>
          </a:p>
        </p:txBody>
      </p:sp>
      <p:sp>
        <p:nvSpPr>
          <p:cNvPr id="20483" name="Rectangle 3">
            <a:extLst>
              <a:ext uri="{FF2B5EF4-FFF2-40B4-BE49-F238E27FC236}">
                <a16:creationId xmlns:a16="http://schemas.microsoft.com/office/drawing/2014/main" id="{2228A8A4-4682-9FFD-DC90-A8E5D092E555}"/>
              </a:ext>
            </a:extLst>
          </p:cNvPr>
          <p:cNvSpPr>
            <a:spLocks noGrp="1" noChangeArrowheads="1"/>
          </p:cNvSpPr>
          <p:nvPr>
            <p:ph type="body" idx="1"/>
          </p:nvPr>
        </p:nvSpPr>
        <p:spPr>
          <a:xfrm>
            <a:off x="611188" y="1916113"/>
            <a:ext cx="8353425" cy="4941887"/>
          </a:xfrm>
        </p:spPr>
        <p:txBody>
          <a:bodyPr/>
          <a:lstStyle/>
          <a:p>
            <a:pPr eaLnBrk="1" hangingPunct="1"/>
            <a:r>
              <a:rPr lang="zh-CN" altLang="en-US" sz="2400">
                <a:latin typeface="黑体" panose="02010609060101010101" pitchFamily="49" charset="-122"/>
                <a:ea typeface="黑体" panose="02010609060101010101" pitchFamily="49" charset="-122"/>
              </a:rPr>
              <a:t>验收过程</a:t>
            </a:r>
          </a:p>
        </p:txBody>
      </p:sp>
      <p:grpSp>
        <p:nvGrpSpPr>
          <p:cNvPr id="20484" name="Group 4">
            <a:extLst>
              <a:ext uri="{FF2B5EF4-FFF2-40B4-BE49-F238E27FC236}">
                <a16:creationId xmlns:a16="http://schemas.microsoft.com/office/drawing/2014/main" id="{656AFFCC-B6B5-28B8-0E10-2BECFCBFDF3C}"/>
              </a:ext>
            </a:extLst>
          </p:cNvPr>
          <p:cNvGrpSpPr>
            <a:grpSpLocks/>
          </p:cNvGrpSpPr>
          <p:nvPr/>
        </p:nvGrpSpPr>
        <p:grpSpPr bwMode="auto">
          <a:xfrm>
            <a:off x="1116013" y="2565400"/>
            <a:ext cx="7416800" cy="4032250"/>
            <a:chOff x="1827" y="5055"/>
            <a:chExt cx="8250" cy="3012"/>
          </a:xfrm>
        </p:grpSpPr>
        <p:sp>
          <p:nvSpPr>
            <p:cNvPr id="20485" name="Text Box 5">
              <a:extLst>
                <a:ext uri="{FF2B5EF4-FFF2-40B4-BE49-F238E27FC236}">
                  <a16:creationId xmlns:a16="http://schemas.microsoft.com/office/drawing/2014/main" id="{2FD765E9-C02A-F8DA-BD2C-219186E584C4}"/>
                </a:ext>
              </a:extLst>
            </p:cNvPr>
            <p:cNvSpPr txBox="1">
              <a:spLocks noChangeArrowheads="1"/>
            </p:cNvSpPr>
            <p:nvPr/>
          </p:nvSpPr>
          <p:spPr bwMode="auto">
            <a:xfrm>
              <a:off x="1827" y="5055"/>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需求资料</a:t>
              </a:r>
              <a:endParaRPr lang="zh-CN" altLang="en-US" sz="1800">
                <a:solidFill>
                  <a:schemeClr val="tx1"/>
                </a:solidFill>
                <a:ea typeface="黑体" panose="02010609060101010101" pitchFamily="49" charset="-122"/>
              </a:endParaRPr>
            </a:p>
          </p:txBody>
        </p:sp>
        <p:sp>
          <p:nvSpPr>
            <p:cNvPr id="20486" name="Text Box 6">
              <a:extLst>
                <a:ext uri="{FF2B5EF4-FFF2-40B4-BE49-F238E27FC236}">
                  <a16:creationId xmlns:a16="http://schemas.microsoft.com/office/drawing/2014/main" id="{57C045E8-8351-2D02-7988-9EF7E130D633}"/>
                </a:ext>
              </a:extLst>
            </p:cNvPr>
            <p:cNvSpPr txBox="1">
              <a:spLocks noChangeArrowheads="1"/>
            </p:cNvSpPr>
            <p:nvPr/>
          </p:nvSpPr>
          <p:spPr bwMode="auto">
            <a:xfrm>
              <a:off x="1992" y="5445"/>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合同文本</a:t>
              </a:r>
              <a:endParaRPr lang="zh-CN" altLang="en-US" sz="1800">
                <a:solidFill>
                  <a:schemeClr val="tx1"/>
                </a:solidFill>
                <a:ea typeface="黑体" panose="02010609060101010101" pitchFamily="49" charset="-122"/>
              </a:endParaRPr>
            </a:p>
          </p:txBody>
        </p:sp>
        <p:sp>
          <p:nvSpPr>
            <p:cNvPr id="20487" name="Text Box 7">
              <a:extLst>
                <a:ext uri="{FF2B5EF4-FFF2-40B4-BE49-F238E27FC236}">
                  <a16:creationId xmlns:a16="http://schemas.microsoft.com/office/drawing/2014/main" id="{18214ADF-27CF-40C5-95AA-150C986F06E0}"/>
                </a:ext>
              </a:extLst>
            </p:cNvPr>
            <p:cNvSpPr txBox="1">
              <a:spLocks noChangeArrowheads="1"/>
            </p:cNvSpPr>
            <p:nvPr/>
          </p:nvSpPr>
          <p:spPr bwMode="auto">
            <a:xfrm>
              <a:off x="3852" y="5097"/>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验收清单制定</a:t>
              </a:r>
              <a:endParaRPr lang="zh-CN" altLang="en-US" sz="1800">
                <a:solidFill>
                  <a:schemeClr val="tx1"/>
                </a:solidFill>
                <a:ea typeface="黑体" panose="02010609060101010101" pitchFamily="49" charset="-122"/>
              </a:endParaRPr>
            </a:p>
          </p:txBody>
        </p:sp>
        <p:sp>
          <p:nvSpPr>
            <p:cNvPr id="20488" name="Line 8">
              <a:extLst>
                <a:ext uri="{FF2B5EF4-FFF2-40B4-BE49-F238E27FC236}">
                  <a16:creationId xmlns:a16="http://schemas.microsoft.com/office/drawing/2014/main" id="{A4169E4E-F4CE-11AB-F7A6-C71B4FB072D6}"/>
                </a:ext>
              </a:extLst>
            </p:cNvPr>
            <p:cNvSpPr>
              <a:spLocks noChangeShapeType="1"/>
            </p:cNvSpPr>
            <p:nvPr/>
          </p:nvSpPr>
          <p:spPr bwMode="auto">
            <a:xfrm>
              <a:off x="3252" y="5408"/>
              <a:ext cx="58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89" name="Text Box 9">
              <a:extLst>
                <a:ext uri="{FF2B5EF4-FFF2-40B4-BE49-F238E27FC236}">
                  <a16:creationId xmlns:a16="http://schemas.microsoft.com/office/drawing/2014/main" id="{DA8C033F-7EF7-AFD5-B43F-CFEAE914DC63}"/>
                </a:ext>
              </a:extLst>
            </p:cNvPr>
            <p:cNvSpPr txBox="1">
              <a:spLocks noChangeArrowheads="1"/>
            </p:cNvSpPr>
            <p:nvPr/>
          </p:nvSpPr>
          <p:spPr bwMode="auto">
            <a:xfrm>
              <a:off x="5982" y="5113"/>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dirty="0">
                  <a:solidFill>
                    <a:schemeClr val="tx1"/>
                  </a:solidFill>
                  <a:latin typeface="Times New Roman" panose="02020603050405020304" pitchFamily="18" charset="0"/>
                  <a:ea typeface="黑体" panose="02010609060101010101" pitchFamily="49" charset="-122"/>
                </a:rPr>
                <a:t>验收清单评审</a:t>
              </a:r>
              <a:endParaRPr lang="zh-CN" altLang="en-US" sz="1800" dirty="0">
                <a:solidFill>
                  <a:schemeClr val="tx1"/>
                </a:solidFill>
                <a:ea typeface="黑体" panose="02010609060101010101" pitchFamily="49" charset="-122"/>
              </a:endParaRPr>
            </a:p>
          </p:txBody>
        </p:sp>
        <p:sp>
          <p:nvSpPr>
            <p:cNvPr id="20490" name="Line 10">
              <a:extLst>
                <a:ext uri="{FF2B5EF4-FFF2-40B4-BE49-F238E27FC236}">
                  <a16:creationId xmlns:a16="http://schemas.microsoft.com/office/drawing/2014/main" id="{142938DF-E678-C98E-436D-C46F597DED20}"/>
                </a:ext>
              </a:extLst>
            </p:cNvPr>
            <p:cNvSpPr>
              <a:spLocks noChangeShapeType="1"/>
            </p:cNvSpPr>
            <p:nvPr/>
          </p:nvSpPr>
          <p:spPr bwMode="auto">
            <a:xfrm>
              <a:off x="5352" y="5409"/>
              <a:ext cx="6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1" name="Text Box 11">
              <a:extLst>
                <a:ext uri="{FF2B5EF4-FFF2-40B4-BE49-F238E27FC236}">
                  <a16:creationId xmlns:a16="http://schemas.microsoft.com/office/drawing/2014/main" id="{5CB830A3-B18D-142C-4518-EC8135BF03DF}"/>
                </a:ext>
              </a:extLst>
            </p:cNvPr>
            <p:cNvSpPr txBox="1">
              <a:spLocks noChangeArrowheads="1"/>
            </p:cNvSpPr>
            <p:nvPr/>
          </p:nvSpPr>
          <p:spPr bwMode="auto">
            <a:xfrm>
              <a:off x="8082" y="5133"/>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验收计划制定</a:t>
              </a:r>
              <a:endParaRPr lang="zh-CN" altLang="en-US" sz="1800">
                <a:solidFill>
                  <a:schemeClr val="tx1"/>
                </a:solidFill>
                <a:ea typeface="黑体" panose="02010609060101010101" pitchFamily="49" charset="-122"/>
              </a:endParaRPr>
            </a:p>
          </p:txBody>
        </p:sp>
        <p:sp>
          <p:nvSpPr>
            <p:cNvPr id="20492" name="Line 12">
              <a:extLst>
                <a:ext uri="{FF2B5EF4-FFF2-40B4-BE49-F238E27FC236}">
                  <a16:creationId xmlns:a16="http://schemas.microsoft.com/office/drawing/2014/main" id="{E787A351-B68C-0D09-E4BE-3EC951A085BC}"/>
                </a:ext>
              </a:extLst>
            </p:cNvPr>
            <p:cNvSpPr>
              <a:spLocks noChangeShapeType="1"/>
            </p:cNvSpPr>
            <p:nvPr/>
          </p:nvSpPr>
          <p:spPr bwMode="auto">
            <a:xfrm>
              <a:off x="7452" y="5429"/>
              <a:ext cx="6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3" name="Text Box 13">
              <a:extLst>
                <a:ext uri="{FF2B5EF4-FFF2-40B4-BE49-F238E27FC236}">
                  <a16:creationId xmlns:a16="http://schemas.microsoft.com/office/drawing/2014/main" id="{EBDF89DC-24C6-CD69-A45A-D3F0E1C8BD80}"/>
                </a:ext>
              </a:extLst>
            </p:cNvPr>
            <p:cNvSpPr txBox="1">
              <a:spLocks noChangeArrowheads="1"/>
            </p:cNvSpPr>
            <p:nvPr/>
          </p:nvSpPr>
          <p:spPr bwMode="auto">
            <a:xfrm>
              <a:off x="4377" y="6521"/>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编写验收报告</a:t>
              </a:r>
              <a:endParaRPr lang="zh-CN" altLang="en-US" sz="1800">
                <a:solidFill>
                  <a:schemeClr val="tx1"/>
                </a:solidFill>
                <a:ea typeface="黑体" panose="02010609060101010101" pitchFamily="49" charset="-122"/>
              </a:endParaRPr>
            </a:p>
          </p:txBody>
        </p:sp>
        <p:sp>
          <p:nvSpPr>
            <p:cNvPr id="20494" name="Line 14">
              <a:extLst>
                <a:ext uri="{FF2B5EF4-FFF2-40B4-BE49-F238E27FC236}">
                  <a16:creationId xmlns:a16="http://schemas.microsoft.com/office/drawing/2014/main" id="{ADB4EE8A-BA87-8A25-4DD3-22BA9A355B41}"/>
                </a:ext>
              </a:extLst>
            </p:cNvPr>
            <p:cNvSpPr>
              <a:spLocks noChangeShapeType="1"/>
            </p:cNvSpPr>
            <p:nvPr/>
          </p:nvSpPr>
          <p:spPr bwMode="auto">
            <a:xfrm>
              <a:off x="3777" y="6832"/>
              <a:ext cx="58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5" name="Text Box 15">
              <a:extLst>
                <a:ext uri="{FF2B5EF4-FFF2-40B4-BE49-F238E27FC236}">
                  <a16:creationId xmlns:a16="http://schemas.microsoft.com/office/drawing/2014/main" id="{F813A0A6-E87E-B13C-F0B5-1B6FACB20AA8}"/>
                </a:ext>
              </a:extLst>
            </p:cNvPr>
            <p:cNvSpPr txBox="1">
              <a:spLocks noChangeArrowheads="1"/>
            </p:cNvSpPr>
            <p:nvPr/>
          </p:nvSpPr>
          <p:spPr bwMode="auto">
            <a:xfrm>
              <a:off x="6507" y="6540"/>
              <a:ext cx="1470"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验收问题处理计划</a:t>
              </a:r>
              <a:endParaRPr lang="zh-CN" altLang="en-US" sz="1800">
                <a:solidFill>
                  <a:schemeClr val="tx1"/>
                </a:solidFill>
                <a:ea typeface="黑体" panose="02010609060101010101" pitchFamily="49" charset="-122"/>
              </a:endParaRPr>
            </a:p>
          </p:txBody>
        </p:sp>
        <p:sp>
          <p:nvSpPr>
            <p:cNvPr id="20496" name="Line 16">
              <a:extLst>
                <a:ext uri="{FF2B5EF4-FFF2-40B4-BE49-F238E27FC236}">
                  <a16:creationId xmlns:a16="http://schemas.microsoft.com/office/drawing/2014/main" id="{4D945629-B79A-111B-DCCD-85B41C459D0C}"/>
                </a:ext>
              </a:extLst>
            </p:cNvPr>
            <p:cNvSpPr>
              <a:spLocks noChangeShapeType="1"/>
            </p:cNvSpPr>
            <p:nvPr/>
          </p:nvSpPr>
          <p:spPr bwMode="auto">
            <a:xfrm>
              <a:off x="5877" y="6833"/>
              <a:ext cx="6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7" name="Text Box 17">
              <a:extLst>
                <a:ext uri="{FF2B5EF4-FFF2-40B4-BE49-F238E27FC236}">
                  <a16:creationId xmlns:a16="http://schemas.microsoft.com/office/drawing/2014/main" id="{88F15E5E-137C-8CF7-7EEC-0CBC68848F72}"/>
                </a:ext>
              </a:extLst>
            </p:cNvPr>
            <p:cNvSpPr txBox="1">
              <a:spLocks noChangeArrowheads="1"/>
            </p:cNvSpPr>
            <p:nvPr/>
          </p:nvSpPr>
          <p:spPr bwMode="auto">
            <a:xfrm>
              <a:off x="8607" y="6557"/>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验收报告确认</a:t>
              </a:r>
              <a:endParaRPr lang="zh-CN" altLang="en-US" sz="1800">
                <a:solidFill>
                  <a:schemeClr val="tx1"/>
                </a:solidFill>
                <a:ea typeface="黑体" panose="02010609060101010101" pitchFamily="49" charset="-122"/>
              </a:endParaRPr>
            </a:p>
          </p:txBody>
        </p:sp>
        <p:sp>
          <p:nvSpPr>
            <p:cNvPr id="20498" name="Line 18">
              <a:extLst>
                <a:ext uri="{FF2B5EF4-FFF2-40B4-BE49-F238E27FC236}">
                  <a16:creationId xmlns:a16="http://schemas.microsoft.com/office/drawing/2014/main" id="{9BE1EA29-A308-21A9-4BCF-EE7722F2DC1C}"/>
                </a:ext>
              </a:extLst>
            </p:cNvPr>
            <p:cNvSpPr>
              <a:spLocks noChangeShapeType="1"/>
            </p:cNvSpPr>
            <p:nvPr/>
          </p:nvSpPr>
          <p:spPr bwMode="auto">
            <a:xfrm>
              <a:off x="7977" y="6853"/>
              <a:ext cx="6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9" name="Text Box 19">
              <a:extLst>
                <a:ext uri="{FF2B5EF4-FFF2-40B4-BE49-F238E27FC236}">
                  <a16:creationId xmlns:a16="http://schemas.microsoft.com/office/drawing/2014/main" id="{0261ABEA-EEA9-9900-2943-342901D6BDB6}"/>
                </a:ext>
              </a:extLst>
            </p:cNvPr>
            <p:cNvSpPr txBox="1">
              <a:spLocks noChangeArrowheads="1"/>
            </p:cNvSpPr>
            <p:nvPr/>
          </p:nvSpPr>
          <p:spPr bwMode="auto">
            <a:xfrm>
              <a:off x="2307" y="6537"/>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验收计划执行</a:t>
              </a:r>
              <a:endParaRPr lang="zh-CN" altLang="en-US" sz="1800">
                <a:solidFill>
                  <a:schemeClr val="tx1"/>
                </a:solidFill>
                <a:ea typeface="黑体" panose="02010609060101010101" pitchFamily="49" charset="-122"/>
              </a:endParaRPr>
            </a:p>
          </p:txBody>
        </p:sp>
        <p:sp>
          <p:nvSpPr>
            <p:cNvPr id="20500" name="Text Box 20">
              <a:extLst>
                <a:ext uri="{FF2B5EF4-FFF2-40B4-BE49-F238E27FC236}">
                  <a16:creationId xmlns:a16="http://schemas.microsoft.com/office/drawing/2014/main" id="{37D612EE-6931-C9D1-3AA3-A1B12FE2ECCC}"/>
                </a:ext>
              </a:extLst>
            </p:cNvPr>
            <p:cNvSpPr txBox="1">
              <a:spLocks noChangeArrowheads="1"/>
            </p:cNvSpPr>
            <p:nvPr/>
          </p:nvSpPr>
          <p:spPr bwMode="auto">
            <a:xfrm>
              <a:off x="8787" y="7599"/>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验收报告</a:t>
              </a:r>
              <a:endParaRPr lang="zh-CN" altLang="en-US" sz="1800">
                <a:solidFill>
                  <a:schemeClr val="tx1"/>
                </a:solidFill>
                <a:ea typeface="黑体" panose="02010609060101010101" pitchFamily="49" charset="-122"/>
              </a:endParaRPr>
            </a:p>
          </p:txBody>
        </p:sp>
        <p:sp>
          <p:nvSpPr>
            <p:cNvPr id="20501" name="Line 21">
              <a:extLst>
                <a:ext uri="{FF2B5EF4-FFF2-40B4-BE49-F238E27FC236}">
                  <a16:creationId xmlns:a16="http://schemas.microsoft.com/office/drawing/2014/main" id="{2224998A-A1D8-8215-7B70-9F05DA1BF57C}"/>
                </a:ext>
              </a:extLst>
            </p:cNvPr>
            <p:cNvSpPr>
              <a:spLocks noChangeShapeType="1"/>
            </p:cNvSpPr>
            <p:nvPr/>
          </p:nvSpPr>
          <p:spPr bwMode="auto">
            <a:xfrm>
              <a:off x="9552" y="5445"/>
              <a:ext cx="3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2" name="Line 22">
              <a:extLst>
                <a:ext uri="{FF2B5EF4-FFF2-40B4-BE49-F238E27FC236}">
                  <a16:creationId xmlns:a16="http://schemas.microsoft.com/office/drawing/2014/main" id="{A0D1339D-97C4-D1A7-E0F4-C3AE9FD350FE}"/>
                </a:ext>
              </a:extLst>
            </p:cNvPr>
            <p:cNvSpPr>
              <a:spLocks noChangeShapeType="1"/>
            </p:cNvSpPr>
            <p:nvPr/>
          </p:nvSpPr>
          <p:spPr bwMode="auto">
            <a:xfrm>
              <a:off x="9867" y="5445"/>
              <a:ext cx="0" cy="7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3" name="Line 23">
              <a:extLst>
                <a:ext uri="{FF2B5EF4-FFF2-40B4-BE49-F238E27FC236}">
                  <a16:creationId xmlns:a16="http://schemas.microsoft.com/office/drawing/2014/main" id="{0E09868A-F3F9-D5AA-C0B9-AD7FFAF7619B}"/>
                </a:ext>
              </a:extLst>
            </p:cNvPr>
            <p:cNvSpPr>
              <a:spLocks noChangeShapeType="1"/>
            </p:cNvSpPr>
            <p:nvPr/>
          </p:nvSpPr>
          <p:spPr bwMode="auto">
            <a:xfrm flipH="1">
              <a:off x="1887" y="6225"/>
              <a:ext cx="79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4" name="Line 24">
              <a:extLst>
                <a:ext uri="{FF2B5EF4-FFF2-40B4-BE49-F238E27FC236}">
                  <a16:creationId xmlns:a16="http://schemas.microsoft.com/office/drawing/2014/main" id="{6C23278C-711B-9C2C-5EB8-DDBA37727651}"/>
                </a:ext>
              </a:extLst>
            </p:cNvPr>
            <p:cNvSpPr>
              <a:spLocks noChangeShapeType="1"/>
            </p:cNvSpPr>
            <p:nvPr/>
          </p:nvSpPr>
          <p:spPr bwMode="auto">
            <a:xfrm>
              <a:off x="1887" y="6225"/>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5" name="Line 25">
              <a:extLst>
                <a:ext uri="{FF2B5EF4-FFF2-40B4-BE49-F238E27FC236}">
                  <a16:creationId xmlns:a16="http://schemas.microsoft.com/office/drawing/2014/main" id="{0C3CC5F8-2EFB-9A9A-CAF0-D71210D0FA0E}"/>
                </a:ext>
              </a:extLst>
            </p:cNvPr>
            <p:cNvSpPr>
              <a:spLocks noChangeShapeType="1"/>
            </p:cNvSpPr>
            <p:nvPr/>
          </p:nvSpPr>
          <p:spPr bwMode="auto">
            <a:xfrm>
              <a:off x="1887" y="6862"/>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6" name="Line 26">
              <a:extLst>
                <a:ext uri="{FF2B5EF4-FFF2-40B4-BE49-F238E27FC236}">
                  <a16:creationId xmlns:a16="http://schemas.microsoft.com/office/drawing/2014/main" id="{1CB113E0-5381-15A4-481E-9E827EA9D09B}"/>
                </a:ext>
              </a:extLst>
            </p:cNvPr>
            <p:cNvSpPr>
              <a:spLocks noChangeShapeType="1"/>
            </p:cNvSpPr>
            <p:nvPr/>
          </p:nvSpPr>
          <p:spPr bwMode="auto">
            <a:xfrm>
              <a:off x="9342" y="7161"/>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B48A9EB-BDBF-22AE-2F46-FBC48C13C886}"/>
              </a:ext>
            </a:extLst>
          </p:cNvPr>
          <p:cNvSpPr>
            <a:spLocks noGrp="1" noChangeArrowheads="1"/>
          </p:cNvSpPr>
          <p:nvPr>
            <p:ph type="title"/>
          </p:nvPr>
        </p:nvSpPr>
        <p:spPr/>
        <p:txBody>
          <a:bodyPr/>
          <a:lstStyle/>
          <a:p>
            <a:pPr eaLnBrk="1" hangingPunct="1"/>
            <a:r>
              <a:rPr lang="zh-CN" altLang="en-US"/>
              <a:t>需方合同环境</a:t>
            </a:r>
          </a:p>
        </p:txBody>
      </p:sp>
      <p:sp>
        <p:nvSpPr>
          <p:cNvPr id="21507" name="Rectangle 3">
            <a:extLst>
              <a:ext uri="{FF2B5EF4-FFF2-40B4-BE49-F238E27FC236}">
                <a16:creationId xmlns:a16="http://schemas.microsoft.com/office/drawing/2014/main" id="{1F5D2D06-DA7D-8FC3-4C57-953E68D2FE15}"/>
              </a:ext>
            </a:extLst>
          </p:cNvPr>
          <p:cNvSpPr>
            <a:spLocks noGrp="1" noChangeArrowheads="1"/>
          </p:cNvSpPr>
          <p:nvPr>
            <p:ph type="body" idx="1"/>
          </p:nvPr>
        </p:nvSpPr>
        <p:spPr>
          <a:xfrm>
            <a:off x="468313" y="1989138"/>
            <a:ext cx="8496300" cy="4868862"/>
          </a:xfrm>
        </p:spPr>
        <p:txBody>
          <a:bodyPr/>
          <a:lstStyle/>
          <a:p>
            <a:pPr eaLnBrk="1" hangingPunct="1"/>
            <a:r>
              <a:rPr lang="zh-CN" altLang="en-US" sz="2400">
                <a:latin typeface="黑体" panose="02010609060101010101" pitchFamily="49" charset="-122"/>
                <a:ea typeface="黑体" panose="02010609060101010101" pitchFamily="49" charset="-122"/>
              </a:rPr>
              <a:t>违约事件处理过程</a:t>
            </a:r>
          </a:p>
        </p:txBody>
      </p:sp>
      <p:grpSp>
        <p:nvGrpSpPr>
          <p:cNvPr id="21508" name="Group 4">
            <a:extLst>
              <a:ext uri="{FF2B5EF4-FFF2-40B4-BE49-F238E27FC236}">
                <a16:creationId xmlns:a16="http://schemas.microsoft.com/office/drawing/2014/main" id="{27DA764F-C58C-E5C5-456D-2B6B6F86B64F}"/>
              </a:ext>
            </a:extLst>
          </p:cNvPr>
          <p:cNvGrpSpPr>
            <a:grpSpLocks/>
          </p:cNvGrpSpPr>
          <p:nvPr/>
        </p:nvGrpSpPr>
        <p:grpSpPr bwMode="auto">
          <a:xfrm>
            <a:off x="971550" y="2781300"/>
            <a:ext cx="7848600" cy="3240088"/>
            <a:chOff x="1992" y="12598"/>
            <a:chExt cx="8085" cy="1777"/>
          </a:xfrm>
        </p:grpSpPr>
        <p:sp>
          <p:nvSpPr>
            <p:cNvPr id="21509" name="Text Box 5">
              <a:extLst>
                <a:ext uri="{FF2B5EF4-FFF2-40B4-BE49-F238E27FC236}">
                  <a16:creationId xmlns:a16="http://schemas.microsoft.com/office/drawing/2014/main" id="{78B5ECDF-CC77-829E-D3E2-9FB93610651F}"/>
                </a:ext>
              </a:extLst>
            </p:cNvPr>
            <p:cNvSpPr txBox="1">
              <a:spLocks noChangeArrowheads="1"/>
            </p:cNvSpPr>
            <p:nvPr/>
          </p:nvSpPr>
          <p:spPr bwMode="auto">
            <a:xfrm>
              <a:off x="1992" y="12659"/>
              <a:ext cx="1470" cy="468"/>
            </a:xfrm>
            <a:prstGeom prst="rect">
              <a:avLst/>
            </a:prstGeom>
            <a:solidFill>
              <a:srgbClr val="86B4E6"/>
            </a:solidFill>
            <a:ln w="9525">
              <a:solidFill>
                <a:srgbClr val="000000"/>
              </a:solidFill>
              <a:miter lim="800000"/>
              <a:headEnd/>
              <a:tailEnd/>
            </a:ln>
          </p:spPr>
          <p:txBody>
            <a:bodyPr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违约事件报告</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21510" name="Text Box 6">
              <a:extLst>
                <a:ext uri="{FF2B5EF4-FFF2-40B4-BE49-F238E27FC236}">
                  <a16:creationId xmlns:a16="http://schemas.microsoft.com/office/drawing/2014/main" id="{12D293AA-8948-C0AE-3952-E1E7B2892849}"/>
                </a:ext>
              </a:extLst>
            </p:cNvPr>
            <p:cNvSpPr txBox="1">
              <a:spLocks noChangeArrowheads="1"/>
            </p:cNvSpPr>
            <p:nvPr/>
          </p:nvSpPr>
          <p:spPr bwMode="auto">
            <a:xfrm>
              <a:off x="4047" y="12598"/>
              <a:ext cx="1470" cy="624"/>
            </a:xfrm>
            <a:prstGeom prst="rect">
              <a:avLst/>
            </a:prstGeom>
            <a:solidFill>
              <a:srgbClr val="FFCC00"/>
            </a:solidFill>
            <a:ln w="9525">
              <a:solidFill>
                <a:srgbClr val="000000"/>
              </a:solidFill>
              <a:miter lim="800000"/>
              <a:headEnd/>
              <a:tailEnd/>
            </a:ln>
          </p:spPr>
          <p:txBody>
            <a:bodyPr tIns="9000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违约事件通告</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21511" name="Line 7">
              <a:extLst>
                <a:ext uri="{FF2B5EF4-FFF2-40B4-BE49-F238E27FC236}">
                  <a16:creationId xmlns:a16="http://schemas.microsoft.com/office/drawing/2014/main" id="{3148A670-7139-B861-1AE3-AB6B41B5BF11}"/>
                </a:ext>
              </a:extLst>
            </p:cNvPr>
            <p:cNvSpPr>
              <a:spLocks noChangeShapeType="1"/>
            </p:cNvSpPr>
            <p:nvPr/>
          </p:nvSpPr>
          <p:spPr bwMode="auto">
            <a:xfrm>
              <a:off x="3447" y="12909"/>
              <a:ext cx="58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2" name="Text Box 8">
              <a:extLst>
                <a:ext uri="{FF2B5EF4-FFF2-40B4-BE49-F238E27FC236}">
                  <a16:creationId xmlns:a16="http://schemas.microsoft.com/office/drawing/2014/main" id="{301A3E09-81B7-E8B7-9E2F-EF5315E66625}"/>
                </a:ext>
              </a:extLst>
            </p:cNvPr>
            <p:cNvSpPr txBox="1">
              <a:spLocks noChangeArrowheads="1"/>
            </p:cNvSpPr>
            <p:nvPr/>
          </p:nvSpPr>
          <p:spPr bwMode="auto">
            <a:xfrm>
              <a:off x="6177" y="12614"/>
              <a:ext cx="1470" cy="624"/>
            </a:xfrm>
            <a:prstGeom prst="rect">
              <a:avLst/>
            </a:prstGeom>
            <a:solidFill>
              <a:srgbClr val="FFCC00"/>
            </a:solidFill>
            <a:ln w="9525">
              <a:solidFill>
                <a:srgbClr val="000000"/>
              </a:solidFill>
              <a:miter lim="800000"/>
              <a:headEnd/>
              <a:tailEnd/>
            </a:ln>
          </p:spPr>
          <p:txBody>
            <a:bodyPr tIns="9000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处理方式确定</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21513" name="Line 9">
              <a:extLst>
                <a:ext uri="{FF2B5EF4-FFF2-40B4-BE49-F238E27FC236}">
                  <a16:creationId xmlns:a16="http://schemas.microsoft.com/office/drawing/2014/main" id="{C949D691-50D3-34D2-F947-CC4864159177}"/>
                </a:ext>
              </a:extLst>
            </p:cNvPr>
            <p:cNvSpPr>
              <a:spLocks noChangeShapeType="1"/>
            </p:cNvSpPr>
            <p:nvPr/>
          </p:nvSpPr>
          <p:spPr bwMode="auto">
            <a:xfrm>
              <a:off x="5547" y="12910"/>
              <a:ext cx="6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4" name="Text Box 10">
              <a:extLst>
                <a:ext uri="{FF2B5EF4-FFF2-40B4-BE49-F238E27FC236}">
                  <a16:creationId xmlns:a16="http://schemas.microsoft.com/office/drawing/2014/main" id="{86A37865-8D22-5348-E9B0-F39DA6F1927C}"/>
                </a:ext>
              </a:extLst>
            </p:cNvPr>
            <p:cNvSpPr txBox="1">
              <a:spLocks noChangeArrowheads="1"/>
            </p:cNvSpPr>
            <p:nvPr/>
          </p:nvSpPr>
          <p:spPr bwMode="auto">
            <a:xfrm>
              <a:off x="8277" y="12634"/>
              <a:ext cx="1470" cy="624"/>
            </a:xfrm>
            <a:prstGeom prst="rect">
              <a:avLst/>
            </a:prstGeom>
            <a:solidFill>
              <a:srgbClr val="FFCC00"/>
            </a:solidFill>
            <a:ln w="9525">
              <a:solidFill>
                <a:srgbClr val="000000"/>
              </a:solidFill>
              <a:miter lim="800000"/>
              <a:headEnd/>
              <a:tailEnd/>
            </a:ln>
          </p:spPr>
          <p:txBody>
            <a:bodyPr tIns="9000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处理违约事件</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21515" name="Line 11">
              <a:extLst>
                <a:ext uri="{FF2B5EF4-FFF2-40B4-BE49-F238E27FC236}">
                  <a16:creationId xmlns:a16="http://schemas.microsoft.com/office/drawing/2014/main" id="{AA0240A9-D5CE-073A-A99A-2ED65A29AB9E}"/>
                </a:ext>
              </a:extLst>
            </p:cNvPr>
            <p:cNvSpPr>
              <a:spLocks noChangeShapeType="1"/>
            </p:cNvSpPr>
            <p:nvPr/>
          </p:nvSpPr>
          <p:spPr bwMode="auto">
            <a:xfrm>
              <a:off x="7647" y="12930"/>
              <a:ext cx="6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6" name="Text Box 12">
              <a:extLst>
                <a:ext uri="{FF2B5EF4-FFF2-40B4-BE49-F238E27FC236}">
                  <a16:creationId xmlns:a16="http://schemas.microsoft.com/office/drawing/2014/main" id="{98448EB3-C197-B6E3-A348-B055F30A5D32}"/>
                </a:ext>
              </a:extLst>
            </p:cNvPr>
            <p:cNvSpPr txBox="1">
              <a:spLocks noChangeArrowheads="1"/>
            </p:cNvSpPr>
            <p:nvPr/>
          </p:nvSpPr>
          <p:spPr bwMode="auto">
            <a:xfrm>
              <a:off x="3987" y="13751"/>
              <a:ext cx="1470" cy="624"/>
            </a:xfrm>
            <a:prstGeom prst="rect">
              <a:avLst/>
            </a:prstGeom>
            <a:solidFill>
              <a:srgbClr val="FFCC00"/>
            </a:solidFill>
            <a:ln w="9525">
              <a:solidFill>
                <a:srgbClr val="000000"/>
              </a:solidFill>
              <a:miter lim="800000"/>
              <a:headEnd/>
              <a:tailEnd/>
            </a:ln>
          </p:spPr>
          <p:txBody>
            <a:bodyPr tIns="9000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处理报告提交</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21517" name="Text Box 13">
              <a:extLst>
                <a:ext uri="{FF2B5EF4-FFF2-40B4-BE49-F238E27FC236}">
                  <a16:creationId xmlns:a16="http://schemas.microsoft.com/office/drawing/2014/main" id="{8361A6A5-DB3B-6036-1F18-BE723082FC67}"/>
                </a:ext>
              </a:extLst>
            </p:cNvPr>
            <p:cNvSpPr txBox="1">
              <a:spLocks noChangeArrowheads="1"/>
            </p:cNvSpPr>
            <p:nvPr/>
          </p:nvSpPr>
          <p:spPr bwMode="auto">
            <a:xfrm>
              <a:off x="5877" y="13862"/>
              <a:ext cx="1890" cy="468"/>
            </a:xfrm>
            <a:prstGeom prst="rect">
              <a:avLst/>
            </a:prstGeom>
            <a:solidFill>
              <a:srgbClr val="86B4E6"/>
            </a:solidFill>
            <a:ln w="9525">
              <a:solidFill>
                <a:srgbClr val="000000"/>
              </a:solidFill>
              <a:miter lim="800000"/>
              <a:headEnd/>
              <a:tailEnd/>
            </a:ln>
          </p:spPr>
          <p:txBody>
            <a:bodyPr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违约事件处理报告</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21518" name="Line 14">
              <a:extLst>
                <a:ext uri="{FF2B5EF4-FFF2-40B4-BE49-F238E27FC236}">
                  <a16:creationId xmlns:a16="http://schemas.microsoft.com/office/drawing/2014/main" id="{1CD0D094-8481-7678-570B-EFD9DCF8BE5F}"/>
                </a:ext>
              </a:extLst>
            </p:cNvPr>
            <p:cNvSpPr>
              <a:spLocks noChangeShapeType="1"/>
            </p:cNvSpPr>
            <p:nvPr/>
          </p:nvSpPr>
          <p:spPr bwMode="auto">
            <a:xfrm>
              <a:off x="9762" y="12815"/>
              <a:ext cx="3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9" name="Line 15">
              <a:extLst>
                <a:ext uri="{FF2B5EF4-FFF2-40B4-BE49-F238E27FC236}">
                  <a16:creationId xmlns:a16="http://schemas.microsoft.com/office/drawing/2014/main" id="{258B873A-34A3-9A5A-7154-CF87F61A0045}"/>
                </a:ext>
              </a:extLst>
            </p:cNvPr>
            <p:cNvSpPr>
              <a:spLocks noChangeShapeType="1"/>
            </p:cNvSpPr>
            <p:nvPr/>
          </p:nvSpPr>
          <p:spPr bwMode="auto">
            <a:xfrm>
              <a:off x="10077" y="12815"/>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0" name="Line 16">
              <a:extLst>
                <a:ext uri="{FF2B5EF4-FFF2-40B4-BE49-F238E27FC236}">
                  <a16:creationId xmlns:a16="http://schemas.microsoft.com/office/drawing/2014/main" id="{32842521-AB05-A200-DEBB-2B66FD96BEEF}"/>
                </a:ext>
              </a:extLst>
            </p:cNvPr>
            <p:cNvSpPr>
              <a:spLocks noChangeShapeType="1"/>
            </p:cNvSpPr>
            <p:nvPr/>
          </p:nvSpPr>
          <p:spPr bwMode="auto">
            <a:xfrm flipH="1">
              <a:off x="3567" y="13460"/>
              <a:ext cx="651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1" name="Line 17">
              <a:extLst>
                <a:ext uri="{FF2B5EF4-FFF2-40B4-BE49-F238E27FC236}">
                  <a16:creationId xmlns:a16="http://schemas.microsoft.com/office/drawing/2014/main" id="{FE305666-E563-3A6C-CD6E-601048A6A5C4}"/>
                </a:ext>
              </a:extLst>
            </p:cNvPr>
            <p:cNvSpPr>
              <a:spLocks noChangeShapeType="1"/>
            </p:cNvSpPr>
            <p:nvPr/>
          </p:nvSpPr>
          <p:spPr bwMode="auto">
            <a:xfrm>
              <a:off x="3567" y="13454"/>
              <a:ext cx="0" cy="4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2" name="Line 18">
              <a:extLst>
                <a:ext uri="{FF2B5EF4-FFF2-40B4-BE49-F238E27FC236}">
                  <a16:creationId xmlns:a16="http://schemas.microsoft.com/office/drawing/2014/main" id="{A872B2A8-51AD-263E-C320-238EED1D443A}"/>
                </a:ext>
              </a:extLst>
            </p:cNvPr>
            <p:cNvSpPr>
              <a:spLocks noChangeShapeType="1"/>
            </p:cNvSpPr>
            <p:nvPr/>
          </p:nvSpPr>
          <p:spPr bwMode="auto">
            <a:xfrm>
              <a:off x="3567" y="13922"/>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3" name="Line 19">
              <a:extLst>
                <a:ext uri="{FF2B5EF4-FFF2-40B4-BE49-F238E27FC236}">
                  <a16:creationId xmlns:a16="http://schemas.microsoft.com/office/drawing/2014/main" id="{DD181D97-1237-34B8-641F-F8B662676ED1}"/>
                </a:ext>
              </a:extLst>
            </p:cNvPr>
            <p:cNvSpPr>
              <a:spLocks noChangeShapeType="1"/>
            </p:cNvSpPr>
            <p:nvPr/>
          </p:nvSpPr>
          <p:spPr bwMode="auto">
            <a:xfrm>
              <a:off x="5457" y="14063"/>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76314562-51E0-2DBF-298C-482E1E02CBEC}"/>
              </a:ext>
            </a:extLst>
          </p:cNvPr>
          <p:cNvSpPr>
            <a:spLocks noGrp="1" noChangeArrowheads="1"/>
          </p:cNvSpPr>
          <p:nvPr>
            <p:ph type="title"/>
          </p:nvPr>
        </p:nvSpPr>
        <p:spPr/>
        <p:txBody>
          <a:bodyPr/>
          <a:lstStyle/>
          <a:p>
            <a:pPr eaLnBrk="1" hangingPunct="1"/>
            <a:r>
              <a:rPr lang="zh-CN" altLang="en-US"/>
              <a:t>需方合同环境</a:t>
            </a:r>
          </a:p>
        </p:txBody>
      </p:sp>
      <p:sp>
        <p:nvSpPr>
          <p:cNvPr id="22531" name="Rectangle 3">
            <a:extLst>
              <a:ext uri="{FF2B5EF4-FFF2-40B4-BE49-F238E27FC236}">
                <a16:creationId xmlns:a16="http://schemas.microsoft.com/office/drawing/2014/main" id="{1A3FF199-126F-AE9D-4F3E-F00AAAD11E15}"/>
              </a:ext>
            </a:extLst>
          </p:cNvPr>
          <p:cNvSpPr>
            <a:spLocks noGrp="1" noChangeArrowheads="1"/>
          </p:cNvSpPr>
          <p:nvPr>
            <p:ph type="body" idx="1"/>
          </p:nvPr>
        </p:nvSpPr>
        <p:spPr>
          <a:xfrm>
            <a:off x="395288" y="1916113"/>
            <a:ext cx="8569325" cy="4941887"/>
          </a:xfrm>
        </p:spPr>
        <p:txBody>
          <a:bodyPr/>
          <a:lstStyle/>
          <a:p>
            <a:pPr eaLnBrk="1" hangingPunct="1">
              <a:lnSpc>
                <a:spcPct val="140000"/>
              </a:lnSpc>
            </a:pPr>
            <a:r>
              <a:rPr lang="zh-CN" altLang="en-US" sz="2400">
                <a:solidFill>
                  <a:schemeClr val="accent2"/>
                </a:solidFill>
                <a:ea typeface="黑体" panose="02010609060101010101" pitchFamily="49" charset="-122"/>
              </a:rPr>
              <a:t>合同终止</a:t>
            </a:r>
            <a:r>
              <a:rPr lang="zh-CN" altLang="en-US"/>
              <a:t> </a:t>
            </a:r>
          </a:p>
          <a:p>
            <a:pPr lvl="1" eaLnBrk="1" hangingPunct="1">
              <a:lnSpc>
                <a:spcPct val="160000"/>
              </a:lnSpc>
            </a:pPr>
            <a:r>
              <a:rPr lang="zh-CN" altLang="en-US" sz="2000">
                <a:latin typeface="宋体" panose="02010600030101010101" pitchFamily="2" charset="-122"/>
              </a:rPr>
              <a:t>当项目满足结束的条件，项目经理或者合同管理者应该及时宣布项目结束，终止合同的执行，通过合同终止过程告知各方合同终止</a:t>
            </a:r>
          </a:p>
          <a:p>
            <a:pPr lvl="1" eaLnBrk="1" hangingPunct="1">
              <a:lnSpc>
                <a:spcPct val="160000"/>
              </a:lnSpc>
            </a:pPr>
            <a:r>
              <a:rPr lang="zh-CN" altLang="en-US" sz="2000">
                <a:latin typeface="宋体" panose="02010600030101010101" pitchFamily="2" charset="-122"/>
              </a:rPr>
              <a:t>合同终止过程 </a:t>
            </a:r>
          </a:p>
        </p:txBody>
      </p:sp>
      <p:grpSp>
        <p:nvGrpSpPr>
          <p:cNvPr id="22532" name="Group 4">
            <a:extLst>
              <a:ext uri="{FF2B5EF4-FFF2-40B4-BE49-F238E27FC236}">
                <a16:creationId xmlns:a16="http://schemas.microsoft.com/office/drawing/2014/main" id="{B8CC5D3D-A29E-82C4-77A4-7CC4223C6302}"/>
              </a:ext>
            </a:extLst>
          </p:cNvPr>
          <p:cNvGrpSpPr>
            <a:grpSpLocks/>
          </p:cNvGrpSpPr>
          <p:nvPr/>
        </p:nvGrpSpPr>
        <p:grpSpPr bwMode="auto">
          <a:xfrm>
            <a:off x="1187450" y="4437063"/>
            <a:ext cx="7345363" cy="1223962"/>
            <a:chOff x="1841" y="5039"/>
            <a:chExt cx="8385" cy="705"/>
          </a:xfrm>
        </p:grpSpPr>
        <p:sp>
          <p:nvSpPr>
            <p:cNvPr id="22533" name="Text Box 5">
              <a:extLst>
                <a:ext uri="{FF2B5EF4-FFF2-40B4-BE49-F238E27FC236}">
                  <a16:creationId xmlns:a16="http://schemas.microsoft.com/office/drawing/2014/main" id="{B26E7AA4-C0C5-8763-25A7-BE24C269F072}"/>
                </a:ext>
              </a:extLst>
            </p:cNvPr>
            <p:cNvSpPr txBox="1">
              <a:spLocks noChangeArrowheads="1"/>
            </p:cNvSpPr>
            <p:nvPr/>
          </p:nvSpPr>
          <p:spPr bwMode="auto">
            <a:xfrm>
              <a:off x="1841" y="5120"/>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合同</a:t>
              </a:r>
              <a:endParaRPr lang="zh-CN" altLang="en-US" sz="1800">
                <a:solidFill>
                  <a:schemeClr val="tx1"/>
                </a:solidFill>
                <a:ea typeface="黑体" panose="02010609060101010101" pitchFamily="49" charset="-122"/>
              </a:endParaRPr>
            </a:p>
          </p:txBody>
        </p:sp>
        <p:sp>
          <p:nvSpPr>
            <p:cNvPr id="22534" name="Text Box 6">
              <a:extLst>
                <a:ext uri="{FF2B5EF4-FFF2-40B4-BE49-F238E27FC236}">
                  <a16:creationId xmlns:a16="http://schemas.microsoft.com/office/drawing/2014/main" id="{33B090F3-BB32-6454-60AB-E6D1B9D7ACE7}"/>
                </a:ext>
              </a:extLst>
            </p:cNvPr>
            <p:cNvSpPr txBox="1">
              <a:spLocks noChangeArrowheads="1"/>
            </p:cNvSpPr>
            <p:nvPr/>
          </p:nvSpPr>
          <p:spPr bwMode="auto">
            <a:xfrm>
              <a:off x="3521" y="5039"/>
              <a:ext cx="1470" cy="660"/>
            </a:xfrm>
            <a:prstGeom prst="rect">
              <a:avLst/>
            </a:prstGeom>
            <a:solidFill>
              <a:srgbClr val="FFCC00"/>
            </a:solidFill>
            <a:ln w="9525">
              <a:solidFill>
                <a:srgbClr val="000000"/>
              </a:solidFill>
              <a:miter lim="800000"/>
              <a:headEnd/>
              <a:tailEnd/>
            </a:ln>
          </p:spPr>
          <p:txBody>
            <a:bodyPr tIns="18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合同有关文档归档</a:t>
              </a:r>
              <a:endParaRPr lang="zh-CN" altLang="en-US" sz="1800">
                <a:solidFill>
                  <a:schemeClr val="tx1"/>
                </a:solidFill>
                <a:ea typeface="黑体" panose="02010609060101010101" pitchFamily="49" charset="-122"/>
              </a:endParaRPr>
            </a:p>
          </p:txBody>
        </p:sp>
        <p:sp>
          <p:nvSpPr>
            <p:cNvPr id="22535" name="Text Box 7">
              <a:extLst>
                <a:ext uri="{FF2B5EF4-FFF2-40B4-BE49-F238E27FC236}">
                  <a16:creationId xmlns:a16="http://schemas.microsoft.com/office/drawing/2014/main" id="{9DE45305-E412-AEB3-74E9-B7A11BE9FB3A}"/>
                </a:ext>
              </a:extLst>
            </p:cNvPr>
            <p:cNvSpPr txBox="1">
              <a:spLocks noChangeArrowheads="1"/>
            </p:cNvSpPr>
            <p:nvPr/>
          </p:nvSpPr>
          <p:spPr bwMode="auto">
            <a:xfrm>
              <a:off x="5397" y="5075"/>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合同终止通知</a:t>
              </a:r>
              <a:endParaRPr lang="zh-CN" altLang="en-US" sz="1800">
                <a:solidFill>
                  <a:schemeClr val="tx1"/>
                </a:solidFill>
                <a:ea typeface="黑体" panose="02010609060101010101" pitchFamily="49" charset="-122"/>
              </a:endParaRPr>
            </a:p>
          </p:txBody>
        </p:sp>
        <p:sp>
          <p:nvSpPr>
            <p:cNvPr id="22536" name="Text Box 8">
              <a:extLst>
                <a:ext uri="{FF2B5EF4-FFF2-40B4-BE49-F238E27FC236}">
                  <a16:creationId xmlns:a16="http://schemas.microsoft.com/office/drawing/2014/main" id="{B9D8A074-A5D7-C2A9-059C-49C3FE93A397}"/>
                </a:ext>
              </a:extLst>
            </p:cNvPr>
            <p:cNvSpPr txBox="1">
              <a:spLocks noChangeArrowheads="1"/>
            </p:cNvSpPr>
            <p:nvPr/>
          </p:nvSpPr>
          <p:spPr bwMode="auto">
            <a:xfrm>
              <a:off x="7301" y="5120"/>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项目执行总结</a:t>
              </a:r>
              <a:endParaRPr lang="zh-CN" altLang="en-US" sz="1800">
                <a:solidFill>
                  <a:schemeClr val="tx1"/>
                </a:solidFill>
                <a:ea typeface="黑体" panose="02010609060101010101" pitchFamily="49" charset="-122"/>
              </a:endParaRPr>
            </a:p>
          </p:txBody>
        </p:sp>
        <p:sp>
          <p:nvSpPr>
            <p:cNvPr id="22537" name="Line 9">
              <a:extLst>
                <a:ext uri="{FF2B5EF4-FFF2-40B4-BE49-F238E27FC236}">
                  <a16:creationId xmlns:a16="http://schemas.microsoft.com/office/drawing/2014/main" id="{42A114A1-1B6C-45F6-2B9E-14677512C7AE}"/>
                </a:ext>
              </a:extLst>
            </p:cNvPr>
            <p:cNvSpPr>
              <a:spLocks noChangeShapeType="1"/>
            </p:cNvSpPr>
            <p:nvPr/>
          </p:nvSpPr>
          <p:spPr bwMode="auto">
            <a:xfrm>
              <a:off x="2996" y="5380"/>
              <a:ext cx="5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38" name="Line 10">
              <a:extLst>
                <a:ext uri="{FF2B5EF4-FFF2-40B4-BE49-F238E27FC236}">
                  <a16:creationId xmlns:a16="http://schemas.microsoft.com/office/drawing/2014/main" id="{3B77BC99-0CB5-44F6-C31D-D83C27BA1877}"/>
                </a:ext>
              </a:extLst>
            </p:cNvPr>
            <p:cNvSpPr>
              <a:spLocks noChangeShapeType="1"/>
            </p:cNvSpPr>
            <p:nvPr/>
          </p:nvSpPr>
          <p:spPr bwMode="auto">
            <a:xfrm>
              <a:off x="4991" y="5372"/>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39" name="Line 11">
              <a:extLst>
                <a:ext uri="{FF2B5EF4-FFF2-40B4-BE49-F238E27FC236}">
                  <a16:creationId xmlns:a16="http://schemas.microsoft.com/office/drawing/2014/main" id="{2FCEE5F8-C3EB-5B0E-80BA-F6EDC63ECBB4}"/>
                </a:ext>
              </a:extLst>
            </p:cNvPr>
            <p:cNvSpPr>
              <a:spLocks noChangeShapeType="1"/>
            </p:cNvSpPr>
            <p:nvPr/>
          </p:nvSpPr>
          <p:spPr bwMode="auto">
            <a:xfrm>
              <a:off x="6881" y="5432"/>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0" name="Text Box 12">
              <a:extLst>
                <a:ext uri="{FF2B5EF4-FFF2-40B4-BE49-F238E27FC236}">
                  <a16:creationId xmlns:a16="http://schemas.microsoft.com/office/drawing/2014/main" id="{D69A0F20-EC7E-4F67-F609-F31BBF6D9EB0}"/>
                </a:ext>
              </a:extLst>
            </p:cNvPr>
            <p:cNvSpPr txBox="1">
              <a:spLocks noChangeArrowheads="1"/>
            </p:cNvSpPr>
            <p:nvPr/>
          </p:nvSpPr>
          <p:spPr bwMode="auto">
            <a:xfrm>
              <a:off x="9071" y="5195"/>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项目总结</a:t>
              </a:r>
              <a:endParaRPr lang="zh-CN" altLang="en-US" sz="1800">
                <a:solidFill>
                  <a:schemeClr val="tx1"/>
                </a:solidFill>
                <a:ea typeface="黑体" panose="02010609060101010101" pitchFamily="49" charset="-122"/>
              </a:endParaRPr>
            </a:p>
          </p:txBody>
        </p:sp>
        <p:sp>
          <p:nvSpPr>
            <p:cNvPr id="22541" name="Line 13">
              <a:extLst>
                <a:ext uri="{FF2B5EF4-FFF2-40B4-BE49-F238E27FC236}">
                  <a16:creationId xmlns:a16="http://schemas.microsoft.com/office/drawing/2014/main" id="{57A21B64-BCC7-DA99-7735-D65905D46E23}"/>
                </a:ext>
              </a:extLst>
            </p:cNvPr>
            <p:cNvSpPr>
              <a:spLocks noChangeShapeType="1"/>
            </p:cNvSpPr>
            <p:nvPr/>
          </p:nvSpPr>
          <p:spPr bwMode="auto">
            <a:xfrm>
              <a:off x="8771" y="5432"/>
              <a:ext cx="31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5C8CDEA-54A7-068B-9CBC-0B230A86A38B}"/>
              </a:ext>
            </a:extLst>
          </p:cNvPr>
          <p:cNvSpPr>
            <a:spLocks noGrp="1" noChangeArrowheads="1"/>
          </p:cNvSpPr>
          <p:nvPr>
            <p:ph type="title"/>
          </p:nvPr>
        </p:nvSpPr>
        <p:spPr/>
        <p:txBody>
          <a:bodyPr/>
          <a:lstStyle/>
          <a:p>
            <a:pPr eaLnBrk="1" hangingPunct="1"/>
            <a:r>
              <a:rPr lang="zh-CN" altLang="en-US"/>
              <a:t>本章内容提要</a:t>
            </a:r>
          </a:p>
        </p:txBody>
      </p:sp>
      <p:grpSp>
        <p:nvGrpSpPr>
          <p:cNvPr id="25603" name="Group 3">
            <a:extLst>
              <a:ext uri="{FF2B5EF4-FFF2-40B4-BE49-F238E27FC236}">
                <a16:creationId xmlns:a16="http://schemas.microsoft.com/office/drawing/2014/main" id="{B7E8E092-EBCD-63AE-F4F1-BBF3217ECC6B}"/>
              </a:ext>
            </a:extLst>
          </p:cNvPr>
          <p:cNvGrpSpPr>
            <a:grpSpLocks/>
          </p:cNvGrpSpPr>
          <p:nvPr/>
        </p:nvGrpSpPr>
        <p:grpSpPr bwMode="auto">
          <a:xfrm>
            <a:off x="611188" y="2343150"/>
            <a:ext cx="5670550" cy="488950"/>
            <a:chOff x="385" y="1476"/>
            <a:chExt cx="3572" cy="308"/>
          </a:xfrm>
        </p:grpSpPr>
        <p:sp>
          <p:nvSpPr>
            <p:cNvPr id="25625" name="AutoShape 4">
              <a:extLst>
                <a:ext uri="{FF2B5EF4-FFF2-40B4-BE49-F238E27FC236}">
                  <a16:creationId xmlns:a16="http://schemas.microsoft.com/office/drawing/2014/main" id="{4E01F67A-4C90-9927-998F-245BC5E34CD8}"/>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5626" name="Text Box 5">
              <a:extLst>
                <a:ext uri="{FF2B5EF4-FFF2-40B4-BE49-F238E27FC236}">
                  <a16:creationId xmlns:a16="http://schemas.microsoft.com/office/drawing/2014/main" id="{81476199-A7C2-AAFF-4E02-DC4DE9956F77}"/>
                </a:ext>
              </a:extLst>
            </p:cNvPr>
            <p:cNvSpPr txBox="1">
              <a:spLocks noChangeArrowheads="1"/>
            </p:cNvSpPr>
            <p:nvPr/>
          </p:nvSpPr>
          <p:spPr bwMode="auto">
            <a:xfrm>
              <a:off x="626" y="1497"/>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合同管理概述</a:t>
              </a:r>
              <a:r>
                <a:rPr lang="zh-CN" altLang="en-US" sz="1800"/>
                <a:t>合同管理概述</a:t>
              </a:r>
              <a:r>
                <a:rPr lang="zh-CN" altLang="en-US"/>
                <a:t> </a:t>
              </a:r>
              <a:r>
                <a:rPr lang="zh-CN" altLang="en-US" sz="2400" b="0">
                  <a:solidFill>
                    <a:schemeClr val="tx1"/>
                  </a:solidFill>
                  <a:latin typeface="Times New Roman" panose="02020603050405020304" pitchFamily="18" charset="0"/>
                </a:rPr>
                <a:t> </a:t>
              </a:r>
            </a:p>
          </p:txBody>
        </p:sp>
        <p:sp>
          <p:nvSpPr>
            <p:cNvPr id="25627" name="Rectangle 6">
              <a:extLst>
                <a:ext uri="{FF2B5EF4-FFF2-40B4-BE49-F238E27FC236}">
                  <a16:creationId xmlns:a16="http://schemas.microsoft.com/office/drawing/2014/main" id="{2C1A6D1C-DEC8-B097-41C6-9C546785FD52}"/>
                </a:ext>
              </a:extLst>
            </p:cNvPr>
            <p:cNvSpPr>
              <a:spLocks noChangeArrowheads="1"/>
            </p:cNvSpPr>
            <p:nvPr/>
          </p:nvSpPr>
          <p:spPr bwMode="auto">
            <a:xfrm>
              <a:off x="385" y="153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2.1</a:t>
              </a:r>
              <a:endParaRPr lang="en-US" altLang="zh-CN" sz="1800">
                <a:solidFill>
                  <a:srgbClr val="000000"/>
                </a:solidFill>
              </a:endParaRPr>
            </a:p>
          </p:txBody>
        </p:sp>
      </p:grpSp>
      <p:grpSp>
        <p:nvGrpSpPr>
          <p:cNvPr id="25604" name="Group 7">
            <a:extLst>
              <a:ext uri="{FF2B5EF4-FFF2-40B4-BE49-F238E27FC236}">
                <a16:creationId xmlns:a16="http://schemas.microsoft.com/office/drawing/2014/main" id="{640E6701-5AF4-E3BE-9B9A-8396EAB77D80}"/>
              </a:ext>
            </a:extLst>
          </p:cNvPr>
          <p:cNvGrpSpPr>
            <a:grpSpLocks/>
          </p:cNvGrpSpPr>
          <p:nvPr/>
        </p:nvGrpSpPr>
        <p:grpSpPr bwMode="auto">
          <a:xfrm>
            <a:off x="611188" y="2924175"/>
            <a:ext cx="5670550" cy="488950"/>
            <a:chOff x="385" y="1842"/>
            <a:chExt cx="3572" cy="308"/>
          </a:xfrm>
        </p:grpSpPr>
        <p:grpSp>
          <p:nvGrpSpPr>
            <p:cNvPr id="25621" name="Group 8">
              <a:extLst>
                <a:ext uri="{FF2B5EF4-FFF2-40B4-BE49-F238E27FC236}">
                  <a16:creationId xmlns:a16="http://schemas.microsoft.com/office/drawing/2014/main" id="{3C23E3DF-1708-7F7D-F214-07427C9C1157}"/>
                </a:ext>
              </a:extLst>
            </p:cNvPr>
            <p:cNvGrpSpPr>
              <a:grpSpLocks/>
            </p:cNvGrpSpPr>
            <p:nvPr/>
          </p:nvGrpSpPr>
          <p:grpSpPr bwMode="auto">
            <a:xfrm>
              <a:off x="464" y="1842"/>
              <a:ext cx="3493" cy="308"/>
              <a:chOff x="464" y="1842"/>
              <a:chExt cx="3493" cy="308"/>
            </a:xfrm>
          </p:grpSpPr>
          <p:sp>
            <p:nvSpPr>
              <p:cNvPr id="25623" name="AutoShape 9">
                <a:extLst>
                  <a:ext uri="{FF2B5EF4-FFF2-40B4-BE49-F238E27FC236}">
                    <a16:creationId xmlns:a16="http://schemas.microsoft.com/office/drawing/2014/main" id="{F1D6F87D-088D-4FD5-C6FB-0C48BFA08746}"/>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5624" name="Text Box 10">
                <a:extLst>
                  <a:ext uri="{FF2B5EF4-FFF2-40B4-BE49-F238E27FC236}">
                    <a16:creationId xmlns:a16="http://schemas.microsoft.com/office/drawing/2014/main" id="{48B7E0DA-DF29-29FD-5EBB-D7FAF33C997C}"/>
                  </a:ext>
                </a:extLst>
              </p:cNvPr>
              <p:cNvSpPr txBox="1">
                <a:spLocks noChangeArrowheads="1"/>
              </p:cNvSpPr>
              <p:nvPr/>
            </p:nvSpPr>
            <p:spPr bwMode="auto">
              <a:xfrm>
                <a:off x="626" y="1868"/>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需方合同环境</a:t>
                </a:r>
                <a:r>
                  <a:rPr lang="zh-CN" altLang="en-US" sz="2400" b="0">
                    <a:solidFill>
                      <a:schemeClr val="tx1"/>
                    </a:solidFill>
                    <a:latin typeface="Times New Roman" panose="02020603050405020304" pitchFamily="18" charset="0"/>
                  </a:rPr>
                  <a:t> </a:t>
                </a:r>
              </a:p>
            </p:txBody>
          </p:sp>
        </p:grpSp>
        <p:sp>
          <p:nvSpPr>
            <p:cNvPr id="25622" name="Rectangle 11">
              <a:extLst>
                <a:ext uri="{FF2B5EF4-FFF2-40B4-BE49-F238E27FC236}">
                  <a16:creationId xmlns:a16="http://schemas.microsoft.com/office/drawing/2014/main" id="{4FB0D7D8-EBA7-42D3-AAFE-C07E21B3092D}"/>
                </a:ext>
              </a:extLst>
            </p:cNvPr>
            <p:cNvSpPr>
              <a:spLocks noChangeArrowheads="1"/>
            </p:cNvSpPr>
            <p:nvPr/>
          </p:nvSpPr>
          <p:spPr bwMode="auto">
            <a:xfrm>
              <a:off x="385" y="1915"/>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2.2</a:t>
              </a:r>
              <a:endParaRPr lang="en-US" altLang="zh-CN" sz="1800">
                <a:solidFill>
                  <a:srgbClr val="000000"/>
                </a:solidFill>
              </a:endParaRPr>
            </a:p>
          </p:txBody>
        </p:sp>
      </p:grpSp>
      <p:grpSp>
        <p:nvGrpSpPr>
          <p:cNvPr id="25605" name="Group 12">
            <a:extLst>
              <a:ext uri="{FF2B5EF4-FFF2-40B4-BE49-F238E27FC236}">
                <a16:creationId xmlns:a16="http://schemas.microsoft.com/office/drawing/2014/main" id="{53897F2F-3608-8D78-1B38-E784CB486A4F}"/>
              </a:ext>
            </a:extLst>
          </p:cNvPr>
          <p:cNvGrpSpPr>
            <a:grpSpLocks/>
          </p:cNvGrpSpPr>
          <p:nvPr/>
        </p:nvGrpSpPr>
        <p:grpSpPr bwMode="auto">
          <a:xfrm>
            <a:off x="611188" y="3500438"/>
            <a:ext cx="5689600" cy="488950"/>
            <a:chOff x="385" y="2209"/>
            <a:chExt cx="3584" cy="308"/>
          </a:xfrm>
        </p:grpSpPr>
        <p:sp>
          <p:nvSpPr>
            <p:cNvPr id="25618" name="AutoShape 13">
              <a:extLst>
                <a:ext uri="{FF2B5EF4-FFF2-40B4-BE49-F238E27FC236}">
                  <a16:creationId xmlns:a16="http://schemas.microsoft.com/office/drawing/2014/main" id="{EE7AB086-4C4E-42B8-230E-9DE09C87F78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5619" name="Text Box 14">
              <a:extLst>
                <a:ext uri="{FF2B5EF4-FFF2-40B4-BE49-F238E27FC236}">
                  <a16:creationId xmlns:a16="http://schemas.microsoft.com/office/drawing/2014/main" id="{0718FF94-F76B-57E3-DFB4-913723B2394F}"/>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供方合同环境</a:t>
              </a:r>
              <a:r>
                <a:rPr lang="zh-CN" altLang="en-US" sz="2400" b="0">
                  <a:solidFill>
                    <a:schemeClr val="tx1"/>
                  </a:solidFill>
                  <a:latin typeface="Times New Roman" panose="02020603050405020304" pitchFamily="18" charset="0"/>
                </a:rPr>
                <a:t> </a:t>
              </a:r>
            </a:p>
          </p:txBody>
        </p:sp>
        <p:sp>
          <p:nvSpPr>
            <p:cNvPr id="25620" name="Rectangle 15">
              <a:extLst>
                <a:ext uri="{FF2B5EF4-FFF2-40B4-BE49-F238E27FC236}">
                  <a16:creationId xmlns:a16="http://schemas.microsoft.com/office/drawing/2014/main" id="{0AA56F6C-DEB6-DE27-D6A7-417B325CC540}"/>
                </a:ext>
              </a:extLst>
            </p:cNvPr>
            <p:cNvSpPr>
              <a:spLocks noChangeArrowheads="1"/>
            </p:cNvSpPr>
            <p:nvPr/>
          </p:nvSpPr>
          <p:spPr bwMode="auto">
            <a:xfrm>
              <a:off x="385" y="2282"/>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2.3</a:t>
              </a:r>
              <a:endParaRPr lang="en-US" altLang="zh-CN" sz="1800">
                <a:solidFill>
                  <a:srgbClr val="000000"/>
                </a:solidFill>
              </a:endParaRPr>
            </a:p>
          </p:txBody>
        </p:sp>
      </p:grpSp>
      <p:grpSp>
        <p:nvGrpSpPr>
          <p:cNvPr id="25606" name="Group 16">
            <a:extLst>
              <a:ext uri="{FF2B5EF4-FFF2-40B4-BE49-F238E27FC236}">
                <a16:creationId xmlns:a16="http://schemas.microsoft.com/office/drawing/2014/main" id="{D48AFC8F-8AEF-24A1-7E8C-E8E173B1B1F8}"/>
              </a:ext>
            </a:extLst>
          </p:cNvPr>
          <p:cNvGrpSpPr>
            <a:grpSpLocks/>
          </p:cNvGrpSpPr>
          <p:nvPr/>
        </p:nvGrpSpPr>
        <p:grpSpPr bwMode="auto">
          <a:xfrm>
            <a:off x="611188" y="4076700"/>
            <a:ext cx="5689600" cy="488950"/>
            <a:chOff x="385" y="2209"/>
            <a:chExt cx="3584" cy="308"/>
          </a:xfrm>
        </p:grpSpPr>
        <p:sp>
          <p:nvSpPr>
            <p:cNvPr id="25615" name="AutoShape 17">
              <a:extLst>
                <a:ext uri="{FF2B5EF4-FFF2-40B4-BE49-F238E27FC236}">
                  <a16:creationId xmlns:a16="http://schemas.microsoft.com/office/drawing/2014/main" id="{CF778D05-853A-2C2E-43DD-B4479213CF8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5616" name="Text Box 18">
              <a:extLst>
                <a:ext uri="{FF2B5EF4-FFF2-40B4-BE49-F238E27FC236}">
                  <a16:creationId xmlns:a16="http://schemas.microsoft.com/office/drawing/2014/main" id="{AD4452FF-15B7-6038-F327-27C3D6550A45}"/>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企业内部合同环境</a:t>
              </a:r>
              <a:r>
                <a:rPr lang="zh-CN" altLang="en-US" sz="1800">
                  <a:solidFill>
                    <a:schemeClr val="tx2"/>
                  </a:solidFill>
                  <a:latin typeface="宋体" panose="02010600030101010101" pitchFamily="2" charset="-122"/>
                </a:rPr>
                <a:t> </a:t>
              </a:r>
            </a:p>
          </p:txBody>
        </p:sp>
        <p:sp>
          <p:nvSpPr>
            <p:cNvPr id="25617" name="Rectangle 19">
              <a:extLst>
                <a:ext uri="{FF2B5EF4-FFF2-40B4-BE49-F238E27FC236}">
                  <a16:creationId xmlns:a16="http://schemas.microsoft.com/office/drawing/2014/main" id="{EC265549-46F1-5110-98E5-E59C41CE4A41}"/>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2.4</a:t>
              </a:r>
              <a:endParaRPr lang="en-US" altLang="zh-CN" sz="1800">
                <a:solidFill>
                  <a:srgbClr val="000000"/>
                </a:solidFill>
              </a:endParaRPr>
            </a:p>
          </p:txBody>
        </p:sp>
      </p:grpSp>
      <p:grpSp>
        <p:nvGrpSpPr>
          <p:cNvPr id="25607" name="Group 20">
            <a:extLst>
              <a:ext uri="{FF2B5EF4-FFF2-40B4-BE49-F238E27FC236}">
                <a16:creationId xmlns:a16="http://schemas.microsoft.com/office/drawing/2014/main" id="{F787E5EC-FCB8-80E9-5CA5-C22F43BCD072}"/>
              </a:ext>
            </a:extLst>
          </p:cNvPr>
          <p:cNvGrpSpPr>
            <a:grpSpLocks/>
          </p:cNvGrpSpPr>
          <p:nvPr/>
        </p:nvGrpSpPr>
        <p:grpSpPr bwMode="auto">
          <a:xfrm>
            <a:off x="611188" y="4652963"/>
            <a:ext cx="5689600" cy="488950"/>
            <a:chOff x="385" y="2209"/>
            <a:chExt cx="3584" cy="308"/>
          </a:xfrm>
        </p:grpSpPr>
        <p:sp>
          <p:nvSpPr>
            <p:cNvPr id="25612" name="AutoShape 21">
              <a:extLst>
                <a:ext uri="{FF2B5EF4-FFF2-40B4-BE49-F238E27FC236}">
                  <a16:creationId xmlns:a16="http://schemas.microsoft.com/office/drawing/2014/main" id="{8090D8D2-E98A-42C7-136D-29BD01BCA1C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5613" name="Text Box 22">
              <a:extLst>
                <a:ext uri="{FF2B5EF4-FFF2-40B4-BE49-F238E27FC236}">
                  <a16:creationId xmlns:a16="http://schemas.microsoft.com/office/drawing/2014/main" id="{397D09FA-7305-BFDF-F89C-28223E3A3655}"/>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本章小结</a:t>
              </a:r>
              <a:r>
                <a:rPr lang="zh-CN" altLang="en-US" sz="2400" b="0">
                  <a:solidFill>
                    <a:schemeClr val="tx1"/>
                  </a:solidFill>
                  <a:latin typeface="Times New Roman" panose="02020603050405020304" pitchFamily="18" charset="0"/>
                </a:rPr>
                <a:t> </a:t>
              </a:r>
            </a:p>
          </p:txBody>
        </p:sp>
        <p:sp>
          <p:nvSpPr>
            <p:cNvPr id="25614" name="Rectangle 23">
              <a:extLst>
                <a:ext uri="{FF2B5EF4-FFF2-40B4-BE49-F238E27FC236}">
                  <a16:creationId xmlns:a16="http://schemas.microsoft.com/office/drawing/2014/main" id="{F2F3B3E3-9010-EE56-9A58-367A3829BB19}"/>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2.5</a:t>
              </a:r>
              <a:endParaRPr lang="en-US" altLang="zh-CN" sz="1800">
                <a:solidFill>
                  <a:srgbClr val="000000"/>
                </a:solidFill>
              </a:endParaRPr>
            </a:p>
          </p:txBody>
        </p:sp>
      </p:grpSp>
      <p:grpSp>
        <p:nvGrpSpPr>
          <p:cNvPr id="25608" name="Group 24">
            <a:extLst>
              <a:ext uri="{FF2B5EF4-FFF2-40B4-BE49-F238E27FC236}">
                <a16:creationId xmlns:a16="http://schemas.microsoft.com/office/drawing/2014/main" id="{DE990D14-520B-18A7-7C07-0733FBE98EC8}"/>
              </a:ext>
            </a:extLst>
          </p:cNvPr>
          <p:cNvGrpSpPr>
            <a:grpSpLocks/>
          </p:cNvGrpSpPr>
          <p:nvPr/>
        </p:nvGrpSpPr>
        <p:grpSpPr bwMode="auto">
          <a:xfrm>
            <a:off x="611188" y="5229225"/>
            <a:ext cx="5689600" cy="488950"/>
            <a:chOff x="385" y="2209"/>
            <a:chExt cx="3584" cy="308"/>
          </a:xfrm>
        </p:grpSpPr>
        <p:sp>
          <p:nvSpPr>
            <p:cNvPr id="25609" name="AutoShape 25">
              <a:extLst>
                <a:ext uri="{FF2B5EF4-FFF2-40B4-BE49-F238E27FC236}">
                  <a16:creationId xmlns:a16="http://schemas.microsoft.com/office/drawing/2014/main" id="{AEA3DCCF-16B9-EE15-F186-5468971E68A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5610" name="Text Box 26">
              <a:extLst>
                <a:ext uri="{FF2B5EF4-FFF2-40B4-BE49-F238E27FC236}">
                  <a16:creationId xmlns:a16="http://schemas.microsoft.com/office/drawing/2014/main" id="{FA2872CE-A3E6-D638-BD1D-257D13582217}"/>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复习思考题</a:t>
              </a:r>
              <a:r>
                <a:rPr lang="zh-CN" altLang="en-US" sz="2400" b="0">
                  <a:solidFill>
                    <a:schemeClr val="tx1"/>
                  </a:solidFill>
                  <a:latin typeface="Times New Roman" panose="02020603050405020304" pitchFamily="18" charset="0"/>
                </a:rPr>
                <a:t> </a:t>
              </a:r>
            </a:p>
          </p:txBody>
        </p:sp>
        <p:sp>
          <p:nvSpPr>
            <p:cNvPr id="25611" name="Rectangle 27">
              <a:extLst>
                <a:ext uri="{FF2B5EF4-FFF2-40B4-BE49-F238E27FC236}">
                  <a16:creationId xmlns:a16="http://schemas.microsoft.com/office/drawing/2014/main" id="{C5CFCAD1-4076-33F7-A0AC-A6060F1C90B8}"/>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2.6</a:t>
              </a:r>
              <a:endParaRPr lang="en-US" altLang="zh-CN" sz="1800">
                <a:solidFill>
                  <a:srgbClr val="000000"/>
                </a:solidFil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237690DF-B40C-5203-1D94-1327EB400DD9}"/>
              </a:ext>
            </a:extLst>
          </p:cNvPr>
          <p:cNvSpPr>
            <a:spLocks noGrp="1" noChangeArrowheads="1"/>
          </p:cNvSpPr>
          <p:nvPr>
            <p:ph type="title"/>
          </p:nvPr>
        </p:nvSpPr>
        <p:spPr/>
        <p:txBody>
          <a:bodyPr/>
          <a:lstStyle/>
          <a:p>
            <a:pPr eaLnBrk="1" hangingPunct="1"/>
            <a:r>
              <a:rPr lang="en-US" altLang="zh-CN"/>
              <a:t>2.3  </a:t>
            </a:r>
            <a:r>
              <a:rPr lang="zh-CN" altLang="en-US"/>
              <a:t>供方合同环境</a:t>
            </a:r>
          </a:p>
        </p:txBody>
      </p:sp>
      <p:sp>
        <p:nvSpPr>
          <p:cNvPr id="26627" name="Rectangle 3">
            <a:extLst>
              <a:ext uri="{FF2B5EF4-FFF2-40B4-BE49-F238E27FC236}">
                <a16:creationId xmlns:a16="http://schemas.microsoft.com/office/drawing/2014/main" id="{9D93C0DC-1B46-E22A-1B02-E8E4E76166C1}"/>
              </a:ext>
            </a:extLst>
          </p:cNvPr>
          <p:cNvSpPr>
            <a:spLocks noGrp="1" noChangeArrowheads="1"/>
          </p:cNvSpPr>
          <p:nvPr>
            <p:ph type="body" idx="1"/>
          </p:nvPr>
        </p:nvSpPr>
        <p:spPr>
          <a:xfrm>
            <a:off x="539750" y="2420938"/>
            <a:ext cx="8424863" cy="4437062"/>
          </a:xfrm>
        </p:spPr>
        <p:txBody>
          <a:bodyPr/>
          <a:lstStyle/>
          <a:p>
            <a:pPr eaLnBrk="1" hangingPunct="1">
              <a:lnSpc>
                <a:spcPct val="150000"/>
              </a:lnSpc>
            </a:pPr>
            <a:r>
              <a:rPr lang="zh-CN" altLang="en-US" sz="2400">
                <a:solidFill>
                  <a:srgbClr val="CC6600"/>
                </a:solidFill>
              </a:rPr>
              <a:t>企业在供方</a:t>
            </a:r>
            <a:r>
              <a:rPr lang="en-US" altLang="zh-CN" sz="2400">
                <a:solidFill>
                  <a:srgbClr val="CC6600"/>
                </a:solidFill>
              </a:rPr>
              <a:t>(</a:t>
            </a:r>
            <a:r>
              <a:rPr lang="zh-CN" altLang="en-US" sz="2400">
                <a:solidFill>
                  <a:srgbClr val="CC6600"/>
                </a:solidFill>
              </a:rPr>
              <a:t>乙方</a:t>
            </a:r>
            <a:r>
              <a:rPr lang="en-US" altLang="zh-CN" sz="2400">
                <a:solidFill>
                  <a:srgbClr val="CC6600"/>
                </a:solidFill>
              </a:rPr>
              <a:t>)</a:t>
            </a:r>
            <a:r>
              <a:rPr lang="zh-CN" altLang="en-US" sz="2400">
                <a:solidFill>
                  <a:srgbClr val="CC6600"/>
                </a:solidFill>
              </a:rPr>
              <a:t>合同环境下，关键要素是了解清楚需方（甲方）的要求并判断企业是否有能力来满足这些需求。</a:t>
            </a:r>
          </a:p>
          <a:p>
            <a:pPr eaLnBrk="1" hangingPunct="1">
              <a:lnSpc>
                <a:spcPct val="150000"/>
              </a:lnSpc>
            </a:pPr>
            <a:r>
              <a:rPr lang="zh-CN" altLang="en-US" sz="2400">
                <a:solidFill>
                  <a:srgbClr val="CC6600"/>
                </a:solidFill>
              </a:rPr>
              <a:t>作为软件开发商，更多担任的是供方的角色。</a:t>
            </a:r>
            <a:r>
              <a:rPr lang="zh-CN" altLang="en-US"/>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930CABF-0BC7-B78E-C4AB-768E82A5B848}"/>
              </a:ext>
            </a:extLst>
          </p:cNvPr>
          <p:cNvSpPr>
            <a:spLocks noGrp="1" noChangeArrowheads="1"/>
          </p:cNvSpPr>
          <p:nvPr>
            <p:ph type="title"/>
          </p:nvPr>
        </p:nvSpPr>
        <p:spPr/>
        <p:txBody>
          <a:bodyPr/>
          <a:lstStyle/>
          <a:p>
            <a:pPr eaLnBrk="1" hangingPunct="1"/>
            <a:r>
              <a:rPr lang="zh-CN" altLang="en-US"/>
              <a:t>供方合同环境</a:t>
            </a:r>
          </a:p>
        </p:txBody>
      </p:sp>
      <p:sp>
        <p:nvSpPr>
          <p:cNvPr id="27651" name="Rectangle 3">
            <a:extLst>
              <a:ext uri="{FF2B5EF4-FFF2-40B4-BE49-F238E27FC236}">
                <a16:creationId xmlns:a16="http://schemas.microsoft.com/office/drawing/2014/main" id="{0AC31FBD-2E13-7313-9734-180F45966191}"/>
              </a:ext>
            </a:extLst>
          </p:cNvPr>
          <p:cNvSpPr>
            <a:spLocks noGrp="1" noChangeArrowheads="1"/>
          </p:cNvSpPr>
          <p:nvPr>
            <p:ph type="body" idx="1"/>
          </p:nvPr>
        </p:nvSpPr>
        <p:spPr>
          <a:xfrm>
            <a:off x="468313" y="1844675"/>
            <a:ext cx="8496300" cy="4608513"/>
          </a:xfrm>
        </p:spPr>
        <p:txBody>
          <a:bodyPr/>
          <a:lstStyle/>
          <a:p>
            <a:pPr eaLnBrk="1" hangingPunct="1"/>
            <a:r>
              <a:rPr lang="zh-CN" altLang="en-US" sz="2400">
                <a:solidFill>
                  <a:schemeClr val="accent2"/>
                </a:solidFill>
                <a:ea typeface="黑体" panose="02010609060101010101" pitchFamily="49" charset="-122"/>
              </a:rPr>
              <a:t>合同准备</a:t>
            </a:r>
            <a:r>
              <a:rPr lang="zh-CN" altLang="en-US"/>
              <a:t> </a:t>
            </a:r>
          </a:p>
          <a:p>
            <a:pPr eaLnBrk="1" hangingPunct="1">
              <a:lnSpc>
                <a:spcPct val="130000"/>
              </a:lnSpc>
              <a:buFont typeface="Wingdings 2" panose="05020102010507070707" pitchFamily="18" charset="2"/>
              <a:buNone/>
            </a:pPr>
            <a:r>
              <a:rPr lang="zh-CN" altLang="en-US" sz="2000">
                <a:latin typeface="宋体" panose="02010600030101010101" pitchFamily="2" charset="-122"/>
              </a:rPr>
              <a:t>   </a:t>
            </a:r>
            <a:r>
              <a:rPr lang="zh-CN" altLang="en-US" sz="2000">
                <a:solidFill>
                  <a:schemeClr val="accent1"/>
                </a:solidFill>
                <a:latin typeface="黑体" panose="02010609060101010101" pitchFamily="49" charset="-122"/>
                <a:ea typeface="黑体" panose="02010609060101010101" pitchFamily="49" charset="-122"/>
              </a:rPr>
              <a:t>企业作为供方，其合同准备阶段包括三个过程：</a:t>
            </a:r>
          </a:p>
          <a:p>
            <a:pPr lvl="1"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项目分析  </a:t>
            </a:r>
            <a:r>
              <a:rPr lang="zh-CN" altLang="en-US" sz="2000">
                <a:latin typeface="宋体" panose="02010600030101010101" pitchFamily="2" charset="-122"/>
              </a:rPr>
              <a:t>项目分析是供方分析用户的项目需求，并据此开发出</a:t>
            </a:r>
            <a:r>
              <a:rPr lang="en-US" altLang="zh-CN" sz="2000">
                <a:latin typeface="宋体" panose="02010600030101010101" pitchFamily="2" charset="-122"/>
              </a:rPr>
              <a:t>—</a:t>
            </a:r>
            <a:r>
              <a:rPr lang="zh-CN" altLang="en-US" sz="2000">
                <a:latin typeface="宋体" panose="02010600030101010101" pitchFamily="2" charset="-122"/>
              </a:rPr>
              <a:t>初步的项目计划，作为下一步能力评估和可行性分析之用。 </a:t>
            </a:r>
          </a:p>
          <a:p>
            <a:pPr lvl="1"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项目竞标</a:t>
            </a:r>
          </a:p>
          <a:p>
            <a:pPr lvl="2" eaLnBrk="1" hangingPunct="1">
              <a:lnSpc>
                <a:spcPct val="130000"/>
              </a:lnSpc>
            </a:pPr>
            <a:r>
              <a:rPr lang="zh-CN" altLang="en-US" sz="1800">
                <a:latin typeface="宋体" panose="02010600030101010101" pitchFamily="2" charset="-122"/>
              </a:rPr>
              <a:t>能力评估；</a:t>
            </a:r>
          </a:p>
          <a:p>
            <a:pPr lvl="2" eaLnBrk="1" hangingPunct="1">
              <a:lnSpc>
                <a:spcPct val="130000"/>
              </a:lnSpc>
            </a:pPr>
            <a:r>
              <a:rPr lang="zh-CN" altLang="en-US" sz="1800">
                <a:latin typeface="宋体" panose="02010600030101010101" pitchFamily="2" charset="-122"/>
              </a:rPr>
              <a:t>可行性分析；</a:t>
            </a:r>
          </a:p>
          <a:p>
            <a:pPr lvl="2" eaLnBrk="1" hangingPunct="1">
              <a:lnSpc>
                <a:spcPct val="130000"/>
              </a:lnSpc>
            </a:pPr>
            <a:r>
              <a:rPr lang="zh-CN" altLang="en-US" sz="1800">
                <a:latin typeface="宋体" panose="02010600030101010101" pitchFamily="2" charset="-122"/>
              </a:rPr>
              <a:t>参加竞标。</a:t>
            </a:r>
          </a:p>
          <a:p>
            <a:pPr lvl="1"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合同文本准备  </a:t>
            </a:r>
            <a:r>
              <a:rPr lang="zh-CN" altLang="en-US" sz="2000">
                <a:latin typeface="宋体" panose="02010600030101010101" pitchFamily="2" charset="-122"/>
              </a:rPr>
              <a:t>一般是需方</a:t>
            </a:r>
            <a:r>
              <a:rPr lang="en-US" altLang="zh-CN" sz="2000">
                <a:latin typeface="宋体" panose="02010600030101010101" pitchFamily="2" charset="-122"/>
              </a:rPr>
              <a:t>(</a:t>
            </a:r>
            <a:r>
              <a:rPr lang="zh-CN" altLang="en-US" sz="2000">
                <a:latin typeface="宋体" panose="02010600030101010101" pitchFamily="2" charset="-122"/>
              </a:rPr>
              <a:t>甲方</a:t>
            </a:r>
            <a:r>
              <a:rPr lang="en-US" altLang="zh-CN" sz="2000">
                <a:latin typeface="宋体" panose="02010600030101010101" pitchFamily="2" charset="-122"/>
              </a:rPr>
              <a:t>)</a:t>
            </a:r>
            <a:r>
              <a:rPr lang="zh-CN" altLang="en-US" sz="2000">
                <a:latin typeface="宋体" panose="02010600030101010101" pitchFamily="2" charset="-122"/>
              </a:rPr>
              <a:t>提供合同的框架结构，并起草主要内容，供方</a:t>
            </a:r>
            <a:r>
              <a:rPr lang="en-US" altLang="zh-CN" sz="2000">
                <a:latin typeface="宋体" panose="02010600030101010101" pitchFamily="2" charset="-122"/>
              </a:rPr>
              <a:t>(</a:t>
            </a:r>
            <a:r>
              <a:rPr lang="zh-CN" altLang="en-US" sz="2000">
                <a:latin typeface="宋体" panose="02010600030101010101" pitchFamily="2" charset="-122"/>
              </a:rPr>
              <a:t>乙方</a:t>
            </a:r>
            <a:r>
              <a:rPr lang="en-US" altLang="zh-CN" sz="2000">
                <a:latin typeface="宋体" panose="02010600030101010101" pitchFamily="2" charset="-122"/>
              </a:rPr>
              <a:t>)</a:t>
            </a:r>
            <a:r>
              <a:rPr lang="zh-CN" altLang="en-US" sz="2000">
                <a:latin typeface="宋体" panose="02010600030101010101" pitchFamily="2" charset="-122"/>
              </a:rPr>
              <a:t>提供意见。 </a:t>
            </a:r>
          </a:p>
          <a:p>
            <a:pPr eaLnBrk="1" hangingPunct="1"/>
            <a:endParaRPr lang="en-US" altLang="zh-CN" sz="2000">
              <a:latin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01F6BDD8-13F0-A2F0-B61F-E8B4F72DF9D9}"/>
              </a:ext>
            </a:extLst>
          </p:cNvPr>
          <p:cNvSpPr>
            <a:spLocks noGrp="1" noChangeArrowheads="1"/>
          </p:cNvSpPr>
          <p:nvPr>
            <p:ph type="title"/>
          </p:nvPr>
        </p:nvSpPr>
        <p:spPr/>
        <p:txBody>
          <a:bodyPr/>
          <a:lstStyle/>
          <a:p>
            <a:pPr eaLnBrk="1" hangingPunct="1"/>
            <a:r>
              <a:rPr lang="zh-CN" altLang="en-US"/>
              <a:t>供方合同环境</a:t>
            </a:r>
          </a:p>
        </p:txBody>
      </p:sp>
      <p:sp>
        <p:nvSpPr>
          <p:cNvPr id="28675" name="Rectangle 3">
            <a:extLst>
              <a:ext uri="{FF2B5EF4-FFF2-40B4-BE49-F238E27FC236}">
                <a16:creationId xmlns:a16="http://schemas.microsoft.com/office/drawing/2014/main" id="{F50145E6-2133-657C-F0C4-2678083EB0AF}"/>
              </a:ext>
            </a:extLst>
          </p:cNvPr>
          <p:cNvSpPr>
            <a:spLocks noGrp="1" noChangeArrowheads="1"/>
          </p:cNvSpPr>
          <p:nvPr>
            <p:ph type="body" idx="1"/>
          </p:nvPr>
        </p:nvSpPr>
        <p:spPr>
          <a:xfrm>
            <a:off x="468313" y="1989138"/>
            <a:ext cx="8496300" cy="4868862"/>
          </a:xfrm>
        </p:spPr>
        <p:txBody>
          <a:bodyPr/>
          <a:lstStyle/>
          <a:p>
            <a:pPr eaLnBrk="1" hangingPunct="1"/>
            <a:r>
              <a:rPr lang="zh-CN" altLang="en-US" sz="2400">
                <a:ea typeface="黑体" panose="02010609060101010101" pitchFamily="49" charset="-122"/>
              </a:rPr>
              <a:t>项目分析过程</a:t>
            </a:r>
            <a:r>
              <a:rPr lang="zh-CN" altLang="en-US"/>
              <a:t> </a:t>
            </a:r>
          </a:p>
        </p:txBody>
      </p:sp>
      <p:grpSp>
        <p:nvGrpSpPr>
          <p:cNvPr id="28676" name="Group 4">
            <a:extLst>
              <a:ext uri="{FF2B5EF4-FFF2-40B4-BE49-F238E27FC236}">
                <a16:creationId xmlns:a16="http://schemas.microsoft.com/office/drawing/2014/main" id="{E735739B-6877-DB2B-474F-B0A2244C1953}"/>
              </a:ext>
            </a:extLst>
          </p:cNvPr>
          <p:cNvGrpSpPr>
            <a:grpSpLocks/>
          </p:cNvGrpSpPr>
          <p:nvPr/>
        </p:nvGrpSpPr>
        <p:grpSpPr bwMode="auto">
          <a:xfrm>
            <a:off x="971550" y="2781300"/>
            <a:ext cx="7704138" cy="3384550"/>
            <a:chOff x="1647" y="12576"/>
            <a:chExt cx="8325" cy="2073"/>
          </a:xfrm>
        </p:grpSpPr>
        <p:sp>
          <p:nvSpPr>
            <p:cNvPr id="28677" name="Text Box 5">
              <a:extLst>
                <a:ext uri="{FF2B5EF4-FFF2-40B4-BE49-F238E27FC236}">
                  <a16:creationId xmlns:a16="http://schemas.microsoft.com/office/drawing/2014/main" id="{2B6BB219-D49A-B224-8931-C8E77FFD44F3}"/>
                </a:ext>
              </a:extLst>
            </p:cNvPr>
            <p:cNvSpPr txBox="1">
              <a:spLocks noChangeArrowheads="1"/>
            </p:cNvSpPr>
            <p:nvPr/>
          </p:nvSpPr>
          <p:spPr bwMode="auto">
            <a:xfrm>
              <a:off x="1647" y="12576"/>
              <a:ext cx="157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项目分析任务书</a:t>
              </a:r>
              <a:endParaRPr lang="zh-CN" altLang="en-US" sz="1800">
                <a:solidFill>
                  <a:schemeClr val="tx1"/>
                </a:solidFill>
                <a:ea typeface="黑体" panose="02010609060101010101" pitchFamily="49" charset="-122"/>
              </a:endParaRPr>
            </a:p>
          </p:txBody>
        </p:sp>
        <p:sp>
          <p:nvSpPr>
            <p:cNvPr id="28678" name="Text Box 6">
              <a:extLst>
                <a:ext uri="{FF2B5EF4-FFF2-40B4-BE49-F238E27FC236}">
                  <a16:creationId xmlns:a16="http://schemas.microsoft.com/office/drawing/2014/main" id="{694FF98E-17FF-FB14-318A-4E929BB16191}"/>
                </a:ext>
              </a:extLst>
            </p:cNvPr>
            <p:cNvSpPr txBox="1">
              <a:spLocks noChangeArrowheads="1"/>
            </p:cNvSpPr>
            <p:nvPr/>
          </p:nvSpPr>
          <p:spPr bwMode="auto">
            <a:xfrm>
              <a:off x="2382" y="12963"/>
              <a:ext cx="1050"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招标文件</a:t>
              </a:r>
              <a:endParaRPr lang="zh-CN" altLang="en-US" sz="1800">
                <a:solidFill>
                  <a:schemeClr val="tx1"/>
                </a:solidFill>
                <a:ea typeface="黑体" panose="02010609060101010101" pitchFamily="49" charset="-122"/>
              </a:endParaRPr>
            </a:p>
          </p:txBody>
        </p:sp>
        <p:sp>
          <p:nvSpPr>
            <p:cNvPr id="28679" name="Line 7">
              <a:extLst>
                <a:ext uri="{FF2B5EF4-FFF2-40B4-BE49-F238E27FC236}">
                  <a16:creationId xmlns:a16="http://schemas.microsoft.com/office/drawing/2014/main" id="{F2A21603-3F55-9287-713E-C8B7E0C1E936}"/>
                </a:ext>
              </a:extLst>
            </p:cNvPr>
            <p:cNvSpPr>
              <a:spLocks noChangeShapeType="1"/>
            </p:cNvSpPr>
            <p:nvPr/>
          </p:nvSpPr>
          <p:spPr bwMode="auto">
            <a:xfrm>
              <a:off x="3432" y="13044"/>
              <a:ext cx="5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0" name="Text Box 8">
              <a:extLst>
                <a:ext uri="{FF2B5EF4-FFF2-40B4-BE49-F238E27FC236}">
                  <a16:creationId xmlns:a16="http://schemas.microsoft.com/office/drawing/2014/main" id="{A65B02A1-0D89-4AE7-BC00-45EAA292E72A}"/>
                </a:ext>
              </a:extLst>
            </p:cNvPr>
            <p:cNvSpPr txBox="1">
              <a:spLocks noChangeArrowheads="1"/>
            </p:cNvSpPr>
            <p:nvPr/>
          </p:nvSpPr>
          <p:spPr bwMode="auto">
            <a:xfrm>
              <a:off x="3957" y="12732"/>
              <a:ext cx="1260"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需求管理者确定</a:t>
              </a:r>
              <a:endParaRPr lang="zh-CN" altLang="en-US" sz="1800">
                <a:solidFill>
                  <a:schemeClr val="tx1"/>
                </a:solidFill>
                <a:ea typeface="黑体" panose="02010609060101010101" pitchFamily="49" charset="-122"/>
              </a:endParaRPr>
            </a:p>
          </p:txBody>
        </p:sp>
        <p:sp>
          <p:nvSpPr>
            <p:cNvPr id="28681" name="Line 9">
              <a:extLst>
                <a:ext uri="{FF2B5EF4-FFF2-40B4-BE49-F238E27FC236}">
                  <a16:creationId xmlns:a16="http://schemas.microsoft.com/office/drawing/2014/main" id="{7E17FC79-F2DC-0CA3-7F6D-F44169A5FE1F}"/>
                </a:ext>
              </a:extLst>
            </p:cNvPr>
            <p:cNvSpPr>
              <a:spLocks noChangeShapeType="1"/>
            </p:cNvSpPr>
            <p:nvPr/>
          </p:nvSpPr>
          <p:spPr bwMode="auto">
            <a:xfrm>
              <a:off x="5217" y="13044"/>
              <a:ext cx="5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2" name="Text Box 10">
              <a:extLst>
                <a:ext uri="{FF2B5EF4-FFF2-40B4-BE49-F238E27FC236}">
                  <a16:creationId xmlns:a16="http://schemas.microsoft.com/office/drawing/2014/main" id="{5BB8D4D9-5E39-9149-FA50-64893BD527CE}"/>
                </a:ext>
              </a:extLst>
            </p:cNvPr>
            <p:cNvSpPr txBox="1">
              <a:spLocks noChangeArrowheads="1"/>
            </p:cNvSpPr>
            <p:nvPr/>
          </p:nvSpPr>
          <p:spPr bwMode="auto">
            <a:xfrm>
              <a:off x="5742" y="12732"/>
              <a:ext cx="126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需求分析</a:t>
              </a:r>
              <a:endParaRPr lang="zh-CN" altLang="en-US" sz="1800">
                <a:solidFill>
                  <a:schemeClr val="tx1"/>
                </a:solidFill>
                <a:ea typeface="黑体" panose="02010609060101010101" pitchFamily="49" charset="-122"/>
              </a:endParaRPr>
            </a:p>
          </p:txBody>
        </p:sp>
        <p:sp>
          <p:nvSpPr>
            <p:cNvPr id="28683" name="Line 11">
              <a:extLst>
                <a:ext uri="{FF2B5EF4-FFF2-40B4-BE49-F238E27FC236}">
                  <a16:creationId xmlns:a16="http://schemas.microsoft.com/office/drawing/2014/main" id="{70ECF02E-3DD5-CABB-CC69-A6808661B32D}"/>
                </a:ext>
              </a:extLst>
            </p:cNvPr>
            <p:cNvSpPr>
              <a:spLocks noChangeShapeType="1"/>
            </p:cNvSpPr>
            <p:nvPr/>
          </p:nvSpPr>
          <p:spPr bwMode="auto">
            <a:xfrm>
              <a:off x="7002" y="13044"/>
              <a:ext cx="5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4" name="Text Box 12">
              <a:extLst>
                <a:ext uri="{FF2B5EF4-FFF2-40B4-BE49-F238E27FC236}">
                  <a16:creationId xmlns:a16="http://schemas.microsoft.com/office/drawing/2014/main" id="{B9D35703-EB2A-6721-10A7-EDE3A7FA6606}"/>
                </a:ext>
              </a:extLst>
            </p:cNvPr>
            <p:cNvSpPr txBox="1">
              <a:spLocks noChangeArrowheads="1"/>
            </p:cNvSpPr>
            <p:nvPr/>
          </p:nvSpPr>
          <p:spPr bwMode="auto">
            <a:xfrm>
              <a:off x="7527" y="12732"/>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需求分析评审</a:t>
              </a:r>
              <a:endParaRPr lang="zh-CN" altLang="en-US" sz="1800">
                <a:solidFill>
                  <a:schemeClr val="tx1"/>
                </a:solidFill>
                <a:ea typeface="黑体" panose="02010609060101010101" pitchFamily="49" charset="-122"/>
              </a:endParaRPr>
            </a:p>
          </p:txBody>
        </p:sp>
        <p:sp>
          <p:nvSpPr>
            <p:cNvPr id="28685" name="Line 13">
              <a:extLst>
                <a:ext uri="{FF2B5EF4-FFF2-40B4-BE49-F238E27FC236}">
                  <a16:creationId xmlns:a16="http://schemas.microsoft.com/office/drawing/2014/main" id="{55D33766-65F9-D977-94A2-310C0D8C4DD6}"/>
                </a:ext>
              </a:extLst>
            </p:cNvPr>
            <p:cNvSpPr>
              <a:spLocks noChangeShapeType="1"/>
            </p:cNvSpPr>
            <p:nvPr/>
          </p:nvSpPr>
          <p:spPr bwMode="auto">
            <a:xfrm>
              <a:off x="8997" y="13023"/>
              <a:ext cx="3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6" name="Line 14">
              <a:extLst>
                <a:ext uri="{FF2B5EF4-FFF2-40B4-BE49-F238E27FC236}">
                  <a16:creationId xmlns:a16="http://schemas.microsoft.com/office/drawing/2014/main" id="{253B53CC-BF21-9C1C-64A1-AD5D1EB6A906}"/>
                </a:ext>
              </a:extLst>
            </p:cNvPr>
            <p:cNvSpPr>
              <a:spLocks noChangeShapeType="1"/>
            </p:cNvSpPr>
            <p:nvPr/>
          </p:nvSpPr>
          <p:spPr bwMode="auto">
            <a:xfrm>
              <a:off x="9312" y="13023"/>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7" name="Line 15">
              <a:extLst>
                <a:ext uri="{FF2B5EF4-FFF2-40B4-BE49-F238E27FC236}">
                  <a16:creationId xmlns:a16="http://schemas.microsoft.com/office/drawing/2014/main" id="{FFBE282B-60DE-2EC0-9D88-E6F668E7EF1E}"/>
                </a:ext>
              </a:extLst>
            </p:cNvPr>
            <p:cNvSpPr>
              <a:spLocks noChangeShapeType="1"/>
            </p:cNvSpPr>
            <p:nvPr/>
          </p:nvSpPr>
          <p:spPr bwMode="auto">
            <a:xfrm flipH="1">
              <a:off x="1857" y="13653"/>
              <a:ext cx="74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8" name="Line 16">
              <a:extLst>
                <a:ext uri="{FF2B5EF4-FFF2-40B4-BE49-F238E27FC236}">
                  <a16:creationId xmlns:a16="http://schemas.microsoft.com/office/drawing/2014/main" id="{65914D99-CB59-D408-88B7-ED2F41D89375}"/>
                </a:ext>
              </a:extLst>
            </p:cNvPr>
            <p:cNvSpPr>
              <a:spLocks noChangeShapeType="1"/>
            </p:cNvSpPr>
            <p:nvPr/>
          </p:nvSpPr>
          <p:spPr bwMode="auto">
            <a:xfrm>
              <a:off x="1857" y="13662"/>
              <a:ext cx="0" cy="4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9" name="Line 17">
              <a:extLst>
                <a:ext uri="{FF2B5EF4-FFF2-40B4-BE49-F238E27FC236}">
                  <a16:creationId xmlns:a16="http://schemas.microsoft.com/office/drawing/2014/main" id="{A48670AB-40A6-28EE-A97B-44ED9FDEA545}"/>
                </a:ext>
              </a:extLst>
            </p:cNvPr>
            <p:cNvSpPr>
              <a:spLocks noChangeShapeType="1"/>
            </p:cNvSpPr>
            <p:nvPr/>
          </p:nvSpPr>
          <p:spPr bwMode="auto">
            <a:xfrm>
              <a:off x="1857" y="14130"/>
              <a:ext cx="3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0" name="Line 18">
              <a:extLst>
                <a:ext uri="{FF2B5EF4-FFF2-40B4-BE49-F238E27FC236}">
                  <a16:creationId xmlns:a16="http://schemas.microsoft.com/office/drawing/2014/main" id="{10EBDD0F-4B06-CBA1-B74B-76212E10A3DD}"/>
                </a:ext>
              </a:extLst>
            </p:cNvPr>
            <p:cNvSpPr>
              <a:spLocks noChangeShapeType="1"/>
            </p:cNvSpPr>
            <p:nvPr/>
          </p:nvSpPr>
          <p:spPr bwMode="auto">
            <a:xfrm>
              <a:off x="3327" y="14166"/>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1" name="Text Box 19">
              <a:extLst>
                <a:ext uri="{FF2B5EF4-FFF2-40B4-BE49-F238E27FC236}">
                  <a16:creationId xmlns:a16="http://schemas.microsoft.com/office/drawing/2014/main" id="{02E77C61-26B5-BA7B-EBD7-11D5575020B5}"/>
                </a:ext>
              </a:extLst>
            </p:cNvPr>
            <p:cNvSpPr txBox="1">
              <a:spLocks noChangeArrowheads="1"/>
            </p:cNvSpPr>
            <p:nvPr/>
          </p:nvSpPr>
          <p:spPr bwMode="auto">
            <a:xfrm>
              <a:off x="3747" y="13854"/>
              <a:ext cx="1035"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800">
                  <a:solidFill>
                    <a:schemeClr val="tx1"/>
                  </a:solidFill>
                  <a:latin typeface="Times New Roman" panose="02020603050405020304" pitchFamily="18" charset="0"/>
                  <a:ea typeface="黑体" panose="02010609060101010101" pitchFamily="49" charset="-122"/>
                </a:rPr>
                <a:t>项目风险分析</a:t>
              </a:r>
              <a:endParaRPr lang="zh-CN" altLang="en-US" sz="1800">
                <a:solidFill>
                  <a:schemeClr val="tx1"/>
                </a:solidFill>
                <a:ea typeface="黑体" panose="02010609060101010101" pitchFamily="49" charset="-122"/>
              </a:endParaRPr>
            </a:p>
          </p:txBody>
        </p:sp>
        <p:sp>
          <p:nvSpPr>
            <p:cNvPr id="28692" name="Line 20">
              <a:extLst>
                <a:ext uri="{FF2B5EF4-FFF2-40B4-BE49-F238E27FC236}">
                  <a16:creationId xmlns:a16="http://schemas.microsoft.com/office/drawing/2014/main" id="{E6C39AE6-6738-7348-1B87-32182266434F}"/>
                </a:ext>
              </a:extLst>
            </p:cNvPr>
            <p:cNvSpPr>
              <a:spLocks noChangeShapeType="1"/>
            </p:cNvSpPr>
            <p:nvPr/>
          </p:nvSpPr>
          <p:spPr bwMode="auto">
            <a:xfrm>
              <a:off x="4767" y="14166"/>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3" name="Text Box 21">
              <a:extLst>
                <a:ext uri="{FF2B5EF4-FFF2-40B4-BE49-F238E27FC236}">
                  <a16:creationId xmlns:a16="http://schemas.microsoft.com/office/drawing/2014/main" id="{6024CFFA-A112-DE45-4768-C92EEEC56FFE}"/>
                </a:ext>
              </a:extLst>
            </p:cNvPr>
            <p:cNvSpPr txBox="1">
              <a:spLocks noChangeArrowheads="1"/>
            </p:cNvSpPr>
            <p:nvPr/>
          </p:nvSpPr>
          <p:spPr bwMode="auto">
            <a:xfrm>
              <a:off x="5187" y="13857"/>
              <a:ext cx="1157"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800">
                  <a:solidFill>
                    <a:schemeClr val="tx1"/>
                  </a:solidFill>
                  <a:latin typeface="Times New Roman" panose="02020603050405020304" pitchFamily="18" charset="0"/>
                  <a:ea typeface="黑体" panose="02010609060101010101" pitchFamily="49" charset="-122"/>
                </a:rPr>
                <a:t>项目初步实施规划</a:t>
              </a:r>
              <a:endParaRPr lang="zh-CN" altLang="en-US" sz="1800">
                <a:solidFill>
                  <a:schemeClr val="tx1"/>
                </a:solidFill>
                <a:ea typeface="黑体" panose="02010609060101010101" pitchFamily="49" charset="-122"/>
              </a:endParaRPr>
            </a:p>
          </p:txBody>
        </p:sp>
        <p:sp>
          <p:nvSpPr>
            <p:cNvPr id="28694" name="Line 22">
              <a:extLst>
                <a:ext uri="{FF2B5EF4-FFF2-40B4-BE49-F238E27FC236}">
                  <a16:creationId xmlns:a16="http://schemas.microsoft.com/office/drawing/2014/main" id="{3A1FDF2E-B86F-4071-3808-0DE8C6E20289}"/>
                </a:ext>
              </a:extLst>
            </p:cNvPr>
            <p:cNvSpPr>
              <a:spLocks noChangeShapeType="1"/>
            </p:cNvSpPr>
            <p:nvPr/>
          </p:nvSpPr>
          <p:spPr bwMode="auto">
            <a:xfrm>
              <a:off x="6342" y="14151"/>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5" name="Text Box 23">
              <a:extLst>
                <a:ext uri="{FF2B5EF4-FFF2-40B4-BE49-F238E27FC236}">
                  <a16:creationId xmlns:a16="http://schemas.microsoft.com/office/drawing/2014/main" id="{E94F237B-4B7A-C340-58E2-0C16E36B3C89}"/>
                </a:ext>
              </a:extLst>
            </p:cNvPr>
            <p:cNvSpPr txBox="1">
              <a:spLocks noChangeArrowheads="1"/>
            </p:cNvSpPr>
            <p:nvPr/>
          </p:nvSpPr>
          <p:spPr bwMode="auto">
            <a:xfrm>
              <a:off x="6762" y="13842"/>
              <a:ext cx="1157"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800">
                  <a:solidFill>
                    <a:schemeClr val="tx1"/>
                  </a:solidFill>
                  <a:latin typeface="Times New Roman" panose="02020603050405020304" pitchFamily="18" charset="0"/>
                  <a:ea typeface="黑体" panose="02010609060101010101" pitchFamily="49" charset="-122"/>
                </a:rPr>
                <a:t>初步实施规划评审</a:t>
              </a:r>
              <a:endParaRPr lang="zh-CN" altLang="en-US" sz="1800">
                <a:solidFill>
                  <a:schemeClr val="tx1"/>
                </a:solidFill>
                <a:ea typeface="黑体" panose="02010609060101010101" pitchFamily="49" charset="-122"/>
              </a:endParaRPr>
            </a:p>
          </p:txBody>
        </p:sp>
        <p:sp>
          <p:nvSpPr>
            <p:cNvPr id="28696" name="Text Box 24">
              <a:extLst>
                <a:ext uri="{FF2B5EF4-FFF2-40B4-BE49-F238E27FC236}">
                  <a16:creationId xmlns:a16="http://schemas.microsoft.com/office/drawing/2014/main" id="{89233C44-E740-ACD5-A196-26D5A4BF89BB}"/>
                </a:ext>
              </a:extLst>
            </p:cNvPr>
            <p:cNvSpPr txBox="1">
              <a:spLocks noChangeArrowheads="1"/>
            </p:cNvSpPr>
            <p:nvPr/>
          </p:nvSpPr>
          <p:spPr bwMode="auto">
            <a:xfrm>
              <a:off x="2202" y="13827"/>
              <a:ext cx="1155"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800">
                  <a:solidFill>
                    <a:schemeClr val="tx1"/>
                  </a:solidFill>
                  <a:latin typeface="Times New Roman" panose="02020603050405020304" pitchFamily="18" charset="0"/>
                  <a:ea typeface="黑体" panose="02010609060101010101" pitchFamily="49" charset="-122"/>
                </a:rPr>
                <a:t>项目规模估算</a:t>
              </a:r>
              <a:endParaRPr lang="zh-CN" altLang="en-US" sz="1800">
                <a:solidFill>
                  <a:schemeClr val="tx1"/>
                </a:solidFill>
                <a:ea typeface="黑体" panose="02010609060101010101" pitchFamily="49" charset="-122"/>
              </a:endParaRPr>
            </a:p>
          </p:txBody>
        </p:sp>
        <p:sp>
          <p:nvSpPr>
            <p:cNvPr id="28697" name="Line 25">
              <a:extLst>
                <a:ext uri="{FF2B5EF4-FFF2-40B4-BE49-F238E27FC236}">
                  <a16:creationId xmlns:a16="http://schemas.microsoft.com/office/drawing/2014/main" id="{937D880B-8295-5E0C-DFB3-EED0B72C3F4C}"/>
                </a:ext>
              </a:extLst>
            </p:cNvPr>
            <p:cNvSpPr>
              <a:spLocks noChangeShapeType="1"/>
            </p:cNvSpPr>
            <p:nvPr/>
          </p:nvSpPr>
          <p:spPr bwMode="auto">
            <a:xfrm>
              <a:off x="7902" y="14151"/>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8" name="Text Box 26">
              <a:extLst>
                <a:ext uri="{FF2B5EF4-FFF2-40B4-BE49-F238E27FC236}">
                  <a16:creationId xmlns:a16="http://schemas.microsoft.com/office/drawing/2014/main" id="{F7CF809C-82B3-65A0-4B34-B01E6E491E5A}"/>
                </a:ext>
              </a:extLst>
            </p:cNvPr>
            <p:cNvSpPr txBox="1">
              <a:spLocks noChangeArrowheads="1"/>
            </p:cNvSpPr>
            <p:nvPr/>
          </p:nvSpPr>
          <p:spPr bwMode="auto">
            <a:xfrm>
              <a:off x="8292" y="13824"/>
              <a:ext cx="1470"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需求分析报告</a:t>
              </a:r>
              <a:endParaRPr lang="zh-CN" altLang="en-US" sz="1800">
                <a:solidFill>
                  <a:schemeClr val="tx1"/>
                </a:solidFill>
                <a:ea typeface="黑体" panose="02010609060101010101" pitchFamily="49" charset="-122"/>
              </a:endParaRPr>
            </a:p>
          </p:txBody>
        </p:sp>
        <p:sp>
          <p:nvSpPr>
            <p:cNvPr id="28699" name="Text Box 27">
              <a:extLst>
                <a:ext uri="{FF2B5EF4-FFF2-40B4-BE49-F238E27FC236}">
                  <a16:creationId xmlns:a16="http://schemas.microsoft.com/office/drawing/2014/main" id="{E8B64BEC-AB5F-B862-10BC-9E96F33A4342}"/>
                </a:ext>
              </a:extLst>
            </p:cNvPr>
            <p:cNvSpPr txBox="1">
              <a:spLocks noChangeArrowheads="1"/>
            </p:cNvSpPr>
            <p:nvPr/>
          </p:nvSpPr>
          <p:spPr bwMode="auto">
            <a:xfrm>
              <a:off x="8502" y="14181"/>
              <a:ext cx="1470"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项目初步计划</a:t>
              </a:r>
              <a:endParaRPr lang="zh-CN" altLang="en-US" sz="1800">
                <a:solidFill>
                  <a:schemeClr val="tx1"/>
                </a:solidFill>
                <a:ea typeface="黑体" panose="02010609060101010101" pitchFamily="49"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C20DC35-DD86-42C7-C84E-0C55C06B5415}"/>
              </a:ext>
            </a:extLst>
          </p:cNvPr>
          <p:cNvSpPr>
            <a:spLocks noGrp="1" noChangeArrowheads="1"/>
          </p:cNvSpPr>
          <p:nvPr>
            <p:ph type="title"/>
          </p:nvPr>
        </p:nvSpPr>
        <p:spPr/>
        <p:txBody>
          <a:bodyPr/>
          <a:lstStyle/>
          <a:p>
            <a:pPr eaLnBrk="1" hangingPunct="1"/>
            <a:r>
              <a:rPr lang="zh-CN" altLang="en-US"/>
              <a:t>供方合同环境</a:t>
            </a:r>
          </a:p>
        </p:txBody>
      </p:sp>
      <p:sp>
        <p:nvSpPr>
          <p:cNvPr id="29699" name="Rectangle 3">
            <a:extLst>
              <a:ext uri="{FF2B5EF4-FFF2-40B4-BE49-F238E27FC236}">
                <a16:creationId xmlns:a16="http://schemas.microsoft.com/office/drawing/2014/main" id="{F0E9DBC1-A51A-7280-2913-319AB475AC51}"/>
              </a:ext>
            </a:extLst>
          </p:cNvPr>
          <p:cNvSpPr>
            <a:spLocks noGrp="1" noChangeArrowheads="1"/>
          </p:cNvSpPr>
          <p:nvPr>
            <p:ph type="body" idx="1"/>
          </p:nvPr>
        </p:nvSpPr>
        <p:spPr>
          <a:xfrm>
            <a:off x="395288" y="1844675"/>
            <a:ext cx="8569325" cy="5013325"/>
          </a:xfrm>
        </p:spPr>
        <p:txBody>
          <a:bodyPr/>
          <a:lstStyle/>
          <a:p>
            <a:pPr eaLnBrk="1" hangingPunct="1"/>
            <a:r>
              <a:rPr lang="zh-CN" altLang="en-US" sz="2400">
                <a:ea typeface="黑体" panose="02010609060101010101" pitchFamily="49" charset="-122"/>
              </a:rPr>
              <a:t>项目竞标过程</a:t>
            </a:r>
            <a:r>
              <a:rPr lang="zh-CN" altLang="en-US"/>
              <a:t> </a:t>
            </a:r>
          </a:p>
        </p:txBody>
      </p:sp>
      <p:grpSp>
        <p:nvGrpSpPr>
          <p:cNvPr id="29700" name="Group 4">
            <a:extLst>
              <a:ext uri="{FF2B5EF4-FFF2-40B4-BE49-F238E27FC236}">
                <a16:creationId xmlns:a16="http://schemas.microsoft.com/office/drawing/2014/main" id="{CA2606AD-7BDF-8668-5E23-CAE4AC05AEF3}"/>
              </a:ext>
            </a:extLst>
          </p:cNvPr>
          <p:cNvGrpSpPr>
            <a:grpSpLocks/>
          </p:cNvGrpSpPr>
          <p:nvPr/>
        </p:nvGrpSpPr>
        <p:grpSpPr bwMode="auto">
          <a:xfrm>
            <a:off x="827088" y="2565400"/>
            <a:ext cx="7921625" cy="3816350"/>
            <a:chOff x="2247" y="9492"/>
            <a:chExt cx="7560" cy="4110"/>
          </a:xfrm>
        </p:grpSpPr>
        <p:sp>
          <p:nvSpPr>
            <p:cNvPr id="29701" name="Text Box 5">
              <a:extLst>
                <a:ext uri="{FF2B5EF4-FFF2-40B4-BE49-F238E27FC236}">
                  <a16:creationId xmlns:a16="http://schemas.microsoft.com/office/drawing/2014/main" id="{FBAC350C-B526-E502-FDF8-C8125ADCD191}"/>
                </a:ext>
              </a:extLst>
            </p:cNvPr>
            <p:cNvSpPr txBox="1">
              <a:spLocks noChangeArrowheads="1"/>
            </p:cNvSpPr>
            <p:nvPr/>
          </p:nvSpPr>
          <p:spPr bwMode="auto">
            <a:xfrm>
              <a:off x="2247" y="9492"/>
              <a:ext cx="1410"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600">
                  <a:solidFill>
                    <a:schemeClr val="tx1"/>
                  </a:solidFill>
                  <a:latin typeface="Times New Roman" panose="02020603050405020304" pitchFamily="18" charset="0"/>
                  <a:ea typeface="黑体" panose="02010609060101010101" pitchFamily="49" charset="-122"/>
                </a:rPr>
                <a:t>需求分析报告</a:t>
              </a:r>
              <a:endParaRPr lang="zh-CN" altLang="en-US" sz="1600">
                <a:solidFill>
                  <a:schemeClr val="tx1"/>
                </a:solidFill>
                <a:ea typeface="黑体" panose="02010609060101010101" pitchFamily="49" charset="-122"/>
              </a:endParaRPr>
            </a:p>
          </p:txBody>
        </p:sp>
        <p:sp>
          <p:nvSpPr>
            <p:cNvPr id="29702" name="Text Box 6">
              <a:extLst>
                <a:ext uri="{FF2B5EF4-FFF2-40B4-BE49-F238E27FC236}">
                  <a16:creationId xmlns:a16="http://schemas.microsoft.com/office/drawing/2014/main" id="{9AAAA22B-6CB8-B595-13AE-408A699B0799}"/>
                </a:ext>
              </a:extLst>
            </p:cNvPr>
            <p:cNvSpPr txBox="1">
              <a:spLocks noChangeArrowheads="1"/>
            </p:cNvSpPr>
            <p:nvPr/>
          </p:nvSpPr>
          <p:spPr bwMode="auto">
            <a:xfrm>
              <a:off x="3057" y="9879"/>
              <a:ext cx="1050"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600">
                  <a:solidFill>
                    <a:schemeClr val="tx1"/>
                  </a:solidFill>
                  <a:latin typeface="Times New Roman" panose="02020603050405020304" pitchFamily="18" charset="0"/>
                  <a:ea typeface="黑体" panose="02010609060101010101" pitchFamily="49" charset="-122"/>
                </a:rPr>
                <a:t>项目计划</a:t>
              </a:r>
              <a:endParaRPr lang="zh-CN" altLang="en-US" sz="1600">
                <a:solidFill>
                  <a:schemeClr val="tx1"/>
                </a:solidFill>
                <a:ea typeface="黑体" panose="02010609060101010101" pitchFamily="49" charset="-122"/>
              </a:endParaRPr>
            </a:p>
          </p:txBody>
        </p:sp>
        <p:sp>
          <p:nvSpPr>
            <p:cNvPr id="29703" name="Line 7">
              <a:extLst>
                <a:ext uri="{FF2B5EF4-FFF2-40B4-BE49-F238E27FC236}">
                  <a16:creationId xmlns:a16="http://schemas.microsoft.com/office/drawing/2014/main" id="{A477FF74-5D27-0322-8918-B6AE48744B1A}"/>
                </a:ext>
              </a:extLst>
            </p:cNvPr>
            <p:cNvSpPr>
              <a:spLocks noChangeShapeType="1"/>
            </p:cNvSpPr>
            <p:nvPr/>
          </p:nvSpPr>
          <p:spPr bwMode="auto">
            <a:xfrm>
              <a:off x="4137" y="9960"/>
              <a:ext cx="5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04" name="Text Box 8">
              <a:extLst>
                <a:ext uri="{FF2B5EF4-FFF2-40B4-BE49-F238E27FC236}">
                  <a16:creationId xmlns:a16="http://schemas.microsoft.com/office/drawing/2014/main" id="{24C92C50-F1ED-B4E3-9A50-D8EE598E6B34}"/>
                </a:ext>
              </a:extLst>
            </p:cNvPr>
            <p:cNvSpPr txBox="1">
              <a:spLocks noChangeArrowheads="1"/>
            </p:cNvSpPr>
            <p:nvPr/>
          </p:nvSpPr>
          <p:spPr bwMode="auto">
            <a:xfrm>
              <a:off x="4662" y="9648"/>
              <a:ext cx="1260" cy="624"/>
            </a:xfrm>
            <a:prstGeom prst="rect">
              <a:avLst/>
            </a:prstGeom>
            <a:solidFill>
              <a:srgbClr val="FFCC00"/>
            </a:solidFill>
            <a:ln w="9525">
              <a:solidFill>
                <a:srgbClr val="000000"/>
              </a:solidFill>
              <a:miter lim="800000"/>
              <a:headEnd/>
              <a:tailEnd/>
            </a:ln>
          </p:spPr>
          <p:txBody>
            <a:bodyPr t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600">
                  <a:solidFill>
                    <a:schemeClr val="tx1"/>
                  </a:solidFill>
                  <a:latin typeface="Times New Roman" panose="02020603050405020304" pitchFamily="18" charset="0"/>
                  <a:ea typeface="黑体" panose="02010609060101010101" pitchFamily="49" charset="-122"/>
                </a:rPr>
                <a:t>技术能力要求确定</a:t>
              </a:r>
              <a:endParaRPr lang="zh-CN" altLang="en-US" sz="1600">
                <a:solidFill>
                  <a:schemeClr val="tx1"/>
                </a:solidFill>
                <a:ea typeface="黑体" panose="02010609060101010101" pitchFamily="49" charset="-122"/>
              </a:endParaRPr>
            </a:p>
          </p:txBody>
        </p:sp>
        <p:sp>
          <p:nvSpPr>
            <p:cNvPr id="29705" name="Line 9">
              <a:extLst>
                <a:ext uri="{FF2B5EF4-FFF2-40B4-BE49-F238E27FC236}">
                  <a16:creationId xmlns:a16="http://schemas.microsoft.com/office/drawing/2014/main" id="{E824B3F2-95B6-EAE7-8454-A099DEB30CF8}"/>
                </a:ext>
              </a:extLst>
            </p:cNvPr>
            <p:cNvSpPr>
              <a:spLocks noChangeShapeType="1"/>
            </p:cNvSpPr>
            <p:nvPr/>
          </p:nvSpPr>
          <p:spPr bwMode="auto">
            <a:xfrm>
              <a:off x="5922" y="9960"/>
              <a:ext cx="5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06" name="Text Box 10">
              <a:extLst>
                <a:ext uri="{FF2B5EF4-FFF2-40B4-BE49-F238E27FC236}">
                  <a16:creationId xmlns:a16="http://schemas.microsoft.com/office/drawing/2014/main" id="{7EA78ED4-3DF3-B775-5B36-4982D8597EFE}"/>
                </a:ext>
              </a:extLst>
            </p:cNvPr>
            <p:cNvSpPr txBox="1">
              <a:spLocks noChangeArrowheads="1"/>
            </p:cNvSpPr>
            <p:nvPr/>
          </p:nvSpPr>
          <p:spPr bwMode="auto">
            <a:xfrm>
              <a:off x="6447" y="9648"/>
              <a:ext cx="1260" cy="624"/>
            </a:xfrm>
            <a:prstGeom prst="rect">
              <a:avLst/>
            </a:prstGeom>
            <a:solidFill>
              <a:srgbClr val="FFCC00"/>
            </a:solidFill>
            <a:ln w="9525">
              <a:solidFill>
                <a:srgbClr val="000000"/>
              </a:solidFill>
              <a:miter lim="800000"/>
              <a:headEnd/>
              <a:tailEnd/>
            </a:ln>
          </p:spPr>
          <p:txBody>
            <a:bodyPr t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600">
                  <a:solidFill>
                    <a:schemeClr val="tx1"/>
                  </a:solidFill>
                  <a:latin typeface="Times New Roman" panose="02020603050405020304" pitchFamily="18" charset="0"/>
                  <a:ea typeface="黑体" panose="02010609060101010101" pitchFamily="49" charset="-122"/>
                </a:rPr>
                <a:t>人力源要求确定</a:t>
              </a:r>
              <a:endParaRPr lang="zh-CN" altLang="en-US" sz="1600">
                <a:solidFill>
                  <a:schemeClr val="tx1"/>
                </a:solidFill>
                <a:ea typeface="黑体" panose="02010609060101010101" pitchFamily="49" charset="-122"/>
              </a:endParaRPr>
            </a:p>
          </p:txBody>
        </p:sp>
        <p:sp>
          <p:nvSpPr>
            <p:cNvPr id="29707" name="Line 11">
              <a:extLst>
                <a:ext uri="{FF2B5EF4-FFF2-40B4-BE49-F238E27FC236}">
                  <a16:creationId xmlns:a16="http://schemas.microsoft.com/office/drawing/2014/main" id="{B5BC8CB2-FB4E-13F3-154D-0C2F8DEE2467}"/>
                </a:ext>
              </a:extLst>
            </p:cNvPr>
            <p:cNvSpPr>
              <a:spLocks noChangeShapeType="1"/>
            </p:cNvSpPr>
            <p:nvPr/>
          </p:nvSpPr>
          <p:spPr bwMode="auto">
            <a:xfrm>
              <a:off x="7707" y="9960"/>
              <a:ext cx="5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08" name="Line 12">
              <a:extLst>
                <a:ext uri="{FF2B5EF4-FFF2-40B4-BE49-F238E27FC236}">
                  <a16:creationId xmlns:a16="http://schemas.microsoft.com/office/drawing/2014/main" id="{F0A944A1-BD55-6EA8-1B61-80CE7776F6D4}"/>
                </a:ext>
              </a:extLst>
            </p:cNvPr>
            <p:cNvSpPr>
              <a:spLocks noChangeShapeType="1"/>
            </p:cNvSpPr>
            <p:nvPr/>
          </p:nvSpPr>
          <p:spPr bwMode="auto">
            <a:xfrm>
              <a:off x="9477" y="9939"/>
              <a:ext cx="3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9" name="Line 13">
              <a:extLst>
                <a:ext uri="{FF2B5EF4-FFF2-40B4-BE49-F238E27FC236}">
                  <a16:creationId xmlns:a16="http://schemas.microsoft.com/office/drawing/2014/main" id="{BB426837-48E4-E349-6377-B17814BEAC5F}"/>
                </a:ext>
              </a:extLst>
            </p:cNvPr>
            <p:cNvSpPr>
              <a:spLocks noChangeShapeType="1"/>
            </p:cNvSpPr>
            <p:nvPr/>
          </p:nvSpPr>
          <p:spPr bwMode="auto">
            <a:xfrm>
              <a:off x="9792" y="9939"/>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0" name="Line 14">
              <a:extLst>
                <a:ext uri="{FF2B5EF4-FFF2-40B4-BE49-F238E27FC236}">
                  <a16:creationId xmlns:a16="http://schemas.microsoft.com/office/drawing/2014/main" id="{0C9C8527-52D1-267B-1461-ECAF2064D26D}"/>
                </a:ext>
              </a:extLst>
            </p:cNvPr>
            <p:cNvSpPr>
              <a:spLocks noChangeShapeType="1"/>
            </p:cNvSpPr>
            <p:nvPr/>
          </p:nvSpPr>
          <p:spPr bwMode="auto">
            <a:xfrm flipH="1">
              <a:off x="2577" y="10569"/>
              <a:ext cx="72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1" name="Line 15">
              <a:extLst>
                <a:ext uri="{FF2B5EF4-FFF2-40B4-BE49-F238E27FC236}">
                  <a16:creationId xmlns:a16="http://schemas.microsoft.com/office/drawing/2014/main" id="{55D06072-8836-98E3-185A-8E233E9983BC}"/>
                </a:ext>
              </a:extLst>
            </p:cNvPr>
            <p:cNvSpPr>
              <a:spLocks noChangeShapeType="1"/>
            </p:cNvSpPr>
            <p:nvPr/>
          </p:nvSpPr>
          <p:spPr bwMode="auto">
            <a:xfrm>
              <a:off x="2577" y="10578"/>
              <a:ext cx="0" cy="4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2" name="Line 16">
              <a:extLst>
                <a:ext uri="{FF2B5EF4-FFF2-40B4-BE49-F238E27FC236}">
                  <a16:creationId xmlns:a16="http://schemas.microsoft.com/office/drawing/2014/main" id="{ED1BF59F-F1F2-D13C-9FC1-12927D8DCBEB}"/>
                </a:ext>
              </a:extLst>
            </p:cNvPr>
            <p:cNvSpPr>
              <a:spLocks noChangeShapeType="1"/>
            </p:cNvSpPr>
            <p:nvPr/>
          </p:nvSpPr>
          <p:spPr bwMode="auto">
            <a:xfrm>
              <a:off x="2577" y="11046"/>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3" name="Line 17">
              <a:extLst>
                <a:ext uri="{FF2B5EF4-FFF2-40B4-BE49-F238E27FC236}">
                  <a16:creationId xmlns:a16="http://schemas.microsoft.com/office/drawing/2014/main" id="{904A7BB8-272F-DF0D-442B-D9971FA871C9}"/>
                </a:ext>
              </a:extLst>
            </p:cNvPr>
            <p:cNvSpPr>
              <a:spLocks noChangeShapeType="1"/>
            </p:cNvSpPr>
            <p:nvPr/>
          </p:nvSpPr>
          <p:spPr bwMode="auto">
            <a:xfrm>
              <a:off x="4107" y="11082"/>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4" name="Text Box 18">
              <a:extLst>
                <a:ext uri="{FF2B5EF4-FFF2-40B4-BE49-F238E27FC236}">
                  <a16:creationId xmlns:a16="http://schemas.microsoft.com/office/drawing/2014/main" id="{2190B5B9-EC46-DDF8-2D62-304B229EA666}"/>
                </a:ext>
              </a:extLst>
            </p:cNvPr>
            <p:cNvSpPr txBox="1">
              <a:spLocks noChangeArrowheads="1"/>
            </p:cNvSpPr>
            <p:nvPr/>
          </p:nvSpPr>
          <p:spPr bwMode="auto">
            <a:xfrm>
              <a:off x="4527" y="10770"/>
              <a:ext cx="1035"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600">
                  <a:solidFill>
                    <a:schemeClr val="tx1"/>
                  </a:solidFill>
                  <a:latin typeface="Times New Roman" panose="02020603050405020304" pitchFamily="18" charset="0"/>
                  <a:ea typeface="黑体" panose="02010609060101010101" pitchFamily="49" charset="-122"/>
                </a:rPr>
                <a:t>企业能力评定</a:t>
              </a:r>
              <a:endParaRPr lang="zh-CN" altLang="en-US" sz="1600">
                <a:solidFill>
                  <a:schemeClr val="tx1"/>
                </a:solidFill>
                <a:ea typeface="黑体" panose="02010609060101010101" pitchFamily="49" charset="-122"/>
              </a:endParaRPr>
            </a:p>
          </p:txBody>
        </p:sp>
        <p:sp>
          <p:nvSpPr>
            <p:cNvPr id="29715" name="Line 19">
              <a:extLst>
                <a:ext uri="{FF2B5EF4-FFF2-40B4-BE49-F238E27FC236}">
                  <a16:creationId xmlns:a16="http://schemas.microsoft.com/office/drawing/2014/main" id="{7F010C2E-6154-6777-5E90-E69FBFD92475}"/>
                </a:ext>
              </a:extLst>
            </p:cNvPr>
            <p:cNvSpPr>
              <a:spLocks noChangeShapeType="1"/>
            </p:cNvSpPr>
            <p:nvPr/>
          </p:nvSpPr>
          <p:spPr bwMode="auto">
            <a:xfrm>
              <a:off x="5547" y="11082"/>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6" name="Text Box 20">
              <a:extLst>
                <a:ext uri="{FF2B5EF4-FFF2-40B4-BE49-F238E27FC236}">
                  <a16:creationId xmlns:a16="http://schemas.microsoft.com/office/drawing/2014/main" id="{56C4B7B6-EBCD-6F19-97D2-88386E85B538}"/>
                </a:ext>
              </a:extLst>
            </p:cNvPr>
            <p:cNvSpPr txBox="1">
              <a:spLocks noChangeArrowheads="1"/>
            </p:cNvSpPr>
            <p:nvPr/>
          </p:nvSpPr>
          <p:spPr bwMode="auto">
            <a:xfrm>
              <a:off x="5967" y="10773"/>
              <a:ext cx="1157"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600">
                  <a:solidFill>
                    <a:schemeClr val="tx1"/>
                  </a:solidFill>
                  <a:latin typeface="Times New Roman" panose="02020603050405020304" pitchFamily="18" charset="0"/>
                  <a:ea typeface="黑体" panose="02010609060101010101" pitchFamily="49" charset="-122"/>
                </a:rPr>
                <a:t>评估结果评审</a:t>
              </a:r>
              <a:endParaRPr lang="zh-CN" altLang="en-US" sz="1600">
                <a:solidFill>
                  <a:schemeClr val="tx1"/>
                </a:solidFill>
                <a:ea typeface="黑体" panose="02010609060101010101" pitchFamily="49" charset="-122"/>
              </a:endParaRPr>
            </a:p>
          </p:txBody>
        </p:sp>
        <p:sp>
          <p:nvSpPr>
            <p:cNvPr id="29717" name="Line 21">
              <a:extLst>
                <a:ext uri="{FF2B5EF4-FFF2-40B4-BE49-F238E27FC236}">
                  <a16:creationId xmlns:a16="http://schemas.microsoft.com/office/drawing/2014/main" id="{D07820FF-1296-FE27-BE52-8789CBC342C5}"/>
                </a:ext>
              </a:extLst>
            </p:cNvPr>
            <p:cNvSpPr>
              <a:spLocks noChangeShapeType="1"/>
            </p:cNvSpPr>
            <p:nvPr/>
          </p:nvSpPr>
          <p:spPr bwMode="auto">
            <a:xfrm>
              <a:off x="7122" y="11067"/>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8" name="Text Box 22">
              <a:extLst>
                <a:ext uri="{FF2B5EF4-FFF2-40B4-BE49-F238E27FC236}">
                  <a16:creationId xmlns:a16="http://schemas.microsoft.com/office/drawing/2014/main" id="{42636054-B518-3420-2FEF-F1057BC05FF8}"/>
                </a:ext>
              </a:extLst>
            </p:cNvPr>
            <p:cNvSpPr txBox="1">
              <a:spLocks noChangeArrowheads="1"/>
            </p:cNvSpPr>
            <p:nvPr/>
          </p:nvSpPr>
          <p:spPr bwMode="auto">
            <a:xfrm>
              <a:off x="7542" y="10758"/>
              <a:ext cx="1320" cy="624"/>
            </a:xfrm>
            <a:prstGeom prst="rect">
              <a:avLst/>
            </a:prstGeom>
            <a:solidFill>
              <a:srgbClr val="86B4E6"/>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600">
                  <a:solidFill>
                    <a:schemeClr val="tx1"/>
                  </a:solidFill>
                  <a:latin typeface="Times New Roman" panose="02020603050405020304" pitchFamily="18" charset="0"/>
                  <a:ea typeface="黑体" panose="02010609060101010101" pitchFamily="49" charset="-122"/>
                </a:rPr>
                <a:t>能力评估结果</a:t>
              </a:r>
              <a:endParaRPr lang="zh-CN" altLang="en-US" sz="1600">
                <a:solidFill>
                  <a:schemeClr val="tx1"/>
                </a:solidFill>
                <a:ea typeface="黑体" panose="02010609060101010101" pitchFamily="49" charset="-122"/>
              </a:endParaRPr>
            </a:p>
          </p:txBody>
        </p:sp>
        <p:sp>
          <p:nvSpPr>
            <p:cNvPr id="29719" name="Text Box 23">
              <a:extLst>
                <a:ext uri="{FF2B5EF4-FFF2-40B4-BE49-F238E27FC236}">
                  <a16:creationId xmlns:a16="http://schemas.microsoft.com/office/drawing/2014/main" id="{75330160-D425-5062-E0CF-AF8F3B0743A4}"/>
                </a:ext>
              </a:extLst>
            </p:cNvPr>
            <p:cNvSpPr txBox="1">
              <a:spLocks noChangeArrowheads="1"/>
            </p:cNvSpPr>
            <p:nvPr/>
          </p:nvSpPr>
          <p:spPr bwMode="auto">
            <a:xfrm>
              <a:off x="2982" y="10743"/>
              <a:ext cx="1155"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600">
                  <a:solidFill>
                    <a:schemeClr val="tx1"/>
                  </a:solidFill>
                  <a:latin typeface="Times New Roman" panose="02020603050405020304" pitchFamily="18" charset="0"/>
                  <a:ea typeface="黑体" panose="02010609060101010101" pitchFamily="49" charset="-122"/>
                </a:rPr>
                <a:t>资金、管理要求确定</a:t>
              </a:r>
              <a:endParaRPr lang="zh-CN" altLang="en-US" sz="1600">
                <a:solidFill>
                  <a:schemeClr val="tx1"/>
                </a:solidFill>
                <a:ea typeface="黑体" panose="02010609060101010101" pitchFamily="49" charset="-122"/>
              </a:endParaRPr>
            </a:p>
          </p:txBody>
        </p:sp>
        <p:sp>
          <p:nvSpPr>
            <p:cNvPr id="29720" name="Text Box 24">
              <a:extLst>
                <a:ext uri="{FF2B5EF4-FFF2-40B4-BE49-F238E27FC236}">
                  <a16:creationId xmlns:a16="http://schemas.microsoft.com/office/drawing/2014/main" id="{318A9FE5-0A12-E98A-591D-61328ECB61B9}"/>
                </a:ext>
              </a:extLst>
            </p:cNvPr>
            <p:cNvSpPr txBox="1">
              <a:spLocks noChangeArrowheads="1"/>
            </p:cNvSpPr>
            <p:nvPr/>
          </p:nvSpPr>
          <p:spPr bwMode="auto">
            <a:xfrm>
              <a:off x="8232" y="9648"/>
              <a:ext cx="1260" cy="624"/>
            </a:xfrm>
            <a:prstGeom prst="rect">
              <a:avLst/>
            </a:prstGeom>
            <a:solidFill>
              <a:srgbClr val="FFCC00"/>
            </a:solidFill>
            <a:ln w="9525">
              <a:solidFill>
                <a:srgbClr val="000000"/>
              </a:solidFill>
              <a:miter lim="800000"/>
              <a:headEnd/>
              <a:tailEnd/>
            </a:ln>
          </p:spPr>
          <p:txBody>
            <a:bodyPr t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600">
                  <a:solidFill>
                    <a:schemeClr val="tx1"/>
                  </a:solidFill>
                  <a:latin typeface="Times New Roman" panose="02020603050405020304" pitchFamily="18" charset="0"/>
                  <a:ea typeface="黑体" panose="02010609060101010101" pitchFamily="49" charset="-122"/>
                </a:rPr>
                <a:t>实现环境要求确定</a:t>
              </a:r>
              <a:endParaRPr lang="zh-CN" altLang="en-US" sz="1600">
                <a:solidFill>
                  <a:schemeClr val="tx1"/>
                </a:solidFill>
                <a:ea typeface="黑体" panose="02010609060101010101" pitchFamily="49" charset="-122"/>
              </a:endParaRPr>
            </a:p>
          </p:txBody>
        </p:sp>
        <p:sp>
          <p:nvSpPr>
            <p:cNvPr id="29721" name="Line 25">
              <a:extLst>
                <a:ext uri="{FF2B5EF4-FFF2-40B4-BE49-F238E27FC236}">
                  <a16:creationId xmlns:a16="http://schemas.microsoft.com/office/drawing/2014/main" id="{C64879AA-780C-B1DC-6CEB-F38AF24C114C}"/>
                </a:ext>
              </a:extLst>
            </p:cNvPr>
            <p:cNvSpPr>
              <a:spLocks noChangeShapeType="1"/>
            </p:cNvSpPr>
            <p:nvPr/>
          </p:nvSpPr>
          <p:spPr bwMode="auto">
            <a:xfrm>
              <a:off x="4242" y="12195"/>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2" name="Text Box 26">
              <a:extLst>
                <a:ext uri="{FF2B5EF4-FFF2-40B4-BE49-F238E27FC236}">
                  <a16:creationId xmlns:a16="http://schemas.microsoft.com/office/drawing/2014/main" id="{30727140-EAEA-0596-9BF1-3DE2C7FECF71}"/>
                </a:ext>
              </a:extLst>
            </p:cNvPr>
            <p:cNvSpPr txBox="1">
              <a:spLocks noChangeArrowheads="1"/>
            </p:cNvSpPr>
            <p:nvPr/>
          </p:nvSpPr>
          <p:spPr bwMode="auto">
            <a:xfrm>
              <a:off x="4662" y="11883"/>
              <a:ext cx="1035" cy="624"/>
            </a:xfrm>
            <a:prstGeom prst="rect">
              <a:avLst/>
            </a:prstGeom>
            <a:solidFill>
              <a:srgbClr val="FFCC00"/>
            </a:solidFill>
            <a:ln w="9525">
              <a:solidFill>
                <a:srgbClr val="000000"/>
              </a:solidFill>
              <a:miter lim="800000"/>
              <a:headEnd/>
              <a:tailEnd/>
            </a:ln>
          </p:spPr>
          <p:txBody>
            <a:bodyPr tIns="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600">
                  <a:solidFill>
                    <a:schemeClr val="tx1"/>
                  </a:solidFill>
                  <a:latin typeface="Times New Roman" panose="02020603050405020304" pitchFamily="18" charset="0"/>
                  <a:ea typeface="黑体" panose="02010609060101010101" pitchFamily="49" charset="-122"/>
                </a:rPr>
                <a:t>用户支持保证评估</a:t>
              </a:r>
            </a:p>
          </p:txBody>
        </p:sp>
        <p:sp>
          <p:nvSpPr>
            <p:cNvPr id="29723" name="Line 27">
              <a:extLst>
                <a:ext uri="{FF2B5EF4-FFF2-40B4-BE49-F238E27FC236}">
                  <a16:creationId xmlns:a16="http://schemas.microsoft.com/office/drawing/2014/main" id="{A70675E6-1D91-7E58-EBA1-3CB2A1A6E16A}"/>
                </a:ext>
              </a:extLst>
            </p:cNvPr>
            <p:cNvSpPr>
              <a:spLocks noChangeShapeType="1"/>
            </p:cNvSpPr>
            <p:nvPr/>
          </p:nvSpPr>
          <p:spPr bwMode="auto">
            <a:xfrm>
              <a:off x="5682" y="12195"/>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4" name="Text Box 28">
              <a:extLst>
                <a:ext uri="{FF2B5EF4-FFF2-40B4-BE49-F238E27FC236}">
                  <a16:creationId xmlns:a16="http://schemas.microsoft.com/office/drawing/2014/main" id="{8599D299-A5AA-77A7-DB79-4C028C450B04}"/>
                </a:ext>
              </a:extLst>
            </p:cNvPr>
            <p:cNvSpPr txBox="1">
              <a:spLocks noChangeArrowheads="1"/>
            </p:cNvSpPr>
            <p:nvPr/>
          </p:nvSpPr>
          <p:spPr bwMode="auto">
            <a:xfrm>
              <a:off x="6102" y="11886"/>
              <a:ext cx="1157" cy="624"/>
            </a:xfrm>
            <a:prstGeom prst="rect">
              <a:avLst/>
            </a:prstGeom>
            <a:solidFill>
              <a:srgbClr val="FFCC00"/>
            </a:solidFill>
            <a:ln w="9525">
              <a:solidFill>
                <a:srgbClr val="000000"/>
              </a:solidFill>
              <a:miter lim="800000"/>
              <a:headEnd/>
              <a:tailEnd/>
            </a:ln>
          </p:spPr>
          <p:txBody>
            <a:bodyPr tIns="36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600">
                  <a:solidFill>
                    <a:schemeClr val="tx1"/>
                  </a:solidFill>
                  <a:latin typeface="Times New Roman" panose="02020603050405020304" pitchFamily="18" charset="0"/>
                  <a:ea typeface="黑体" panose="02010609060101010101" pitchFamily="49" charset="-122"/>
                </a:rPr>
                <a:t>用户资金保证评估</a:t>
              </a:r>
            </a:p>
          </p:txBody>
        </p:sp>
        <p:sp>
          <p:nvSpPr>
            <p:cNvPr id="29725" name="Line 29">
              <a:extLst>
                <a:ext uri="{FF2B5EF4-FFF2-40B4-BE49-F238E27FC236}">
                  <a16:creationId xmlns:a16="http://schemas.microsoft.com/office/drawing/2014/main" id="{A3182046-F9C1-84C8-A6E4-D09EEE2F9D51}"/>
                </a:ext>
              </a:extLst>
            </p:cNvPr>
            <p:cNvSpPr>
              <a:spLocks noChangeShapeType="1"/>
            </p:cNvSpPr>
            <p:nvPr/>
          </p:nvSpPr>
          <p:spPr bwMode="auto">
            <a:xfrm>
              <a:off x="7257" y="12180"/>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6" name="Text Box 30">
              <a:extLst>
                <a:ext uri="{FF2B5EF4-FFF2-40B4-BE49-F238E27FC236}">
                  <a16:creationId xmlns:a16="http://schemas.microsoft.com/office/drawing/2014/main" id="{119F1222-C5FA-F380-CE3D-1AA54D5DD770}"/>
                </a:ext>
              </a:extLst>
            </p:cNvPr>
            <p:cNvSpPr txBox="1">
              <a:spLocks noChangeArrowheads="1"/>
            </p:cNvSpPr>
            <p:nvPr/>
          </p:nvSpPr>
          <p:spPr bwMode="auto">
            <a:xfrm>
              <a:off x="7677" y="11871"/>
              <a:ext cx="1320" cy="624"/>
            </a:xfrm>
            <a:prstGeom prst="rect">
              <a:avLst/>
            </a:prstGeom>
            <a:solidFill>
              <a:srgbClr val="FFCC00"/>
            </a:solidFill>
            <a:ln w="9525">
              <a:solidFill>
                <a:srgbClr val="000000"/>
              </a:solidFill>
              <a:miter lim="800000"/>
              <a:headEnd/>
              <a:tailEnd/>
            </a:ln>
          </p:spPr>
          <p:txBody>
            <a:bodyPr tIns="900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600">
                  <a:solidFill>
                    <a:schemeClr val="tx1"/>
                  </a:solidFill>
                  <a:latin typeface="Times New Roman" panose="02020603050405020304" pitchFamily="18" charset="0"/>
                  <a:ea typeface="黑体" panose="02010609060101010101" pitchFamily="49" charset="-122"/>
                </a:rPr>
                <a:t>可行性分析</a:t>
              </a:r>
            </a:p>
          </p:txBody>
        </p:sp>
        <p:sp>
          <p:nvSpPr>
            <p:cNvPr id="29727" name="Text Box 31">
              <a:extLst>
                <a:ext uri="{FF2B5EF4-FFF2-40B4-BE49-F238E27FC236}">
                  <a16:creationId xmlns:a16="http://schemas.microsoft.com/office/drawing/2014/main" id="{55D93A0D-475B-A70F-E985-D533A2D9C2C1}"/>
                </a:ext>
              </a:extLst>
            </p:cNvPr>
            <p:cNvSpPr txBox="1">
              <a:spLocks noChangeArrowheads="1"/>
            </p:cNvSpPr>
            <p:nvPr/>
          </p:nvSpPr>
          <p:spPr bwMode="auto">
            <a:xfrm>
              <a:off x="3117" y="11856"/>
              <a:ext cx="1155" cy="624"/>
            </a:xfrm>
            <a:prstGeom prst="rect">
              <a:avLst/>
            </a:prstGeom>
            <a:solidFill>
              <a:srgbClr val="FFCC00"/>
            </a:solidFill>
            <a:ln w="9525">
              <a:solidFill>
                <a:srgbClr val="000000"/>
              </a:solidFill>
              <a:miter lim="800000"/>
              <a:headEnd/>
              <a:tailEnd/>
            </a:ln>
          </p:spPr>
          <p:txBody>
            <a:bodyPr tIns="36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spcBef>
                  <a:spcPts val="225"/>
                </a:spcBef>
              </a:pPr>
              <a:r>
                <a:rPr lang="zh-CN" altLang="en-US" sz="1600">
                  <a:solidFill>
                    <a:schemeClr val="tx1"/>
                  </a:solidFill>
                  <a:latin typeface="Times New Roman" panose="02020603050405020304" pitchFamily="18" charset="0"/>
                  <a:ea typeface="黑体" panose="02010609060101010101" pitchFamily="49" charset="-122"/>
                </a:rPr>
                <a:t>需求成熟度评估</a:t>
              </a:r>
            </a:p>
          </p:txBody>
        </p:sp>
        <p:sp>
          <p:nvSpPr>
            <p:cNvPr id="29728" name="Line 32">
              <a:extLst>
                <a:ext uri="{FF2B5EF4-FFF2-40B4-BE49-F238E27FC236}">
                  <a16:creationId xmlns:a16="http://schemas.microsoft.com/office/drawing/2014/main" id="{8CE93225-5823-A271-6485-0F33B9734476}"/>
                </a:ext>
              </a:extLst>
            </p:cNvPr>
            <p:cNvSpPr>
              <a:spLocks noChangeShapeType="1"/>
            </p:cNvSpPr>
            <p:nvPr/>
          </p:nvSpPr>
          <p:spPr bwMode="auto">
            <a:xfrm>
              <a:off x="8862" y="11052"/>
              <a:ext cx="3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29" name="Line 33">
              <a:extLst>
                <a:ext uri="{FF2B5EF4-FFF2-40B4-BE49-F238E27FC236}">
                  <a16:creationId xmlns:a16="http://schemas.microsoft.com/office/drawing/2014/main" id="{C39444A3-ED3A-48FC-A591-0E664044819F}"/>
                </a:ext>
              </a:extLst>
            </p:cNvPr>
            <p:cNvSpPr>
              <a:spLocks noChangeShapeType="1"/>
            </p:cNvSpPr>
            <p:nvPr/>
          </p:nvSpPr>
          <p:spPr bwMode="auto">
            <a:xfrm>
              <a:off x="9177" y="11052"/>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0" name="Line 34">
              <a:extLst>
                <a:ext uri="{FF2B5EF4-FFF2-40B4-BE49-F238E27FC236}">
                  <a16:creationId xmlns:a16="http://schemas.microsoft.com/office/drawing/2014/main" id="{37C3245A-17EA-3945-2D56-E9A225847249}"/>
                </a:ext>
              </a:extLst>
            </p:cNvPr>
            <p:cNvSpPr>
              <a:spLocks noChangeShapeType="1"/>
            </p:cNvSpPr>
            <p:nvPr/>
          </p:nvSpPr>
          <p:spPr bwMode="auto">
            <a:xfrm flipH="1">
              <a:off x="2667" y="11682"/>
              <a:ext cx="65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1" name="Line 35">
              <a:extLst>
                <a:ext uri="{FF2B5EF4-FFF2-40B4-BE49-F238E27FC236}">
                  <a16:creationId xmlns:a16="http://schemas.microsoft.com/office/drawing/2014/main" id="{37C3E6A9-361D-E712-BE5F-75CB26FEC840}"/>
                </a:ext>
              </a:extLst>
            </p:cNvPr>
            <p:cNvSpPr>
              <a:spLocks noChangeShapeType="1"/>
            </p:cNvSpPr>
            <p:nvPr/>
          </p:nvSpPr>
          <p:spPr bwMode="auto">
            <a:xfrm>
              <a:off x="2682" y="11691"/>
              <a:ext cx="0" cy="4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2" name="Line 36">
              <a:extLst>
                <a:ext uri="{FF2B5EF4-FFF2-40B4-BE49-F238E27FC236}">
                  <a16:creationId xmlns:a16="http://schemas.microsoft.com/office/drawing/2014/main" id="{4FA6A27B-8713-2BEC-FB6E-DF07735164B0}"/>
                </a:ext>
              </a:extLst>
            </p:cNvPr>
            <p:cNvSpPr>
              <a:spLocks noChangeShapeType="1"/>
            </p:cNvSpPr>
            <p:nvPr/>
          </p:nvSpPr>
          <p:spPr bwMode="auto">
            <a:xfrm>
              <a:off x="2682" y="12159"/>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3" name="Line 37">
              <a:extLst>
                <a:ext uri="{FF2B5EF4-FFF2-40B4-BE49-F238E27FC236}">
                  <a16:creationId xmlns:a16="http://schemas.microsoft.com/office/drawing/2014/main" id="{93C6B12B-4359-5F46-35CB-EE3DCD1373F5}"/>
                </a:ext>
              </a:extLst>
            </p:cNvPr>
            <p:cNvSpPr>
              <a:spLocks noChangeShapeType="1"/>
            </p:cNvSpPr>
            <p:nvPr/>
          </p:nvSpPr>
          <p:spPr bwMode="auto">
            <a:xfrm>
              <a:off x="8967" y="12144"/>
              <a:ext cx="3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4" name="Line 38">
              <a:extLst>
                <a:ext uri="{FF2B5EF4-FFF2-40B4-BE49-F238E27FC236}">
                  <a16:creationId xmlns:a16="http://schemas.microsoft.com/office/drawing/2014/main" id="{FB123D47-010D-0DF2-E64C-BF7778796931}"/>
                </a:ext>
              </a:extLst>
            </p:cNvPr>
            <p:cNvSpPr>
              <a:spLocks noChangeShapeType="1"/>
            </p:cNvSpPr>
            <p:nvPr/>
          </p:nvSpPr>
          <p:spPr bwMode="auto">
            <a:xfrm>
              <a:off x="9282" y="12144"/>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5" name="Line 39">
              <a:extLst>
                <a:ext uri="{FF2B5EF4-FFF2-40B4-BE49-F238E27FC236}">
                  <a16:creationId xmlns:a16="http://schemas.microsoft.com/office/drawing/2014/main" id="{D9F7FDF3-02FC-D040-7E2A-D8174A0B8E6B}"/>
                </a:ext>
              </a:extLst>
            </p:cNvPr>
            <p:cNvSpPr>
              <a:spLocks noChangeShapeType="1"/>
            </p:cNvSpPr>
            <p:nvPr/>
          </p:nvSpPr>
          <p:spPr bwMode="auto">
            <a:xfrm flipH="1">
              <a:off x="2427" y="12774"/>
              <a:ext cx="68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6" name="Line 40">
              <a:extLst>
                <a:ext uri="{FF2B5EF4-FFF2-40B4-BE49-F238E27FC236}">
                  <a16:creationId xmlns:a16="http://schemas.microsoft.com/office/drawing/2014/main" id="{0C42D8F8-146B-703E-E7C2-07E33F5FB749}"/>
                </a:ext>
              </a:extLst>
            </p:cNvPr>
            <p:cNvSpPr>
              <a:spLocks noChangeShapeType="1"/>
            </p:cNvSpPr>
            <p:nvPr/>
          </p:nvSpPr>
          <p:spPr bwMode="auto">
            <a:xfrm>
              <a:off x="2412" y="12783"/>
              <a:ext cx="0" cy="4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7" name="Line 41">
              <a:extLst>
                <a:ext uri="{FF2B5EF4-FFF2-40B4-BE49-F238E27FC236}">
                  <a16:creationId xmlns:a16="http://schemas.microsoft.com/office/drawing/2014/main" id="{93BAABD4-D947-AEB0-FA33-FDBE1235D4B6}"/>
                </a:ext>
              </a:extLst>
            </p:cNvPr>
            <p:cNvSpPr>
              <a:spLocks noChangeShapeType="1"/>
            </p:cNvSpPr>
            <p:nvPr/>
          </p:nvSpPr>
          <p:spPr bwMode="auto">
            <a:xfrm>
              <a:off x="2412" y="13251"/>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8" name="Line 42">
              <a:extLst>
                <a:ext uri="{FF2B5EF4-FFF2-40B4-BE49-F238E27FC236}">
                  <a16:creationId xmlns:a16="http://schemas.microsoft.com/office/drawing/2014/main" id="{9289401B-837A-CA60-CD4C-0F722352C235}"/>
                </a:ext>
              </a:extLst>
            </p:cNvPr>
            <p:cNvSpPr>
              <a:spLocks noChangeShapeType="1"/>
            </p:cNvSpPr>
            <p:nvPr/>
          </p:nvSpPr>
          <p:spPr bwMode="auto">
            <a:xfrm>
              <a:off x="3942" y="13287"/>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9" name="Text Box 43">
              <a:extLst>
                <a:ext uri="{FF2B5EF4-FFF2-40B4-BE49-F238E27FC236}">
                  <a16:creationId xmlns:a16="http://schemas.microsoft.com/office/drawing/2014/main" id="{14F18654-DB60-A377-E988-4677E18BF350}"/>
                </a:ext>
              </a:extLst>
            </p:cNvPr>
            <p:cNvSpPr txBox="1">
              <a:spLocks noChangeArrowheads="1"/>
            </p:cNvSpPr>
            <p:nvPr/>
          </p:nvSpPr>
          <p:spPr bwMode="auto">
            <a:xfrm>
              <a:off x="4362" y="12975"/>
              <a:ext cx="1035" cy="624"/>
            </a:xfrm>
            <a:prstGeom prst="rect">
              <a:avLst/>
            </a:prstGeom>
            <a:solidFill>
              <a:srgbClr val="FFCC00"/>
            </a:solidFill>
            <a:ln w="9525">
              <a:solidFill>
                <a:srgbClr val="000000"/>
              </a:solidFill>
              <a:miter lim="800000"/>
              <a:headEnd/>
              <a:tailEnd/>
            </a:ln>
          </p:spPr>
          <p:txBody>
            <a:bodyPr tIns="36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600">
                  <a:solidFill>
                    <a:schemeClr val="tx1"/>
                  </a:solidFill>
                  <a:latin typeface="Times New Roman" panose="02020603050405020304" pitchFamily="18" charset="0"/>
                  <a:ea typeface="黑体" panose="02010609060101010101" pitchFamily="49" charset="-122"/>
                </a:rPr>
                <a:t>编写项目建议书</a:t>
              </a:r>
            </a:p>
          </p:txBody>
        </p:sp>
        <p:sp>
          <p:nvSpPr>
            <p:cNvPr id="29740" name="Line 44">
              <a:extLst>
                <a:ext uri="{FF2B5EF4-FFF2-40B4-BE49-F238E27FC236}">
                  <a16:creationId xmlns:a16="http://schemas.microsoft.com/office/drawing/2014/main" id="{5447C1C5-E77A-AF0A-9901-E86B8C80042F}"/>
                </a:ext>
              </a:extLst>
            </p:cNvPr>
            <p:cNvSpPr>
              <a:spLocks noChangeShapeType="1"/>
            </p:cNvSpPr>
            <p:nvPr/>
          </p:nvSpPr>
          <p:spPr bwMode="auto">
            <a:xfrm>
              <a:off x="5382" y="13287"/>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1" name="Text Box 45">
              <a:extLst>
                <a:ext uri="{FF2B5EF4-FFF2-40B4-BE49-F238E27FC236}">
                  <a16:creationId xmlns:a16="http://schemas.microsoft.com/office/drawing/2014/main" id="{B5095EC1-55FB-EE8B-D9BA-D0E602AE5AE7}"/>
                </a:ext>
              </a:extLst>
            </p:cNvPr>
            <p:cNvSpPr txBox="1">
              <a:spLocks noChangeArrowheads="1"/>
            </p:cNvSpPr>
            <p:nvPr/>
          </p:nvSpPr>
          <p:spPr bwMode="auto">
            <a:xfrm>
              <a:off x="5802" y="12978"/>
              <a:ext cx="1157" cy="624"/>
            </a:xfrm>
            <a:prstGeom prst="rect">
              <a:avLst/>
            </a:prstGeom>
            <a:solidFill>
              <a:srgbClr val="FFCC00"/>
            </a:solidFill>
            <a:ln w="9525">
              <a:solidFill>
                <a:srgbClr val="000000"/>
              </a:solidFill>
              <a:miter lim="800000"/>
              <a:headEnd/>
              <a:tailEnd/>
            </a:ln>
          </p:spPr>
          <p:txBody>
            <a:bodyPr tIns="900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600">
                  <a:solidFill>
                    <a:schemeClr val="tx1"/>
                  </a:solidFill>
                  <a:latin typeface="Times New Roman" panose="02020603050405020304" pitchFamily="18" charset="0"/>
                  <a:ea typeface="黑体" panose="02010609060101010101" pitchFamily="49" charset="-122"/>
                </a:rPr>
                <a:t>参加竞标</a:t>
              </a:r>
            </a:p>
          </p:txBody>
        </p:sp>
        <p:sp>
          <p:nvSpPr>
            <p:cNvPr id="29742" name="Line 46">
              <a:extLst>
                <a:ext uri="{FF2B5EF4-FFF2-40B4-BE49-F238E27FC236}">
                  <a16:creationId xmlns:a16="http://schemas.microsoft.com/office/drawing/2014/main" id="{1E1AE398-82DF-90B3-631A-BB302639D8EF}"/>
                </a:ext>
              </a:extLst>
            </p:cNvPr>
            <p:cNvSpPr>
              <a:spLocks noChangeShapeType="1"/>
            </p:cNvSpPr>
            <p:nvPr/>
          </p:nvSpPr>
          <p:spPr bwMode="auto">
            <a:xfrm>
              <a:off x="6957" y="13272"/>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3" name="Text Box 47">
              <a:extLst>
                <a:ext uri="{FF2B5EF4-FFF2-40B4-BE49-F238E27FC236}">
                  <a16:creationId xmlns:a16="http://schemas.microsoft.com/office/drawing/2014/main" id="{B8FDBBCB-5982-9D27-88CD-F455827A98F9}"/>
                </a:ext>
              </a:extLst>
            </p:cNvPr>
            <p:cNvSpPr txBox="1">
              <a:spLocks noChangeArrowheads="1"/>
            </p:cNvSpPr>
            <p:nvPr/>
          </p:nvSpPr>
          <p:spPr bwMode="auto">
            <a:xfrm>
              <a:off x="2817" y="12948"/>
              <a:ext cx="1155" cy="624"/>
            </a:xfrm>
            <a:prstGeom prst="rect">
              <a:avLst/>
            </a:prstGeom>
            <a:solidFill>
              <a:srgbClr val="FFCC00"/>
            </a:solidFill>
            <a:ln w="9525">
              <a:solidFill>
                <a:srgbClr val="000000"/>
              </a:solidFill>
              <a:miter lim="800000"/>
              <a:headEnd/>
              <a:tailEnd/>
            </a:ln>
          </p:spPr>
          <p:txBody>
            <a:bodyPr tIns="900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600">
                  <a:solidFill>
                    <a:schemeClr val="tx1"/>
                  </a:solidFill>
                  <a:latin typeface="Times New Roman" panose="02020603050405020304" pitchFamily="18" charset="0"/>
                  <a:ea typeface="黑体" panose="02010609060101010101" pitchFamily="49" charset="-122"/>
                </a:rPr>
                <a:t>项目决策</a:t>
              </a:r>
            </a:p>
          </p:txBody>
        </p:sp>
        <p:sp>
          <p:nvSpPr>
            <p:cNvPr id="29744" name="Text Box 48">
              <a:extLst>
                <a:ext uri="{FF2B5EF4-FFF2-40B4-BE49-F238E27FC236}">
                  <a16:creationId xmlns:a16="http://schemas.microsoft.com/office/drawing/2014/main" id="{F9C30B56-D824-77A3-5F7A-6054B854A95A}"/>
                </a:ext>
              </a:extLst>
            </p:cNvPr>
            <p:cNvSpPr txBox="1">
              <a:spLocks noChangeArrowheads="1"/>
            </p:cNvSpPr>
            <p:nvPr/>
          </p:nvSpPr>
          <p:spPr bwMode="auto">
            <a:xfrm>
              <a:off x="7422" y="13080"/>
              <a:ext cx="1260" cy="468"/>
            </a:xfrm>
            <a:prstGeom prst="rect">
              <a:avLst/>
            </a:prstGeom>
            <a:solidFill>
              <a:srgbClr val="86B4E6"/>
            </a:solidFill>
            <a:ln w="9525">
              <a:solidFill>
                <a:srgbClr val="000000"/>
              </a:solidFill>
              <a:miter lim="800000"/>
              <a:headEnd/>
              <a:tailEnd/>
            </a:ln>
          </p:spPr>
          <p:txBody>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600">
                  <a:solidFill>
                    <a:schemeClr val="tx1"/>
                  </a:solidFill>
                  <a:latin typeface="Times New Roman" panose="02020603050405020304" pitchFamily="18" charset="0"/>
                  <a:ea typeface="黑体" panose="02010609060101010101" pitchFamily="49" charset="-122"/>
                </a:rPr>
                <a:t>项目建议书</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4B08A92-AAFE-977F-CF71-CE6C67052181}"/>
              </a:ext>
            </a:extLst>
          </p:cNvPr>
          <p:cNvSpPr>
            <a:spLocks noGrp="1" noChangeArrowheads="1"/>
          </p:cNvSpPr>
          <p:nvPr>
            <p:ph type="title"/>
          </p:nvPr>
        </p:nvSpPr>
        <p:spPr/>
        <p:txBody>
          <a:bodyPr/>
          <a:lstStyle/>
          <a:p>
            <a:pPr eaLnBrk="1" hangingPunct="1"/>
            <a:r>
              <a:rPr lang="zh-CN" altLang="en-US"/>
              <a:t>供方合同环境</a:t>
            </a:r>
          </a:p>
        </p:txBody>
      </p:sp>
      <p:sp>
        <p:nvSpPr>
          <p:cNvPr id="30723" name="Rectangle 3">
            <a:extLst>
              <a:ext uri="{FF2B5EF4-FFF2-40B4-BE49-F238E27FC236}">
                <a16:creationId xmlns:a16="http://schemas.microsoft.com/office/drawing/2014/main" id="{A69FE3EA-A7E7-7FA7-2F3D-CA010849CEF8}"/>
              </a:ext>
            </a:extLst>
          </p:cNvPr>
          <p:cNvSpPr>
            <a:spLocks noGrp="1" noChangeArrowheads="1"/>
          </p:cNvSpPr>
          <p:nvPr>
            <p:ph type="body" idx="1"/>
          </p:nvPr>
        </p:nvSpPr>
        <p:spPr>
          <a:xfrm>
            <a:off x="468313" y="2060575"/>
            <a:ext cx="8496300" cy="4797425"/>
          </a:xfrm>
        </p:spPr>
        <p:txBody>
          <a:bodyPr/>
          <a:lstStyle/>
          <a:p>
            <a:pPr eaLnBrk="1" hangingPunct="1"/>
            <a:r>
              <a:rPr lang="zh-CN" altLang="en-US" sz="2400">
                <a:latin typeface="黑体" panose="02010609060101010101" pitchFamily="49" charset="-122"/>
                <a:ea typeface="黑体" panose="02010609060101010101" pitchFamily="49" charset="-122"/>
              </a:rPr>
              <a:t>合同文本准备</a:t>
            </a:r>
          </a:p>
        </p:txBody>
      </p:sp>
      <p:grpSp>
        <p:nvGrpSpPr>
          <p:cNvPr id="30724" name="Group 4">
            <a:extLst>
              <a:ext uri="{FF2B5EF4-FFF2-40B4-BE49-F238E27FC236}">
                <a16:creationId xmlns:a16="http://schemas.microsoft.com/office/drawing/2014/main" id="{E438A1B1-BA8E-5E2D-65C4-831507084933}"/>
              </a:ext>
            </a:extLst>
          </p:cNvPr>
          <p:cNvGrpSpPr>
            <a:grpSpLocks/>
          </p:cNvGrpSpPr>
          <p:nvPr/>
        </p:nvGrpSpPr>
        <p:grpSpPr bwMode="auto">
          <a:xfrm>
            <a:off x="1116013" y="2997200"/>
            <a:ext cx="7632700" cy="2736850"/>
            <a:chOff x="2112" y="11424"/>
            <a:chExt cx="7258" cy="2028"/>
          </a:xfrm>
        </p:grpSpPr>
        <p:sp>
          <p:nvSpPr>
            <p:cNvPr id="30725" name="Text Box 5">
              <a:extLst>
                <a:ext uri="{FF2B5EF4-FFF2-40B4-BE49-F238E27FC236}">
                  <a16:creationId xmlns:a16="http://schemas.microsoft.com/office/drawing/2014/main" id="{7D6EB25E-4836-2235-8B5C-9D3249D21747}"/>
                </a:ext>
              </a:extLst>
            </p:cNvPr>
            <p:cNvSpPr txBox="1">
              <a:spLocks noChangeArrowheads="1"/>
            </p:cNvSpPr>
            <p:nvPr/>
          </p:nvSpPr>
          <p:spPr bwMode="auto">
            <a:xfrm>
              <a:off x="2112" y="11424"/>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采购资料</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30726" name="Text Box 6">
              <a:extLst>
                <a:ext uri="{FF2B5EF4-FFF2-40B4-BE49-F238E27FC236}">
                  <a16:creationId xmlns:a16="http://schemas.microsoft.com/office/drawing/2014/main" id="{078ECC76-2203-6545-1E58-25182EC5C33B}"/>
                </a:ext>
              </a:extLst>
            </p:cNvPr>
            <p:cNvSpPr txBox="1">
              <a:spLocks noChangeArrowheads="1"/>
            </p:cNvSpPr>
            <p:nvPr/>
          </p:nvSpPr>
          <p:spPr bwMode="auto">
            <a:xfrm>
              <a:off x="3792" y="11427"/>
              <a:ext cx="1470" cy="624"/>
            </a:xfrm>
            <a:prstGeom prst="rect">
              <a:avLst/>
            </a:prstGeom>
            <a:solidFill>
              <a:srgbClr val="FFCC00"/>
            </a:solidFill>
            <a:ln w="9525">
              <a:solidFill>
                <a:srgbClr val="000000"/>
              </a:solidFill>
              <a:miter lim="800000"/>
              <a:headEnd/>
              <a:tailEnd/>
            </a:ln>
          </p:spPr>
          <p:txBody>
            <a:bodyPr tIns="900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合同草案制定</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30727" name="Text Box 7">
              <a:extLst>
                <a:ext uri="{FF2B5EF4-FFF2-40B4-BE49-F238E27FC236}">
                  <a16:creationId xmlns:a16="http://schemas.microsoft.com/office/drawing/2014/main" id="{A960F92E-2616-FB77-0041-B1CB20C56D68}"/>
                </a:ext>
              </a:extLst>
            </p:cNvPr>
            <p:cNvSpPr txBox="1">
              <a:spLocks noChangeArrowheads="1"/>
            </p:cNvSpPr>
            <p:nvPr/>
          </p:nvSpPr>
          <p:spPr bwMode="auto">
            <a:xfrm>
              <a:off x="5668" y="11424"/>
              <a:ext cx="1470" cy="624"/>
            </a:xfrm>
            <a:prstGeom prst="rect">
              <a:avLst/>
            </a:prstGeom>
            <a:solidFill>
              <a:srgbClr val="FFCC00"/>
            </a:solidFill>
            <a:ln w="9525">
              <a:solidFill>
                <a:srgbClr val="000000"/>
              </a:solidFill>
              <a:miter lim="800000"/>
              <a:headEnd/>
              <a:tailEnd/>
            </a:ln>
          </p:spPr>
          <p:txBody>
            <a:bodyPr tIns="900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合同草案评审</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30728" name="Text Box 8">
              <a:extLst>
                <a:ext uri="{FF2B5EF4-FFF2-40B4-BE49-F238E27FC236}">
                  <a16:creationId xmlns:a16="http://schemas.microsoft.com/office/drawing/2014/main" id="{6C71DB85-669C-3785-C351-7BEA9F18BAE8}"/>
                </a:ext>
              </a:extLst>
            </p:cNvPr>
            <p:cNvSpPr txBox="1">
              <a:spLocks noChangeArrowheads="1"/>
            </p:cNvSpPr>
            <p:nvPr/>
          </p:nvSpPr>
          <p:spPr bwMode="auto">
            <a:xfrm>
              <a:off x="7572" y="11424"/>
              <a:ext cx="1470" cy="624"/>
            </a:xfrm>
            <a:prstGeom prst="rect">
              <a:avLst/>
            </a:prstGeom>
            <a:solidFill>
              <a:srgbClr val="FFCC00"/>
            </a:solidFill>
            <a:ln w="9525">
              <a:solidFill>
                <a:srgbClr val="000000"/>
              </a:solidFill>
              <a:miter lim="800000"/>
              <a:headEnd/>
              <a:tailEnd/>
            </a:ln>
          </p:spPr>
          <p:txBody>
            <a:bodyPr tIns="900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合同草案修订</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30729" name="Text Box 9">
              <a:extLst>
                <a:ext uri="{FF2B5EF4-FFF2-40B4-BE49-F238E27FC236}">
                  <a16:creationId xmlns:a16="http://schemas.microsoft.com/office/drawing/2014/main" id="{2BC99EF6-C4B1-D1FB-9970-8176F8195864}"/>
                </a:ext>
              </a:extLst>
            </p:cNvPr>
            <p:cNvSpPr txBox="1">
              <a:spLocks noChangeArrowheads="1"/>
            </p:cNvSpPr>
            <p:nvPr/>
          </p:nvSpPr>
          <p:spPr bwMode="auto">
            <a:xfrm>
              <a:off x="3687" y="12828"/>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合同草案确定</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30730" name="Text Box 10">
              <a:extLst>
                <a:ext uri="{FF2B5EF4-FFF2-40B4-BE49-F238E27FC236}">
                  <a16:creationId xmlns:a16="http://schemas.microsoft.com/office/drawing/2014/main" id="{185F4504-269F-831D-AA72-8DD33EF322C8}"/>
                </a:ext>
              </a:extLst>
            </p:cNvPr>
            <p:cNvSpPr txBox="1">
              <a:spLocks noChangeArrowheads="1"/>
            </p:cNvSpPr>
            <p:nvPr/>
          </p:nvSpPr>
          <p:spPr bwMode="auto">
            <a:xfrm>
              <a:off x="5801" y="12893"/>
              <a:ext cx="1155" cy="468"/>
            </a:xfrm>
            <a:prstGeom prst="rect">
              <a:avLst/>
            </a:prstGeom>
            <a:solidFill>
              <a:srgbClr val="86B4E6"/>
            </a:solidFill>
            <a:ln w="9525">
              <a:solidFill>
                <a:srgbClr val="000000"/>
              </a:solidFill>
              <a:miter lim="800000"/>
              <a:headEnd/>
              <a:tailEnd/>
            </a:ln>
          </p:spPr>
          <p:txBody>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合同草案</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30731" name="Line 11">
              <a:extLst>
                <a:ext uri="{FF2B5EF4-FFF2-40B4-BE49-F238E27FC236}">
                  <a16:creationId xmlns:a16="http://schemas.microsoft.com/office/drawing/2014/main" id="{8F8111A2-0AE0-6028-47D3-A1745ECDE3EB}"/>
                </a:ext>
              </a:extLst>
            </p:cNvPr>
            <p:cNvSpPr>
              <a:spLocks noChangeShapeType="1"/>
            </p:cNvSpPr>
            <p:nvPr/>
          </p:nvSpPr>
          <p:spPr bwMode="auto">
            <a:xfrm>
              <a:off x="3267" y="11684"/>
              <a:ext cx="5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2" name="Line 12">
              <a:extLst>
                <a:ext uri="{FF2B5EF4-FFF2-40B4-BE49-F238E27FC236}">
                  <a16:creationId xmlns:a16="http://schemas.microsoft.com/office/drawing/2014/main" id="{B28A1B27-6F16-8A7C-4BC5-53639E1D0310}"/>
                </a:ext>
              </a:extLst>
            </p:cNvPr>
            <p:cNvSpPr>
              <a:spLocks noChangeShapeType="1"/>
            </p:cNvSpPr>
            <p:nvPr/>
          </p:nvSpPr>
          <p:spPr bwMode="auto">
            <a:xfrm>
              <a:off x="5262" y="11736"/>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3" name="Line 13">
              <a:extLst>
                <a:ext uri="{FF2B5EF4-FFF2-40B4-BE49-F238E27FC236}">
                  <a16:creationId xmlns:a16="http://schemas.microsoft.com/office/drawing/2014/main" id="{F072AC50-843E-76BD-2917-129A702EE09B}"/>
                </a:ext>
              </a:extLst>
            </p:cNvPr>
            <p:cNvSpPr>
              <a:spLocks noChangeShapeType="1"/>
            </p:cNvSpPr>
            <p:nvPr/>
          </p:nvSpPr>
          <p:spPr bwMode="auto">
            <a:xfrm>
              <a:off x="7152" y="11736"/>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4" name="Line 14">
              <a:extLst>
                <a:ext uri="{FF2B5EF4-FFF2-40B4-BE49-F238E27FC236}">
                  <a16:creationId xmlns:a16="http://schemas.microsoft.com/office/drawing/2014/main" id="{4A2188B5-A380-B02B-6DF9-ECC1D130F409}"/>
                </a:ext>
              </a:extLst>
            </p:cNvPr>
            <p:cNvSpPr>
              <a:spLocks noChangeShapeType="1"/>
            </p:cNvSpPr>
            <p:nvPr/>
          </p:nvSpPr>
          <p:spPr bwMode="auto">
            <a:xfrm>
              <a:off x="9042" y="11736"/>
              <a:ext cx="3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5" name="Line 15">
              <a:extLst>
                <a:ext uri="{FF2B5EF4-FFF2-40B4-BE49-F238E27FC236}">
                  <a16:creationId xmlns:a16="http://schemas.microsoft.com/office/drawing/2014/main" id="{EAC5391B-E55C-B4EE-958C-7920FBC84FA0}"/>
                </a:ext>
              </a:extLst>
            </p:cNvPr>
            <p:cNvSpPr>
              <a:spLocks noChangeShapeType="1"/>
            </p:cNvSpPr>
            <p:nvPr/>
          </p:nvSpPr>
          <p:spPr bwMode="auto">
            <a:xfrm>
              <a:off x="9357" y="11736"/>
              <a:ext cx="0" cy="7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6" name="Line 16">
              <a:extLst>
                <a:ext uri="{FF2B5EF4-FFF2-40B4-BE49-F238E27FC236}">
                  <a16:creationId xmlns:a16="http://schemas.microsoft.com/office/drawing/2014/main" id="{D941EF1C-E10C-21B0-C274-F0A9BBC31770}"/>
                </a:ext>
              </a:extLst>
            </p:cNvPr>
            <p:cNvSpPr>
              <a:spLocks noChangeShapeType="1"/>
            </p:cNvSpPr>
            <p:nvPr/>
          </p:nvSpPr>
          <p:spPr bwMode="auto">
            <a:xfrm flipH="1">
              <a:off x="3162" y="12516"/>
              <a:ext cx="620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7" name="Line 17">
              <a:extLst>
                <a:ext uri="{FF2B5EF4-FFF2-40B4-BE49-F238E27FC236}">
                  <a16:creationId xmlns:a16="http://schemas.microsoft.com/office/drawing/2014/main" id="{B5B1B361-D099-379F-1E87-955BC3FBCE74}"/>
                </a:ext>
              </a:extLst>
            </p:cNvPr>
            <p:cNvSpPr>
              <a:spLocks noChangeShapeType="1"/>
            </p:cNvSpPr>
            <p:nvPr/>
          </p:nvSpPr>
          <p:spPr bwMode="auto">
            <a:xfrm>
              <a:off x="3162" y="1251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8" name="Line 18">
              <a:extLst>
                <a:ext uri="{FF2B5EF4-FFF2-40B4-BE49-F238E27FC236}">
                  <a16:creationId xmlns:a16="http://schemas.microsoft.com/office/drawing/2014/main" id="{7A6BC074-6AA9-5184-F7A0-BBE0D906A570}"/>
                </a:ext>
              </a:extLst>
            </p:cNvPr>
            <p:cNvSpPr>
              <a:spLocks noChangeShapeType="1"/>
            </p:cNvSpPr>
            <p:nvPr/>
          </p:nvSpPr>
          <p:spPr bwMode="auto">
            <a:xfrm>
              <a:off x="3162" y="13140"/>
              <a:ext cx="4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9" name="Line 19">
              <a:extLst>
                <a:ext uri="{FF2B5EF4-FFF2-40B4-BE49-F238E27FC236}">
                  <a16:creationId xmlns:a16="http://schemas.microsoft.com/office/drawing/2014/main" id="{84763D9A-1A1C-43E6-4FCF-883024E73D9C}"/>
                </a:ext>
              </a:extLst>
            </p:cNvPr>
            <p:cNvSpPr>
              <a:spLocks noChangeShapeType="1"/>
            </p:cNvSpPr>
            <p:nvPr/>
          </p:nvSpPr>
          <p:spPr bwMode="auto">
            <a:xfrm>
              <a:off x="5157" y="13140"/>
              <a:ext cx="63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F267E8B-7AC8-E698-CE2E-0939221F12B8}"/>
              </a:ext>
            </a:extLst>
          </p:cNvPr>
          <p:cNvSpPr>
            <a:spLocks noGrp="1" noChangeArrowheads="1"/>
          </p:cNvSpPr>
          <p:nvPr>
            <p:ph type="title"/>
          </p:nvPr>
        </p:nvSpPr>
        <p:spPr/>
        <p:txBody>
          <a:bodyPr/>
          <a:lstStyle/>
          <a:p>
            <a:pPr eaLnBrk="1" hangingPunct="1"/>
            <a:r>
              <a:rPr lang="zh-CN" altLang="en-US"/>
              <a:t>供方合同环境</a:t>
            </a:r>
          </a:p>
        </p:txBody>
      </p:sp>
      <p:sp>
        <p:nvSpPr>
          <p:cNvPr id="31747" name="Rectangle 3">
            <a:extLst>
              <a:ext uri="{FF2B5EF4-FFF2-40B4-BE49-F238E27FC236}">
                <a16:creationId xmlns:a16="http://schemas.microsoft.com/office/drawing/2014/main" id="{6CB0B0CC-35A7-30AA-0DA4-673980E07A46}"/>
              </a:ext>
            </a:extLst>
          </p:cNvPr>
          <p:cNvSpPr>
            <a:spLocks noGrp="1" noChangeArrowheads="1"/>
          </p:cNvSpPr>
          <p:nvPr>
            <p:ph type="body" idx="1"/>
          </p:nvPr>
        </p:nvSpPr>
        <p:spPr>
          <a:xfrm>
            <a:off x="468313" y="1989138"/>
            <a:ext cx="8496300" cy="4868862"/>
          </a:xfrm>
        </p:spPr>
        <p:txBody>
          <a:bodyPr/>
          <a:lstStyle/>
          <a:p>
            <a:pPr eaLnBrk="1" hangingPunct="1"/>
            <a:r>
              <a:rPr lang="zh-CN" altLang="en-US" sz="2400" dirty="0">
                <a:solidFill>
                  <a:schemeClr val="accent2"/>
                </a:solidFill>
                <a:ea typeface="黑体" panose="02010609060101010101" pitchFamily="49" charset="-122"/>
              </a:rPr>
              <a:t>合同签署</a:t>
            </a:r>
          </a:p>
          <a:p>
            <a:pPr lvl="1" eaLnBrk="1" hangingPunct="1">
              <a:lnSpc>
                <a:spcPct val="130000"/>
              </a:lnSpc>
            </a:pPr>
            <a:r>
              <a:rPr lang="zh-CN" altLang="en-US" sz="2000" dirty="0"/>
              <a:t>供方的合同签署过程也类似于需方的合同签署过程，但是这个阶段</a:t>
            </a:r>
            <a:r>
              <a:rPr lang="zh-CN" altLang="en-US" sz="2000" dirty="0">
                <a:solidFill>
                  <a:srgbClr val="FF0000"/>
                </a:solidFill>
              </a:rPr>
              <a:t>对于供方的意义是重大</a:t>
            </a:r>
            <a:r>
              <a:rPr lang="zh-CN" altLang="en-US" sz="2000" dirty="0"/>
              <a:t>的，</a:t>
            </a:r>
            <a:r>
              <a:rPr lang="zh-CN" altLang="en-US" sz="2000" dirty="0">
                <a:solidFill>
                  <a:srgbClr val="FF0000"/>
                </a:solidFill>
              </a:rPr>
              <a:t>它标志着一个软件项目的有效开始，这个时候，应该正式确定供方的项目经理。</a:t>
            </a:r>
          </a:p>
          <a:p>
            <a:pPr lvl="1" eaLnBrk="1" hangingPunct="1">
              <a:lnSpc>
                <a:spcPct val="130000"/>
              </a:lnSpc>
            </a:pPr>
            <a:r>
              <a:rPr lang="zh-CN" altLang="en-US" sz="2000" dirty="0"/>
              <a:t>这里需要说明的是项目任务书，项目任务书明确项目的目标、必要的约束，同时授权给项目经理。</a:t>
            </a:r>
          </a:p>
          <a:p>
            <a:pPr lvl="1" eaLnBrk="1" hangingPunct="1">
              <a:lnSpc>
                <a:spcPct val="130000"/>
              </a:lnSpc>
            </a:pPr>
            <a:r>
              <a:rPr lang="zh-CN" altLang="en-US" sz="2000" dirty="0">
                <a:solidFill>
                  <a:srgbClr val="FF0000"/>
                </a:solidFill>
              </a:rPr>
              <a:t>项目任务书是项目正式开始的标志，同时也是对项目经理有效授权的依据。</a:t>
            </a:r>
          </a:p>
          <a:p>
            <a:pPr lvl="1" eaLnBrk="1" hangingPunct="1">
              <a:lnSpc>
                <a:spcPct val="130000"/>
              </a:lnSpc>
            </a:pPr>
            <a:r>
              <a:rPr lang="zh-CN" altLang="en-US" sz="2000" dirty="0"/>
              <a:t>项目经理需要对这个任务书进行确认。</a:t>
            </a:r>
          </a:p>
          <a:p>
            <a:pPr lvl="1" eaLnBrk="1" hangingPunct="1">
              <a:lnSpc>
                <a:spcPct val="130000"/>
              </a:lnSpc>
            </a:pPr>
            <a:r>
              <a:rPr lang="zh-CN" altLang="en-US" sz="2000" dirty="0"/>
              <a:t>具体活动描述可以参见需方的合同签署过程。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3DB24E6-63B7-E16B-DADA-4D620A4EB2D5}"/>
              </a:ext>
            </a:extLst>
          </p:cNvPr>
          <p:cNvSpPr>
            <a:spLocks noGrp="1" noChangeArrowheads="1"/>
          </p:cNvSpPr>
          <p:nvPr>
            <p:ph type="title"/>
          </p:nvPr>
        </p:nvSpPr>
        <p:spPr/>
        <p:txBody>
          <a:bodyPr/>
          <a:lstStyle/>
          <a:p>
            <a:pPr eaLnBrk="1" hangingPunct="1"/>
            <a:r>
              <a:rPr lang="zh-CN" altLang="en-US"/>
              <a:t>供方合同环境</a:t>
            </a:r>
          </a:p>
        </p:txBody>
      </p:sp>
      <p:sp>
        <p:nvSpPr>
          <p:cNvPr id="32771" name="Rectangle 3">
            <a:extLst>
              <a:ext uri="{FF2B5EF4-FFF2-40B4-BE49-F238E27FC236}">
                <a16:creationId xmlns:a16="http://schemas.microsoft.com/office/drawing/2014/main" id="{F0A0E6F5-E0EF-064B-119E-A13D874C9DEC}"/>
              </a:ext>
            </a:extLst>
          </p:cNvPr>
          <p:cNvSpPr>
            <a:spLocks noGrp="1" noChangeArrowheads="1"/>
          </p:cNvSpPr>
          <p:nvPr>
            <p:ph type="body" idx="1"/>
          </p:nvPr>
        </p:nvSpPr>
        <p:spPr>
          <a:xfrm>
            <a:off x="755650" y="2205038"/>
            <a:ext cx="8208963" cy="4652962"/>
          </a:xfrm>
        </p:spPr>
        <p:txBody>
          <a:bodyPr/>
          <a:lstStyle/>
          <a:p>
            <a:pPr eaLnBrk="1" hangingPunct="1"/>
            <a:r>
              <a:rPr lang="zh-CN" altLang="en-US" sz="2400">
                <a:solidFill>
                  <a:schemeClr val="accent2"/>
                </a:solidFill>
                <a:ea typeface="黑体" panose="02010609060101010101" pitchFamily="49" charset="-122"/>
              </a:rPr>
              <a:t>合同管理</a:t>
            </a:r>
            <a:r>
              <a:rPr lang="zh-CN" altLang="en-US"/>
              <a:t> </a:t>
            </a:r>
          </a:p>
          <a:p>
            <a:pPr eaLnBrk="1" hangingPunct="1">
              <a:lnSpc>
                <a:spcPct val="130000"/>
              </a:lnSpc>
              <a:buFont typeface="Wingdings 2" panose="05020102010507070707" pitchFamily="18" charset="2"/>
              <a:buNone/>
            </a:pPr>
            <a:r>
              <a:rPr lang="zh-CN" altLang="en-US" sz="2000"/>
              <a:t>     </a:t>
            </a:r>
            <a:r>
              <a:rPr lang="zh-CN" altLang="en-US" sz="2000">
                <a:solidFill>
                  <a:schemeClr val="accent2"/>
                </a:solidFill>
              </a:rPr>
              <a:t> </a:t>
            </a:r>
            <a:r>
              <a:rPr lang="en-US" altLang="zh-CN" sz="2000">
                <a:solidFill>
                  <a:schemeClr val="accent2"/>
                </a:solidFill>
              </a:rPr>
              <a:t>——</a:t>
            </a:r>
            <a:r>
              <a:rPr lang="zh-CN" altLang="en-US" sz="2000">
                <a:solidFill>
                  <a:schemeClr val="accent2"/>
                </a:solidFill>
                <a:ea typeface="黑体" panose="02010609060101010101" pitchFamily="49" charset="-122"/>
              </a:rPr>
              <a:t>企业处于供方的环境，合同管理主要包括：</a:t>
            </a:r>
          </a:p>
          <a:p>
            <a:pPr lvl="1" eaLnBrk="1" hangingPunct="1">
              <a:lnSpc>
                <a:spcPct val="130000"/>
              </a:lnSpc>
              <a:spcBef>
                <a:spcPct val="50000"/>
              </a:spcBef>
            </a:pPr>
            <a:r>
              <a:rPr lang="zh-CN" altLang="en-US" sz="2000">
                <a:solidFill>
                  <a:srgbClr val="CC6600"/>
                </a:solidFill>
                <a:ea typeface="黑体" panose="02010609060101010101" pitchFamily="49" charset="-122"/>
              </a:rPr>
              <a:t>合同跟踪管理过程</a:t>
            </a:r>
          </a:p>
          <a:p>
            <a:pPr lvl="1" eaLnBrk="1" hangingPunct="1">
              <a:lnSpc>
                <a:spcPct val="130000"/>
              </a:lnSpc>
            </a:pPr>
            <a:r>
              <a:rPr lang="zh-CN" altLang="en-US" sz="2000">
                <a:solidFill>
                  <a:srgbClr val="CC6600"/>
                </a:solidFill>
                <a:ea typeface="黑体" panose="02010609060101010101" pitchFamily="49" charset="-122"/>
              </a:rPr>
              <a:t>合同修改控制过程</a:t>
            </a:r>
          </a:p>
          <a:p>
            <a:pPr lvl="1" eaLnBrk="1" hangingPunct="1">
              <a:lnSpc>
                <a:spcPct val="130000"/>
              </a:lnSpc>
            </a:pPr>
            <a:r>
              <a:rPr lang="zh-CN" altLang="en-US" sz="2000">
                <a:solidFill>
                  <a:srgbClr val="CC6600"/>
                </a:solidFill>
                <a:ea typeface="黑体" panose="02010609060101010101" pitchFamily="49" charset="-122"/>
              </a:rPr>
              <a:t>违约事件处理过程</a:t>
            </a:r>
          </a:p>
          <a:p>
            <a:pPr lvl="1" eaLnBrk="1" hangingPunct="1">
              <a:lnSpc>
                <a:spcPct val="130000"/>
              </a:lnSpc>
            </a:pPr>
            <a:r>
              <a:rPr lang="zh-CN" altLang="en-US" sz="2000">
                <a:solidFill>
                  <a:srgbClr val="CC6600"/>
                </a:solidFill>
                <a:ea typeface="黑体" panose="02010609060101010101" pitchFamily="49" charset="-122"/>
              </a:rPr>
              <a:t>产品交付过程</a:t>
            </a:r>
          </a:p>
          <a:p>
            <a:pPr lvl="1" eaLnBrk="1" hangingPunct="1">
              <a:lnSpc>
                <a:spcPct val="130000"/>
              </a:lnSpc>
            </a:pPr>
            <a:r>
              <a:rPr lang="zh-CN" altLang="en-US" sz="2000">
                <a:solidFill>
                  <a:srgbClr val="CC6600"/>
                </a:solidFill>
                <a:ea typeface="黑体" panose="02010609060101010101" pitchFamily="49" charset="-122"/>
              </a:rPr>
              <a:t>产品维护过程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B28E618-1B7A-137C-A060-603BCD74CD80}"/>
              </a:ext>
            </a:extLst>
          </p:cNvPr>
          <p:cNvSpPr>
            <a:spLocks noGrp="1" noChangeArrowheads="1"/>
          </p:cNvSpPr>
          <p:nvPr>
            <p:ph type="title"/>
          </p:nvPr>
        </p:nvSpPr>
        <p:spPr/>
        <p:txBody>
          <a:bodyPr/>
          <a:lstStyle/>
          <a:p>
            <a:pPr eaLnBrk="1" hangingPunct="1"/>
            <a:r>
              <a:rPr lang="zh-CN" altLang="en-US"/>
              <a:t>供方合同环境</a:t>
            </a:r>
          </a:p>
        </p:txBody>
      </p:sp>
      <p:sp>
        <p:nvSpPr>
          <p:cNvPr id="33795" name="Rectangle 3">
            <a:extLst>
              <a:ext uri="{FF2B5EF4-FFF2-40B4-BE49-F238E27FC236}">
                <a16:creationId xmlns:a16="http://schemas.microsoft.com/office/drawing/2014/main" id="{B23A5F31-2F85-3994-8628-B8DD39CE0773}"/>
              </a:ext>
            </a:extLst>
          </p:cNvPr>
          <p:cNvSpPr>
            <a:spLocks noGrp="1" noChangeArrowheads="1"/>
          </p:cNvSpPr>
          <p:nvPr>
            <p:ph type="body" idx="1"/>
          </p:nvPr>
        </p:nvSpPr>
        <p:spPr>
          <a:xfrm>
            <a:off x="468313" y="1916113"/>
            <a:ext cx="8496300" cy="4941887"/>
          </a:xfrm>
        </p:spPr>
        <p:txBody>
          <a:bodyPr/>
          <a:lstStyle/>
          <a:p>
            <a:pPr eaLnBrk="1" hangingPunct="1"/>
            <a:r>
              <a:rPr lang="zh-CN" altLang="en-US" sz="2000">
                <a:solidFill>
                  <a:srgbClr val="CC6600"/>
                </a:solidFill>
                <a:latin typeface="黑体" panose="02010609060101010101" pitchFamily="49" charset="-122"/>
                <a:ea typeface="黑体" panose="02010609060101010101" pitchFamily="49" charset="-122"/>
              </a:rPr>
              <a:t>合同执行跟踪管理过程</a:t>
            </a:r>
          </a:p>
          <a:p>
            <a:pPr eaLnBrk="1" hangingPunct="1">
              <a:spcBef>
                <a:spcPct val="15000"/>
              </a:spcBef>
              <a:buFont typeface="Wingdings 2" panose="05020102010507070707" pitchFamily="18" charset="2"/>
              <a:buNone/>
            </a:pPr>
            <a:r>
              <a:rPr lang="zh-CN" altLang="en-US"/>
              <a:t>    </a:t>
            </a:r>
            <a:r>
              <a:rPr lang="en-US" altLang="zh-CN" sz="2000">
                <a:solidFill>
                  <a:schemeClr val="accent2"/>
                </a:solidFill>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合同跟踪管理过程是供方跟踪合同的执行过程。</a:t>
            </a:r>
            <a:r>
              <a:rPr lang="zh-CN" altLang="en-US" sz="2000">
                <a:latin typeface="黑体" panose="02010609060101010101" pitchFamily="49" charset="-122"/>
                <a:ea typeface="黑体" panose="02010609060101010101" pitchFamily="49" charset="-122"/>
              </a:rPr>
              <a:t> </a:t>
            </a:r>
          </a:p>
        </p:txBody>
      </p:sp>
      <p:grpSp>
        <p:nvGrpSpPr>
          <p:cNvPr id="33796" name="Group 4">
            <a:extLst>
              <a:ext uri="{FF2B5EF4-FFF2-40B4-BE49-F238E27FC236}">
                <a16:creationId xmlns:a16="http://schemas.microsoft.com/office/drawing/2014/main" id="{280F8187-9EF1-A50C-57F8-CE9C2AAFB231}"/>
              </a:ext>
            </a:extLst>
          </p:cNvPr>
          <p:cNvGrpSpPr>
            <a:grpSpLocks/>
          </p:cNvGrpSpPr>
          <p:nvPr/>
        </p:nvGrpSpPr>
        <p:grpSpPr bwMode="auto">
          <a:xfrm>
            <a:off x="971550" y="3284538"/>
            <a:ext cx="7777163" cy="2665412"/>
            <a:chOff x="2419" y="4365"/>
            <a:chExt cx="7298" cy="2067"/>
          </a:xfrm>
        </p:grpSpPr>
        <p:sp>
          <p:nvSpPr>
            <p:cNvPr id="33797" name="Line 5">
              <a:extLst>
                <a:ext uri="{FF2B5EF4-FFF2-40B4-BE49-F238E27FC236}">
                  <a16:creationId xmlns:a16="http://schemas.microsoft.com/office/drawing/2014/main" id="{6DD9F293-968F-D7EA-2D54-A1F5439EE6B7}"/>
                </a:ext>
              </a:extLst>
            </p:cNvPr>
            <p:cNvSpPr>
              <a:spLocks noChangeShapeType="1"/>
            </p:cNvSpPr>
            <p:nvPr/>
          </p:nvSpPr>
          <p:spPr bwMode="auto">
            <a:xfrm flipH="1">
              <a:off x="3207" y="5301"/>
              <a:ext cx="585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8" name="Text Box 6">
              <a:extLst>
                <a:ext uri="{FF2B5EF4-FFF2-40B4-BE49-F238E27FC236}">
                  <a16:creationId xmlns:a16="http://schemas.microsoft.com/office/drawing/2014/main" id="{4F45BDB9-F428-945B-06F2-684F3882B9EF}"/>
                </a:ext>
              </a:extLst>
            </p:cNvPr>
            <p:cNvSpPr txBox="1">
              <a:spLocks noChangeArrowheads="1"/>
            </p:cNvSpPr>
            <p:nvPr/>
          </p:nvSpPr>
          <p:spPr bwMode="auto">
            <a:xfrm>
              <a:off x="2419" y="4365"/>
              <a:ext cx="1260" cy="567"/>
            </a:xfrm>
            <a:prstGeom prst="rect">
              <a:avLst/>
            </a:prstGeom>
            <a:solidFill>
              <a:srgbClr val="86B4E6"/>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r>
                <a:rPr lang="zh-CN" altLang="en-US" sz="1800">
                  <a:solidFill>
                    <a:schemeClr val="tx1"/>
                  </a:solidFill>
                  <a:latin typeface="Times New Roman" panose="02020603050405020304" pitchFamily="18" charset="0"/>
                  <a:ea typeface="黑体" panose="02010609060101010101" pitchFamily="49" charset="-122"/>
                </a:rPr>
                <a:t>项目计划</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33799" name="Text Box 7">
              <a:extLst>
                <a:ext uri="{FF2B5EF4-FFF2-40B4-BE49-F238E27FC236}">
                  <a16:creationId xmlns:a16="http://schemas.microsoft.com/office/drawing/2014/main" id="{D91503E6-79A6-F03C-584E-1B6ECD4DAB40}"/>
                </a:ext>
              </a:extLst>
            </p:cNvPr>
            <p:cNvSpPr txBox="1">
              <a:spLocks noChangeArrowheads="1"/>
            </p:cNvSpPr>
            <p:nvPr/>
          </p:nvSpPr>
          <p:spPr bwMode="auto">
            <a:xfrm>
              <a:off x="4375" y="4365"/>
              <a:ext cx="1470"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spcBef>
                  <a:spcPts val="225"/>
                </a:spcBef>
              </a:pPr>
              <a:r>
                <a:rPr lang="zh-CN" altLang="en-US" sz="1800">
                  <a:solidFill>
                    <a:schemeClr val="tx1"/>
                  </a:solidFill>
                  <a:latin typeface="Times New Roman" panose="02020603050405020304" pitchFamily="18" charset="0"/>
                  <a:ea typeface="黑体" panose="02010609060101010101" pitchFamily="49" charset="-122"/>
                </a:rPr>
                <a:t>项目计划</a:t>
              </a:r>
            </a:p>
            <a:p>
              <a:pPr eaLnBrk="1" hangingPunct="1">
                <a:lnSpc>
                  <a:spcPct val="96000"/>
                </a:lnSpc>
              </a:pPr>
              <a:r>
                <a:rPr lang="zh-CN" altLang="en-US" sz="1800">
                  <a:solidFill>
                    <a:schemeClr val="tx1"/>
                  </a:solidFill>
                  <a:latin typeface="Times New Roman" panose="02020603050405020304" pitchFamily="18" charset="0"/>
                  <a:ea typeface="黑体" panose="02010609060101010101" pitchFamily="49" charset="-122"/>
                </a:rPr>
                <a:t>审批</a:t>
              </a:r>
            </a:p>
          </p:txBody>
        </p:sp>
        <p:sp>
          <p:nvSpPr>
            <p:cNvPr id="33800" name="Text Box 8">
              <a:extLst>
                <a:ext uri="{FF2B5EF4-FFF2-40B4-BE49-F238E27FC236}">
                  <a16:creationId xmlns:a16="http://schemas.microsoft.com/office/drawing/2014/main" id="{EBFA9309-7493-0205-B48C-80BEABA6E0E6}"/>
                </a:ext>
              </a:extLst>
            </p:cNvPr>
            <p:cNvSpPr txBox="1">
              <a:spLocks noChangeArrowheads="1"/>
            </p:cNvSpPr>
            <p:nvPr/>
          </p:nvSpPr>
          <p:spPr bwMode="auto">
            <a:xfrm>
              <a:off x="6344" y="4365"/>
              <a:ext cx="1470"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spcBef>
                  <a:spcPts val="225"/>
                </a:spcBef>
              </a:pPr>
              <a:r>
                <a:rPr lang="zh-CN" altLang="en-US" sz="1800">
                  <a:solidFill>
                    <a:schemeClr val="tx1"/>
                  </a:solidFill>
                  <a:latin typeface="Times New Roman" panose="02020603050405020304" pitchFamily="18" charset="0"/>
                  <a:ea typeface="黑体" panose="02010609060101010101" pitchFamily="49" charset="-122"/>
                </a:rPr>
                <a:t>合同执行管理规划</a:t>
              </a:r>
            </a:p>
          </p:txBody>
        </p:sp>
        <p:sp>
          <p:nvSpPr>
            <p:cNvPr id="33801" name="Line 9">
              <a:extLst>
                <a:ext uri="{FF2B5EF4-FFF2-40B4-BE49-F238E27FC236}">
                  <a16:creationId xmlns:a16="http://schemas.microsoft.com/office/drawing/2014/main" id="{827CE913-925F-5BDB-0199-06F7C6F4FB1F}"/>
                </a:ext>
              </a:extLst>
            </p:cNvPr>
            <p:cNvSpPr>
              <a:spLocks noChangeShapeType="1"/>
            </p:cNvSpPr>
            <p:nvPr/>
          </p:nvSpPr>
          <p:spPr bwMode="auto">
            <a:xfrm>
              <a:off x="3679" y="4677"/>
              <a:ext cx="7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2" name="Line 10">
              <a:extLst>
                <a:ext uri="{FF2B5EF4-FFF2-40B4-BE49-F238E27FC236}">
                  <a16:creationId xmlns:a16="http://schemas.microsoft.com/office/drawing/2014/main" id="{5CE6EDCB-8054-7FCB-EA52-BA0C85BE673B}"/>
                </a:ext>
              </a:extLst>
            </p:cNvPr>
            <p:cNvSpPr>
              <a:spLocks noChangeShapeType="1"/>
            </p:cNvSpPr>
            <p:nvPr/>
          </p:nvSpPr>
          <p:spPr bwMode="auto">
            <a:xfrm>
              <a:off x="5845" y="4677"/>
              <a:ext cx="4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3" name="Line 11">
              <a:extLst>
                <a:ext uri="{FF2B5EF4-FFF2-40B4-BE49-F238E27FC236}">
                  <a16:creationId xmlns:a16="http://schemas.microsoft.com/office/drawing/2014/main" id="{34DF0F7F-4413-6467-7102-A62E11896FA9}"/>
                </a:ext>
              </a:extLst>
            </p:cNvPr>
            <p:cNvSpPr>
              <a:spLocks noChangeShapeType="1"/>
            </p:cNvSpPr>
            <p:nvPr/>
          </p:nvSpPr>
          <p:spPr bwMode="auto">
            <a:xfrm>
              <a:off x="7814" y="4677"/>
              <a:ext cx="4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04" name="Text Box 12">
              <a:extLst>
                <a:ext uri="{FF2B5EF4-FFF2-40B4-BE49-F238E27FC236}">
                  <a16:creationId xmlns:a16="http://schemas.microsoft.com/office/drawing/2014/main" id="{3F2CDFE4-A3C1-DF37-42A2-4065E1B93A36}"/>
                </a:ext>
              </a:extLst>
            </p:cNvPr>
            <p:cNvSpPr txBox="1">
              <a:spLocks noChangeArrowheads="1"/>
            </p:cNvSpPr>
            <p:nvPr/>
          </p:nvSpPr>
          <p:spPr bwMode="auto">
            <a:xfrm>
              <a:off x="8247" y="4365"/>
              <a:ext cx="1470"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lnSpc>
                  <a:spcPct val="96000"/>
                </a:lnSpc>
                <a:spcBef>
                  <a:spcPts val="300"/>
                </a:spcBef>
              </a:pPr>
              <a:r>
                <a:rPr lang="zh-CN" altLang="en-US" sz="1800">
                  <a:solidFill>
                    <a:schemeClr val="tx1"/>
                  </a:solidFill>
                  <a:latin typeface="Times New Roman" panose="02020603050405020304" pitchFamily="18" charset="0"/>
                  <a:ea typeface="黑体" panose="02010609060101010101" pitchFamily="49" charset="-122"/>
                </a:rPr>
                <a:t>合同执行跟踪管理</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33805" name="Text Box 13">
              <a:extLst>
                <a:ext uri="{FF2B5EF4-FFF2-40B4-BE49-F238E27FC236}">
                  <a16:creationId xmlns:a16="http://schemas.microsoft.com/office/drawing/2014/main" id="{05297911-087A-18E9-5EC1-C89962D02C9F}"/>
                </a:ext>
              </a:extLst>
            </p:cNvPr>
            <p:cNvSpPr txBox="1">
              <a:spLocks noChangeArrowheads="1"/>
            </p:cNvSpPr>
            <p:nvPr/>
          </p:nvSpPr>
          <p:spPr bwMode="auto">
            <a:xfrm>
              <a:off x="2472" y="5808"/>
              <a:ext cx="1470"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lnSpc>
                  <a:spcPct val="96000"/>
                </a:lnSpc>
                <a:spcBef>
                  <a:spcPts val="300"/>
                </a:spcBef>
              </a:pPr>
              <a:r>
                <a:rPr lang="zh-CN" altLang="en-US" sz="1800">
                  <a:solidFill>
                    <a:schemeClr val="tx1"/>
                  </a:solidFill>
                  <a:latin typeface="Times New Roman" panose="02020603050405020304" pitchFamily="18" charset="0"/>
                  <a:ea typeface="黑体" panose="02010609060101010101" pitchFamily="49" charset="-122"/>
                </a:rPr>
                <a:t>项目进展</a:t>
              </a:r>
            </a:p>
            <a:p>
              <a:pPr eaLnBrk="1" hangingPunct="1">
                <a:lnSpc>
                  <a:spcPct val="96000"/>
                </a:lnSpc>
              </a:pPr>
              <a:r>
                <a:rPr lang="zh-CN" altLang="en-US" sz="1800">
                  <a:solidFill>
                    <a:schemeClr val="tx1"/>
                  </a:solidFill>
                  <a:latin typeface="Times New Roman" panose="02020603050405020304" pitchFamily="18" charset="0"/>
                  <a:ea typeface="黑体" panose="02010609060101010101" pitchFamily="49" charset="-122"/>
                </a:rPr>
                <a:t>报告</a:t>
              </a:r>
            </a:p>
          </p:txBody>
        </p:sp>
        <p:sp>
          <p:nvSpPr>
            <p:cNvPr id="33806" name="Text Box 14">
              <a:extLst>
                <a:ext uri="{FF2B5EF4-FFF2-40B4-BE49-F238E27FC236}">
                  <a16:creationId xmlns:a16="http://schemas.microsoft.com/office/drawing/2014/main" id="{7ECD1A9C-3F00-514C-6CEF-3183D5502F45}"/>
                </a:ext>
              </a:extLst>
            </p:cNvPr>
            <p:cNvSpPr txBox="1">
              <a:spLocks noChangeArrowheads="1"/>
            </p:cNvSpPr>
            <p:nvPr/>
          </p:nvSpPr>
          <p:spPr bwMode="auto">
            <a:xfrm>
              <a:off x="4422" y="5808"/>
              <a:ext cx="1470"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lnSpc>
                  <a:spcPct val="96000"/>
                </a:lnSpc>
                <a:spcBef>
                  <a:spcPts val="300"/>
                </a:spcBef>
              </a:pPr>
              <a:r>
                <a:rPr lang="zh-CN" altLang="en-US" sz="1800">
                  <a:solidFill>
                    <a:schemeClr val="tx1"/>
                  </a:solidFill>
                  <a:latin typeface="Times New Roman" panose="02020603050405020304" pitchFamily="18" charset="0"/>
                  <a:ea typeface="黑体" panose="02010609060101010101" pitchFamily="49" charset="-122"/>
                </a:rPr>
                <a:t>合同责任</a:t>
              </a:r>
            </a:p>
            <a:p>
              <a:pPr eaLnBrk="1" hangingPunct="1">
                <a:lnSpc>
                  <a:spcPct val="96000"/>
                </a:lnSpc>
              </a:pPr>
              <a:r>
                <a:rPr lang="zh-CN" altLang="en-US" sz="1800">
                  <a:solidFill>
                    <a:schemeClr val="tx1"/>
                  </a:solidFill>
                  <a:latin typeface="Times New Roman" panose="02020603050405020304" pitchFamily="18" charset="0"/>
                  <a:ea typeface="黑体" panose="02010609060101010101" pitchFamily="49" charset="-122"/>
                </a:rPr>
                <a:t>落实</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33807" name="Text Box 15">
              <a:extLst>
                <a:ext uri="{FF2B5EF4-FFF2-40B4-BE49-F238E27FC236}">
                  <a16:creationId xmlns:a16="http://schemas.microsoft.com/office/drawing/2014/main" id="{B8943FE0-9A40-C157-EB84-EDFED06085E4}"/>
                </a:ext>
              </a:extLst>
            </p:cNvPr>
            <p:cNvSpPr txBox="1">
              <a:spLocks noChangeArrowheads="1"/>
            </p:cNvSpPr>
            <p:nvPr/>
          </p:nvSpPr>
          <p:spPr bwMode="auto">
            <a:xfrm>
              <a:off x="6417" y="5808"/>
              <a:ext cx="1470" cy="624"/>
            </a:xfrm>
            <a:prstGeom prst="rect">
              <a:avLst/>
            </a:prstGeom>
            <a:solidFill>
              <a:srgbClr val="FFCC00"/>
            </a:solidFill>
            <a:ln w="9525">
              <a:solidFill>
                <a:srgbClr val="000000"/>
              </a:solidFill>
              <a:miter lim="800000"/>
              <a:headEnd/>
              <a:tailEnd/>
            </a:ln>
          </p:spPr>
          <p:txBody>
            <a:bodyPr tIns="36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lnSpc>
                  <a:spcPct val="96000"/>
                </a:lnSpc>
                <a:spcBef>
                  <a:spcPts val="300"/>
                </a:spcBef>
              </a:pPr>
              <a:r>
                <a:rPr lang="zh-CN" altLang="en-US" sz="1800">
                  <a:solidFill>
                    <a:schemeClr val="tx1"/>
                  </a:solidFill>
                  <a:latin typeface="Times New Roman" panose="02020603050405020304" pitchFamily="18" charset="0"/>
                  <a:ea typeface="黑体" panose="02010609060101010101" pitchFamily="49" charset="-122"/>
                </a:rPr>
                <a:t>需求变更</a:t>
              </a:r>
            </a:p>
            <a:p>
              <a:pPr eaLnBrk="1" hangingPunct="1">
                <a:lnSpc>
                  <a:spcPct val="96000"/>
                </a:lnSpc>
              </a:pPr>
              <a:r>
                <a:rPr lang="zh-CN" altLang="en-US" sz="1800">
                  <a:solidFill>
                    <a:schemeClr val="tx1"/>
                  </a:solidFill>
                  <a:latin typeface="Times New Roman" panose="02020603050405020304" pitchFamily="18" charset="0"/>
                  <a:ea typeface="黑体" panose="02010609060101010101" pitchFamily="49" charset="-122"/>
                </a:rPr>
                <a:t>处理</a:t>
              </a:r>
            </a:p>
          </p:txBody>
        </p:sp>
        <p:sp>
          <p:nvSpPr>
            <p:cNvPr id="33808" name="Text Box 16">
              <a:extLst>
                <a:ext uri="{FF2B5EF4-FFF2-40B4-BE49-F238E27FC236}">
                  <a16:creationId xmlns:a16="http://schemas.microsoft.com/office/drawing/2014/main" id="{482B6433-FDF5-BFCD-5D25-59678303B008}"/>
                </a:ext>
              </a:extLst>
            </p:cNvPr>
            <p:cNvSpPr txBox="1">
              <a:spLocks noChangeArrowheads="1"/>
            </p:cNvSpPr>
            <p:nvPr/>
          </p:nvSpPr>
          <p:spPr bwMode="auto">
            <a:xfrm>
              <a:off x="8247" y="5808"/>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eaLnBrk="1" hangingPunct="1">
                <a:lnSpc>
                  <a:spcPct val="96000"/>
                </a:lnSpc>
                <a:spcBef>
                  <a:spcPts val="300"/>
                </a:spcBef>
              </a:pPr>
              <a:r>
                <a:rPr lang="zh-CN" altLang="en-US" sz="1800">
                  <a:solidFill>
                    <a:schemeClr val="tx1"/>
                  </a:solidFill>
                  <a:latin typeface="Times New Roman" panose="02020603050405020304" pitchFamily="18" charset="0"/>
                  <a:ea typeface="黑体" panose="02010609060101010101" pitchFamily="49" charset="-122"/>
                </a:rPr>
                <a:t>产品验收</a:t>
              </a:r>
              <a:endParaRPr lang="zh-CN" altLang="en-US" sz="1800">
                <a:solidFill>
                  <a:schemeClr val="tx1"/>
                </a:solidFill>
                <a:latin typeface="Arial Narrow" panose="020B0606020202030204" pitchFamily="34" charset="0"/>
                <a:ea typeface="黑体" panose="02010609060101010101" pitchFamily="49" charset="-122"/>
              </a:endParaRPr>
            </a:p>
          </p:txBody>
        </p:sp>
        <p:sp>
          <p:nvSpPr>
            <p:cNvPr id="33809" name="Line 17">
              <a:extLst>
                <a:ext uri="{FF2B5EF4-FFF2-40B4-BE49-F238E27FC236}">
                  <a16:creationId xmlns:a16="http://schemas.microsoft.com/office/drawing/2014/main" id="{312373C0-79AA-DB86-E600-19236E206B60}"/>
                </a:ext>
              </a:extLst>
            </p:cNvPr>
            <p:cNvSpPr>
              <a:spLocks noChangeShapeType="1"/>
            </p:cNvSpPr>
            <p:nvPr/>
          </p:nvSpPr>
          <p:spPr bwMode="auto">
            <a:xfrm>
              <a:off x="9072" y="4989"/>
              <a:ext cx="0" cy="81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lstStyle/>
            <a:p>
              <a:endParaRPr lang="zh-CN" altLang="en-US"/>
            </a:p>
          </p:txBody>
        </p:sp>
        <p:sp>
          <p:nvSpPr>
            <p:cNvPr id="33810" name="Line 18">
              <a:extLst>
                <a:ext uri="{FF2B5EF4-FFF2-40B4-BE49-F238E27FC236}">
                  <a16:creationId xmlns:a16="http://schemas.microsoft.com/office/drawing/2014/main" id="{1115043F-9389-A730-F10F-4AB22C73513B}"/>
                </a:ext>
              </a:extLst>
            </p:cNvPr>
            <p:cNvSpPr>
              <a:spLocks noChangeShapeType="1"/>
            </p:cNvSpPr>
            <p:nvPr/>
          </p:nvSpPr>
          <p:spPr bwMode="auto">
            <a:xfrm>
              <a:off x="9087" y="4989"/>
              <a:ext cx="0" cy="81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lstStyle/>
            <a:p>
              <a:endParaRPr lang="zh-CN" altLang="en-US"/>
            </a:p>
          </p:txBody>
        </p:sp>
        <p:sp>
          <p:nvSpPr>
            <p:cNvPr id="33811" name="Line 19">
              <a:extLst>
                <a:ext uri="{FF2B5EF4-FFF2-40B4-BE49-F238E27FC236}">
                  <a16:creationId xmlns:a16="http://schemas.microsoft.com/office/drawing/2014/main" id="{9230CEF4-DC3F-9AA2-312F-A6C51959A16C}"/>
                </a:ext>
              </a:extLst>
            </p:cNvPr>
            <p:cNvSpPr>
              <a:spLocks noChangeShapeType="1"/>
            </p:cNvSpPr>
            <p:nvPr/>
          </p:nvSpPr>
          <p:spPr bwMode="auto">
            <a:xfrm>
              <a:off x="7197" y="5301"/>
              <a:ext cx="0" cy="49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lstStyle/>
            <a:p>
              <a:endParaRPr lang="zh-CN" altLang="en-US"/>
            </a:p>
          </p:txBody>
        </p:sp>
        <p:sp>
          <p:nvSpPr>
            <p:cNvPr id="33812" name="Line 20">
              <a:extLst>
                <a:ext uri="{FF2B5EF4-FFF2-40B4-BE49-F238E27FC236}">
                  <a16:creationId xmlns:a16="http://schemas.microsoft.com/office/drawing/2014/main" id="{0C41C920-422E-A084-BC8E-E1754376CAB5}"/>
                </a:ext>
              </a:extLst>
            </p:cNvPr>
            <p:cNvSpPr>
              <a:spLocks noChangeShapeType="1"/>
            </p:cNvSpPr>
            <p:nvPr/>
          </p:nvSpPr>
          <p:spPr bwMode="auto">
            <a:xfrm>
              <a:off x="5202" y="5301"/>
              <a:ext cx="0" cy="49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lstStyle/>
            <a:p>
              <a:endParaRPr lang="zh-CN" altLang="en-US"/>
            </a:p>
          </p:txBody>
        </p:sp>
        <p:sp>
          <p:nvSpPr>
            <p:cNvPr id="33813" name="Line 21">
              <a:extLst>
                <a:ext uri="{FF2B5EF4-FFF2-40B4-BE49-F238E27FC236}">
                  <a16:creationId xmlns:a16="http://schemas.microsoft.com/office/drawing/2014/main" id="{F75E34C9-546E-931D-A20B-C28E80DA4BA8}"/>
                </a:ext>
              </a:extLst>
            </p:cNvPr>
            <p:cNvSpPr>
              <a:spLocks noChangeShapeType="1"/>
            </p:cNvSpPr>
            <p:nvPr/>
          </p:nvSpPr>
          <p:spPr bwMode="auto">
            <a:xfrm>
              <a:off x="3207" y="5301"/>
              <a:ext cx="0" cy="49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lstStyle/>
            <a:p>
              <a:endParaRPr lang="zh-CN" alt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9BDE57B-4D41-E175-BE82-7859D23E8192}"/>
              </a:ext>
            </a:extLst>
          </p:cNvPr>
          <p:cNvSpPr>
            <a:spLocks noGrp="1" noChangeArrowheads="1"/>
          </p:cNvSpPr>
          <p:nvPr>
            <p:ph type="title"/>
          </p:nvPr>
        </p:nvSpPr>
        <p:spPr/>
        <p:txBody>
          <a:bodyPr/>
          <a:lstStyle/>
          <a:p>
            <a:pPr eaLnBrk="1" hangingPunct="1"/>
            <a:r>
              <a:rPr lang="zh-CN" altLang="en-US"/>
              <a:t>供方合同环境</a:t>
            </a:r>
          </a:p>
        </p:txBody>
      </p:sp>
      <p:sp>
        <p:nvSpPr>
          <p:cNvPr id="34819" name="Rectangle 3">
            <a:extLst>
              <a:ext uri="{FF2B5EF4-FFF2-40B4-BE49-F238E27FC236}">
                <a16:creationId xmlns:a16="http://schemas.microsoft.com/office/drawing/2014/main" id="{14BE1B21-B853-F2A6-5879-8155CCCC07B6}"/>
              </a:ext>
            </a:extLst>
          </p:cNvPr>
          <p:cNvSpPr>
            <a:spLocks noGrp="1" noChangeArrowheads="1"/>
          </p:cNvSpPr>
          <p:nvPr>
            <p:ph type="body" idx="1"/>
          </p:nvPr>
        </p:nvSpPr>
        <p:spPr>
          <a:xfrm>
            <a:off x="468313" y="1989138"/>
            <a:ext cx="8496300" cy="4679950"/>
          </a:xfrm>
          <a:solidFill>
            <a:schemeClr val="bg1"/>
          </a:solidFill>
        </p:spPr>
        <p:txBody>
          <a:bodyPr/>
          <a:lstStyle/>
          <a:p>
            <a:pPr eaLnBrk="1" hangingPunct="1"/>
            <a:r>
              <a:rPr lang="zh-CN" altLang="en-US" sz="2000">
                <a:solidFill>
                  <a:srgbClr val="CC6600"/>
                </a:solidFill>
                <a:ea typeface="黑体" panose="02010609060101010101" pitchFamily="49" charset="-122"/>
              </a:rPr>
              <a:t>合同修改控制过程</a:t>
            </a:r>
          </a:p>
          <a:p>
            <a:pPr eaLnBrk="1" hangingPunct="1">
              <a:spcBef>
                <a:spcPct val="15000"/>
              </a:spcBef>
              <a:buFont typeface="Wingdings 2" panose="05020102010507070707" pitchFamily="18" charset="2"/>
              <a:buNone/>
            </a:pPr>
            <a:r>
              <a:rPr lang="zh-CN" altLang="en-US"/>
              <a:t>    </a:t>
            </a:r>
            <a:r>
              <a:rPr lang="en-US" altLang="zh-CN" sz="1800">
                <a:solidFill>
                  <a:schemeClr val="accent2"/>
                </a:solidFill>
                <a:ea typeface="黑体" panose="02010609060101010101" pitchFamily="49" charset="-122"/>
              </a:rPr>
              <a:t>——</a:t>
            </a:r>
            <a:r>
              <a:rPr lang="en-US" altLang="zh-CN" sz="1800">
                <a:solidFill>
                  <a:schemeClr val="accent2"/>
                </a:solidFill>
                <a:latin typeface="黑体" panose="02010609060101010101" pitchFamily="49" charset="-122"/>
                <a:ea typeface="黑体" panose="02010609060101010101" pitchFamily="49" charset="-122"/>
              </a:rPr>
              <a:t> </a:t>
            </a:r>
            <a:r>
              <a:rPr lang="zh-CN" altLang="en-US" sz="2000">
                <a:solidFill>
                  <a:schemeClr val="accent2"/>
                </a:solidFill>
                <a:latin typeface="黑体" panose="02010609060101010101" pitchFamily="49" charset="-122"/>
                <a:ea typeface="黑体" panose="02010609060101010101" pitchFamily="49" charset="-122"/>
              </a:rPr>
              <a:t>合同修改控制就是管理合同变更的过程。  </a:t>
            </a:r>
          </a:p>
        </p:txBody>
      </p:sp>
      <p:grpSp>
        <p:nvGrpSpPr>
          <p:cNvPr id="34820" name="Group 24">
            <a:extLst>
              <a:ext uri="{FF2B5EF4-FFF2-40B4-BE49-F238E27FC236}">
                <a16:creationId xmlns:a16="http://schemas.microsoft.com/office/drawing/2014/main" id="{14827EA6-AE2B-68DB-AC9E-B4772AA9CD1B}"/>
              </a:ext>
            </a:extLst>
          </p:cNvPr>
          <p:cNvGrpSpPr>
            <a:grpSpLocks/>
          </p:cNvGrpSpPr>
          <p:nvPr/>
        </p:nvGrpSpPr>
        <p:grpSpPr bwMode="auto">
          <a:xfrm>
            <a:off x="827088" y="3141663"/>
            <a:ext cx="8066087" cy="2809875"/>
            <a:chOff x="2217" y="1596"/>
            <a:chExt cx="7335" cy="1716"/>
          </a:xfrm>
        </p:grpSpPr>
        <p:sp>
          <p:nvSpPr>
            <p:cNvPr id="34821" name="Text Box 25">
              <a:extLst>
                <a:ext uri="{FF2B5EF4-FFF2-40B4-BE49-F238E27FC236}">
                  <a16:creationId xmlns:a16="http://schemas.microsoft.com/office/drawing/2014/main" id="{E51654B4-273B-1D3C-5FD6-F027D017DFFA}"/>
                </a:ext>
              </a:extLst>
            </p:cNvPr>
            <p:cNvSpPr txBox="1">
              <a:spLocks noChangeArrowheads="1"/>
            </p:cNvSpPr>
            <p:nvPr/>
          </p:nvSpPr>
          <p:spPr bwMode="auto">
            <a:xfrm>
              <a:off x="3012" y="1599"/>
              <a:ext cx="1050" cy="468"/>
            </a:xfrm>
            <a:prstGeom prst="rect">
              <a:avLst/>
            </a:prstGeom>
            <a:solidFill>
              <a:srgbClr val="86B4E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54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合同</a:t>
              </a:r>
              <a:endParaRPr lang="zh-CN" altLang="en-US" sz="1800">
                <a:solidFill>
                  <a:schemeClr val="tx1"/>
                </a:solidFill>
                <a:ea typeface="黑体" panose="02010609060101010101" pitchFamily="49" charset="-122"/>
              </a:endParaRPr>
            </a:p>
          </p:txBody>
        </p:sp>
        <p:sp>
          <p:nvSpPr>
            <p:cNvPr id="34822" name="Text Box 26">
              <a:extLst>
                <a:ext uri="{FF2B5EF4-FFF2-40B4-BE49-F238E27FC236}">
                  <a16:creationId xmlns:a16="http://schemas.microsoft.com/office/drawing/2014/main" id="{C0FDFAE7-F89F-4D5D-4E1D-76291DC4AA82}"/>
                </a:ext>
              </a:extLst>
            </p:cNvPr>
            <p:cNvSpPr txBox="1">
              <a:spLocks noChangeArrowheads="1"/>
            </p:cNvSpPr>
            <p:nvPr/>
          </p:nvSpPr>
          <p:spPr bwMode="auto">
            <a:xfrm>
              <a:off x="3297" y="1998"/>
              <a:ext cx="1170" cy="468"/>
            </a:xfrm>
            <a:prstGeom prst="rect">
              <a:avLst/>
            </a:prstGeom>
            <a:solidFill>
              <a:srgbClr val="86B4E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54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变更请求求</a:t>
              </a:r>
              <a:endParaRPr lang="zh-CN" altLang="en-US" sz="1800">
                <a:solidFill>
                  <a:schemeClr val="tx1"/>
                </a:solidFill>
                <a:ea typeface="黑体" panose="02010609060101010101" pitchFamily="49" charset="-122"/>
              </a:endParaRPr>
            </a:p>
          </p:txBody>
        </p:sp>
        <p:sp>
          <p:nvSpPr>
            <p:cNvPr id="34823" name="Line 27">
              <a:extLst>
                <a:ext uri="{FF2B5EF4-FFF2-40B4-BE49-F238E27FC236}">
                  <a16:creationId xmlns:a16="http://schemas.microsoft.com/office/drawing/2014/main" id="{C950D8B5-BE44-D9EA-412F-84937B969A27}"/>
                </a:ext>
              </a:extLst>
            </p:cNvPr>
            <p:cNvSpPr>
              <a:spLocks noChangeShapeType="1"/>
            </p:cNvSpPr>
            <p:nvPr/>
          </p:nvSpPr>
          <p:spPr bwMode="auto">
            <a:xfrm>
              <a:off x="4392" y="1932"/>
              <a:ext cx="7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4" name="Text Box 28">
              <a:extLst>
                <a:ext uri="{FF2B5EF4-FFF2-40B4-BE49-F238E27FC236}">
                  <a16:creationId xmlns:a16="http://schemas.microsoft.com/office/drawing/2014/main" id="{E5074CC4-A6C2-6A01-619F-4DC0AD1E6202}"/>
                </a:ext>
              </a:extLst>
            </p:cNvPr>
            <p:cNvSpPr txBox="1">
              <a:spLocks noChangeArrowheads="1"/>
            </p:cNvSpPr>
            <p:nvPr/>
          </p:nvSpPr>
          <p:spPr bwMode="auto">
            <a:xfrm>
              <a:off x="5112" y="1596"/>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just"/>
              <a:r>
                <a:rPr lang="zh-CN" altLang="en-US" sz="1000" b="0">
                  <a:latin typeface="Times New Roman" panose="02020603050405020304" pitchFamily="18" charset="0"/>
                </a:rPr>
                <a:t>合同变更评估</a:t>
              </a:r>
              <a:endParaRPr lang="zh-CN" altLang="en-US"/>
            </a:p>
          </p:txBody>
        </p:sp>
        <p:sp>
          <p:nvSpPr>
            <p:cNvPr id="34825" name="Text Box 29">
              <a:extLst>
                <a:ext uri="{FF2B5EF4-FFF2-40B4-BE49-F238E27FC236}">
                  <a16:creationId xmlns:a16="http://schemas.microsoft.com/office/drawing/2014/main" id="{158E06A5-6E2D-82CF-AB4F-5E1BE6B4F4D0}"/>
                </a:ext>
              </a:extLst>
            </p:cNvPr>
            <p:cNvSpPr txBox="1">
              <a:spLocks noChangeArrowheads="1"/>
            </p:cNvSpPr>
            <p:nvPr/>
          </p:nvSpPr>
          <p:spPr bwMode="auto">
            <a:xfrm>
              <a:off x="5112" y="1596"/>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合同变更评估</a:t>
              </a:r>
              <a:endParaRPr lang="zh-CN" altLang="en-US" sz="1800">
                <a:solidFill>
                  <a:schemeClr val="tx1"/>
                </a:solidFill>
                <a:ea typeface="黑体" panose="02010609060101010101" pitchFamily="49" charset="-122"/>
              </a:endParaRPr>
            </a:p>
          </p:txBody>
        </p:sp>
        <p:sp>
          <p:nvSpPr>
            <p:cNvPr id="34826" name="Text Box 30">
              <a:extLst>
                <a:ext uri="{FF2B5EF4-FFF2-40B4-BE49-F238E27FC236}">
                  <a16:creationId xmlns:a16="http://schemas.microsoft.com/office/drawing/2014/main" id="{3DD752FB-BBE7-4232-E949-44374F3EDC68}"/>
                </a:ext>
              </a:extLst>
            </p:cNvPr>
            <p:cNvSpPr txBox="1">
              <a:spLocks noChangeArrowheads="1"/>
            </p:cNvSpPr>
            <p:nvPr/>
          </p:nvSpPr>
          <p:spPr bwMode="auto">
            <a:xfrm>
              <a:off x="7212" y="1596"/>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合同修改策略确定</a:t>
              </a:r>
            </a:p>
          </p:txBody>
        </p:sp>
        <p:sp>
          <p:nvSpPr>
            <p:cNvPr id="34827" name="Line 31">
              <a:extLst>
                <a:ext uri="{FF2B5EF4-FFF2-40B4-BE49-F238E27FC236}">
                  <a16:creationId xmlns:a16="http://schemas.microsoft.com/office/drawing/2014/main" id="{9D24E61B-051C-2B37-4A34-9EA317FCA47A}"/>
                </a:ext>
              </a:extLst>
            </p:cNvPr>
            <p:cNvSpPr>
              <a:spLocks noChangeShapeType="1"/>
            </p:cNvSpPr>
            <p:nvPr/>
          </p:nvSpPr>
          <p:spPr bwMode="auto">
            <a:xfrm>
              <a:off x="6687" y="1908"/>
              <a:ext cx="4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8" name="Line 32">
              <a:extLst>
                <a:ext uri="{FF2B5EF4-FFF2-40B4-BE49-F238E27FC236}">
                  <a16:creationId xmlns:a16="http://schemas.microsoft.com/office/drawing/2014/main" id="{E7E4CE32-5B34-D868-A02B-F81D36249912}"/>
                </a:ext>
              </a:extLst>
            </p:cNvPr>
            <p:cNvSpPr>
              <a:spLocks noChangeShapeType="1"/>
            </p:cNvSpPr>
            <p:nvPr/>
          </p:nvSpPr>
          <p:spPr bwMode="auto">
            <a:xfrm>
              <a:off x="8772" y="1902"/>
              <a:ext cx="3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9" name="Line 33">
              <a:extLst>
                <a:ext uri="{FF2B5EF4-FFF2-40B4-BE49-F238E27FC236}">
                  <a16:creationId xmlns:a16="http://schemas.microsoft.com/office/drawing/2014/main" id="{BD986EBF-5ED0-FFB9-D127-C8A3EF16053A}"/>
                </a:ext>
              </a:extLst>
            </p:cNvPr>
            <p:cNvSpPr>
              <a:spLocks noChangeShapeType="1"/>
            </p:cNvSpPr>
            <p:nvPr/>
          </p:nvSpPr>
          <p:spPr bwMode="auto">
            <a:xfrm>
              <a:off x="9087" y="1902"/>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0" name="Line 34">
              <a:extLst>
                <a:ext uri="{FF2B5EF4-FFF2-40B4-BE49-F238E27FC236}">
                  <a16:creationId xmlns:a16="http://schemas.microsoft.com/office/drawing/2014/main" id="{1D914040-D8EF-B9F4-5392-4B550418CFBB}"/>
                </a:ext>
              </a:extLst>
            </p:cNvPr>
            <p:cNvSpPr>
              <a:spLocks noChangeShapeType="1"/>
            </p:cNvSpPr>
            <p:nvPr/>
          </p:nvSpPr>
          <p:spPr bwMode="auto">
            <a:xfrm flipH="1">
              <a:off x="2232" y="2532"/>
              <a:ext cx="68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1" name="Line 35">
              <a:extLst>
                <a:ext uri="{FF2B5EF4-FFF2-40B4-BE49-F238E27FC236}">
                  <a16:creationId xmlns:a16="http://schemas.microsoft.com/office/drawing/2014/main" id="{B9A6D7F4-8FC4-C9ED-A605-62DF83B4AA5E}"/>
                </a:ext>
              </a:extLst>
            </p:cNvPr>
            <p:cNvSpPr>
              <a:spLocks noChangeShapeType="1"/>
            </p:cNvSpPr>
            <p:nvPr/>
          </p:nvSpPr>
          <p:spPr bwMode="auto">
            <a:xfrm>
              <a:off x="2217" y="2541"/>
              <a:ext cx="0" cy="4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2" name="Line 36">
              <a:extLst>
                <a:ext uri="{FF2B5EF4-FFF2-40B4-BE49-F238E27FC236}">
                  <a16:creationId xmlns:a16="http://schemas.microsoft.com/office/drawing/2014/main" id="{5A3797EC-D8F8-6B79-0F50-31651ECAC977}"/>
                </a:ext>
              </a:extLst>
            </p:cNvPr>
            <p:cNvSpPr>
              <a:spLocks noChangeShapeType="1"/>
            </p:cNvSpPr>
            <p:nvPr/>
          </p:nvSpPr>
          <p:spPr bwMode="auto">
            <a:xfrm>
              <a:off x="2217" y="3009"/>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3" name="Text Box 37">
              <a:extLst>
                <a:ext uri="{FF2B5EF4-FFF2-40B4-BE49-F238E27FC236}">
                  <a16:creationId xmlns:a16="http://schemas.microsoft.com/office/drawing/2014/main" id="{FF11D14C-300C-A143-162C-A82483FDCEE6}"/>
                </a:ext>
              </a:extLst>
            </p:cNvPr>
            <p:cNvSpPr txBox="1">
              <a:spLocks noChangeArrowheads="1"/>
            </p:cNvSpPr>
            <p:nvPr/>
          </p:nvSpPr>
          <p:spPr bwMode="auto">
            <a:xfrm>
              <a:off x="2592" y="2688"/>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合同修改处理</a:t>
              </a:r>
              <a:endParaRPr lang="zh-CN" altLang="en-US" sz="1800">
                <a:solidFill>
                  <a:schemeClr val="tx1"/>
                </a:solidFill>
                <a:ea typeface="黑体" panose="02010609060101010101" pitchFamily="49" charset="-122"/>
              </a:endParaRPr>
            </a:p>
          </p:txBody>
        </p:sp>
        <p:sp>
          <p:nvSpPr>
            <p:cNvPr id="34834" name="Text Box 38">
              <a:extLst>
                <a:ext uri="{FF2B5EF4-FFF2-40B4-BE49-F238E27FC236}">
                  <a16:creationId xmlns:a16="http://schemas.microsoft.com/office/drawing/2014/main" id="{B37490CF-F7E8-794E-005E-E7A1EDDC70AD}"/>
                </a:ext>
              </a:extLst>
            </p:cNvPr>
            <p:cNvSpPr txBox="1">
              <a:spLocks noChangeArrowheads="1"/>
            </p:cNvSpPr>
            <p:nvPr/>
          </p:nvSpPr>
          <p:spPr bwMode="auto">
            <a:xfrm>
              <a:off x="4572" y="2688"/>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相关活动产品调整</a:t>
              </a:r>
            </a:p>
          </p:txBody>
        </p:sp>
        <p:sp>
          <p:nvSpPr>
            <p:cNvPr id="34835" name="Text Box 39">
              <a:extLst>
                <a:ext uri="{FF2B5EF4-FFF2-40B4-BE49-F238E27FC236}">
                  <a16:creationId xmlns:a16="http://schemas.microsoft.com/office/drawing/2014/main" id="{93DE292C-1731-82F8-8AFF-A265EEA323CB}"/>
                </a:ext>
              </a:extLst>
            </p:cNvPr>
            <p:cNvSpPr txBox="1">
              <a:spLocks noChangeArrowheads="1"/>
            </p:cNvSpPr>
            <p:nvPr/>
          </p:nvSpPr>
          <p:spPr bwMode="auto">
            <a:xfrm>
              <a:off x="6477" y="2688"/>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处理结果报告</a:t>
              </a:r>
              <a:endParaRPr lang="zh-CN" altLang="en-US" sz="1800">
                <a:solidFill>
                  <a:schemeClr val="tx1"/>
                </a:solidFill>
                <a:ea typeface="黑体" panose="02010609060101010101" pitchFamily="49" charset="-122"/>
              </a:endParaRPr>
            </a:p>
          </p:txBody>
        </p:sp>
        <p:sp>
          <p:nvSpPr>
            <p:cNvPr id="34836" name="Text Box 40">
              <a:extLst>
                <a:ext uri="{FF2B5EF4-FFF2-40B4-BE49-F238E27FC236}">
                  <a16:creationId xmlns:a16="http://schemas.microsoft.com/office/drawing/2014/main" id="{ABD1A424-4ED0-E11C-2A65-72B10D433AE6}"/>
                </a:ext>
              </a:extLst>
            </p:cNvPr>
            <p:cNvSpPr txBox="1">
              <a:spLocks noChangeArrowheads="1"/>
            </p:cNvSpPr>
            <p:nvPr/>
          </p:nvSpPr>
          <p:spPr bwMode="auto">
            <a:xfrm>
              <a:off x="8382" y="2763"/>
              <a:ext cx="1170" cy="468"/>
            </a:xfrm>
            <a:prstGeom prst="rect">
              <a:avLst/>
            </a:prstGeom>
            <a:solidFill>
              <a:srgbClr val="86B4E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54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处理报告</a:t>
              </a:r>
              <a:endParaRPr lang="zh-CN" altLang="en-US" sz="1800">
                <a:solidFill>
                  <a:schemeClr val="tx1"/>
                </a:solidFill>
                <a:ea typeface="黑体" panose="02010609060101010101" pitchFamily="49" charset="-122"/>
              </a:endParaRPr>
            </a:p>
          </p:txBody>
        </p:sp>
        <p:sp>
          <p:nvSpPr>
            <p:cNvPr id="34837" name="Line 41">
              <a:extLst>
                <a:ext uri="{FF2B5EF4-FFF2-40B4-BE49-F238E27FC236}">
                  <a16:creationId xmlns:a16="http://schemas.microsoft.com/office/drawing/2014/main" id="{430AF60F-F3A5-4F6E-1CC5-5B16691D075B}"/>
                </a:ext>
              </a:extLst>
            </p:cNvPr>
            <p:cNvSpPr>
              <a:spLocks noChangeShapeType="1"/>
            </p:cNvSpPr>
            <p:nvPr/>
          </p:nvSpPr>
          <p:spPr bwMode="auto">
            <a:xfrm>
              <a:off x="4167" y="3000"/>
              <a:ext cx="38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8" name="Line 42">
              <a:extLst>
                <a:ext uri="{FF2B5EF4-FFF2-40B4-BE49-F238E27FC236}">
                  <a16:creationId xmlns:a16="http://schemas.microsoft.com/office/drawing/2014/main" id="{73D56F42-F9E1-28B0-957B-3D1A1C416CFC}"/>
                </a:ext>
              </a:extLst>
            </p:cNvPr>
            <p:cNvSpPr>
              <a:spLocks noChangeShapeType="1"/>
            </p:cNvSpPr>
            <p:nvPr/>
          </p:nvSpPr>
          <p:spPr bwMode="auto">
            <a:xfrm>
              <a:off x="6147" y="3000"/>
              <a:ext cx="31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9" name="Line 43">
              <a:extLst>
                <a:ext uri="{FF2B5EF4-FFF2-40B4-BE49-F238E27FC236}">
                  <a16:creationId xmlns:a16="http://schemas.microsoft.com/office/drawing/2014/main" id="{BC2ADD4C-EA28-3900-E343-99996A60CEF9}"/>
                </a:ext>
              </a:extLst>
            </p:cNvPr>
            <p:cNvSpPr>
              <a:spLocks noChangeShapeType="1"/>
            </p:cNvSpPr>
            <p:nvPr/>
          </p:nvSpPr>
          <p:spPr bwMode="auto">
            <a:xfrm>
              <a:off x="8052" y="3000"/>
              <a:ext cx="31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332F025-3367-E7A6-F125-4800E66E025D}"/>
              </a:ext>
            </a:extLst>
          </p:cNvPr>
          <p:cNvSpPr>
            <a:spLocks noGrp="1" noChangeArrowheads="1"/>
          </p:cNvSpPr>
          <p:nvPr>
            <p:ph type="title"/>
          </p:nvPr>
        </p:nvSpPr>
        <p:spPr/>
        <p:txBody>
          <a:bodyPr/>
          <a:lstStyle/>
          <a:p>
            <a:pPr eaLnBrk="1" hangingPunct="1"/>
            <a:r>
              <a:rPr lang="zh-CN" altLang="en-US"/>
              <a:t>供方合同环境</a:t>
            </a:r>
          </a:p>
        </p:txBody>
      </p:sp>
      <p:sp>
        <p:nvSpPr>
          <p:cNvPr id="35843" name="Rectangle 3">
            <a:extLst>
              <a:ext uri="{FF2B5EF4-FFF2-40B4-BE49-F238E27FC236}">
                <a16:creationId xmlns:a16="http://schemas.microsoft.com/office/drawing/2014/main" id="{A1F85E98-00DA-D183-FA54-3A4F72D9EC25}"/>
              </a:ext>
            </a:extLst>
          </p:cNvPr>
          <p:cNvSpPr>
            <a:spLocks noGrp="1" noChangeArrowheads="1"/>
          </p:cNvSpPr>
          <p:nvPr>
            <p:ph type="body" idx="1"/>
          </p:nvPr>
        </p:nvSpPr>
        <p:spPr>
          <a:xfrm>
            <a:off x="395288" y="2133600"/>
            <a:ext cx="8569325" cy="4724400"/>
          </a:xfrm>
        </p:spPr>
        <p:txBody>
          <a:bodyPr/>
          <a:lstStyle/>
          <a:p>
            <a:pPr eaLnBrk="1" hangingPunct="1"/>
            <a:r>
              <a:rPr lang="zh-CN" altLang="en-US" sz="2000">
                <a:solidFill>
                  <a:srgbClr val="CC6600"/>
                </a:solidFill>
                <a:ea typeface="黑体" panose="02010609060101010101" pitchFamily="49" charset="-122"/>
              </a:rPr>
              <a:t>违约事件处理过程</a:t>
            </a:r>
            <a:r>
              <a:rPr lang="zh-CN" altLang="en-US"/>
              <a:t> </a:t>
            </a:r>
          </a:p>
          <a:p>
            <a:pPr eaLnBrk="1" hangingPunct="1">
              <a:buFont typeface="Wingdings 2" panose="05020102010507070707" pitchFamily="18" charset="2"/>
              <a:buNone/>
            </a:pPr>
            <a:r>
              <a:rPr lang="zh-CN" altLang="en-US"/>
              <a:t>    </a:t>
            </a:r>
            <a:r>
              <a:rPr lang="en-US" altLang="zh-CN" sz="1800">
                <a:solidFill>
                  <a:schemeClr val="accent2"/>
                </a:solidFill>
                <a:ea typeface="黑体" panose="02010609060101010101" pitchFamily="49" charset="-122"/>
              </a:rPr>
              <a:t>——</a:t>
            </a:r>
            <a:r>
              <a:rPr lang="en-US" altLang="zh-CN" sz="1800">
                <a:solidFill>
                  <a:schemeClr val="accent2"/>
                </a:solidFill>
                <a:latin typeface="黑体" panose="02010609060101010101" pitchFamily="49" charset="-122"/>
                <a:ea typeface="黑体" panose="02010609060101010101" pitchFamily="49" charset="-122"/>
              </a:rPr>
              <a:t> </a:t>
            </a:r>
            <a:r>
              <a:rPr lang="zh-CN" altLang="en-US" sz="2000">
                <a:solidFill>
                  <a:schemeClr val="accent2"/>
                </a:solidFill>
                <a:ea typeface="黑体" panose="02010609060101010101" pitchFamily="49" charset="-122"/>
              </a:rPr>
              <a:t>类似需方的情况，在此不再赘述。</a:t>
            </a:r>
          </a:p>
          <a:p>
            <a:pPr eaLnBrk="1" hangingPunct="1">
              <a:spcBef>
                <a:spcPct val="50000"/>
              </a:spcBef>
            </a:pPr>
            <a:r>
              <a:rPr lang="zh-CN" altLang="en-US" sz="2000">
                <a:solidFill>
                  <a:srgbClr val="CC6600"/>
                </a:solidFill>
                <a:ea typeface="黑体" panose="02010609060101010101" pitchFamily="49" charset="-122"/>
              </a:rPr>
              <a:t>产品交付过程</a:t>
            </a:r>
            <a:r>
              <a:rPr lang="zh-CN" altLang="en-US"/>
              <a:t> </a:t>
            </a:r>
          </a:p>
          <a:p>
            <a:pPr eaLnBrk="1" hangingPunct="1">
              <a:spcBef>
                <a:spcPct val="25000"/>
              </a:spcBef>
              <a:buFont typeface="Wingdings 2" panose="05020102010507070707" pitchFamily="18" charset="2"/>
              <a:buNone/>
            </a:pPr>
            <a:r>
              <a:rPr lang="zh-CN" altLang="en-US" sz="2000">
                <a:latin typeface="宋体" panose="02010600030101010101" pitchFamily="2" charset="-122"/>
              </a:rPr>
              <a:t>   </a:t>
            </a:r>
            <a:r>
              <a:rPr lang="en-US" altLang="zh-CN" sz="1800">
                <a:solidFill>
                  <a:schemeClr val="accent2"/>
                </a:solidFill>
                <a:ea typeface="黑体" panose="02010609060101010101" pitchFamily="49" charset="-122"/>
              </a:rPr>
              <a:t>——</a:t>
            </a:r>
            <a:r>
              <a:rPr lang="en-US" altLang="zh-CN" sz="1800">
                <a:solidFill>
                  <a:schemeClr val="accent2"/>
                </a:solidFill>
                <a:latin typeface="黑体" panose="02010609060101010101" pitchFamily="49" charset="-122"/>
                <a:ea typeface="黑体" panose="02010609060101010101" pitchFamily="49" charset="-122"/>
              </a:rPr>
              <a:t> </a:t>
            </a:r>
            <a:r>
              <a:rPr lang="zh-CN" altLang="en-US" sz="2000">
                <a:solidFill>
                  <a:schemeClr val="accent2"/>
                </a:solidFill>
                <a:latin typeface="黑体" panose="02010609060101010101" pitchFamily="49" charset="-122"/>
                <a:ea typeface="黑体" panose="02010609060101010101" pitchFamily="49" charset="-122"/>
              </a:rPr>
              <a:t>产品交付过程是供方向需方提交最终产品的过程。</a:t>
            </a:r>
            <a:r>
              <a:rPr lang="zh-CN" altLang="en-US" sz="2000">
                <a:latin typeface="宋体" panose="02010600030101010101" pitchFamily="2" charset="-122"/>
              </a:rPr>
              <a:t> </a:t>
            </a:r>
          </a:p>
          <a:p>
            <a:pPr eaLnBrk="1" hangingPunct="1">
              <a:buFont typeface="Wingdings 2" panose="05020102010507070707" pitchFamily="18" charset="2"/>
              <a:buNone/>
            </a:pPr>
            <a:endParaRPr lang="zh-CN" altLang="en-US" sz="2000">
              <a:latin typeface="宋体" panose="02010600030101010101" pitchFamily="2" charset="-122"/>
            </a:endParaRPr>
          </a:p>
          <a:p>
            <a:pPr eaLnBrk="1" hangingPunct="1">
              <a:buFont typeface="Wingdings 2" panose="05020102010507070707" pitchFamily="18" charset="2"/>
              <a:buNone/>
            </a:pPr>
            <a:endParaRPr lang="en-US" altLang="zh-CN" sz="2000">
              <a:latin typeface="宋体" panose="02010600030101010101" pitchFamily="2" charset="-122"/>
            </a:endParaRPr>
          </a:p>
        </p:txBody>
      </p:sp>
      <p:grpSp>
        <p:nvGrpSpPr>
          <p:cNvPr id="35844" name="Group 4">
            <a:extLst>
              <a:ext uri="{FF2B5EF4-FFF2-40B4-BE49-F238E27FC236}">
                <a16:creationId xmlns:a16="http://schemas.microsoft.com/office/drawing/2014/main" id="{55EA5E56-8F23-8700-7486-8A9BD8B8899A}"/>
              </a:ext>
            </a:extLst>
          </p:cNvPr>
          <p:cNvGrpSpPr>
            <a:grpSpLocks/>
          </p:cNvGrpSpPr>
          <p:nvPr/>
        </p:nvGrpSpPr>
        <p:grpSpPr bwMode="auto">
          <a:xfrm>
            <a:off x="971550" y="4437063"/>
            <a:ext cx="7704138" cy="1584325"/>
            <a:chOff x="1827" y="9456"/>
            <a:chExt cx="8745" cy="645"/>
          </a:xfrm>
        </p:grpSpPr>
        <p:sp>
          <p:nvSpPr>
            <p:cNvPr id="35845" name="Line 5">
              <a:extLst>
                <a:ext uri="{FF2B5EF4-FFF2-40B4-BE49-F238E27FC236}">
                  <a16:creationId xmlns:a16="http://schemas.microsoft.com/office/drawing/2014/main" id="{3903B39F-8F0A-8DEE-8617-8BB94B4B01B5}"/>
                </a:ext>
              </a:extLst>
            </p:cNvPr>
            <p:cNvSpPr>
              <a:spLocks noChangeShapeType="1"/>
            </p:cNvSpPr>
            <p:nvPr/>
          </p:nvSpPr>
          <p:spPr bwMode="auto">
            <a:xfrm>
              <a:off x="2877" y="9789"/>
              <a:ext cx="38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6" name="Text Box 6">
              <a:extLst>
                <a:ext uri="{FF2B5EF4-FFF2-40B4-BE49-F238E27FC236}">
                  <a16:creationId xmlns:a16="http://schemas.microsoft.com/office/drawing/2014/main" id="{6B47FD31-6F79-2C0E-3276-84F0B3A765ED}"/>
                </a:ext>
              </a:extLst>
            </p:cNvPr>
            <p:cNvSpPr txBox="1">
              <a:spLocks noChangeArrowheads="1"/>
            </p:cNvSpPr>
            <p:nvPr/>
          </p:nvSpPr>
          <p:spPr bwMode="auto">
            <a:xfrm>
              <a:off x="1827" y="9552"/>
              <a:ext cx="1155" cy="468"/>
            </a:xfrm>
            <a:prstGeom prst="rect">
              <a:avLst/>
            </a:prstGeom>
            <a:solidFill>
              <a:srgbClr val="86B4E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612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提交产品</a:t>
              </a:r>
              <a:endParaRPr lang="zh-CN" altLang="en-US" sz="1800">
                <a:solidFill>
                  <a:schemeClr val="tx1"/>
                </a:solidFill>
                <a:ea typeface="黑体" panose="02010609060101010101" pitchFamily="49" charset="-122"/>
              </a:endParaRPr>
            </a:p>
          </p:txBody>
        </p:sp>
        <p:sp>
          <p:nvSpPr>
            <p:cNvPr id="35847" name="Text Box 7">
              <a:extLst>
                <a:ext uri="{FF2B5EF4-FFF2-40B4-BE49-F238E27FC236}">
                  <a16:creationId xmlns:a16="http://schemas.microsoft.com/office/drawing/2014/main" id="{6DFF71E0-5D9A-AD9D-BDEF-8A91CC639F76}"/>
                </a:ext>
              </a:extLst>
            </p:cNvPr>
            <p:cNvSpPr txBox="1">
              <a:spLocks noChangeArrowheads="1"/>
            </p:cNvSpPr>
            <p:nvPr/>
          </p:nvSpPr>
          <p:spPr bwMode="auto">
            <a:xfrm>
              <a:off x="3267" y="9456"/>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提交产品审查</a:t>
              </a:r>
            </a:p>
          </p:txBody>
        </p:sp>
        <p:sp>
          <p:nvSpPr>
            <p:cNvPr id="35848" name="Line 8">
              <a:extLst>
                <a:ext uri="{FF2B5EF4-FFF2-40B4-BE49-F238E27FC236}">
                  <a16:creationId xmlns:a16="http://schemas.microsoft.com/office/drawing/2014/main" id="{92F435E9-8E1C-4F35-AFE5-D24280145FD4}"/>
                </a:ext>
              </a:extLst>
            </p:cNvPr>
            <p:cNvSpPr>
              <a:spLocks noChangeShapeType="1"/>
            </p:cNvSpPr>
            <p:nvPr/>
          </p:nvSpPr>
          <p:spPr bwMode="auto">
            <a:xfrm>
              <a:off x="4842" y="9774"/>
              <a:ext cx="3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9" name="Text Box 9">
              <a:extLst>
                <a:ext uri="{FF2B5EF4-FFF2-40B4-BE49-F238E27FC236}">
                  <a16:creationId xmlns:a16="http://schemas.microsoft.com/office/drawing/2014/main" id="{53529F7A-3E92-694F-DC7A-8B68A384FD6B}"/>
                </a:ext>
              </a:extLst>
            </p:cNvPr>
            <p:cNvSpPr txBox="1">
              <a:spLocks noChangeArrowheads="1"/>
            </p:cNvSpPr>
            <p:nvPr/>
          </p:nvSpPr>
          <p:spPr bwMode="auto">
            <a:xfrm>
              <a:off x="5187" y="9477"/>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产品提交用户</a:t>
              </a:r>
            </a:p>
          </p:txBody>
        </p:sp>
        <p:sp>
          <p:nvSpPr>
            <p:cNvPr id="35850" name="Line 10">
              <a:extLst>
                <a:ext uri="{FF2B5EF4-FFF2-40B4-BE49-F238E27FC236}">
                  <a16:creationId xmlns:a16="http://schemas.microsoft.com/office/drawing/2014/main" id="{C43B6FCA-280E-79AF-5CA1-75C307FA4C47}"/>
                </a:ext>
              </a:extLst>
            </p:cNvPr>
            <p:cNvSpPr>
              <a:spLocks noChangeShapeType="1"/>
            </p:cNvSpPr>
            <p:nvPr/>
          </p:nvSpPr>
          <p:spPr bwMode="auto">
            <a:xfrm>
              <a:off x="6732" y="9789"/>
              <a:ext cx="37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1" name="Text Box 11">
              <a:extLst>
                <a:ext uri="{FF2B5EF4-FFF2-40B4-BE49-F238E27FC236}">
                  <a16:creationId xmlns:a16="http://schemas.microsoft.com/office/drawing/2014/main" id="{21BF4CE5-EF34-F1C7-541E-7B8811D762E7}"/>
                </a:ext>
              </a:extLst>
            </p:cNvPr>
            <p:cNvSpPr txBox="1">
              <a:spLocks noChangeArrowheads="1"/>
            </p:cNvSpPr>
            <p:nvPr/>
          </p:nvSpPr>
          <p:spPr bwMode="auto">
            <a:xfrm>
              <a:off x="7092" y="9477"/>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双方签字认可</a:t>
              </a:r>
            </a:p>
          </p:txBody>
        </p:sp>
        <p:sp>
          <p:nvSpPr>
            <p:cNvPr id="35852" name="Line 12">
              <a:extLst>
                <a:ext uri="{FF2B5EF4-FFF2-40B4-BE49-F238E27FC236}">
                  <a16:creationId xmlns:a16="http://schemas.microsoft.com/office/drawing/2014/main" id="{FD1C9FA7-9764-3AF6-D6EB-CD865695F4E5}"/>
                </a:ext>
              </a:extLst>
            </p:cNvPr>
            <p:cNvSpPr>
              <a:spLocks noChangeShapeType="1"/>
            </p:cNvSpPr>
            <p:nvPr/>
          </p:nvSpPr>
          <p:spPr bwMode="auto">
            <a:xfrm>
              <a:off x="8652" y="9789"/>
              <a:ext cx="38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3" name="Text Box 13">
              <a:extLst>
                <a:ext uri="{FF2B5EF4-FFF2-40B4-BE49-F238E27FC236}">
                  <a16:creationId xmlns:a16="http://schemas.microsoft.com/office/drawing/2014/main" id="{058D0C9F-630F-9F44-D459-FEE4F1AA06EF}"/>
                </a:ext>
              </a:extLst>
            </p:cNvPr>
            <p:cNvSpPr txBox="1">
              <a:spLocks noChangeArrowheads="1"/>
            </p:cNvSpPr>
            <p:nvPr/>
          </p:nvSpPr>
          <p:spPr bwMode="auto">
            <a:xfrm>
              <a:off x="8997" y="9477"/>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通知相关各方</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D11FE00-E8E0-B065-1B13-4883CE90F578}"/>
              </a:ext>
            </a:extLst>
          </p:cNvPr>
          <p:cNvSpPr>
            <a:spLocks noGrp="1" noChangeArrowheads="1"/>
          </p:cNvSpPr>
          <p:nvPr>
            <p:ph type="title"/>
          </p:nvPr>
        </p:nvSpPr>
        <p:spPr/>
        <p:txBody>
          <a:bodyPr/>
          <a:lstStyle/>
          <a:p>
            <a:pPr eaLnBrk="1" hangingPunct="1"/>
            <a:r>
              <a:rPr lang="zh-CN" altLang="en-US"/>
              <a:t>供方合同环境</a:t>
            </a:r>
          </a:p>
        </p:txBody>
      </p:sp>
      <p:sp>
        <p:nvSpPr>
          <p:cNvPr id="36867" name="Rectangle 3">
            <a:extLst>
              <a:ext uri="{FF2B5EF4-FFF2-40B4-BE49-F238E27FC236}">
                <a16:creationId xmlns:a16="http://schemas.microsoft.com/office/drawing/2014/main" id="{934F08C4-E0F7-F9F8-461F-DD7CBD998384}"/>
              </a:ext>
            </a:extLst>
          </p:cNvPr>
          <p:cNvSpPr>
            <a:spLocks noGrp="1" noChangeArrowheads="1"/>
          </p:cNvSpPr>
          <p:nvPr>
            <p:ph type="body" idx="1"/>
          </p:nvPr>
        </p:nvSpPr>
        <p:spPr>
          <a:xfrm>
            <a:off x="395288" y="1989138"/>
            <a:ext cx="8569325" cy="4868862"/>
          </a:xfrm>
        </p:spPr>
        <p:txBody>
          <a:bodyPr/>
          <a:lstStyle/>
          <a:p>
            <a:pPr eaLnBrk="1" hangingPunct="1"/>
            <a:r>
              <a:rPr lang="zh-CN" altLang="en-US" sz="2000">
                <a:solidFill>
                  <a:srgbClr val="CC6600"/>
                </a:solidFill>
                <a:ea typeface="黑体" panose="02010609060101010101" pitchFamily="49" charset="-122"/>
              </a:rPr>
              <a:t>产品维护过程</a:t>
            </a:r>
          </a:p>
          <a:p>
            <a:pPr eaLnBrk="1" hangingPunct="1">
              <a:spcBef>
                <a:spcPct val="15000"/>
              </a:spcBef>
              <a:buFont typeface="Wingdings 2" panose="05020102010507070707" pitchFamily="18" charset="2"/>
              <a:buNone/>
            </a:pPr>
            <a:r>
              <a:rPr lang="zh-CN" altLang="en-US"/>
              <a:t>   </a:t>
            </a:r>
            <a:r>
              <a:rPr lang="en-US" altLang="zh-CN" sz="1800">
                <a:solidFill>
                  <a:schemeClr val="accent2"/>
                </a:solidFill>
                <a:ea typeface="黑体" panose="02010609060101010101" pitchFamily="49" charset="-122"/>
              </a:rPr>
              <a:t>——</a:t>
            </a:r>
            <a:r>
              <a:rPr lang="en-US" altLang="zh-CN" sz="1800">
                <a:solidFill>
                  <a:schemeClr val="accent2"/>
                </a:solidFill>
                <a:latin typeface="黑体" panose="02010609060101010101" pitchFamily="49" charset="-122"/>
                <a:ea typeface="黑体" panose="02010609060101010101" pitchFamily="49" charset="-122"/>
              </a:rPr>
              <a:t> </a:t>
            </a:r>
            <a:r>
              <a:rPr lang="zh-CN" altLang="en-US" sz="2000">
                <a:solidFill>
                  <a:schemeClr val="accent2"/>
                </a:solidFill>
                <a:latin typeface="黑体" panose="02010609060101010101" pitchFamily="49" charset="-122"/>
                <a:ea typeface="黑体" panose="02010609060101010101" pitchFamily="49" charset="-122"/>
              </a:rPr>
              <a:t>产品维护过程是供方对提交后的软件产品进行后期维护的工作过程。 </a:t>
            </a:r>
          </a:p>
        </p:txBody>
      </p:sp>
      <p:grpSp>
        <p:nvGrpSpPr>
          <p:cNvPr id="36868" name="Group 4">
            <a:extLst>
              <a:ext uri="{FF2B5EF4-FFF2-40B4-BE49-F238E27FC236}">
                <a16:creationId xmlns:a16="http://schemas.microsoft.com/office/drawing/2014/main" id="{3974D6C9-771F-B57B-A6F0-FB99895BC1B7}"/>
              </a:ext>
            </a:extLst>
          </p:cNvPr>
          <p:cNvGrpSpPr>
            <a:grpSpLocks/>
          </p:cNvGrpSpPr>
          <p:nvPr/>
        </p:nvGrpSpPr>
        <p:grpSpPr bwMode="auto">
          <a:xfrm>
            <a:off x="827088" y="3429000"/>
            <a:ext cx="8066087" cy="2663825"/>
            <a:chOff x="2127" y="3366"/>
            <a:chExt cx="7665" cy="1743"/>
          </a:xfrm>
        </p:grpSpPr>
        <p:sp>
          <p:nvSpPr>
            <p:cNvPr id="36869" name="Line 5">
              <a:extLst>
                <a:ext uri="{FF2B5EF4-FFF2-40B4-BE49-F238E27FC236}">
                  <a16:creationId xmlns:a16="http://schemas.microsoft.com/office/drawing/2014/main" id="{B2A02A17-E09F-6077-E5F5-E489B8F388FB}"/>
                </a:ext>
              </a:extLst>
            </p:cNvPr>
            <p:cNvSpPr>
              <a:spLocks noChangeShapeType="1"/>
            </p:cNvSpPr>
            <p:nvPr/>
          </p:nvSpPr>
          <p:spPr bwMode="auto">
            <a:xfrm>
              <a:off x="4032" y="4791"/>
              <a:ext cx="4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0" name="Line 6">
              <a:extLst>
                <a:ext uri="{FF2B5EF4-FFF2-40B4-BE49-F238E27FC236}">
                  <a16:creationId xmlns:a16="http://schemas.microsoft.com/office/drawing/2014/main" id="{251B3699-06A5-308D-3B17-69B90FC98708}"/>
                </a:ext>
              </a:extLst>
            </p:cNvPr>
            <p:cNvSpPr>
              <a:spLocks noChangeShapeType="1"/>
            </p:cNvSpPr>
            <p:nvPr/>
          </p:nvSpPr>
          <p:spPr bwMode="auto">
            <a:xfrm>
              <a:off x="3177" y="3699"/>
              <a:ext cx="38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1" name="Text Box 7">
              <a:extLst>
                <a:ext uri="{FF2B5EF4-FFF2-40B4-BE49-F238E27FC236}">
                  <a16:creationId xmlns:a16="http://schemas.microsoft.com/office/drawing/2014/main" id="{D2893D79-25B2-E052-C49E-E37B476B9B78}"/>
                </a:ext>
              </a:extLst>
            </p:cNvPr>
            <p:cNvSpPr txBox="1">
              <a:spLocks noChangeArrowheads="1"/>
            </p:cNvSpPr>
            <p:nvPr/>
          </p:nvSpPr>
          <p:spPr bwMode="auto">
            <a:xfrm>
              <a:off x="2127" y="3462"/>
              <a:ext cx="1155" cy="468"/>
            </a:xfrm>
            <a:prstGeom prst="rect">
              <a:avLst/>
            </a:prstGeom>
            <a:solidFill>
              <a:srgbClr val="86B4E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612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维护需求求</a:t>
              </a:r>
              <a:endParaRPr lang="zh-CN" altLang="en-US" sz="1800">
                <a:solidFill>
                  <a:schemeClr val="tx1"/>
                </a:solidFill>
                <a:ea typeface="黑体" panose="02010609060101010101" pitchFamily="49" charset="-122"/>
              </a:endParaRPr>
            </a:p>
          </p:txBody>
        </p:sp>
        <p:sp>
          <p:nvSpPr>
            <p:cNvPr id="36872" name="Text Box 8">
              <a:extLst>
                <a:ext uri="{FF2B5EF4-FFF2-40B4-BE49-F238E27FC236}">
                  <a16:creationId xmlns:a16="http://schemas.microsoft.com/office/drawing/2014/main" id="{E618980D-9524-9651-669C-5D98ECA8E61F}"/>
                </a:ext>
              </a:extLst>
            </p:cNvPr>
            <p:cNvSpPr txBox="1">
              <a:spLocks noChangeArrowheads="1"/>
            </p:cNvSpPr>
            <p:nvPr/>
          </p:nvSpPr>
          <p:spPr bwMode="auto">
            <a:xfrm>
              <a:off x="3567" y="3366"/>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维护需求记录</a:t>
              </a:r>
              <a:endParaRPr lang="zh-CN" altLang="en-US" sz="1800">
                <a:solidFill>
                  <a:schemeClr val="tx1"/>
                </a:solidFill>
                <a:ea typeface="黑体" panose="02010609060101010101" pitchFamily="49" charset="-122"/>
              </a:endParaRPr>
            </a:p>
          </p:txBody>
        </p:sp>
        <p:sp>
          <p:nvSpPr>
            <p:cNvPr id="36873" name="Line 9">
              <a:extLst>
                <a:ext uri="{FF2B5EF4-FFF2-40B4-BE49-F238E27FC236}">
                  <a16:creationId xmlns:a16="http://schemas.microsoft.com/office/drawing/2014/main" id="{41FB36A5-6E44-04A7-2844-2CA374FEDE5C}"/>
                </a:ext>
              </a:extLst>
            </p:cNvPr>
            <p:cNvSpPr>
              <a:spLocks noChangeShapeType="1"/>
            </p:cNvSpPr>
            <p:nvPr/>
          </p:nvSpPr>
          <p:spPr bwMode="auto">
            <a:xfrm>
              <a:off x="5142" y="3684"/>
              <a:ext cx="3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4" name="Text Box 10">
              <a:extLst>
                <a:ext uri="{FF2B5EF4-FFF2-40B4-BE49-F238E27FC236}">
                  <a16:creationId xmlns:a16="http://schemas.microsoft.com/office/drawing/2014/main" id="{314E86EF-4943-4A6C-3577-928ED245A413}"/>
                </a:ext>
              </a:extLst>
            </p:cNvPr>
            <p:cNvSpPr txBox="1">
              <a:spLocks noChangeArrowheads="1"/>
            </p:cNvSpPr>
            <p:nvPr/>
          </p:nvSpPr>
          <p:spPr bwMode="auto">
            <a:xfrm>
              <a:off x="5487" y="3390"/>
              <a:ext cx="1575" cy="621"/>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维护分类响</a:t>
              </a:r>
            </a:p>
            <a:p>
              <a:r>
                <a:rPr lang="zh-CN" altLang="en-US" sz="1800">
                  <a:solidFill>
                    <a:schemeClr val="tx1"/>
                  </a:solidFill>
                  <a:latin typeface="Times New Roman" panose="02020603050405020304" pitchFamily="18" charset="0"/>
                  <a:ea typeface="黑体" panose="02010609060101010101" pitchFamily="49" charset="-122"/>
                </a:rPr>
                <a:t>应策略</a:t>
              </a:r>
              <a:endParaRPr lang="zh-CN" altLang="en-US" sz="1800">
                <a:solidFill>
                  <a:schemeClr val="tx1"/>
                </a:solidFill>
                <a:ea typeface="黑体" panose="02010609060101010101" pitchFamily="49" charset="-122"/>
              </a:endParaRPr>
            </a:p>
          </p:txBody>
        </p:sp>
        <p:sp>
          <p:nvSpPr>
            <p:cNvPr id="36875" name="Line 11">
              <a:extLst>
                <a:ext uri="{FF2B5EF4-FFF2-40B4-BE49-F238E27FC236}">
                  <a16:creationId xmlns:a16="http://schemas.microsoft.com/office/drawing/2014/main" id="{BF2F35EB-BA0E-FCA6-B9F6-66D4A2D81295}"/>
                </a:ext>
              </a:extLst>
            </p:cNvPr>
            <p:cNvSpPr>
              <a:spLocks noChangeShapeType="1"/>
            </p:cNvSpPr>
            <p:nvPr/>
          </p:nvSpPr>
          <p:spPr bwMode="auto">
            <a:xfrm>
              <a:off x="7107" y="3699"/>
              <a:ext cx="37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6" name="Text Box 12">
              <a:extLst>
                <a:ext uri="{FF2B5EF4-FFF2-40B4-BE49-F238E27FC236}">
                  <a16:creationId xmlns:a16="http://schemas.microsoft.com/office/drawing/2014/main" id="{AD75865B-7098-B197-1368-14FCA480C157}"/>
                </a:ext>
              </a:extLst>
            </p:cNvPr>
            <p:cNvSpPr txBox="1">
              <a:spLocks noChangeArrowheads="1"/>
            </p:cNvSpPr>
            <p:nvPr/>
          </p:nvSpPr>
          <p:spPr bwMode="auto">
            <a:xfrm>
              <a:off x="7467" y="3387"/>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双方签字认可</a:t>
              </a:r>
              <a:endParaRPr lang="zh-CN" altLang="en-US" sz="1800">
                <a:solidFill>
                  <a:schemeClr val="tx1"/>
                </a:solidFill>
                <a:ea typeface="黑体" panose="02010609060101010101" pitchFamily="49" charset="-122"/>
              </a:endParaRPr>
            </a:p>
          </p:txBody>
        </p:sp>
        <p:sp>
          <p:nvSpPr>
            <p:cNvPr id="36877" name="Line 13">
              <a:extLst>
                <a:ext uri="{FF2B5EF4-FFF2-40B4-BE49-F238E27FC236}">
                  <a16:creationId xmlns:a16="http://schemas.microsoft.com/office/drawing/2014/main" id="{5C3C8437-E451-FD6E-D80B-093F7B15CE56}"/>
                </a:ext>
              </a:extLst>
            </p:cNvPr>
            <p:cNvSpPr>
              <a:spLocks noChangeShapeType="1"/>
            </p:cNvSpPr>
            <p:nvPr/>
          </p:nvSpPr>
          <p:spPr bwMode="auto">
            <a:xfrm>
              <a:off x="9057" y="3699"/>
              <a:ext cx="3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8" name="Line 14">
              <a:extLst>
                <a:ext uri="{FF2B5EF4-FFF2-40B4-BE49-F238E27FC236}">
                  <a16:creationId xmlns:a16="http://schemas.microsoft.com/office/drawing/2014/main" id="{6F3BB1A3-E042-F92D-9972-767FCCEC1715}"/>
                </a:ext>
              </a:extLst>
            </p:cNvPr>
            <p:cNvSpPr>
              <a:spLocks noChangeShapeType="1"/>
            </p:cNvSpPr>
            <p:nvPr/>
          </p:nvSpPr>
          <p:spPr bwMode="auto">
            <a:xfrm>
              <a:off x="9372" y="3699"/>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9" name="Line 15">
              <a:extLst>
                <a:ext uri="{FF2B5EF4-FFF2-40B4-BE49-F238E27FC236}">
                  <a16:creationId xmlns:a16="http://schemas.microsoft.com/office/drawing/2014/main" id="{8A9909E0-5452-680D-5EEE-F750E91439B8}"/>
                </a:ext>
              </a:extLst>
            </p:cNvPr>
            <p:cNvSpPr>
              <a:spLocks noChangeShapeType="1"/>
            </p:cNvSpPr>
            <p:nvPr/>
          </p:nvSpPr>
          <p:spPr bwMode="auto">
            <a:xfrm flipH="1">
              <a:off x="2127" y="4329"/>
              <a:ext cx="723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0" name="Line 16">
              <a:extLst>
                <a:ext uri="{FF2B5EF4-FFF2-40B4-BE49-F238E27FC236}">
                  <a16:creationId xmlns:a16="http://schemas.microsoft.com/office/drawing/2014/main" id="{924B654E-F27A-FD62-4874-D7BB94833D2C}"/>
                </a:ext>
              </a:extLst>
            </p:cNvPr>
            <p:cNvSpPr>
              <a:spLocks noChangeShapeType="1"/>
            </p:cNvSpPr>
            <p:nvPr/>
          </p:nvSpPr>
          <p:spPr bwMode="auto">
            <a:xfrm>
              <a:off x="2172" y="4323"/>
              <a:ext cx="0" cy="4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1" name="Line 17">
              <a:extLst>
                <a:ext uri="{FF2B5EF4-FFF2-40B4-BE49-F238E27FC236}">
                  <a16:creationId xmlns:a16="http://schemas.microsoft.com/office/drawing/2014/main" id="{6AD62E34-4725-0C74-3BB5-DD22F9778E58}"/>
                </a:ext>
              </a:extLst>
            </p:cNvPr>
            <p:cNvSpPr>
              <a:spLocks noChangeShapeType="1"/>
            </p:cNvSpPr>
            <p:nvPr/>
          </p:nvSpPr>
          <p:spPr bwMode="auto">
            <a:xfrm>
              <a:off x="2172" y="4791"/>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2" name="Text Box 18">
              <a:extLst>
                <a:ext uri="{FF2B5EF4-FFF2-40B4-BE49-F238E27FC236}">
                  <a16:creationId xmlns:a16="http://schemas.microsoft.com/office/drawing/2014/main" id="{91389507-CD82-DB40-D850-5ABE295E87D6}"/>
                </a:ext>
              </a:extLst>
            </p:cNvPr>
            <p:cNvSpPr txBox="1">
              <a:spLocks noChangeArrowheads="1"/>
            </p:cNvSpPr>
            <p:nvPr/>
          </p:nvSpPr>
          <p:spPr bwMode="auto">
            <a:xfrm>
              <a:off x="2562" y="4485"/>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维护需求评估</a:t>
              </a:r>
              <a:endParaRPr lang="zh-CN" altLang="en-US" sz="1800">
                <a:solidFill>
                  <a:schemeClr val="tx1"/>
                </a:solidFill>
                <a:ea typeface="黑体" panose="02010609060101010101" pitchFamily="49" charset="-122"/>
              </a:endParaRPr>
            </a:p>
          </p:txBody>
        </p:sp>
        <p:sp>
          <p:nvSpPr>
            <p:cNvPr id="36883" name="Text Box 19">
              <a:extLst>
                <a:ext uri="{FF2B5EF4-FFF2-40B4-BE49-F238E27FC236}">
                  <a16:creationId xmlns:a16="http://schemas.microsoft.com/office/drawing/2014/main" id="{9E35013D-2928-2077-F27D-F0758595FEF6}"/>
                </a:ext>
              </a:extLst>
            </p:cNvPr>
            <p:cNvSpPr txBox="1">
              <a:spLocks noChangeArrowheads="1"/>
            </p:cNvSpPr>
            <p:nvPr/>
          </p:nvSpPr>
          <p:spPr bwMode="auto">
            <a:xfrm>
              <a:off x="4542" y="4485"/>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维护协议确立</a:t>
              </a:r>
              <a:endParaRPr lang="zh-CN" altLang="en-US" sz="1800">
                <a:solidFill>
                  <a:schemeClr val="tx1"/>
                </a:solidFill>
                <a:ea typeface="黑体" panose="02010609060101010101" pitchFamily="49" charset="-122"/>
              </a:endParaRPr>
            </a:p>
          </p:txBody>
        </p:sp>
        <p:sp>
          <p:nvSpPr>
            <p:cNvPr id="36884" name="Text Box 20">
              <a:extLst>
                <a:ext uri="{FF2B5EF4-FFF2-40B4-BE49-F238E27FC236}">
                  <a16:creationId xmlns:a16="http://schemas.microsoft.com/office/drawing/2014/main" id="{0D143D48-821F-AC56-E8A9-7D0C40882453}"/>
                </a:ext>
              </a:extLst>
            </p:cNvPr>
            <p:cNvSpPr txBox="1">
              <a:spLocks noChangeArrowheads="1"/>
            </p:cNvSpPr>
            <p:nvPr/>
          </p:nvSpPr>
          <p:spPr bwMode="auto">
            <a:xfrm>
              <a:off x="6447" y="4485"/>
              <a:ext cx="1575" cy="624"/>
            </a:xfrm>
            <a:prstGeom prst="rect">
              <a:avLst/>
            </a:prstGeom>
            <a:solidFill>
              <a:srgbClr val="FFCC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维护任务下达</a:t>
              </a:r>
              <a:endParaRPr lang="zh-CN" altLang="en-US" sz="1800">
                <a:solidFill>
                  <a:schemeClr val="tx1"/>
                </a:solidFill>
                <a:ea typeface="黑体" panose="02010609060101010101" pitchFamily="49" charset="-122"/>
              </a:endParaRPr>
            </a:p>
          </p:txBody>
        </p:sp>
        <p:sp>
          <p:nvSpPr>
            <p:cNvPr id="36885" name="Text Box 21">
              <a:extLst>
                <a:ext uri="{FF2B5EF4-FFF2-40B4-BE49-F238E27FC236}">
                  <a16:creationId xmlns:a16="http://schemas.microsoft.com/office/drawing/2014/main" id="{FA076714-4B72-1A68-56E8-842E0B097CCF}"/>
                </a:ext>
              </a:extLst>
            </p:cNvPr>
            <p:cNvSpPr txBox="1">
              <a:spLocks noChangeArrowheads="1"/>
            </p:cNvSpPr>
            <p:nvPr/>
          </p:nvSpPr>
          <p:spPr bwMode="auto">
            <a:xfrm>
              <a:off x="8352" y="4560"/>
              <a:ext cx="1440" cy="468"/>
            </a:xfrm>
            <a:prstGeom prst="rect">
              <a:avLst/>
            </a:prstGeom>
            <a:solidFill>
              <a:srgbClr val="86B4E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54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维护任务单</a:t>
              </a:r>
              <a:endParaRPr lang="zh-CN" altLang="en-US" sz="1800">
                <a:solidFill>
                  <a:schemeClr val="tx1"/>
                </a:solidFill>
                <a:ea typeface="黑体" panose="02010609060101010101" pitchFamily="49" charset="-122"/>
              </a:endParaRPr>
            </a:p>
          </p:txBody>
        </p:sp>
        <p:sp>
          <p:nvSpPr>
            <p:cNvPr id="36886" name="Line 22">
              <a:extLst>
                <a:ext uri="{FF2B5EF4-FFF2-40B4-BE49-F238E27FC236}">
                  <a16:creationId xmlns:a16="http://schemas.microsoft.com/office/drawing/2014/main" id="{12843067-AE42-2A07-451E-D88D101C7FE0}"/>
                </a:ext>
              </a:extLst>
            </p:cNvPr>
            <p:cNvSpPr>
              <a:spLocks noChangeShapeType="1"/>
            </p:cNvSpPr>
            <p:nvPr/>
          </p:nvSpPr>
          <p:spPr bwMode="auto">
            <a:xfrm>
              <a:off x="6117" y="4797"/>
              <a:ext cx="31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7" name="Line 23">
              <a:extLst>
                <a:ext uri="{FF2B5EF4-FFF2-40B4-BE49-F238E27FC236}">
                  <a16:creationId xmlns:a16="http://schemas.microsoft.com/office/drawing/2014/main" id="{B35319F5-048D-21C2-4D0F-0105C37850D8}"/>
                </a:ext>
              </a:extLst>
            </p:cNvPr>
            <p:cNvSpPr>
              <a:spLocks noChangeShapeType="1"/>
            </p:cNvSpPr>
            <p:nvPr/>
          </p:nvSpPr>
          <p:spPr bwMode="auto">
            <a:xfrm>
              <a:off x="8022" y="4797"/>
              <a:ext cx="31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281C8B9-27A9-C2AE-EDC3-598165177E40}"/>
              </a:ext>
            </a:extLst>
          </p:cNvPr>
          <p:cNvSpPr>
            <a:spLocks noGrp="1" noChangeArrowheads="1"/>
          </p:cNvSpPr>
          <p:nvPr>
            <p:ph type="title"/>
          </p:nvPr>
        </p:nvSpPr>
        <p:spPr/>
        <p:txBody>
          <a:bodyPr/>
          <a:lstStyle/>
          <a:p>
            <a:pPr eaLnBrk="1" hangingPunct="1"/>
            <a:r>
              <a:rPr lang="zh-CN" altLang="en-US"/>
              <a:t>供方合同环境</a:t>
            </a:r>
          </a:p>
        </p:txBody>
      </p:sp>
      <p:sp>
        <p:nvSpPr>
          <p:cNvPr id="37891" name="Rectangle 3">
            <a:extLst>
              <a:ext uri="{FF2B5EF4-FFF2-40B4-BE49-F238E27FC236}">
                <a16:creationId xmlns:a16="http://schemas.microsoft.com/office/drawing/2014/main" id="{E7BA25F5-AA9D-020B-6E6E-80115B4B35D8}"/>
              </a:ext>
            </a:extLst>
          </p:cNvPr>
          <p:cNvSpPr>
            <a:spLocks noGrp="1" noChangeArrowheads="1"/>
          </p:cNvSpPr>
          <p:nvPr>
            <p:ph type="body" idx="1"/>
          </p:nvPr>
        </p:nvSpPr>
        <p:spPr>
          <a:xfrm>
            <a:off x="468313" y="2133600"/>
            <a:ext cx="8424862" cy="4724400"/>
          </a:xfrm>
        </p:spPr>
        <p:txBody>
          <a:bodyPr/>
          <a:lstStyle/>
          <a:p>
            <a:pPr eaLnBrk="1" hangingPunct="1"/>
            <a:r>
              <a:rPr lang="zh-CN" altLang="en-US" sz="2400">
                <a:solidFill>
                  <a:schemeClr val="accent2"/>
                </a:solidFill>
                <a:ea typeface="黑体" panose="02010609060101010101" pitchFamily="49" charset="-122"/>
              </a:rPr>
              <a:t>合同终止</a:t>
            </a:r>
            <a:r>
              <a:rPr lang="zh-CN" altLang="en-US"/>
              <a:t> </a:t>
            </a:r>
          </a:p>
          <a:p>
            <a:pPr eaLnBrk="1" hangingPunct="1">
              <a:lnSpc>
                <a:spcPct val="125000"/>
              </a:lnSpc>
              <a:spcBef>
                <a:spcPct val="15000"/>
              </a:spcBef>
              <a:buFont typeface="Wingdings 2" panose="05020102010507070707" pitchFamily="18" charset="2"/>
              <a:buNone/>
            </a:pPr>
            <a:r>
              <a:rPr lang="zh-CN" altLang="en-US"/>
              <a:t>    </a:t>
            </a:r>
            <a:r>
              <a:rPr lang="en-US" altLang="zh-CN" sz="1800">
                <a:solidFill>
                  <a:srgbClr val="CC6600"/>
                </a:solidFill>
                <a:ea typeface="黑体" panose="02010609060101010101" pitchFamily="49" charset="-122"/>
              </a:rPr>
              <a:t>——</a:t>
            </a:r>
            <a:r>
              <a:rPr lang="en-US" altLang="zh-CN" sz="1800">
                <a:solidFill>
                  <a:srgbClr val="CC6600"/>
                </a:solidFill>
                <a:latin typeface="黑体" panose="02010609060101010101" pitchFamily="49" charset="-122"/>
                <a:ea typeface="黑体" panose="02010609060101010101" pitchFamily="49" charset="-122"/>
              </a:rPr>
              <a:t> </a:t>
            </a:r>
            <a:r>
              <a:rPr lang="zh-CN" altLang="en-US" sz="2000">
                <a:solidFill>
                  <a:srgbClr val="CC6600"/>
                </a:solidFill>
                <a:ea typeface="黑体" panose="02010609060101010101" pitchFamily="49" charset="-122"/>
              </a:rPr>
              <a:t>在合同终止过程中，供方应该配合需方的工作，包括：项目的验收、双方认可签字、总结项目的经验教训、获取合同的最后款项、开具相应的发票、获取需方的合同终止的通知、将合同相关文件归档。</a:t>
            </a:r>
          </a:p>
        </p:txBody>
      </p:sp>
      <p:grpSp>
        <p:nvGrpSpPr>
          <p:cNvPr id="37892" name="Group 4">
            <a:extLst>
              <a:ext uri="{FF2B5EF4-FFF2-40B4-BE49-F238E27FC236}">
                <a16:creationId xmlns:a16="http://schemas.microsoft.com/office/drawing/2014/main" id="{C25B7C1D-9269-4ED7-DC93-0FFB8813D796}"/>
              </a:ext>
            </a:extLst>
          </p:cNvPr>
          <p:cNvGrpSpPr>
            <a:grpSpLocks/>
          </p:cNvGrpSpPr>
          <p:nvPr/>
        </p:nvGrpSpPr>
        <p:grpSpPr bwMode="auto">
          <a:xfrm>
            <a:off x="1042988" y="4365625"/>
            <a:ext cx="7345362" cy="1223963"/>
            <a:chOff x="1841" y="5039"/>
            <a:chExt cx="8385" cy="705"/>
          </a:xfrm>
        </p:grpSpPr>
        <p:sp>
          <p:nvSpPr>
            <p:cNvPr id="37893" name="Text Box 5">
              <a:extLst>
                <a:ext uri="{FF2B5EF4-FFF2-40B4-BE49-F238E27FC236}">
                  <a16:creationId xmlns:a16="http://schemas.microsoft.com/office/drawing/2014/main" id="{09B0B133-381D-11A4-BFC2-DEE36082ABA2}"/>
                </a:ext>
              </a:extLst>
            </p:cNvPr>
            <p:cNvSpPr txBox="1">
              <a:spLocks noChangeArrowheads="1"/>
            </p:cNvSpPr>
            <p:nvPr/>
          </p:nvSpPr>
          <p:spPr bwMode="auto">
            <a:xfrm>
              <a:off x="1841" y="5120"/>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合同</a:t>
              </a:r>
              <a:endParaRPr lang="zh-CN" altLang="en-US" sz="1800">
                <a:solidFill>
                  <a:schemeClr val="tx1"/>
                </a:solidFill>
                <a:ea typeface="黑体" panose="02010609060101010101" pitchFamily="49" charset="-122"/>
              </a:endParaRPr>
            </a:p>
          </p:txBody>
        </p:sp>
        <p:sp>
          <p:nvSpPr>
            <p:cNvPr id="37894" name="Text Box 6">
              <a:extLst>
                <a:ext uri="{FF2B5EF4-FFF2-40B4-BE49-F238E27FC236}">
                  <a16:creationId xmlns:a16="http://schemas.microsoft.com/office/drawing/2014/main" id="{761923B3-68CD-0908-C0F4-A6C349C9EDDF}"/>
                </a:ext>
              </a:extLst>
            </p:cNvPr>
            <p:cNvSpPr txBox="1">
              <a:spLocks noChangeArrowheads="1"/>
            </p:cNvSpPr>
            <p:nvPr/>
          </p:nvSpPr>
          <p:spPr bwMode="auto">
            <a:xfrm>
              <a:off x="3521" y="5039"/>
              <a:ext cx="1470" cy="660"/>
            </a:xfrm>
            <a:prstGeom prst="rect">
              <a:avLst/>
            </a:prstGeom>
            <a:solidFill>
              <a:srgbClr val="FFCC00"/>
            </a:solidFill>
            <a:ln w="9525">
              <a:solidFill>
                <a:srgbClr val="000000"/>
              </a:solidFill>
              <a:miter lim="800000"/>
              <a:headEnd/>
              <a:tailEnd/>
            </a:ln>
          </p:spPr>
          <p:txBody>
            <a:bodyPr tIns="18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合同有关文档归档</a:t>
              </a:r>
              <a:endParaRPr lang="zh-CN" altLang="en-US" sz="1800">
                <a:solidFill>
                  <a:schemeClr val="tx1"/>
                </a:solidFill>
                <a:ea typeface="黑体" panose="02010609060101010101" pitchFamily="49" charset="-122"/>
              </a:endParaRPr>
            </a:p>
          </p:txBody>
        </p:sp>
        <p:sp>
          <p:nvSpPr>
            <p:cNvPr id="37895" name="Text Box 7">
              <a:extLst>
                <a:ext uri="{FF2B5EF4-FFF2-40B4-BE49-F238E27FC236}">
                  <a16:creationId xmlns:a16="http://schemas.microsoft.com/office/drawing/2014/main" id="{1E0ACC4C-AD7D-BECA-1882-45EE29940AA9}"/>
                </a:ext>
              </a:extLst>
            </p:cNvPr>
            <p:cNvSpPr txBox="1">
              <a:spLocks noChangeArrowheads="1"/>
            </p:cNvSpPr>
            <p:nvPr/>
          </p:nvSpPr>
          <p:spPr bwMode="auto">
            <a:xfrm>
              <a:off x="5397" y="5075"/>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合同终止通知</a:t>
              </a:r>
              <a:endParaRPr lang="zh-CN" altLang="en-US" sz="1800">
                <a:solidFill>
                  <a:schemeClr val="tx1"/>
                </a:solidFill>
                <a:ea typeface="黑体" panose="02010609060101010101" pitchFamily="49" charset="-122"/>
              </a:endParaRPr>
            </a:p>
          </p:txBody>
        </p:sp>
        <p:sp>
          <p:nvSpPr>
            <p:cNvPr id="37896" name="Text Box 8">
              <a:extLst>
                <a:ext uri="{FF2B5EF4-FFF2-40B4-BE49-F238E27FC236}">
                  <a16:creationId xmlns:a16="http://schemas.microsoft.com/office/drawing/2014/main" id="{1715BD2E-E2F4-F336-9790-2CC5B7BB0EE7}"/>
                </a:ext>
              </a:extLst>
            </p:cNvPr>
            <p:cNvSpPr txBox="1">
              <a:spLocks noChangeArrowheads="1"/>
            </p:cNvSpPr>
            <p:nvPr/>
          </p:nvSpPr>
          <p:spPr bwMode="auto">
            <a:xfrm>
              <a:off x="7301" y="5120"/>
              <a:ext cx="1470" cy="624"/>
            </a:xfrm>
            <a:prstGeom prst="rect">
              <a:avLst/>
            </a:prstGeom>
            <a:solidFill>
              <a:srgbClr val="FFCC00"/>
            </a:solidFill>
            <a:ln w="9525">
              <a:solidFill>
                <a:srgbClr val="000000"/>
              </a:solidFill>
              <a:miter lim="800000"/>
              <a:headEnd/>
              <a:tailEnd/>
            </a:ln>
          </p:spPr>
          <p:txBody>
            <a:bodyPr tIns="9000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项目执行总结</a:t>
              </a:r>
              <a:endParaRPr lang="zh-CN" altLang="en-US" sz="1800">
                <a:solidFill>
                  <a:schemeClr val="tx1"/>
                </a:solidFill>
                <a:ea typeface="黑体" panose="02010609060101010101" pitchFamily="49" charset="-122"/>
              </a:endParaRPr>
            </a:p>
          </p:txBody>
        </p:sp>
        <p:sp>
          <p:nvSpPr>
            <p:cNvPr id="37897" name="Line 9">
              <a:extLst>
                <a:ext uri="{FF2B5EF4-FFF2-40B4-BE49-F238E27FC236}">
                  <a16:creationId xmlns:a16="http://schemas.microsoft.com/office/drawing/2014/main" id="{0F1E8399-F388-DC90-0F20-121DA8BDE69C}"/>
                </a:ext>
              </a:extLst>
            </p:cNvPr>
            <p:cNvSpPr>
              <a:spLocks noChangeShapeType="1"/>
            </p:cNvSpPr>
            <p:nvPr/>
          </p:nvSpPr>
          <p:spPr bwMode="auto">
            <a:xfrm>
              <a:off x="2996" y="5380"/>
              <a:ext cx="5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898" name="Line 10">
              <a:extLst>
                <a:ext uri="{FF2B5EF4-FFF2-40B4-BE49-F238E27FC236}">
                  <a16:creationId xmlns:a16="http://schemas.microsoft.com/office/drawing/2014/main" id="{12DB670E-4EFA-1B1D-6012-8D57C4EE94EB}"/>
                </a:ext>
              </a:extLst>
            </p:cNvPr>
            <p:cNvSpPr>
              <a:spLocks noChangeShapeType="1"/>
            </p:cNvSpPr>
            <p:nvPr/>
          </p:nvSpPr>
          <p:spPr bwMode="auto">
            <a:xfrm>
              <a:off x="4991" y="5372"/>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899" name="Line 11">
              <a:extLst>
                <a:ext uri="{FF2B5EF4-FFF2-40B4-BE49-F238E27FC236}">
                  <a16:creationId xmlns:a16="http://schemas.microsoft.com/office/drawing/2014/main" id="{DAE61D97-08B2-5078-C08D-AE7436B398CE}"/>
                </a:ext>
              </a:extLst>
            </p:cNvPr>
            <p:cNvSpPr>
              <a:spLocks noChangeShapeType="1"/>
            </p:cNvSpPr>
            <p:nvPr/>
          </p:nvSpPr>
          <p:spPr bwMode="auto">
            <a:xfrm>
              <a:off x="6881" y="5432"/>
              <a:ext cx="4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0" name="Text Box 12">
              <a:extLst>
                <a:ext uri="{FF2B5EF4-FFF2-40B4-BE49-F238E27FC236}">
                  <a16:creationId xmlns:a16="http://schemas.microsoft.com/office/drawing/2014/main" id="{D9816C82-8864-FE87-4469-B0BFCA784C3D}"/>
                </a:ext>
              </a:extLst>
            </p:cNvPr>
            <p:cNvSpPr txBox="1">
              <a:spLocks noChangeArrowheads="1"/>
            </p:cNvSpPr>
            <p:nvPr/>
          </p:nvSpPr>
          <p:spPr bwMode="auto">
            <a:xfrm>
              <a:off x="9071" y="5195"/>
              <a:ext cx="1155" cy="468"/>
            </a:xfrm>
            <a:prstGeom prst="rect">
              <a:avLst/>
            </a:prstGeom>
            <a:solidFill>
              <a:srgbClr val="86B4E6"/>
            </a:solidFill>
            <a:ln w="9525">
              <a:solidFill>
                <a:srgbClr val="000000"/>
              </a:solidFill>
              <a:miter lim="800000"/>
              <a:headEnd/>
              <a:tailEnd/>
            </a:ln>
          </p:spPr>
          <p:txBody>
            <a:bodyPr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zh-CN" altLang="en-US" sz="1800">
                  <a:solidFill>
                    <a:schemeClr val="tx1"/>
                  </a:solidFill>
                  <a:latin typeface="Times New Roman" panose="02020603050405020304" pitchFamily="18" charset="0"/>
                  <a:ea typeface="黑体" panose="02010609060101010101" pitchFamily="49" charset="-122"/>
                </a:rPr>
                <a:t>项目总结</a:t>
              </a:r>
              <a:endParaRPr lang="zh-CN" altLang="en-US" sz="1800">
                <a:solidFill>
                  <a:schemeClr val="tx1"/>
                </a:solidFill>
                <a:ea typeface="黑体" panose="02010609060101010101" pitchFamily="49" charset="-122"/>
              </a:endParaRPr>
            </a:p>
          </p:txBody>
        </p:sp>
        <p:sp>
          <p:nvSpPr>
            <p:cNvPr id="37901" name="Line 13">
              <a:extLst>
                <a:ext uri="{FF2B5EF4-FFF2-40B4-BE49-F238E27FC236}">
                  <a16:creationId xmlns:a16="http://schemas.microsoft.com/office/drawing/2014/main" id="{00249A63-EF8A-E557-1C89-D44FA12376D8}"/>
                </a:ext>
              </a:extLst>
            </p:cNvPr>
            <p:cNvSpPr>
              <a:spLocks noChangeShapeType="1"/>
            </p:cNvSpPr>
            <p:nvPr/>
          </p:nvSpPr>
          <p:spPr bwMode="auto">
            <a:xfrm>
              <a:off x="8771" y="5432"/>
              <a:ext cx="31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E9E02E3-70FF-A65A-41FE-0E2C8658057D}"/>
              </a:ext>
            </a:extLst>
          </p:cNvPr>
          <p:cNvSpPr>
            <a:spLocks noGrp="1" noChangeArrowheads="1"/>
          </p:cNvSpPr>
          <p:nvPr>
            <p:ph type="title"/>
          </p:nvPr>
        </p:nvSpPr>
        <p:spPr/>
        <p:txBody>
          <a:bodyPr/>
          <a:lstStyle/>
          <a:p>
            <a:pPr eaLnBrk="1" hangingPunct="1"/>
            <a:r>
              <a:rPr lang="zh-CN" altLang="en-US"/>
              <a:t>本章内容提要</a:t>
            </a:r>
          </a:p>
        </p:txBody>
      </p:sp>
      <p:grpSp>
        <p:nvGrpSpPr>
          <p:cNvPr id="38915" name="Group 3">
            <a:extLst>
              <a:ext uri="{FF2B5EF4-FFF2-40B4-BE49-F238E27FC236}">
                <a16:creationId xmlns:a16="http://schemas.microsoft.com/office/drawing/2014/main" id="{059D13CB-2FCE-3777-DF7F-FF652DC8C00D}"/>
              </a:ext>
            </a:extLst>
          </p:cNvPr>
          <p:cNvGrpSpPr>
            <a:grpSpLocks/>
          </p:cNvGrpSpPr>
          <p:nvPr/>
        </p:nvGrpSpPr>
        <p:grpSpPr bwMode="auto">
          <a:xfrm>
            <a:off x="611188" y="2343150"/>
            <a:ext cx="5670550" cy="488950"/>
            <a:chOff x="385" y="1476"/>
            <a:chExt cx="3572" cy="308"/>
          </a:xfrm>
        </p:grpSpPr>
        <p:sp>
          <p:nvSpPr>
            <p:cNvPr id="38937" name="AutoShape 4">
              <a:extLst>
                <a:ext uri="{FF2B5EF4-FFF2-40B4-BE49-F238E27FC236}">
                  <a16:creationId xmlns:a16="http://schemas.microsoft.com/office/drawing/2014/main" id="{34B264BE-5361-6FEA-4B3A-4ABD898B0BC6}"/>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8938" name="Text Box 5">
              <a:extLst>
                <a:ext uri="{FF2B5EF4-FFF2-40B4-BE49-F238E27FC236}">
                  <a16:creationId xmlns:a16="http://schemas.microsoft.com/office/drawing/2014/main" id="{0349E6D7-61BC-F491-0D89-90572D87F301}"/>
                </a:ext>
              </a:extLst>
            </p:cNvPr>
            <p:cNvSpPr txBox="1">
              <a:spLocks noChangeArrowheads="1"/>
            </p:cNvSpPr>
            <p:nvPr/>
          </p:nvSpPr>
          <p:spPr bwMode="auto">
            <a:xfrm>
              <a:off x="626" y="1497"/>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合同管理概述</a:t>
              </a:r>
              <a:r>
                <a:rPr lang="zh-CN" altLang="en-US" sz="1800"/>
                <a:t>合同管理概述</a:t>
              </a:r>
              <a:r>
                <a:rPr lang="zh-CN" altLang="en-US"/>
                <a:t> </a:t>
              </a:r>
              <a:r>
                <a:rPr lang="zh-CN" altLang="en-US" sz="2400" b="0">
                  <a:solidFill>
                    <a:schemeClr val="tx1"/>
                  </a:solidFill>
                  <a:latin typeface="Times New Roman" panose="02020603050405020304" pitchFamily="18" charset="0"/>
                </a:rPr>
                <a:t> </a:t>
              </a:r>
            </a:p>
          </p:txBody>
        </p:sp>
        <p:sp>
          <p:nvSpPr>
            <p:cNvPr id="38939" name="Rectangle 6">
              <a:extLst>
                <a:ext uri="{FF2B5EF4-FFF2-40B4-BE49-F238E27FC236}">
                  <a16:creationId xmlns:a16="http://schemas.microsoft.com/office/drawing/2014/main" id="{ACD74AA9-FA82-4032-4A71-4662AFF69552}"/>
                </a:ext>
              </a:extLst>
            </p:cNvPr>
            <p:cNvSpPr>
              <a:spLocks noChangeArrowheads="1"/>
            </p:cNvSpPr>
            <p:nvPr/>
          </p:nvSpPr>
          <p:spPr bwMode="auto">
            <a:xfrm>
              <a:off x="385" y="153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2.1</a:t>
              </a:r>
              <a:endParaRPr lang="en-US" altLang="zh-CN" sz="1800">
                <a:solidFill>
                  <a:srgbClr val="000000"/>
                </a:solidFill>
              </a:endParaRPr>
            </a:p>
          </p:txBody>
        </p:sp>
      </p:grpSp>
      <p:grpSp>
        <p:nvGrpSpPr>
          <p:cNvPr id="38916" name="Group 7">
            <a:extLst>
              <a:ext uri="{FF2B5EF4-FFF2-40B4-BE49-F238E27FC236}">
                <a16:creationId xmlns:a16="http://schemas.microsoft.com/office/drawing/2014/main" id="{DBE81290-4030-A109-33DF-EF6D62BD7B70}"/>
              </a:ext>
            </a:extLst>
          </p:cNvPr>
          <p:cNvGrpSpPr>
            <a:grpSpLocks/>
          </p:cNvGrpSpPr>
          <p:nvPr/>
        </p:nvGrpSpPr>
        <p:grpSpPr bwMode="auto">
          <a:xfrm>
            <a:off x="611188" y="2924175"/>
            <a:ext cx="5670550" cy="488950"/>
            <a:chOff x="385" y="1842"/>
            <a:chExt cx="3572" cy="308"/>
          </a:xfrm>
        </p:grpSpPr>
        <p:grpSp>
          <p:nvGrpSpPr>
            <p:cNvPr id="38933" name="Group 8">
              <a:extLst>
                <a:ext uri="{FF2B5EF4-FFF2-40B4-BE49-F238E27FC236}">
                  <a16:creationId xmlns:a16="http://schemas.microsoft.com/office/drawing/2014/main" id="{B1FFD8E4-F61C-2276-6C30-45A1B6998993}"/>
                </a:ext>
              </a:extLst>
            </p:cNvPr>
            <p:cNvGrpSpPr>
              <a:grpSpLocks/>
            </p:cNvGrpSpPr>
            <p:nvPr/>
          </p:nvGrpSpPr>
          <p:grpSpPr bwMode="auto">
            <a:xfrm>
              <a:off x="464" y="1842"/>
              <a:ext cx="3493" cy="308"/>
              <a:chOff x="464" y="1842"/>
              <a:chExt cx="3493" cy="308"/>
            </a:xfrm>
          </p:grpSpPr>
          <p:sp>
            <p:nvSpPr>
              <p:cNvPr id="38935" name="AutoShape 9">
                <a:extLst>
                  <a:ext uri="{FF2B5EF4-FFF2-40B4-BE49-F238E27FC236}">
                    <a16:creationId xmlns:a16="http://schemas.microsoft.com/office/drawing/2014/main" id="{F96341B6-7120-A57C-A516-D9C4C6C81E09}"/>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8936" name="Text Box 10">
                <a:extLst>
                  <a:ext uri="{FF2B5EF4-FFF2-40B4-BE49-F238E27FC236}">
                    <a16:creationId xmlns:a16="http://schemas.microsoft.com/office/drawing/2014/main" id="{D48B12A1-EAAD-8706-88B8-5859096F5A8B}"/>
                  </a:ext>
                </a:extLst>
              </p:cNvPr>
              <p:cNvSpPr txBox="1">
                <a:spLocks noChangeArrowheads="1"/>
              </p:cNvSpPr>
              <p:nvPr/>
            </p:nvSpPr>
            <p:spPr bwMode="auto">
              <a:xfrm>
                <a:off x="626" y="1868"/>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需方合同环境</a:t>
                </a:r>
                <a:r>
                  <a:rPr lang="zh-CN" altLang="en-US" sz="2400" b="0">
                    <a:solidFill>
                      <a:schemeClr val="tx1"/>
                    </a:solidFill>
                    <a:latin typeface="Times New Roman" panose="02020603050405020304" pitchFamily="18" charset="0"/>
                  </a:rPr>
                  <a:t> </a:t>
                </a:r>
              </a:p>
            </p:txBody>
          </p:sp>
        </p:grpSp>
        <p:sp>
          <p:nvSpPr>
            <p:cNvPr id="38934" name="Rectangle 11">
              <a:extLst>
                <a:ext uri="{FF2B5EF4-FFF2-40B4-BE49-F238E27FC236}">
                  <a16:creationId xmlns:a16="http://schemas.microsoft.com/office/drawing/2014/main" id="{2270275A-2DC5-BC95-8757-97E8040D5423}"/>
                </a:ext>
              </a:extLst>
            </p:cNvPr>
            <p:cNvSpPr>
              <a:spLocks noChangeArrowheads="1"/>
            </p:cNvSpPr>
            <p:nvPr/>
          </p:nvSpPr>
          <p:spPr bwMode="auto">
            <a:xfrm>
              <a:off x="385" y="1915"/>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2.2</a:t>
              </a:r>
              <a:endParaRPr lang="en-US" altLang="zh-CN" sz="1800">
                <a:solidFill>
                  <a:srgbClr val="000000"/>
                </a:solidFill>
              </a:endParaRPr>
            </a:p>
          </p:txBody>
        </p:sp>
      </p:grpSp>
      <p:grpSp>
        <p:nvGrpSpPr>
          <p:cNvPr id="38917" name="Group 12">
            <a:extLst>
              <a:ext uri="{FF2B5EF4-FFF2-40B4-BE49-F238E27FC236}">
                <a16:creationId xmlns:a16="http://schemas.microsoft.com/office/drawing/2014/main" id="{3D124E57-B95F-AB66-A6D6-33198198AB4E}"/>
              </a:ext>
            </a:extLst>
          </p:cNvPr>
          <p:cNvGrpSpPr>
            <a:grpSpLocks/>
          </p:cNvGrpSpPr>
          <p:nvPr/>
        </p:nvGrpSpPr>
        <p:grpSpPr bwMode="auto">
          <a:xfrm>
            <a:off x="611188" y="3500438"/>
            <a:ext cx="5689600" cy="488950"/>
            <a:chOff x="385" y="2209"/>
            <a:chExt cx="3584" cy="308"/>
          </a:xfrm>
        </p:grpSpPr>
        <p:sp>
          <p:nvSpPr>
            <p:cNvPr id="38930" name="AutoShape 13">
              <a:extLst>
                <a:ext uri="{FF2B5EF4-FFF2-40B4-BE49-F238E27FC236}">
                  <a16:creationId xmlns:a16="http://schemas.microsoft.com/office/drawing/2014/main" id="{E90D7021-B196-71BC-1312-DF898862B48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8931" name="Text Box 14">
              <a:extLst>
                <a:ext uri="{FF2B5EF4-FFF2-40B4-BE49-F238E27FC236}">
                  <a16:creationId xmlns:a16="http://schemas.microsoft.com/office/drawing/2014/main" id="{340CA693-ED12-8EA8-8B8D-ED0AE924BD40}"/>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供方合同环境</a:t>
              </a:r>
              <a:r>
                <a:rPr lang="zh-CN" altLang="en-US" sz="2400" b="0">
                  <a:solidFill>
                    <a:schemeClr val="tx1"/>
                  </a:solidFill>
                  <a:latin typeface="Times New Roman" panose="02020603050405020304" pitchFamily="18" charset="0"/>
                </a:rPr>
                <a:t> </a:t>
              </a:r>
            </a:p>
          </p:txBody>
        </p:sp>
        <p:sp>
          <p:nvSpPr>
            <p:cNvPr id="38932" name="Rectangle 15">
              <a:extLst>
                <a:ext uri="{FF2B5EF4-FFF2-40B4-BE49-F238E27FC236}">
                  <a16:creationId xmlns:a16="http://schemas.microsoft.com/office/drawing/2014/main" id="{F81C855D-1A28-EA62-D809-599F608DA6A4}"/>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2.3</a:t>
              </a:r>
              <a:endParaRPr lang="en-US" altLang="zh-CN" sz="1800">
                <a:solidFill>
                  <a:srgbClr val="000000"/>
                </a:solidFill>
              </a:endParaRPr>
            </a:p>
          </p:txBody>
        </p:sp>
      </p:grpSp>
      <p:grpSp>
        <p:nvGrpSpPr>
          <p:cNvPr id="38918" name="Group 16">
            <a:extLst>
              <a:ext uri="{FF2B5EF4-FFF2-40B4-BE49-F238E27FC236}">
                <a16:creationId xmlns:a16="http://schemas.microsoft.com/office/drawing/2014/main" id="{BEF0C9B3-2B03-783F-641D-E201C6FB424D}"/>
              </a:ext>
            </a:extLst>
          </p:cNvPr>
          <p:cNvGrpSpPr>
            <a:grpSpLocks/>
          </p:cNvGrpSpPr>
          <p:nvPr/>
        </p:nvGrpSpPr>
        <p:grpSpPr bwMode="auto">
          <a:xfrm>
            <a:off x="611188" y="4076700"/>
            <a:ext cx="5689600" cy="488950"/>
            <a:chOff x="385" y="2209"/>
            <a:chExt cx="3584" cy="308"/>
          </a:xfrm>
        </p:grpSpPr>
        <p:sp>
          <p:nvSpPr>
            <p:cNvPr id="38927" name="AutoShape 17">
              <a:extLst>
                <a:ext uri="{FF2B5EF4-FFF2-40B4-BE49-F238E27FC236}">
                  <a16:creationId xmlns:a16="http://schemas.microsoft.com/office/drawing/2014/main" id="{E4F4A142-6A0F-0153-6F9B-D67AF8CF6D3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8928" name="Text Box 18">
              <a:extLst>
                <a:ext uri="{FF2B5EF4-FFF2-40B4-BE49-F238E27FC236}">
                  <a16:creationId xmlns:a16="http://schemas.microsoft.com/office/drawing/2014/main" id="{0F1F6B05-F45F-D5CE-6B36-6669CA898971}"/>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企业内部合同环境</a:t>
              </a:r>
              <a:r>
                <a:rPr lang="zh-CN" altLang="en-US" sz="1800">
                  <a:solidFill>
                    <a:schemeClr val="tx2"/>
                  </a:solidFill>
                  <a:latin typeface="宋体" panose="02010600030101010101" pitchFamily="2" charset="-122"/>
                </a:rPr>
                <a:t> </a:t>
              </a:r>
            </a:p>
          </p:txBody>
        </p:sp>
        <p:sp>
          <p:nvSpPr>
            <p:cNvPr id="38929" name="Rectangle 19">
              <a:extLst>
                <a:ext uri="{FF2B5EF4-FFF2-40B4-BE49-F238E27FC236}">
                  <a16:creationId xmlns:a16="http://schemas.microsoft.com/office/drawing/2014/main" id="{F1C1D833-7935-0C42-D01C-C50584D6D78F}"/>
                </a:ext>
              </a:extLst>
            </p:cNvPr>
            <p:cNvSpPr>
              <a:spLocks noChangeArrowheads="1"/>
            </p:cNvSpPr>
            <p:nvPr/>
          </p:nvSpPr>
          <p:spPr bwMode="auto">
            <a:xfrm>
              <a:off x="385" y="2282"/>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2.4</a:t>
              </a:r>
              <a:endParaRPr lang="en-US" altLang="zh-CN" sz="1800">
                <a:solidFill>
                  <a:srgbClr val="000000"/>
                </a:solidFill>
              </a:endParaRPr>
            </a:p>
          </p:txBody>
        </p:sp>
      </p:grpSp>
      <p:grpSp>
        <p:nvGrpSpPr>
          <p:cNvPr id="38919" name="Group 20">
            <a:extLst>
              <a:ext uri="{FF2B5EF4-FFF2-40B4-BE49-F238E27FC236}">
                <a16:creationId xmlns:a16="http://schemas.microsoft.com/office/drawing/2014/main" id="{056A6712-D948-01E1-414D-3F797484E964}"/>
              </a:ext>
            </a:extLst>
          </p:cNvPr>
          <p:cNvGrpSpPr>
            <a:grpSpLocks/>
          </p:cNvGrpSpPr>
          <p:nvPr/>
        </p:nvGrpSpPr>
        <p:grpSpPr bwMode="auto">
          <a:xfrm>
            <a:off x="611188" y="4652963"/>
            <a:ext cx="5689600" cy="488950"/>
            <a:chOff x="385" y="2209"/>
            <a:chExt cx="3584" cy="308"/>
          </a:xfrm>
        </p:grpSpPr>
        <p:sp>
          <p:nvSpPr>
            <p:cNvPr id="38924" name="AutoShape 21">
              <a:extLst>
                <a:ext uri="{FF2B5EF4-FFF2-40B4-BE49-F238E27FC236}">
                  <a16:creationId xmlns:a16="http://schemas.microsoft.com/office/drawing/2014/main" id="{2FB73545-7493-2DE3-5B2E-583BCC11E9B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8925" name="Text Box 22">
              <a:extLst>
                <a:ext uri="{FF2B5EF4-FFF2-40B4-BE49-F238E27FC236}">
                  <a16:creationId xmlns:a16="http://schemas.microsoft.com/office/drawing/2014/main" id="{1A6D30D7-789E-0563-499B-52D07B788F49}"/>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本章小结</a:t>
              </a:r>
              <a:r>
                <a:rPr lang="zh-CN" altLang="en-US" sz="2400" b="0">
                  <a:solidFill>
                    <a:schemeClr val="tx1"/>
                  </a:solidFill>
                  <a:latin typeface="Times New Roman" panose="02020603050405020304" pitchFamily="18" charset="0"/>
                </a:rPr>
                <a:t> </a:t>
              </a:r>
            </a:p>
          </p:txBody>
        </p:sp>
        <p:sp>
          <p:nvSpPr>
            <p:cNvPr id="38926" name="Rectangle 23">
              <a:extLst>
                <a:ext uri="{FF2B5EF4-FFF2-40B4-BE49-F238E27FC236}">
                  <a16:creationId xmlns:a16="http://schemas.microsoft.com/office/drawing/2014/main" id="{711A9AE5-E28C-9964-0A7D-F5C44F311B54}"/>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2.5</a:t>
              </a:r>
              <a:endParaRPr lang="en-US" altLang="zh-CN" sz="1800">
                <a:solidFill>
                  <a:srgbClr val="000000"/>
                </a:solidFill>
              </a:endParaRPr>
            </a:p>
          </p:txBody>
        </p:sp>
      </p:grpSp>
      <p:grpSp>
        <p:nvGrpSpPr>
          <p:cNvPr id="38920" name="Group 24">
            <a:extLst>
              <a:ext uri="{FF2B5EF4-FFF2-40B4-BE49-F238E27FC236}">
                <a16:creationId xmlns:a16="http://schemas.microsoft.com/office/drawing/2014/main" id="{DF18BCE5-3896-0760-5E6F-4E713700D4F5}"/>
              </a:ext>
            </a:extLst>
          </p:cNvPr>
          <p:cNvGrpSpPr>
            <a:grpSpLocks/>
          </p:cNvGrpSpPr>
          <p:nvPr/>
        </p:nvGrpSpPr>
        <p:grpSpPr bwMode="auto">
          <a:xfrm>
            <a:off x="611188" y="5229225"/>
            <a:ext cx="5689600" cy="488950"/>
            <a:chOff x="385" y="2209"/>
            <a:chExt cx="3584" cy="308"/>
          </a:xfrm>
        </p:grpSpPr>
        <p:sp>
          <p:nvSpPr>
            <p:cNvPr id="38921" name="AutoShape 25">
              <a:extLst>
                <a:ext uri="{FF2B5EF4-FFF2-40B4-BE49-F238E27FC236}">
                  <a16:creationId xmlns:a16="http://schemas.microsoft.com/office/drawing/2014/main" id="{A0E63AC2-D7C2-266C-917E-1865BFB6D68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8922" name="Text Box 26">
              <a:extLst>
                <a:ext uri="{FF2B5EF4-FFF2-40B4-BE49-F238E27FC236}">
                  <a16:creationId xmlns:a16="http://schemas.microsoft.com/office/drawing/2014/main" id="{3A90D9F8-434C-85B9-186B-9F623B950DF0}"/>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复习思考题</a:t>
              </a:r>
              <a:r>
                <a:rPr lang="zh-CN" altLang="en-US" sz="2400" b="0">
                  <a:solidFill>
                    <a:schemeClr val="tx1"/>
                  </a:solidFill>
                  <a:latin typeface="Times New Roman" panose="02020603050405020304" pitchFamily="18" charset="0"/>
                </a:rPr>
                <a:t> </a:t>
              </a:r>
            </a:p>
          </p:txBody>
        </p:sp>
        <p:sp>
          <p:nvSpPr>
            <p:cNvPr id="38923" name="Rectangle 27">
              <a:extLst>
                <a:ext uri="{FF2B5EF4-FFF2-40B4-BE49-F238E27FC236}">
                  <a16:creationId xmlns:a16="http://schemas.microsoft.com/office/drawing/2014/main" id="{F19FBDCF-B53A-C262-682E-32288F4105BF}"/>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2.6</a:t>
              </a:r>
              <a:endParaRPr lang="en-US" altLang="zh-CN" sz="1800">
                <a:solidFill>
                  <a:srgbClr val="000000"/>
                </a:solidFil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B43E5ACB-1CF7-6E73-7E64-99E86D1B57CB}"/>
              </a:ext>
            </a:extLst>
          </p:cNvPr>
          <p:cNvSpPr>
            <a:spLocks noGrp="1" noChangeArrowheads="1"/>
          </p:cNvSpPr>
          <p:nvPr>
            <p:ph type="title"/>
          </p:nvPr>
        </p:nvSpPr>
        <p:spPr/>
        <p:txBody>
          <a:bodyPr/>
          <a:lstStyle/>
          <a:p>
            <a:pPr eaLnBrk="1" hangingPunct="1"/>
            <a:r>
              <a:rPr lang="en-US" altLang="zh-CN" dirty="0"/>
              <a:t>2.2-2.3  </a:t>
            </a:r>
            <a:r>
              <a:rPr lang="zh-CN" altLang="en-US" dirty="0"/>
              <a:t>合同环境</a:t>
            </a:r>
          </a:p>
        </p:txBody>
      </p:sp>
      <p:sp>
        <p:nvSpPr>
          <p:cNvPr id="39939" name="Rectangle 3">
            <a:extLst>
              <a:ext uri="{FF2B5EF4-FFF2-40B4-BE49-F238E27FC236}">
                <a16:creationId xmlns:a16="http://schemas.microsoft.com/office/drawing/2014/main" id="{CD72D2BB-D8E9-C496-0B6C-8CF20276E7E1}"/>
              </a:ext>
            </a:extLst>
          </p:cNvPr>
          <p:cNvSpPr>
            <a:spLocks noGrp="1" noChangeArrowheads="1"/>
          </p:cNvSpPr>
          <p:nvPr>
            <p:ph type="body" idx="1"/>
          </p:nvPr>
        </p:nvSpPr>
        <p:spPr>
          <a:xfrm>
            <a:off x="468313" y="2276475"/>
            <a:ext cx="8280400" cy="4581525"/>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内部环境概述</a:t>
            </a:r>
            <a:endParaRPr lang="zh-CN" altLang="en-US" sz="2400">
              <a:solidFill>
                <a:schemeClr val="accent2"/>
              </a:solidFill>
            </a:endParaRPr>
          </a:p>
          <a:p>
            <a:pPr eaLnBrk="1" hangingPunct="1">
              <a:lnSpc>
                <a:spcPct val="130000"/>
              </a:lnSpc>
              <a:buFont typeface="Wingdings 2" panose="05020102010507070707" pitchFamily="18" charset="2"/>
              <a:buNone/>
            </a:pPr>
            <a:r>
              <a:rPr lang="zh-CN" altLang="en-US"/>
              <a:t>    </a:t>
            </a:r>
            <a:r>
              <a:rPr lang="en-US" altLang="zh-CN" sz="2000">
                <a:solidFill>
                  <a:srgbClr val="CC6600"/>
                </a:solidFill>
                <a:ea typeface="黑体" panose="02010609060101010101" pitchFamily="49" charset="-122"/>
              </a:rPr>
              <a:t>——</a:t>
            </a:r>
            <a:r>
              <a:rPr lang="en-US" altLang="zh-CN" sz="2000">
                <a:solidFill>
                  <a:srgbClr val="CC6600"/>
                </a:solidFill>
                <a:latin typeface="黑体" panose="02010609060101010101" pitchFamily="49" charset="-122"/>
                <a:ea typeface="黑体" panose="02010609060101010101" pitchFamily="49" charset="-122"/>
              </a:rPr>
              <a:t> </a:t>
            </a:r>
            <a:r>
              <a:rPr lang="zh-CN" altLang="en-US" sz="2000">
                <a:solidFill>
                  <a:srgbClr val="CC6600"/>
                </a:solidFill>
                <a:latin typeface="黑体" panose="02010609060101010101" pitchFamily="49" charset="-122"/>
                <a:ea typeface="黑体" panose="02010609060101010101" pitchFamily="49" charset="-122"/>
              </a:rPr>
              <a:t>企业内部项目实施管理的核心是确定任务范围和确保相关各方进行有效的配合，这可以通过相关各方之间的</a:t>
            </a:r>
            <a:r>
              <a:rPr lang="zh-CN" altLang="en-US" sz="2000">
                <a:solidFill>
                  <a:srgbClr val="CC6600"/>
                </a:solidFill>
                <a:latin typeface="宋体" panose="02010600030101010101" pitchFamily="2"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协议</a:t>
            </a:r>
            <a:r>
              <a:rPr lang="zh-CN" altLang="en-US" sz="2000">
                <a:solidFill>
                  <a:srgbClr val="CC6600"/>
                </a:solidFill>
                <a:latin typeface="宋体" panose="02010600030101010101" pitchFamily="2"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来保证，此处</a:t>
            </a:r>
            <a:r>
              <a:rPr lang="zh-CN" altLang="en-US" sz="2000">
                <a:solidFill>
                  <a:srgbClr val="CC6600"/>
                </a:solidFill>
                <a:latin typeface="宋体" panose="02010600030101010101" pitchFamily="2"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协议</a:t>
            </a:r>
            <a:r>
              <a:rPr lang="zh-CN" altLang="en-US" sz="2000">
                <a:solidFill>
                  <a:srgbClr val="CC6600"/>
                </a:solidFill>
                <a:latin typeface="宋体" panose="02010600030101010101" pitchFamily="2"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可视为</a:t>
            </a:r>
            <a:r>
              <a:rPr lang="zh-CN" altLang="en-US" sz="2000">
                <a:solidFill>
                  <a:srgbClr val="CC6600"/>
                </a:solidFill>
                <a:latin typeface="宋体" panose="02010600030101010101" pitchFamily="2"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合同</a:t>
            </a:r>
            <a:r>
              <a:rPr lang="zh-CN" altLang="en-US" sz="2000">
                <a:solidFill>
                  <a:srgbClr val="CC6600"/>
                </a:solidFill>
                <a:latin typeface="宋体" panose="02010600030101010101" pitchFamily="2"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a:t>
            </a:r>
          </a:p>
          <a:p>
            <a:pPr eaLnBrk="1" hangingPunct="1">
              <a:lnSpc>
                <a:spcPct val="130000"/>
              </a:lnSpc>
              <a:buFont typeface="Wingdings 2" panose="05020102010507070707" pitchFamily="18" charset="2"/>
              <a:buNone/>
            </a:pPr>
            <a:r>
              <a:rPr lang="zh-CN" altLang="en-US" sz="2000">
                <a:solidFill>
                  <a:srgbClr val="CC6600"/>
                </a:solidFill>
                <a:latin typeface="黑体" panose="02010609060101010101" pitchFamily="49" charset="-122"/>
                <a:ea typeface="黑体" panose="02010609060101010101" pitchFamily="49" charset="-122"/>
              </a:rPr>
              <a:t>        企业内部项目</a:t>
            </a:r>
            <a:r>
              <a:rPr lang="zh-CN" altLang="en-US" sz="2000">
                <a:solidFill>
                  <a:srgbClr val="CC6600"/>
                </a:solidFill>
                <a:latin typeface="宋体" panose="02010600030101010101" pitchFamily="2"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合同</a:t>
            </a:r>
            <a:r>
              <a:rPr lang="zh-CN" altLang="en-US" sz="2000">
                <a:solidFill>
                  <a:srgbClr val="CC6600"/>
                </a:solidFill>
                <a:latin typeface="宋体" panose="02010600030101010101" pitchFamily="2"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无特别的商业约束。</a:t>
            </a:r>
            <a:r>
              <a:rPr lang="zh-CN" altLang="en-US" sz="2000">
                <a:latin typeface="黑体" panose="02010609060101010101" pitchFamily="49" charset="-122"/>
                <a:ea typeface="黑体" panose="02010609060101010101" pitchFamily="49" charset="-122"/>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BBF966-8ABE-6823-4A6B-D382863C58F0}"/>
              </a:ext>
            </a:extLst>
          </p:cNvPr>
          <p:cNvSpPr>
            <a:spLocks noGrp="1"/>
          </p:cNvSpPr>
          <p:nvPr>
            <p:ph type="title"/>
          </p:nvPr>
        </p:nvSpPr>
        <p:spPr/>
        <p:txBody>
          <a:bodyPr/>
          <a:lstStyle/>
          <a:p>
            <a:r>
              <a:rPr lang="en-US" altLang="zh-CN" dirty="0"/>
              <a:t>2.4 </a:t>
            </a:r>
            <a:r>
              <a:rPr lang="zh-CN" altLang="en-US" dirty="0"/>
              <a:t>软件项目合同条款分析</a:t>
            </a:r>
          </a:p>
        </p:txBody>
      </p:sp>
      <p:sp>
        <p:nvSpPr>
          <p:cNvPr id="3" name="内容占位符 2">
            <a:extLst>
              <a:ext uri="{FF2B5EF4-FFF2-40B4-BE49-F238E27FC236}">
                <a16:creationId xmlns:a16="http://schemas.microsoft.com/office/drawing/2014/main" id="{FC5D3C27-144A-8B13-8239-A6C39CFCAC4B}"/>
              </a:ext>
            </a:extLst>
          </p:cNvPr>
          <p:cNvSpPr>
            <a:spLocks noGrp="1"/>
          </p:cNvSpPr>
          <p:nvPr>
            <p:ph idx="1"/>
          </p:nvPr>
        </p:nvSpPr>
        <p:spPr/>
        <p:txBody>
          <a:bodyPr/>
          <a:lstStyle/>
          <a:p>
            <a:r>
              <a:rPr lang="zh-CN" altLang="en-US" dirty="0"/>
              <a:t>软件项目合同的一般性条款有六大类：</a:t>
            </a:r>
            <a:endParaRPr lang="en-US" altLang="zh-CN" dirty="0"/>
          </a:p>
          <a:p>
            <a:pPr lvl="1"/>
            <a:r>
              <a:rPr lang="en-US" altLang="zh-CN" dirty="0"/>
              <a:t>1.</a:t>
            </a:r>
            <a:r>
              <a:rPr lang="zh-CN" altLang="en-US" dirty="0"/>
              <a:t>与软件产品有关的合法性条款</a:t>
            </a:r>
            <a:endParaRPr lang="en-US" altLang="zh-CN" dirty="0"/>
          </a:p>
          <a:p>
            <a:pPr lvl="2"/>
            <a:r>
              <a:rPr lang="zh-CN" altLang="en-US" dirty="0"/>
              <a:t>合法性</a:t>
            </a:r>
            <a:endParaRPr lang="en-US" altLang="zh-CN" dirty="0"/>
          </a:p>
          <a:p>
            <a:pPr lvl="1"/>
            <a:r>
              <a:rPr lang="en-US" altLang="zh-CN" dirty="0"/>
              <a:t>2.</a:t>
            </a:r>
            <a:r>
              <a:rPr lang="zh-CN" altLang="en-US" dirty="0"/>
              <a:t>与软件系统有关的技术条款</a:t>
            </a:r>
            <a:endParaRPr lang="en-US" altLang="zh-CN" dirty="0"/>
          </a:p>
          <a:p>
            <a:pPr lvl="2"/>
            <a:r>
              <a:rPr lang="zh-CN" altLang="en-US" dirty="0"/>
              <a:t>安全性、稳定性、硬件等</a:t>
            </a:r>
            <a:endParaRPr lang="en-US" altLang="zh-CN" dirty="0"/>
          </a:p>
          <a:p>
            <a:pPr lvl="1"/>
            <a:r>
              <a:rPr lang="en-US" altLang="zh-CN" dirty="0"/>
              <a:t>3.</a:t>
            </a:r>
            <a:r>
              <a:rPr lang="zh-CN" altLang="en-US" dirty="0"/>
              <a:t>与软件使用标准体系有关的条款</a:t>
            </a:r>
            <a:endParaRPr lang="en-US" altLang="zh-CN" dirty="0"/>
          </a:p>
          <a:p>
            <a:pPr lvl="2"/>
            <a:r>
              <a:rPr lang="zh-CN" altLang="en-US" dirty="0"/>
              <a:t>国家标准和行业标准等</a:t>
            </a:r>
            <a:endParaRPr lang="en-US" altLang="zh-CN" dirty="0"/>
          </a:p>
          <a:p>
            <a:pPr lvl="1"/>
            <a:r>
              <a:rPr lang="en-US" altLang="zh-CN" dirty="0"/>
              <a:t>4.</a:t>
            </a:r>
            <a:r>
              <a:rPr lang="zh-CN" altLang="en-US" dirty="0"/>
              <a:t>与软件产品实施有关的条款</a:t>
            </a:r>
            <a:endParaRPr lang="en-US" altLang="zh-CN" dirty="0"/>
          </a:p>
          <a:p>
            <a:pPr lvl="2"/>
            <a:r>
              <a:rPr lang="zh-CN" altLang="en-US" dirty="0"/>
              <a:t>软件开发的双方权利和义务、计划、变更等</a:t>
            </a:r>
            <a:endParaRPr lang="en-US" altLang="zh-CN" dirty="0"/>
          </a:p>
          <a:p>
            <a:pPr lvl="1"/>
            <a:r>
              <a:rPr lang="en-US" altLang="zh-CN" dirty="0"/>
              <a:t>5.</a:t>
            </a:r>
            <a:r>
              <a:rPr lang="zh-CN" altLang="en-US" dirty="0"/>
              <a:t>与软件产品技术培训有关的条款</a:t>
            </a:r>
            <a:endParaRPr lang="en-US" altLang="zh-CN" dirty="0"/>
          </a:p>
          <a:p>
            <a:pPr lvl="1"/>
            <a:r>
              <a:rPr lang="en-US" altLang="zh-CN" dirty="0"/>
              <a:t>6.</a:t>
            </a:r>
            <a:r>
              <a:rPr lang="zh-CN" altLang="en-US" dirty="0"/>
              <a:t>与软件产品后续技术支持和服务有关的条款</a:t>
            </a:r>
          </a:p>
        </p:txBody>
      </p:sp>
    </p:spTree>
    <p:extLst>
      <p:ext uri="{BB962C8B-B14F-4D97-AF65-F5344CB8AC3E}">
        <p14:creationId xmlns:p14="http://schemas.microsoft.com/office/powerpoint/2010/main" val="1575658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A5F9F48-D898-1B43-631C-944346F920E8}"/>
              </a:ext>
            </a:extLst>
          </p:cNvPr>
          <p:cNvSpPr>
            <a:spLocks noGrp="1" noChangeArrowheads="1"/>
          </p:cNvSpPr>
          <p:nvPr>
            <p:ph type="title"/>
          </p:nvPr>
        </p:nvSpPr>
        <p:spPr/>
        <p:txBody>
          <a:bodyPr/>
          <a:lstStyle/>
          <a:p>
            <a:pPr eaLnBrk="1" hangingPunct="1"/>
            <a:r>
              <a:rPr lang="zh-CN" altLang="en-US"/>
              <a:t>本章内容提要</a:t>
            </a:r>
          </a:p>
        </p:txBody>
      </p:sp>
      <p:grpSp>
        <p:nvGrpSpPr>
          <p:cNvPr id="40963" name="Group 3">
            <a:extLst>
              <a:ext uri="{FF2B5EF4-FFF2-40B4-BE49-F238E27FC236}">
                <a16:creationId xmlns:a16="http://schemas.microsoft.com/office/drawing/2014/main" id="{FE29FDFD-4D4F-2B82-C48A-843E749EC0DC}"/>
              </a:ext>
            </a:extLst>
          </p:cNvPr>
          <p:cNvGrpSpPr>
            <a:grpSpLocks/>
          </p:cNvGrpSpPr>
          <p:nvPr/>
        </p:nvGrpSpPr>
        <p:grpSpPr bwMode="auto">
          <a:xfrm>
            <a:off x="611188" y="2343150"/>
            <a:ext cx="5670550" cy="488950"/>
            <a:chOff x="385" y="1476"/>
            <a:chExt cx="3572" cy="308"/>
          </a:xfrm>
        </p:grpSpPr>
        <p:sp>
          <p:nvSpPr>
            <p:cNvPr id="40985" name="AutoShape 4">
              <a:extLst>
                <a:ext uri="{FF2B5EF4-FFF2-40B4-BE49-F238E27FC236}">
                  <a16:creationId xmlns:a16="http://schemas.microsoft.com/office/drawing/2014/main" id="{62D8E6CD-45AB-6097-FED3-79809E336611}"/>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0986" name="Text Box 5">
              <a:extLst>
                <a:ext uri="{FF2B5EF4-FFF2-40B4-BE49-F238E27FC236}">
                  <a16:creationId xmlns:a16="http://schemas.microsoft.com/office/drawing/2014/main" id="{C2A6C4E6-0CA0-1B4E-FDAC-5B6181A93919}"/>
                </a:ext>
              </a:extLst>
            </p:cNvPr>
            <p:cNvSpPr txBox="1">
              <a:spLocks noChangeArrowheads="1"/>
            </p:cNvSpPr>
            <p:nvPr/>
          </p:nvSpPr>
          <p:spPr bwMode="auto">
            <a:xfrm>
              <a:off x="626" y="1497"/>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合同管理概述</a:t>
              </a:r>
              <a:r>
                <a:rPr lang="zh-CN" altLang="en-US" sz="1800"/>
                <a:t>合同管理概述</a:t>
              </a:r>
              <a:r>
                <a:rPr lang="zh-CN" altLang="en-US"/>
                <a:t> </a:t>
              </a:r>
              <a:r>
                <a:rPr lang="zh-CN" altLang="en-US" sz="2400" b="0">
                  <a:solidFill>
                    <a:schemeClr val="tx1"/>
                  </a:solidFill>
                  <a:latin typeface="Times New Roman" panose="02020603050405020304" pitchFamily="18" charset="0"/>
                </a:rPr>
                <a:t> </a:t>
              </a:r>
            </a:p>
          </p:txBody>
        </p:sp>
        <p:sp>
          <p:nvSpPr>
            <p:cNvPr id="40987" name="Rectangle 6">
              <a:extLst>
                <a:ext uri="{FF2B5EF4-FFF2-40B4-BE49-F238E27FC236}">
                  <a16:creationId xmlns:a16="http://schemas.microsoft.com/office/drawing/2014/main" id="{EAEBEB21-6296-4A1C-6EC5-F04F384412ED}"/>
                </a:ext>
              </a:extLst>
            </p:cNvPr>
            <p:cNvSpPr>
              <a:spLocks noChangeArrowheads="1"/>
            </p:cNvSpPr>
            <p:nvPr/>
          </p:nvSpPr>
          <p:spPr bwMode="auto">
            <a:xfrm>
              <a:off x="385" y="153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2.1</a:t>
              </a:r>
              <a:endParaRPr lang="en-US" altLang="zh-CN" sz="1800">
                <a:solidFill>
                  <a:srgbClr val="000000"/>
                </a:solidFill>
              </a:endParaRPr>
            </a:p>
          </p:txBody>
        </p:sp>
      </p:grpSp>
      <p:grpSp>
        <p:nvGrpSpPr>
          <p:cNvPr id="40964" name="Group 7">
            <a:extLst>
              <a:ext uri="{FF2B5EF4-FFF2-40B4-BE49-F238E27FC236}">
                <a16:creationId xmlns:a16="http://schemas.microsoft.com/office/drawing/2014/main" id="{D208342C-EFC0-26E3-F800-86C770DBBEB5}"/>
              </a:ext>
            </a:extLst>
          </p:cNvPr>
          <p:cNvGrpSpPr>
            <a:grpSpLocks/>
          </p:cNvGrpSpPr>
          <p:nvPr/>
        </p:nvGrpSpPr>
        <p:grpSpPr bwMode="auto">
          <a:xfrm>
            <a:off x="611188" y="2924175"/>
            <a:ext cx="5670550" cy="488950"/>
            <a:chOff x="385" y="1842"/>
            <a:chExt cx="3572" cy="308"/>
          </a:xfrm>
        </p:grpSpPr>
        <p:grpSp>
          <p:nvGrpSpPr>
            <p:cNvPr id="40981" name="Group 8">
              <a:extLst>
                <a:ext uri="{FF2B5EF4-FFF2-40B4-BE49-F238E27FC236}">
                  <a16:creationId xmlns:a16="http://schemas.microsoft.com/office/drawing/2014/main" id="{2857EDF9-3CB3-0D2D-AF29-847B8C8F17CF}"/>
                </a:ext>
              </a:extLst>
            </p:cNvPr>
            <p:cNvGrpSpPr>
              <a:grpSpLocks/>
            </p:cNvGrpSpPr>
            <p:nvPr/>
          </p:nvGrpSpPr>
          <p:grpSpPr bwMode="auto">
            <a:xfrm>
              <a:off x="464" y="1842"/>
              <a:ext cx="3493" cy="308"/>
              <a:chOff x="464" y="1842"/>
              <a:chExt cx="3493" cy="308"/>
            </a:xfrm>
          </p:grpSpPr>
          <p:sp>
            <p:nvSpPr>
              <p:cNvPr id="40983" name="AutoShape 9">
                <a:extLst>
                  <a:ext uri="{FF2B5EF4-FFF2-40B4-BE49-F238E27FC236}">
                    <a16:creationId xmlns:a16="http://schemas.microsoft.com/office/drawing/2014/main" id="{21ADA18F-CE3F-B28C-CA7B-17E10D0DE2BD}"/>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0984" name="Text Box 10">
                <a:extLst>
                  <a:ext uri="{FF2B5EF4-FFF2-40B4-BE49-F238E27FC236}">
                    <a16:creationId xmlns:a16="http://schemas.microsoft.com/office/drawing/2014/main" id="{7ABC26FB-D5D1-20DF-3F8B-9403B14BFCA7}"/>
                  </a:ext>
                </a:extLst>
              </p:cNvPr>
              <p:cNvSpPr txBox="1">
                <a:spLocks noChangeArrowheads="1"/>
              </p:cNvSpPr>
              <p:nvPr/>
            </p:nvSpPr>
            <p:spPr bwMode="auto">
              <a:xfrm>
                <a:off x="626" y="1868"/>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需方合同环境</a:t>
                </a:r>
                <a:r>
                  <a:rPr lang="zh-CN" altLang="en-US" sz="2400" b="0">
                    <a:solidFill>
                      <a:schemeClr val="tx1"/>
                    </a:solidFill>
                    <a:latin typeface="Times New Roman" panose="02020603050405020304" pitchFamily="18" charset="0"/>
                  </a:rPr>
                  <a:t> </a:t>
                </a:r>
              </a:p>
            </p:txBody>
          </p:sp>
        </p:grpSp>
        <p:sp>
          <p:nvSpPr>
            <p:cNvPr id="40982" name="Rectangle 11">
              <a:extLst>
                <a:ext uri="{FF2B5EF4-FFF2-40B4-BE49-F238E27FC236}">
                  <a16:creationId xmlns:a16="http://schemas.microsoft.com/office/drawing/2014/main" id="{D4B5D57A-B6EA-B2F0-FE35-5F0B925B24F8}"/>
                </a:ext>
              </a:extLst>
            </p:cNvPr>
            <p:cNvSpPr>
              <a:spLocks noChangeArrowheads="1"/>
            </p:cNvSpPr>
            <p:nvPr/>
          </p:nvSpPr>
          <p:spPr bwMode="auto">
            <a:xfrm>
              <a:off x="385" y="1915"/>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2.2</a:t>
              </a:r>
              <a:endParaRPr lang="en-US" altLang="zh-CN" sz="1800">
                <a:solidFill>
                  <a:srgbClr val="000000"/>
                </a:solidFill>
              </a:endParaRPr>
            </a:p>
          </p:txBody>
        </p:sp>
      </p:grpSp>
      <p:grpSp>
        <p:nvGrpSpPr>
          <p:cNvPr id="40965" name="Group 12">
            <a:extLst>
              <a:ext uri="{FF2B5EF4-FFF2-40B4-BE49-F238E27FC236}">
                <a16:creationId xmlns:a16="http://schemas.microsoft.com/office/drawing/2014/main" id="{8B0DF0DF-0136-4ED5-9BFB-E9ABCD23EBB8}"/>
              </a:ext>
            </a:extLst>
          </p:cNvPr>
          <p:cNvGrpSpPr>
            <a:grpSpLocks/>
          </p:cNvGrpSpPr>
          <p:nvPr/>
        </p:nvGrpSpPr>
        <p:grpSpPr bwMode="auto">
          <a:xfrm>
            <a:off x="611188" y="3500438"/>
            <a:ext cx="5689600" cy="488950"/>
            <a:chOff x="385" y="2209"/>
            <a:chExt cx="3584" cy="308"/>
          </a:xfrm>
        </p:grpSpPr>
        <p:sp>
          <p:nvSpPr>
            <p:cNvPr id="40978" name="AutoShape 13">
              <a:extLst>
                <a:ext uri="{FF2B5EF4-FFF2-40B4-BE49-F238E27FC236}">
                  <a16:creationId xmlns:a16="http://schemas.microsoft.com/office/drawing/2014/main" id="{390B0945-38A4-F22C-5940-A99AFE1509A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0979" name="Text Box 14">
              <a:extLst>
                <a:ext uri="{FF2B5EF4-FFF2-40B4-BE49-F238E27FC236}">
                  <a16:creationId xmlns:a16="http://schemas.microsoft.com/office/drawing/2014/main" id="{92CE6B84-CADC-308A-F132-4CF3A8B4A1EE}"/>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供方合同环境</a:t>
              </a:r>
              <a:r>
                <a:rPr lang="zh-CN" altLang="en-US" sz="2400" b="0">
                  <a:solidFill>
                    <a:schemeClr val="tx1"/>
                  </a:solidFill>
                  <a:latin typeface="Times New Roman" panose="02020603050405020304" pitchFamily="18" charset="0"/>
                </a:rPr>
                <a:t> </a:t>
              </a:r>
            </a:p>
          </p:txBody>
        </p:sp>
        <p:sp>
          <p:nvSpPr>
            <p:cNvPr id="40980" name="Rectangle 15">
              <a:extLst>
                <a:ext uri="{FF2B5EF4-FFF2-40B4-BE49-F238E27FC236}">
                  <a16:creationId xmlns:a16="http://schemas.microsoft.com/office/drawing/2014/main" id="{E6C7BF08-72D1-EBBE-C47D-6466A26173D8}"/>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2.3</a:t>
              </a:r>
              <a:endParaRPr lang="en-US" altLang="zh-CN" sz="1800">
                <a:solidFill>
                  <a:srgbClr val="000000"/>
                </a:solidFill>
              </a:endParaRPr>
            </a:p>
          </p:txBody>
        </p:sp>
      </p:grpSp>
      <p:grpSp>
        <p:nvGrpSpPr>
          <p:cNvPr id="40966" name="Group 16">
            <a:extLst>
              <a:ext uri="{FF2B5EF4-FFF2-40B4-BE49-F238E27FC236}">
                <a16:creationId xmlns:a16="http://schemas.microsoft.com/office/drawing/2014/main" id="{8D9E896E-684B-2645-1EC7-9EE1284AFE9C}"/>
              </a:ext>
            </a:extLst>
          </p:cNvPr>
          <p:cNvGrpSpPr>
            <a:grpSpLocks/>
          </p:cNvGrpSpPr>
          <p:nvPr/>
        </p:nvGrpSpPr>
        <p:grpSpPr bwMode="auto">
          <a:xfrm>
            <a:off x="611188" y="4076700"/>
            <a:ext cx="5689600" cy="488950"/>
            <a:chOff x="385" y="2209"/>
            <a:chExt cx="3584" cy="308"/>
          </a:xfrm>
        </p:grpSpPr>
        <p:sp>
          <p:nvSpPr>
            <p:cNvPr id="40975" name="AutoShape 17">
              <a:extLst>
                <a:ext uri="{FF2B5EF4-FFF2-40B4-BE49-F238E27FC236}">
                  <a16:creationId xmlns:a16="http://schemas.microsoft.com/office/drawing/2014/main" id="{A47FC1AF-2FD1-BBF4-F356-A9B6E591BF2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0976" name="Text Box 18">
              <a:extLst>
                <a:ext uri="{FF2B5EF4-FFF2-40B4-BE49-F238E27FC236}">
                  <a16:creationId xmlns:a16="http://schemas.microsoft.com/office/drawing/2014/main" id="{A6B769F4-A85C-7458-F9AB-CF1C3FC7A9E2}"/>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zh-CN" altLang="en-US" sz="2000" dirty="0">
                  <a:solidFill>
                    <a:schemeClr val="tx1"/>
                  </a:solidFill>
                  <a:latin typeface="Times New Roman" panose="02020603050405020304" pitchFamily="18" charset="0"/>
                  <a:ea typeface="黑体" panose="02010609060101010101" pitchFamily="49" charset="-122"/>
                </a:rPr>
                <a:t>软件项目合同条款分析</a:t>
              </a:r>
              <a:r>
                <a:rPr lang="zh-CN" altLang="en-US" sz="1800" dirty="0">
                  <a:solidFill>
                    <a:schemeClr val="tx2"/>
                  </a:solidFill>
                  <a:latin typeface="宋体" panose="02010600030101010101" pitchFamily="2" charset="-122"/>
                </a:rPr>
                <a:t> </a:t>
              </a:r>
            </a:p>
          </p:txBody>
        </p:sp>
        <p:sp>
          <p:nvSpPr>
            <p:cNvPr id="40977" name="Rectangle 19">
              <a:extLst>
                <a:ext uri="{FF2B5EF4-FFF2-40B4-BE49-F238E27FC236}">
                  <a16:creationId xmlns:a16="http://schemas.microsoft.com/office/drawing/2014/main" id="{8753EA4B-1591-C655-9E24-CC60C0F34C2F}"/>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2.4</a:t>
              </a:r>
              <a:endParaRPr lang="en-US" altLang="zh-CN" sz="1800">
                <a:solidFill>
                  <a:srgbClr val="000000"/>
                </a:solidFill>
              </a:endParaRPr>
            </a:p>
          </p:txBody>
        </p:sp>
      </p:grpSp>
      <p:grpSp>
        <p:nvGrpSpPr>
          <p:cNvPr id="40967" name="Group 20">
            <a:extLst>
              <a:ext uri="{FF2B5EF4-FFF2-40B4-BE49-F238E27FC236}">
                <a16:creationId xmlns:a16="http://schemas.microsoft.com/office/drawing/2014/main" id="{9F35DCA6-607B-C435-E0E4-2B731C0EA144}"/>
              </a:ext>
            </a:extLst>
          </p:cNvPr>
          <p:cNvGrpSpPr>
            <a:grpSpLocks/>
          </p:cNvGrpSpPr>
          <p:nvPr/>
        </p:nvGrpSpPr>
        <p:grpSpPr bwMode="auto">
          <a:xfrm>
            <a:off x="611188" y="4652963"/>
            <a:ext cx="5689600" cy="488950"/>
            <a:chOff x="385" y="2209"/>
            <a:chExt cx="3584" cy="308"/>
          </a:xfrm>
        </p:grpSpPr>
        <p:sp>
          <p:nvSpPr>
            <p:cNvPr id="40972" name="AutoShape 21">
              <a:extLst>
                <a:ext uri="{FF2B5EF4-FFF2-40B4-BE49-F238E27FC236}">
                  <a16:creationId xmlns:a16="http://schemas.microsoft.com/office/drawing/2014/main" id="{1D600814-CD89-1933-06A0-5E3033E38B5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0973" name="Text Box 22">
              <a:extLst>
                <a:ext uri="{FF2B5EF4-FFF2-40B4-BE49-F238E27FC236}">
                  <a16:creationId xmlns:a16="http://schemas.microsoft.com/office/drawing/2014/main" id="{4E2BF9ED-9391-E43C-5288-35BEED28E9C5}"/>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本章小结</a:t>
              </a:r>
              <a:r>
                <a:rPr lang="zh-CN" altLang="en-US" sz="2400" b="0">
                  <a:solidFill>
                    <a:schemeClr val="tx1"/>
                  </a:solidFill>
                  <a:latin typeface="Times New Roman" panose="02020603050405020304" pitchFamily="18" charset="0"/>
                </a:rPr>
                <a:t> </a:t>
              </a:r>
            </a:p>
          </p:txBody>
        </p:sp>
        <p:sp>
          <p:nvSpPr>
            <p:cNvPr id="40974" name="Rectangle 23">
              <a:extLst>
                <a:ext uri="{FF2B5EF4-FFF2-40B4-BE49-F238E27FC236}">
                  <a16:creationId xmlns:a16="http://schemas.microsoft.com/office/drawing/2014/main" id="{C7C10918-3E3A-F5DC-FD8E-EA58762D6F85}"/>
                </a:ext>
              </a:extLst>
            </p:cNvPr>
            <p:cNvSpPr>
              <a:spLocks noChangeArrowheads="1"/>
            </p:cNvSpPr>
            <p:nvPr/>
          </p:nvSpPr>
          <p:spPr bwMode="auto">
            <a:xfrm>
              <a:off x="385" y="2282"/>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2.5</a:t>
              </a:r>
              <a:endParaRPr lang="en-US" altLang="zh-CN" sz="1800">
                <a:solidFill>
                  <a:srgbClr val="000000"/>
                </a:solidFill>
              </a:endParaRPr>
            </a:p>
          </p:txBody>
        </p:sp>
      </p:grpSp>
      <p:grpSp>
        <p:nvGrpSpPr>
          <p:cNvPr id="40968" name="Group 24">
            <a:extLst>
              <a:ext uri="{FF2B5EF4-FFF2-40B4-BE49-F238E27FC236}">
                <a16:creationId xmlns:a16="http://schemas.microsoft.com/office/drawing/2014/main" id="{159DFD6F-4EC5-2D53-2D1D-CD63661097E9}"/>
              </a:ext>
            </a:extLst>
          </p:cNvPr>
          <p:cNvGrpSpPr>
            <a:grpSpLocks/>
          </p:cNvGrpSpPr>
          <p:nvPr/>
        </p:nvGrpSpPr>
        <p:grpSpPr bwMode="auto">
          <a:xfrm>
            <a:off x="611188" y="5229225"/>
            <a:ext cx="5689600" cy="488950"/>
            <a:chOff x="385" y="2209"/>
            <a:chExt cx="3584" cy="308"/>
          </a:xfrm>
        </p:grpSpPr>
        <p:sp>
          <p:nvSpPr>
            <p:cNvPr id="40969" name="AutoShape 25">
              <a:extLst>
                <a:ext uri="{FF2B5EF4-FFF2-40B4-BE49-F238E27FC236}">
                  <a16:creationId xmlns:a16="http://schemas.microsoft.com/office/drawing/2014/main" id="{4CE660A3-CAA4-CE46-84DD-603B94ED208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0970" name="Text Box 26">
              <a:extLst>
                <a:ext uri="{FF2B5EF4-FFF2-40B4-BE49-F238E27FC236}">
                  <a16:creationId xmlns:a16="http://schemas.microsoft.com/office/drawing/2014/main" id="{6D724D65-2113-1133-1818-B5BF0E47E0E0}"/>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复习思考题</a:t>
              </a:r>
              <a:r>
                <a:rPr lang="zh-CN" altLang="en-US" sz="2400" b="0">
                  <a:solidFill>
                    <a:schemeClr val="tx1"/>
                  </a:solidFill>
                  <a:latin typeface="Times New Roman" panose="02020603050405020304" pitchFamily="18" charset="0"/>
                </a:rPr>
                <a:t> </a:t>
              </a:r>
            </a:p>
          </p:txBody>
        </p:sp>
        <p:sp>
          <p:nvSpPr>
            <p:cNvPr id="40971" name="Rectangle 27">
              <a:extLst>
                <a:ext uri="{FF2B5EF4-FFF2-40B4-BE49-F238E27FC236}">
                  <a16:creationId xmlns:a16="http://schemas.microsoft.com/office/drawing/2014/main" id="{EDF57E2D-E8B7-0763-22A5-318E95BCA6FB}"/>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2.6</a:t>
              </a:r>
              <a:endParaRPr lang="en-US" altLang="zh-CN" sz="1800">
                <a:solidFill>
                  <a:srgbClr val="000000"/>
                </a:solidFil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FC8377C-393D-4B24-3585-F38F7EBC1710}"/>
              </a:ext>
            </a:extLst>
          </p:cNvPr>
          <p:cNvSpPr>
            <a:spLocks noGrp="1" noChangeArrowheads="1"/>
          </p:cNvSpPr>
          <p:nvPr>
            <p:ph type="title"/>
          </p:nvPr>
        </p:nvSpPr>
        <p:spPr/>
        <p:txBody>
          <a:bodyPr/>
          <a:lstStyle/>
          <a:p>
            <a:pPr eaLnBrk="1" hangingPunct="1"/>
            <a:r>
              <a:rPr lang="en-US" altLang="zh-CN"/>
              <a:t>2.5  </a:t>
            </a:r>
            <a:r>
              <a:rPr lang="zh-CN" altLang="en-US"/>
              <a:t>本章小结</a:t>
            </a:r>
          </a:p>
        </p:txBody>
      </p:sp>
      <p:sp>
        <p:nvSpPr>
          <p:cNvPr id="41987" name="Rectangle 3">
            <a:extLst>
              <a:ext uri="{FF2B5EF4-FFF2-40B4-BE49-F238E27FC236}">
                <a16:creationId xmlns:a16="http://schemas.microsoft.com/office/drawing/2014/main" id="{82CD1FF4-0D5E-945B-3750-5690A027C02D}"/>
              </a:ext>
            </a:extLst>
          </p:cNvPr>
          <p:cNvSpPr>
            <a:spLocks noGrp="1" noChangeArrowheads="1"/>
          </p:cNvSpPr>
          <p:nvPr>
            <p:ph type="body" idx="1"/>
          </p:nvPr>
        </p:nvSpPr>
        <p:spPr>
          <a:xfrm>
            <a:off x="395288" y="2205038"/>
            <a:ext cx="8569325" cy="4652962"/>
          </a:xfrm>
        </p:spPr>
        <p:txBody>
          <a:bodyPr/>
          <a:lstStyle/>
          <a:p>
            <a:pPr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软件项目技术合同的执行过程可以划分为四个阶段，即：合同准备、合同签署、合同管理与合同终止。</a:t>
            </a:r>
          </a:p>
          <a:p>
            <a:pPr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针对企业在不同合同环境中承担的不同角色，又可将合同管理分为需方合同管理、供方合同管理及内部合同管理。</a:t>
            </a:r>
          </a:p>
          <a:p>
            <a:pPr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作为软件企业，一般是处于供方</a:t>
            </a:r>
            <a:r>
              <a:rPr lang="en-US" altLang="zh-CN" sz="2000">
                <a:solidFill>
                  <a:schemeClr val="accent2"/>
                </a:solidFill>
                <a:latin typeface="黑体" panose="02010609060101010101" pitchFamily="49" charset="-122"/>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乙方</a:t>
            </a:r>
            <a:r>
              <a:rPr lang="en-US" altLang="zh-CN" sz="2000">
                <a:solidFill>
                  <a:schemeClr val="accent2"/>
                </a:solidFill>
                <a:latin typeface="黑体" panose="02010609060101010101" pitchFamily="49" charset="-122"/>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的角色，因此，软件企业的项目经理应该重点掌握供方</a:t>
            </a:r>
            <a:r>
              <a:rPr lang="en-US" altLang="zh-CN" sz="2000">
                <a:solidFill>
                  <a:schemeClr val="accent2"/>
                </a:solidFill>
                <a:latin typeface="黑体" panose="02010609060101010101" pitchFamily="49" charset="-122"/>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乙方</a:t>
            </a:r>
            <a:r>
              <a:rPr lang="en-US" altLang="zh-CN" sz="2000">
                <a:solidFill>
                  <a:schemeClr val="accent2"/>
                </a:solidFill>
                <a:latin typeface="黑体" panose="02010609060101010101" pitchFamily="49" charset="-122"/>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的合同管理过程。</a:t>
            </a:r>
          </a:p>
          <a:p>
            <a:pPr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合同标志一个项目的真正开始，通过项目任务单明确项目经理，从此，项目经理可以真正行使相应的职责和权力。</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A310446-F04C-A2A2-DDF9-34A54476CE74}"/>
              </a:ext>
            </a:extLst>
          </p:cNvPr>
          <p:cNvSpPr>
            <a:spLocks noGrp="1" noChangeArrowheads="1"/>
          </p:cNvSpPr>
          <p:nvPr>
            <p:ph type="title"/>
          </p:nvPr>
        </p:nvSpPr>
        <p:spPr/>
        <p:txBody>
          <a:bodyPr/>
          <a:lstStyle/>
          <a:p>
            <a:pPr eaLnBrk="1" hangingPunct="1"/>
            <a:r>
              <a:rPr lang="zh-CN" altLang="en-US"/>
              <a:t>本章内容提要</a:t>
            </a:r>
          </a:p>
        </p:txBody>
      </p:sp>
      <p:grpSp>
        <p:nvGrpSpPr>
          <p:cNvPr id="43011" name="Group 3">
            <a:extLst>
              <a:ext uri="{FF2B5EF4-FFF2-40B4-BE49-F238E27FC236}">
                <a16:creationId xmlns:a16="http://schemas.microsoft.com/office/drawing/2014/main" id="{25D851F1-08E4-C3E9-C15E-96487CF7B97E}"/>
              </a:ext>
            </a:extLst>
          </p:cNvPr>
          <p:cNvGrpSpPr>
            <a:grpSpLocks/>
          </p:cNvGrpSpPr>
          <p:nvPr/>
        </p:nvGrpSpPr>
        <p:grpSpPr bwMode="auto">
          <a:xfrm>
            <a:off x="611188" y="2343150"/>
            <a:ext cx="5670550" cy="488950"/>
            <a:chOff x="385" y="1476"/>
            <a:chExt cx="3572" cy="308"/>
          </a:xfrm>
        </p:grpSpPr>
        <p:sp>
          <p:nvSpPr>
            <p:cNvPr id="43033" name="AutoShape 4">
              <a:extLst>
                <a:ext uri="{FF2B5EF4-FFF2-40B4-BE49-F238E27FC236}">
                  <a16:creationId xmlns:a16="http://schemas.microsoft.com/office/drawing/2014/main" id="{08AC3DE0-BF71-C25D-D475-F25DAE2CDD0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3034" name="Text Box 5">
              <a:extLst>
                <a:ext uri="{FF2B5EF4-FFF2-40B4-BE49-F238E27FC236}">
                  <a16:creationId xmlns:a16="http://schemas.microsoft.com/office/drawing/2014/main" id="{236BEAD9-E7C4-9D95-0E06-62154D0A236E}"/>
                </a:ext>
              </a:extLst>
            </p:cNvPr>
            <p:cNvSpPr txBox="1">
              <a:spLocks noChangeArrowheads="1"/>
            </p:cNvSpPr>
            <p:nvPr/>
          </p:nvSpPr>
          <p:spPr bwMode="auto">
            <a:xfrm>
              <a:off x="626" y="1497"/>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合同管理概述</a:t>
              </a:r>
              <a:r>
                <a:rPr lang="zh-CN" altLang="en-US" sz="1800"/>
                <a:t>合同管理概述</a:t>
              </a:r>
              <a:r>
                <a:rPr lang="zh-CN" altLang="en-US"/>
                <a:t> </a:t>
              </a:r>
              <a:r>
                <a:rPr lang="zh-CN" altLang="en-US" sz="2400" b="0">
                  <a:solidFill>
                    <a:schemeClr val="tx1"/>
                  </a:solidFill>
                  <a:latin typeface="Times New Roman" panose="02020603050405020304" pitchFamily="18" charset="0"/>
                </a:rPr>
                <a:t> </a:t>
              </a:r>
            </a:p>
          </p:txBody>
        </p:sp>
        <p:sp>
          <p:nvSpPr>
            <p:cNvPr id="43035" name="Rectangle 6">
              <a:extLst>
                <a:ext uri="{FF2B5EF4-FFF2-40B4-BE49-F238E27FC236}">
                  <a16:creationId xmlns:a16="http://schemas.microsoft.com/office/drawing/2014/main" id="{092D82D0-3327-1B9E-0CC5-9B6196CFEF5A}"/>
                </a:ext>
              </a:extLst>
            </p:cNvPr>
            <p:cNvSpPr>
              <a:spLocks noChangeArrowheads="1"/>
            </p:cNvSpPr>
            <p:nvPr/>
          </p:nvSpPr>
          <p:spPr bwMode="auto">
            <a:xfrm>
              <a:off x="385" y="153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2.1</a:t>
              </a:r>
              <a:endParaRPr lang="en-US" altLang="zh-CN" sz="1800">
                <a:solidFill>
                  <a:srgbClr val="000000"/>
                </a:solidFill>
              </a:endParaRPr>
            </a:p>
          </p:txBody>
        </p:sp>
      </p:grpSp>
      <p:grpSp>
        <p:nvGrpSpPr>
          <p:cNvPr id="43012" name="Group 7">
            <a:extLst>
              <a:ext uri="{FF2B5EF4-FFF2-40B4-BE49-F238E27FC236}">
                <a16:creationId xmlns:a16="http://schemas.microsoft.com/office/drawing/2014/main" id="{CFF7DE05-B495-8476-DBE0-ACF202749104}"/>
              </a:ext>
            </a:extLst>
          </p:cNvPr>
          <p:cNvGrpSpPr>
            <a:grpSpLocks/>
          </p:cNvGrpSpPr>
          <p:nvPr/>
        </p:nvGrpSpPr>
        <p:grpSpPr bwMode="auto">
          <a:xfrm>
            <a:off x="611188" y="2924175"/>
            <a:ext cx="5670550" cy="488950"/>
            <a:chOff x="385" y="1842"/>
            <a:chExt cx="3572" cy="308"/>
          </a:xfrm>
        </p:grpSpPr>
        <p:grpSp>
          <p:nvGrpSpPr>
            <p:cNvPr id="43029" name="Group 8">
              <a:extLst>
                <a:ext uri="{FF2B5EF4-FFF2-40B4-BE49-F238E27FC236}">
                  <a16:creationId xmlns:a16="http://schemas.microsoft.com/office/drawing/2014/main" id="{00471854-80F8-5E6A-249B-D27C4B9968D0}"/>
                </a:ext>
              </a:extLst>
            </p:cNvPr>
            <p:cNvGrpSpPr>
              <a:grpSpLocks/>
            </p:cNvGrpSpPr>
            <p:nvPr/>
          </p:nvGrpSpPr>
          <p:grpSpPr bwMode="auto">
            <a:xfrm>
              <a:off x="464" y="1842"/>
              <a:ext cx="3493" cy="308"/>
              <a:chOff x="464" y="1842"/>
              <a:chExt cx="3493" cy="308"/>
            </a:xfrm>
          </p:grpSpPr>
          <p:sp>
            <p:nvSpPr>
              <p:cNvPr id="43031" name="AutoShape 9">
                <a:extLst>
                  <a:ext uri="{FF2B5EF4-FFF2-40B4-BE49-F238E27FC236}">
                    <a16:creationId xmlns:a16="http://schemas.microsoft.com/office/drawing/2014/main" id="{6ECE7D2A-E6EB-9398-EDCE-2314C1C62999}"/>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3032" name="Text Box 10">
                <a:extLst>
                  <a:ext uri="{FF2B5EF4-FFF2-40B4-BE49-F238E27FC236}">
                    <a16:creationId xmlns:a16="http://schemas.microsoft.com/office/drawing/2014/main" id="{47DA504C-9A83-AA05-9C1B-EE50D37E55C2}"/>
                  </a:ext>
                </a:extLst>
              </p:cNvPr>
              <p:cNvSpPr txBox="1">
                <a:spLocks noChangeArrowheads="1"/>
              </p:cNvSpPr>
              <p:nvPr/>
            </p:nvSpPr>
            <p:spPr bwMode="auto">
              <a:xfrm>
                <a:off x="626" y="1868"/>
                <a:ext cx="309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需方合同环境</a:t>
                </a:r>
                <a:r>
                  <a:rPr lang="zh-CN" altLang="en-US" sz="2400" b="0">
                    <a:solidFill>
                      <a:schemeClr val="tx1"/>
                    </a:solidFill>
                    <a:latin typeface="Times New Roman" panose="02020603050405020304" pitchFamily="18" charset="0"/>
                  </a:rPr>
                  <a:t> </a:t>
                </a:r>
              </a:p>
            </p:txBody>
          </p:sp>
        </p:grpSp>
        <p:sp>
          <p:nvSpPr>
            <p:cNvPr id="43030" name="Rectangle 11">
              <a:extLst>
                <a:ext uri="{FF2B5EF4-FFF2-40B4-BE49-F238E27FC236}">
                  <a16:creationId xmlns:a16="http://schemas.microsoft.com/office/drawing/2014/main" id="{C9711D81-36CA-43F8-D634-7A63A483C862}"/>
                </a:ext>
              </a:extLst>
            </p:cNvPr>
            <p:cNvSpPr>
              <a:spLocks noChangeArrowheads="1"/>
            </p:cNvSpPr>
            <p:nvPr/>
          </p:nvSpPr>
          <p:spPr bwMode="auto">
            <a:xfrm>
              <a:off x="385" y="1915"/>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2.2</a:t>
              </a:r>
              <a:endParaRPr lang="en-US" altLang="zh-CN" sz="1800">
                <a:solidFill>
                  <a:srgbClr val="000000"/>
                </a:solidFill>
              </a:endParaRPr>
            </a:p>
          </p:txBody>
        </p:sp>
      </p:grpSp>
      <p:grpSp>
        <p:nvGrpSpPr>
          <p:cNvPr id="43013" name="Group 12">
            <a:extLst>
              <a:ext uri="{FF2B5EF4-FFF2-40B4-BE49-F238E27FC236}">
                <a16:creationId xmlns:a16="http://schemas.microsoft.com/office/drawing/2014/main" id="{C823F87F-4605-1118-2968-9F6FAE2CF763}"/>
              </a:ext>
            </a:extLst>
          </p:cNvPr>
          <p:cNvGrpSpPr>
            <a:grpSpLocks/>
          </p:cNvGrpSpPr>
          <p:nvPr/>
        </p:nvGrpSpPr>
        <p:grpSpPr bwMode="auto">
          <a:xfrm>
            <a:off x="611188" y="3500438"/>
            <a:ext cx="5689600" cy="488950"/>
            <a:chOff x="385" y="2209"/>
            <a:chExt cx="3584" cy="308"/>
          </a:xfrm>
        </p:grpSpPr>
        <p:sp>
          <p:nvSpPr>
            <p:cNvPr id="43026" name="AutoShape 13">
              <a:extLst>
                <a:ext uri="{FF2B5EF4-FFF2-40B4-BE49-F238E27FC236}">
                  <a16:creationId xmlns:a16="http://schemas.microsoft.com/office/drawing/2014/main" id="{AAF691F3-75A3-3795-EC14-096DB418CDA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3027" name="Text Box 14">
              <a:extLst>
                <a:ext uri="{FF2B5EF4-FFF2-40B4-BE49-F238E27FC236}">
                  <a16:creationId xmlns:a16="http://schemas.microsoft.com/office/drawing/2014/main" id="{C808D6BD-FA9E-3D2C-E8D0-CDA980E86C1D}"/>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供方合同环境</a:t>
              </a:r>
              <a:r>
                <a:rPr lang="zh-CN" altLang="en-US" sz="2400" b="0">
                  <a:solidFill>
                    <a:schemeClr val="tx1"/>
                  </a:solidFill>
                  <a:latin typeface="Times New Roman" panose="02020603050405020304" pitchFamily="18" charset="0"/>
                </a:rPr>
                <a:t> </a:t>
              </a:r>
            </a:p>
          </p:txBody>
        </p:sp>
        <p:sp>
          <p:nvSpPr>
            <p:cNvPr id="43028" name="Rectangle 15">
              <a:extLst>
                <a:ext uri="{FF2B5EF4-FFF2-40B4-BE49-F238E27FC236}">
                  <a16:creationId xmlns:a16="http://schemas.microsoft.com/office/drawing/2014/main" id="{0CE1BC63-618E-8B8C-7918-189FAF57CDE4}"/>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2.3</a:t>
              </a:r>
              <a:endParaRPr lang="en-US" altLang="zh-CN" sz="1800">
                <a:solidFill>
                  <a:srgbClr val="000000"/>
                </a:solidFill>
              </a:endParaRPr>
            </a:p>
          </p:txBody>
        </p:sp>
      </p:grpSp>
      <p:grpSp>
        <p:nvGrpSpPr>
          <p:cNvPr id="43014" name="Group 16">
            <a:extLst>
              <a:ext uri="{FF2B5EF4-FFF2-40B4-BE49-F238E27FC236}">
                <a16:creationId xmlns:a16="http://schemas.microsoft.com/office/drawing/2014/main" id="{20E2F769-9032-5306-686B-A8C376819B02}"/>
              </a:ext>
            </a:extLst>
          </p:cNvPr>
          <p:cNvGrpSpPr>
            <a:grpSpLocks/>
          </p:cNvGrpSpPr>
          <p:nvPr/>
        </p:nvGrpSpPr>
        <p:grpSpPr bwMode="auto">
          <a:xfrm>
            <a:off x="611188" y="4076700"/>
            <a:ext cx="5689600" cy="488950"/>
            <a:chOff x="385" y="2209"/>
            <a:chExt cx="3584" cy="308"/>
          </a:xfrm>
        </p:grpSpPr>
        <p:sp>
          <p:nvSpPr>
            <p:cNvPr id="43023" name="AutoShape 17">
              <a:extLst>
                <a:ext uri="{FF2B5EF4-FFF2-40B4-BE49-F238E27FC236}">
                  <a16:creationId xmlns:a16="http://schemas.microsoft.com/office/drawing/2014/main" id="{ED2FF18A-DA01-3995-9339-A0E80EE92ED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3024" name="Text Box 18">
              <a:extLst>
                <a:ext uri="{FF2B5EF4-FFF2-40B4-BE49-F238E27FC236}">
                  <a16:creationId xmlns:a16="http://schemas.microsoft.com/office/drawing/2014/main" id="{BA055846-F1DA-19FA-B96B-0372798E6518}"/>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企业内部合同环境</a:t>
              </a:r>
              <a:r>
                <a:rPr lang="zh-CN" altLang="en-US" sz="1800">
                  <a:solidFill>
                    <a:schemeClr val="tx2"/>
                  </a:solidFill>
                  <a:latin typeface="宋体" panose="02010600030101010101" pitchFamily="2" charset="-122"/>
                </a:rPr>
                <a:t> </a:t>
              </a:r>
            </a:p>
          </p:txBody>
        </p:sp>
        <p:sp>
          <p:nvSpPr>
            <p:cNvPr id="43025" name="Rectangle 19">
              <a:extLst>
                <a:ext uri="{FF2B5EF4-FFF2-40B4-BE49-F238E27FC236}">
                  <a16:creationId xmlns:a16="http://schemas.microsoft.com/office/drawing/2014/main" id="{63C03A2C-EDCE-1DF2-15D0-396A460AA79F}"/>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2.4</a:t>
              </a:r>
              <a:endParaRPr lang="en-US" altLang="zh-CN" sz="1800">
                <a:solidFill>
                  <a:srgbClr val="000000"/>
                </a:solidFill>
              </a:endParaRPr>
            </a:p>
          </p:txBody>
        </p:sp>
      </p:grpSp>
      <p:grpSp>
        <p:nvGrpSpPr>
          <p:cNvPr id="43015" name="Group 20">
            <a:extLst>
              <a:ext uri="{FF2B5EF4-FFF2-40B4-BE49-F238E27FC236}">
                <a16:creationId xmlns:a16="http://schemas.microsoft.com/office/drawing/2014/main" id="{47D34D31-5ACF-B955-DA59-41E44D3AD87F}"/>
              </a:ext>
            </a:extLst>
          </p:cNvPr>
          <p:cNvGrpSpPr>
            <a:grpSpLocks/>
          </p:cNvGrpSpPr>
          <p:nvPr/>
        </p:nvGrpSpPr>
        <p:grpSpPr bwMode="auto">
          <a:xfrm>
            <a:off x="611188" y="4652963"/>
            <a:ext cx="5689600" cy="488950"/>
            <a:chOff x="385" y="2209"/>
            <a:chExt cx="3584" cy="308"/>
          </a:xfrm>
        </p:grpSpPr>
        <p:sp>
          <p:nvSpPr>
            <p:cNvPr id="43020" name="AutoShape 21">
              <a:extLst>
                <a:ext uri="{FF2B5EF4-FFF2-40B4-BE49-F238E27FC236}">
                  <a16:creationId xmlns:a16="http://schemas.microsoft.com/office/drawing/2014/main" id="{5ED3715C-C6E8-1262-BB8B-5AA687BB81B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3021" name="Text Box 22">
              <a:extLst>
                <a:ext uri="{FF2B5EF4-FFF2-40B4-BE49-F238E27FC236}">
                  <a16:creationId xmlns:a16="http://schemas.microsoft.com/office/drawing/2014/main" id="{B2534DFB-FC04-D123-470C-EACC56A67D59}"/>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本章小结</a:t>
              </a:r>
              <a:r>
                <a:rPr lang="zh-CN" altLang="en-US" sz="2400" b="0">
                  <a:solidFill>
                    <a:schemeClr val="tx1"/>
                  </a:solidFill>
                  <a:latin typeface="Times New Roman" panose="02020603050405020304" pitchFamily="18" charset="0"/>
                </a:rPr>
                <a:t> </a:t>
              </a:r>
            </a:p>
          </p:txBody>
        </p:sp>
        <p:sp>
          <p:nvSpPr>
            <p:cNvPr id="43022" name="Rectangle 23">
              <a:extLst>
                <a:ext uri="{FF2B5EF4-FFF2-40B4-BE49-F238E27FC236}">
                  <a16:creationId xmlns:a16="http://schemas.microsoft.com/office/drawing/2014/main" id="{44A1202F-FB5F-D2E4-0ADB-CB8344AB70EC}"/>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2.5</a:t>
              </a:r>
              <a:endParaRPr lang="en-US" altLang="zh-CN" sz="1800">
                <a:solidFill>
                  <a:srgbClr val="000000"/>
                </a:solidFill>
              </a:endParaRPr>
            </a:p>
          </p:txBody>
        </p:sp>
      </p:grpSp>
      <p:grpSp>
        <p:nvGrpSpPr>
          <p:cNvPr id="43016" name="Group 24">
            <a:extLst>
              <a:ext uri="{FF2B5EF4-FFF2-40B4-BE49-F238E27FC236}">
                <a16:creationId xmlns:a16="http://schemas.microsoft.com/office/drawing/2014/main" id="{07541595-6A8E-4572-1748-0480963BC225}"/>
              </a:ext>
            </a:extLst>
          </p:cNvPr>
          <p:cNvGrpSpPr>
            <a:grpSpLocks/>
          </p:cNvGrpSpPr>
          <p:nvPr/>
        </p:nvGrpSpPr>
        <p:grpSpPr bwMode="auto">
          <a:xfrm>
            <a:off x="611188" y="5229225"/>
            <a:ext cx="5689600" cy="488950"/>
            <a:chOff x="385" y="2209"/>
            <a:chExt cx="3584" cy="308"/>
          </a:xfrm>
        </p:grpSpPr>
        <p:sp>
          <p:nvSpPr>
            <p:cNvPr id="43017" name="AutoShape 25">
              <a:extLst>
                <a:ext uri="{FF2B5EF4-FFF2-40B4-BE49-F238E27FC236}">
                  <a16:creationId xmlns:a16="http://schemas.microsoft.com/office/drawing/2014/main" id="{71733CE8-AE8F-E876-58B8-C0F13D16F59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3018" name="Text Box 26">
              <a:extLst>
                <a:ext uri="{FF2B5EF4-FFF2-40B4-BE49-F238E27FC236}">
                  <a16:creationId xmlns:a16="http://schemas.microsoft.com/office/drawing/2014/main" id="{329CB2B2-208C-2D8E-0370-F198DF2D57BF}"/>
                </a:ext>
              </a:extLst>
            </p:cNvPr>
            <p:cNvSpPr txBox="1">
              <a:spLocks noChangeArrowheads="1"/>
            </p:cNvSpPr>
            <p:nvPr/>
          </p:nvSpPr>
          <p:spPr bwMode="auto">
            <a:xfrm>
              <a:off x="626" y="2254"/>
              <a:ext cx="31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l"/>
              <a:r>
                <a:rPr lang="en-US" altLang="zh-CN" sz="2000">
                  <a:solidFill>
                    <a:schemeClr val="tx1"/>
                  </a:solidFill>
                  <a:latin typeface="Times New Roman" panose="02020603050405020304" pitchFamily="18" charset="0"/>
                  <a:ea typeface="黑体" panose="02010609060101010101" pitchFamily="49" charset="-122"/>
                </a:rPr>
                <a:t> </a:t>
              </a:r>
              <a:r>
                <a:rPr lang="zh-CN" altLang="en-US" sz="2000">
                  <a:solidFill>
                    <a:schemeClr val="tx1"/>
                  </a:solidFill>
                  <a:latin typeface="Times New Roman" panose="02020603050405020304" pitchFamily="18" charset="0"/>
                  <a:ea typeface="黑体" panose="02010609060101010101" pitchFamily="49" charset="-122"/>
                </a:rPr>
                <a:t>复习思考题</a:t>
              </a:r>
              <a:r>
                <a:rPr lang="zh-CN" altLang="en-US" sz="2400" b="0">
                  <a:solidFill>
                    <a:schemeClr val="tx1"/>
                  </a:solidFill>
                  <a:latin typeface="Times New Roman" panose="02020603050405020304" pitchFamily="18" charset="0"/>
                </a:rPr>
                <a:t> </a:t>
              </a:r>
            </a:p>
          </p:txBody>
        </p:sp>
        <p:sp>
          <p:nvSpPr>
            <p:cNvPr id="43019" name="Rectangle 27">
              <a:extLst>
                <a:ext uri="{FF2B5EF4-FFF2-40B4-BE49-F238E27FC236}">
                  <a16:creationId xmlns:a16="http://schemas.microsoft.com/office/drawing/2014/main" id="{DB0C9602-BF30-1BE0-AA8E-DEF093FFFE7D}"/>
                </a:ext>
              </a:extLst>
            </p:cNvPr>
            <p:cNvSpPr>
              <a:spLocks noChangeArrowheads="1"/>
            </p:cNvSpPr>
            <p:nvPr/>
          </p:nvSpPr>
          <p:spPr bwMode="auto">
            <a:xfrm>
              <a:off x="385" y="2282"/>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r>
                <a:rPr lang="en-US" altLang="zh-CN"/>
                <a:t>2.6</a:t>
              </a:r>
              <a:endParaRPr lang="en-US" altLang="zh-CN" sz="1800">
                <a:solidFill>
                  <a:srgbClr val="000000"/>
                </a:solidFil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C285C0C-024F-4369-3E7C-3E18DD83009E}"/>
              </a:ext>
            </a:extLst>
          </p:cNvPr>
          <p:cNvSpPr>
            <a:spLocks noGrp="1" noChangeArrowheads="1"/>
          </p:cNvSpPr>
          <p:nvPr>
            <p:ph type="title"/>
          </p:nvPr>
        </p:nvSpPr>
        <p:spPr/>
        <p:txBody>
          <a:bodyPr/>
          <a:lstStyle/>
          <a:p>
            <a:pPr eaLnBrk="1" hangingPunct="1"/>
            <a:r>
              <a:rPr lang="en-US" altLang="zh-CN"/>
              <a:t>2.6  </a:t>
            </a:r>
            <a:r>
              <a:rPr kumimoji="1" lang="zh-CN" altLang="en-US"/>
              <a:t>复习思考题</a:t>
            </a:r>
          </a:p>
        </p:txBody>
      </p:sp>
      <p:sp>
        <p:nvSpPr>
          <p:cNvPr id="44035" name="Rectangle 3">
            <a:extLst>
              <a:ext uri="{FF2B5EF4-FFF2-40B4-BE49-F238E27FC236}">
                <a16:creationId xmlns:a16="http://schemas.microsoft.com/office/drawing/2014/main" id="{BC528F6C-DBA3-1A61-E746-66E46069E847}"/>
              </a:ext>
            </a:extLst>
          </p:cNvPr>
          <p:cNvSpPr>
            <a:spLocks noGrp="1" noChangeArrowheads="1"/>
          </p:cNvSpPr>
          <p:nvPr>
            <p:ph type="body" idx="1"/>
          </p:nvPr>
        </p:nvSpPr>
        <p:spPr>
          <a:xfrm>
            <a:off x="755650" y="2276475"/>
            <a:ext cx="8208963" cy="4581525"/>
          </a:xfrm>
        </p:spPr>
        <p:txBody>
          <a:bodyPr/>
          <a:lstStyle/>
          <a:p>
            <a:pPr eaLnBrk="1" hangingPunct="1">
              <a:lnSpc>
                <a:spcPct val="150000"/>
              </a:lnSpc>
              <a:buFont typeface="Wingdings 2" panose="05020102010507070707" pitchFamily="18" charset="2"/>
              <a:buNone/>
            </a:pPr>
            <a:r>
              <a:rPr lang="en-US" altLang="zh-CN" sz="2000">
                <a:latin typeface="宋体" panose="02010600030101010101" pitchFamily="2" charset="-122"/>
              </a:rPr>
              <a:t>1. </a:t>
            </a:r>
            <a:r>
              <a:rPr lang="zh-CN" altLang="en-US" sz="2000">
                <a:latin typeface="宋体" panose="02010600030101010101" pitchFamily="2" charset="-122"/>
              </a:rPr>
              <a:t>在你曾参与的软件项目中，你是作为需方还是供方</a:t>
            </a:r>
            <a:r>
              <a:rPr lang="en-US" altLang="zh-CN" sz="2000">
                <a:latin typeface="宋体" panose="02010600030101010101" pitchFamily="2" charset="-122"/>
              </a:rPr>
              <a:t>?</a:t>
            </a:r>
          </a:p>
          <a:p>
            <a:pPr eaLnBrk="1" hangingPunct="1">
              <a:lnSpc>
                <a:spcPct val="150000"/>
              </a:lnSpc>
              <a:buFont typeface="Wingdings 2" panose="05020102010507070707" pitchFamily="18" charset="2"/>
              <a:buNone/>
            </a:pPr>
            <a:r>
              <a:rPr lang="en-US" altLang="zh-CN" sz="2000">
                <a:latin typeface="宋体" panose="02010600030101010101" pitchFamily="2" charset="-122"/>
              </a:rPr>
              <a:t>2. </a:t>
            </a:r>
            <a:r>
              <a:rPr lang="zh-CN" altLang="en-US" sz="2000">
                <a:latin typeface="宋体" panose="02010600030101010101" pitchFamily="2" charset="-122"/>
              </a:rPr>
              <a:t>假设你是某软件企业的项目经理，企业在竞标一个软件项目，现在需要你编写一份合同文本的草案，请你试着编写一份合同文本。</a:t>
            </a:r>
          </a:p>
          <a:p>
            <a:pPr eaLnBrk="1" hangingPunct="1">
              <a:lnSpc>
                <a:spcPct val="150000"/>
              </a:lnSpc>
              <a:buFont typeface="Wingdings 2" panose="05020102010507070707" pitchFamily="18" charset="2"/>
              <a:buNone/>
            </a:pPr>
            <a:r>
              <a:rPr lang="en-US" altLang="zh-CN" sz="2000">
                <a:latin typeface="宋体" panose="02010600030101010101" pitchFamily="2" charset="-122"/>
              </a:rPr>
              <a:t>3. </a:t>
            </a:r>
            <a:r>
              <a:rPr lang="zh-CN" altLang="en-US" sz="2000">
                <a:latin typeface="宋体" panose="02010600030101010101" pitchFamily="2" charset="-122"/>
              </a:rPr>
              <a:t>假设你所在的单位准备加强内部信息化建设，试图找一家软件公司开发一个单位综合信息管理系统，请你拟定一份系统业务需求。</a:t>
            </a:r>
          </a:p>
        </p:txBody>
      </p:sp>
    </p:spTree>
  </p:cSld>
  <p:clrMapOvr>
    <a:masterClrMapping/>
  </p:clrMapOvr>
</p:sld>
</file>

<file path=ppt/theme/theme1.xml><?xml version="1.0" encoding="utf-8"?>
<a:theme xmlns:a="http://schemas.openxmlformats.org/drawingml/2006/main" name="1_默认设计模板">
  <a:themeElements>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hlink"/>
        </a:solidFill>
        <a:ln>
          <a:noFill/>
        </a:ln>
        <a:effectLst/>
        <a:extLst>
          <a:ext uri="{91240B29-F687-4F45-9708-019B960494DF}">
            <a14:hiddenLine xmlns:a14="http://schemas.microsoft.com/office/drawing/2010/main" w="635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hlink"/>
        </a:solidFill>
        <a:ln>
          <a:noFill/>
        </a:ln>
        <a:effectLst/>
        <a:extLst>
          <a:ext uri="{91240B29-F687-4F45-9708-019B960494DF}">
            <a14:hiddenLine xmlns:a14="http://schemas.microsoft.com/office/drawing/2010/main" w="635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2447</TotalTime>
  <Words>2338</Words>
  <Application>Microsoft Office PowerPoint</Application>
  <PresentationFormat>全屏显示(4:3)</PresentationFormat>
  <Paragraphs>370</Paragraphs>
  <Slides>40</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50" baseType="lpstr">
      <vt:lpstr>黑体</vt:lpstr>
      <vt:lpstr>宋体</vt:lpstr>
      <vt:lpstr>Arial</vt:lpstr>
      <vt:lpstr>Arial Narrow</vt:lpstr>
      <vt:lpstr>Comic Sans MS</vt:lpstr>
      <vt:lpstr>Times New Roman</vt:lpstr>
      <vt:lpstr>Wingdings</vt:lpstr>
      <vt:lpstr>Wingdings 2</vt:lpstr>
      <vt:lpstr>1_默认设计模板</vt:lpstr>
      <vt:lpstr>Clip</vt:lpstr>
      <vt:lpstr>第 2 章   软件项目合同管理 </vt:lpstr>
      <vt:lpstr>本章内容提要</vt:lpstr>
      <vt:lpstr>2.1  合同管理概述</vt:lpstr>
      <vt:lpstr>2.1  合同管理概述</vt:lpstr>
      <vt:lpstr>合同管理概述</vt:lpstr>
      <vt:lpstr>合同管理概述</vt:lpstr>
      <vt:lpstr>合同管理概述</vt:lpstr>
      <vt:lpstr>合同管理概述</vt:lpstr>
      <vt:lpstr>本章内容提要</vt:lpstr>
      <vt:lpstr>2.2  需方合同环境</vt:lpstr>
      <vt:lpstr>需方合同环境 </vt:lpstr>
      <vt:lpstr>需方合同环境</vt:lpstr>
      <vt:lpstr>需方合同环境</vt:lpstr>
      <vt:lpstr>需方合同环境</vt:lpstr>
      <vt:lpstr>需方合同环境</vt:lpstr>
      <vt:lpstr>需方合同环境</vt:lpstr>
      <vt:lpstr>需方合同环境</vt:lpstr>
      <vt:lpstr>需方合同环境</vt:lpstr>
      <vt:lpstr>需方合同环境</vt:lpstr>
      <vt:lpstr>需方合同环境</vt:lpstr>
      <vt:lpstr>本章内容提要</vt:lpstr>
      <vt:lpstr>2.3  供方合同环境</vt:lpstr>
      <vt:lpstr>供方合同环境</vt:lpstr>
      <vt:lpstr>供方合同环境</vt:lpstr>
      <vt:lpstr>供方合同环境</vt:lpstr>
      <vt:lpstr>供方合同环境</vt:lpstr>
      <vt:lpstr>供方合同环境</vt:lpstr>
      <vt:lpstr>供方合同环境</vt:lpstr>
      <vt:lpstr>供方合同环境</vt:lpstr>
      <vt:lpstr>供方合同环境</vt:lpstr>
      <vt:lpstr>供方合同环境</vt:lpstr>
      <vt:lpstr>供方合同环境</vt:lpstr>
      <vt:lpstr>供方合同环境</vt:lpstr>
      <vt:lpstr>本章内容提要</vt:lpstr>
      <vt:lpstr>2.2-2.3  合同环境</vt:lpstr>
      <vt:lpstr>2.4 软件项目合同条款分析</vt:lpstr>
      <vt:lpstr>本章内容提要</vt:lpstr>
      <vt:lpstr>2.5  本章小结</vt:lpstr>
      <vt:lpstr>本章内容提要</vt:lpstr>
      <vt:lpstr>2.6  复习思考题</vt:lpstr>
    </vt:vector>
  </TitlesOfParts>
  <Manager>杨立东</Manager>
  <Company>CRS Tech（上海连陆）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P01-CMMI实践解析－CMMI模型概述</dc:title>
  <dc:subject>CMMI模型概述</dc:subject>
  <dc:creator>杨立东</dc:creator>
  <cp:lastModifiedBy>Mingjian Jiang</cp:lastModifiedBy>
  <cp:revision>191</cp:revision>
  <dcterms:created xsi:type="dcterms:W3CDTF">2005-05-27T08:51:01Z</dcterms:created>
  <dcterms:modified xsi:type="dcterms:W3CDTF">2024-08-26T02:05:11Z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说明">
    <vt:lpwstr>PowerPoint 打印文稿</vt:lpwstr>
  </property>
</Properties>
</file>