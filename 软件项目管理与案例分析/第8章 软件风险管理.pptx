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56"/>
  </p:notesMasterIdLst>
  <p:sldIdLst>
    <p:sldId id="256" r:id="rId2"/>
    <p:sldId id="308" r:id="rId3"/>
    <p:sldId id="348" r:id="rId4"/>
    <p:sldId id="390" r:id="rId5"/>
    <p:sldId id="408" r:id="rId6"/>
    <p:sldId id="400" r:id="rId7"/>
    <p:sldId id="349" r:id="rId8"/>
    <p:sldId id="350" r:id="rId9"/>
    <p:sldId id="382" r:id="rId10"/>
    <p:sldId id="309" r:id="rId11"/>
    <p:sldId id="391" r:id="rId12"/>
    <p:sldId id="392" r:id="rId13"/>
    <p:sldId id="352" r:id="rId14"/>
    <p:sldId id="409" r:id="rId15"/>
    <p:sldId id="401" r:id="rId16"/>
    <p:sldId id="353" r:id="rId17"/>
    <p:sldId id="402" r:id="rId18"/>
    <p:sldId id="354" r:id="rId19"/>
    <p:sldId id="383" r:id="rId20"/>
    <p:sldId id="312" r:id="rId21"/>
    <p:sldId id="403" r:id="rId22"/>
    <p:sldId id="356" r:id="rId23"/>
    <p:sldId id="393" r:id="rId24"/>
    <p:sldId id="405" r:id="rId25"/>
    <p:sldId id="404" r:id="rId26"/>
    <p:sldId id="357" r:id="rId27"/>
    <p:sldId id="394" r:id="rId28"/>
    <p:sldId id="395" r:id="rId29"/>
    <p:sldId id="406" r:id="rId30"/>
    <p:sldId id="407" r:id="rId31"/>
    <p:sldId id="358" r:id="rId32"/>
    <p:sldId id="396" r:id="rId33"/>
    <p:sldId id="384" r:id="rId34"/>
    <p:sldId id="367" r:id="rId35"/>
    <p:sldId id="397" r:id="rId36"/>
    <p:sldId id="398" r:id="rId37"/>
    <p:sldId id="399" r:id="rId38"/>
    <p:sldId id="385" r:id="rId39"/>
    <p:sldId id="368" r:id="rId40"/>
    <p:sldId id="386" r:id="rId41"/>
    <p:sldId id="369" r:id="rId42"/>
    <p:sldId id="370" r:id="rId43"/>
    <p:sldId id="371" r:id="rId44"/>
    <p:sldId id="372" r:id="rId45"/>
    <p:sldId id="373" r:id="rId46"/>
    <p:sldId id="374" r:id="rId47"/>
    <p:sldId id="375" r:id="rId48"/>
    <p:sldId id="376" r:id="rId49"/>
    <p:sldId id="377" r:id="rId50"/>
    <p:sldId id="378" r:id="rId51"/>
    <p:sldId id="389" r:id="rId52"/>
    <p:sldId id="379" r:id="rId53"/>
    <p:sldId id="387" r:id="rId54"/>
    <p:sldId id="381" r:id="rId55"/>
  </p:sldIdLst>
  <p:sldSz cx="9144000" cy="6858000" type="screen4x3"/>
  <p:notesSz cx="6858000" cy="9144000"/>
  <p:defaultTextStyle>
    <a:defPPr>
      <a:defRPr lang="zh-CN"/>
    </a:defPPr>
    <a:lvl1pPr algn="l" rtl="0" eaLnBrk="0" fontAlgn="base" hangingPunct="0">
      <a:spcBef>
        <a:spcPct val="0"/>
      </a:spcBef>
      <a:spcAft>
        <a:spcPct val="0"/>
      </a:spcAft>
      <a:defRPr kumimoji="1" sz="2400" b="1" kern="1200">
        <a:solidFill>
          <a:schemeClr val="bg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umimoji="1" sz="2400" b="1" kern="1200">
        <a:solidFill>
          <a:schemeClr val="bg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umimoji="1" sz="2400" b="1" kern="1200">
        <a:solidFill>
          <a:schemeClr val="bg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umimoji="1" sz="2400" b="1" kern="1200">
        <a:solidFill>
          <a:schemeClr val="bg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umimoji="1" sz="2400" b="1" kern="1200">
        <a:solidFill>
          <a:schemeClr val="bg1"/>
        </a:solidFill>
        <a:latin typeface="Arial" panose="020B0604020202020204" pitchFamily="34" charset="0"/>
        <a:ea typeface="宋体" panose="02010600030101010101" pitchFamily="2" charset="-122"/>
        <a:cs typeface="+mn-cs"/>
      </a:defRPr>
    </a:lvl5pPr>
    <a:lvl6pPr marL="2286000" algn="l" defTabSz="914400" rtl="0" eaLnBrk="1" latinLnBrk="0" hangingPunct="1">
      <a:defRPr kumimoji="1" sz="2400" b="1" kern="1200">
        <a:solidFill>
          <a:schemeClr val="bg1"/>
        </a:solidFill>
        <a:latin typeface="Arial" panose="020B0604020202020204" pitchFamily="34" charset="0"/>
        <a:ea typeface="宋体" panose="02010600030101010101" pitchFamily="2" charset="-122"/>
        <a:cs typeface="+mn-cs"/>
      </a:defRPr>
    </a:lvl6pPr>
    <a:lvl7pPr marL="2743200" algn="l" defTabSz="914400" rtl="0" eaLnBrk="1" latinLnBrk="0" hangingPunct="1">
      <a:defRPr kumimoji="1" sz="2400" b="1" kern="1200">
        <a:solidFill>
          <a:schemeClr val="bg1"/>
        </a:solidFill>
        <a:latin typeface="Arial" panose="020B0604020202020204" pitchFamily="34" charset="0"/>
        <a:ea typeface="宋体" panose="02010600030101010101" pitchFamily="2" charset="-122"/>
        <a:cs typeface="+mn-cs"/>
      </a:defRPr>
    </a:lvl7pPr>
    <a:lvl8pPr marL="3200400" algn="l" defTabSz="914400" rtl="0" eaLnBrk="1" latinLnBrk="0" hangingPunct="1">
      <a:defRPr kumimoji="1" sz="2400" b="1" kern="1200">
        <a:solidFill>
          <a:schemeClr val="bg1"/>
        </a:solidFill>
        <a:latin typeface="Arial" panose="020B0604020202020204" pitchFamily="34" charset="0"/>
        <a:ea typeface="宋体" panose="02010600030101010101" pitchFamily="2" charset="-122"/>
        <a:cs typeface="+mn-cs"/>
      </a:defRPr>
    </a:lvl8pPr>
    <a:lvl9pPr marL="3657600" algn="l" defTabSz="914400" rtl="0" eaLnBrk="1" latinLnBrk="0" hangingPunct="1">
      <a:defRPr kumimoji="1" sz="2400" b="1" kern="1200">
        <a:solidFill>
          <a:schemeClr val="bg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CC00"/>
    <a:srgbClr val="FF66FF"/>
    <a:srgbClr val="CCFFFF"/>
    <a:srgbClr val="FFFFCC"/>
    <a:srgbClr val="FFFF99"/>
    <a:srgbClr val="CC6600"/>
    <a:srgbClr val="86B4E6"/>
    <a:srgbClr val="C6A30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32" autoAdjust="0"/>
    <p:restoredTop sz="99507" autoAdjust="0"/>
  </p:normalViewPr>
  <p:slideViewPr>
    <p:cSldViewPr>
      <p:cViewPr varScale="1">
        <p:scale>
          <a:sx n="121" d="100"/>
          <a:sy n="121" d="100"/>
        </p:scale>
        <p:origin x="1349" y="-67"/>
      </p:cViewPr>
      <p:guideLst>
        <p:guide orient="horz" pos="2160"/>
        <p:guide pos="2880"/>
      </p:guideLst>
    </p:cSldViewPr>
  </p:slideViewPr>
  <p:notesTextViewPr>
    <p:cViewPr>
      <p:scale>
        <a:sx n="100" d="100"/>
        <a:sy n="100" d="100"/>
      </p:scale>
      <p:origin x="0" y="0"/>
    </p:cViewPr>
  </p:notesTextViewPr>
  <p:sorterViewPr>
    <p:cViewPr>
      <p:scale>
        <a:sx n="20" d="100"/>
        <a:sy n="2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D038518C-4696-4887-988B-7129472AE210}"/>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b="0">
                <a:solidFill>
                  <a:schemeClr val="tx1"/>
                </a:solidFill>
                <a:latin typeface="Times New Roman" pitchFamily="18" charset="0"/>
              </a:defRPr>
            </a:lvl1pPr>
          </a:lstStyle>
          <a:p>
            <a:pPr>
              <a:defRPr/>
            </a:pPr>
            <a:endParaRPr lang="en-US" altLang="zh-CN"/>
          </a:p>
        </p:txBody>
      </p:sp>
      <p:sp>
        <p:nvSpPr>
          <p:cNvPr id="35843" name="Rectangle 3">
            <a:extLst>
              <a:ext uri="{FF2B5EF4-FFF2-40B4-BE49-F238E27FC236}">
                <a16:creationId xmlns:a16="http://schemas.microsoft.com/office/drawing/2014/main" id="{E575E894-0336-4F26-A24A-226EB76F81B3}"/>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solidFill>
                  <a:schemeClr val="tx1"/>
                </a:solidFill>
                <a:latin typeface="Times New Roman" pitchFamily="18" charset="0"/>
              </a:defRPr>
            </a:lvl1pPr>
          </a:lstStyle>
          <a:p>
            <a:pPr>
              <a:defRPr/>
            </a:pPr>
            <a:endParaRPr lang="en-US" altLang="zh-CN"/>
          </a:p>
        </p:txBody>
      </p:sp>
      <p:sp>
        <p:nvSpPr>
          <p:cNvPr id="3076" name="Rectangle 4">
            <a:extLst>
              <a:ext uri="{FF2B5EF4-FFF2-40B4-BE49-F238E27FC236}">
                <a16:creationId xmlns:a16="http://schemas.microsoft.com/office/drawing/2014/main" id="{EC7D727A-CD43-4376-47C4-E75DDAEA2FDF}"/>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5" name="Rectangle 5">
            <a:extLst>
              <a:ext uri="{FF2B5EF4-FFF2-40B4-BE49-F238E27FC236}">
                <a16:creationId xmlns:a16="http://schemas.microsoft.com/office/drawing/2014/main" id="{C61A4D32-0843-4555-A931-2FC8B4F95B6D}"/>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35846" name="Rectangle 6">
            <a:extLst>
              <a:ext uri="{FF2B5EF4-FFF2-40B4-BE49-F238E27FC236}">
                <a16:creationId xmlns:a16="http://schemas.microsoft.com/office/drawing/2014/main" id="{25224413-501B-4704-9239-B2E054D03A2C}"/>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b="0">
                <a:solidFill>
                  <a:schemeClr val="tx1"/>
                </a:solidFill>
                <a:latin typeface="Times New Roman" pitchFamily="18" charset="0"/>
              </a:defRPr>
            </a:lvl1pPr>
          </a:lstStyle>
          <a:p>
            <a:pPr>
              <a:defRPr/>
            </a:pPr>
            <a:endParaRPr lang="en-US" altLang="zh-CN"/>
          </a:p>
        </p:txBody>
      </p:sp>
      <p:sp>
        <p:nvSpPr>
          <p:cNvPr id="35847" name="Rectangle 7">
            <a:extLst>
              <a:ext uri="{FF2B5EF4-FFF2-40B4-BE49-F238E27FC236}">
                <a16:creationId xmlns:a16="http://schemas.microsoft.com/office/drawing/2014/main" id="{155DF985-DBCD-428C-9836-872437D60414}"/>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a:solidFill>
                  <a:schemeClr val="tx1"/>
                </a:solidFill>
                <a:latin typeface="Times New Roman" panose="02020603050405020304" pitchFamily="18" charset="0"/>
              </a:defRPr>
            </a:lvl1pPr>
          </a:lstStyle>
          <a:p>
            <a:fld id="{75B132D3-4357-4368-B838-4DE136312993}"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C8655613-2345-EB35-6CB7-D8F2FF25BEC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BAAC7D32-A866-4C72-9DB8-6884928B1310}" type="slidenum">
              <a:rPr lang="en-US" altLang="zh-CN" sz="1200" b="0">
                <a:solidFill>
                  <a:schemeClr val="tx1"/>
                </a:solidFill>
                <a:latin typeface="Times New Roman" panose="02020603050405020304" pitchFamily="18" charset="0"/>
              </a:rPr>
              <a:pPr/>
              <a:t>1</a:t>
            </a:fld>
            <a:endParaRPr lang="en-US" altLang="zh-CN" sz="1200" b="0">
              <a:solidFill>
                <a:schemeClr val="tx1"/>
              </a:solidFill>
              <a:latin typeface="Times New Roman" panose="02020603050405020304" pitchFamily="18" charset="0"/>
            </a:endParaRPr>
          </a:p>
        </p:txBody>
      </p:sp>
      <p:sp>
        <p:nvSpPr>
          <p:cNvPr id="5123" name="Rectangle 2">
            <a:extLst>
              <a:ext uri="{FF2B5EF4-FFF2-40B4-BE49-F238E27FC236}">
                <a16:creationId xmlns:a16="http://schemas.microsoft.com/office/drawing/2014/main" id="{0589F63B-384E-DA44-1313-90E80848E169}"/>
              </a:ext>
            </a:extLst>
          </p:cNvPr>
          <p:cNvSpPr>
            <a:spLocks noGrp="1" noRot="1" noChangeAspect="1" noChangeArrowheads="1" noTextEdit="1"/>
          </p:cNvSpPr>
          <p:nvPr>
            <p:ph type="sldImg"/>
          </p:nvPr>
        </p:nvSpPr>
        <p:spPr>
          <a:ln/>
        </p:spPr>
      </p:sp>
      <p:sp>
        <p:nvSpPr>
          <p:cNvPr id="5124" name="Rectangle 3">
            <a:extLst>
              <a:ext uri="{FF2B5EF4-FFF2-40B4-BE49-F238E27FC236}">
                <a16:creationId xmlns:a16="http://schemas.microsoft.com/office/drawing/2014/main" id="{6FFE9C44-AB84-03FE-2DFD-11DAB54D177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82B62163-FE81-D0D3-19FB-0A6C393AB77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5659C6F1-6D42-4BB7-B4D0-257A2CE5B59D}" type="slidenum">
              <a:rPr lang="en-US" altLang="zh-CN" sz="1200" b="0">
                <a:solidFill>
                  <a:schemeClr val="tx1"/>
                </a:solidFill>
                <a:latin typeface="Times New Roman" panose="02020603050405020304" pitchFamily="18" charset="0"/>
              </a:rPr>
              <a:pPr/>
              <a:t>2</a:t>
            </a:fld>
            <a:endParaRPr lang="en-US" altLang="zh-CN" sz="1200" b="0">
              <a:solidFill>
                <a:schemeClr val="tx1"/>
              </a:solidFill>
              <a:latin typeface="Times New Roman" panose="02020603050405020304" pitchFamily="18" charset="0"/>
            </a:endParaRPr>
          </a:p>
        </p:txBody>
      </p:sp>
      <p:sp>
        <p:nvSpPr>
          <p:cNvPr id="7171" name="Rectangle 2">
            <a:extLst>
              <a:ext uri="{FF2B5EF4-FFF2-40B4-BE49-F238E27FC236}">
                <a16:creationId xmlns:a16="http://schemas.microsoft.com/office/drawing/2014/main" id="{A5158C4B-BF09-992E-17DE-3496EE0B5D6E}"/>
              </a:ext>
            </a:extLst>
          </p:cNvPr>
          <p:cNvSpPr>
            <a:spLocks noGrp="1" noRot="1" noChangeAspect="1" noChangeArrowheads="1" noTextEdit="1"/>
          </p:cNvSpPr>
          <p:nvPr>
            <p:ph type="sldImg"/>
          </p:nvPr>
        </p:nvSpPr>
        <p:spPr>
          <a:ln/>
        </p:spPr>
      </p:sp>
      <p:sp>
        <p:nvSpPr>
          <p:cNvPr id="7172" name="Rectangle 3">
            <a:extLst>
              <a:ext uri="{FF2B5EF4-FFF2-40B4-BE49-F238E27FC236}">
                <a16:creationId xmlns:a16="http://schemas.microsoft.com/office/drawing/2014/main" id="{2966BDE3-B452-881B-223B-46E0E671A3B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78E75ED4-1F3E-4A0A-3F2F-B7EEA1DC80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EA952846-5819-4AC6-AE6A-67FAAE7BF4EA}" type="slidenum">
              <a:rPr lang="en-US" altLang="zh-CN" sz="1200" b="0">
                <a:solidFill>
                  <a:schemeClr val="tx1"/>
                </a:solidFill>
                <a:latin typeface="Times New Roman" panose="02020603050405020304" pitchFamily="18" charset="0"/>
              </a:rPr>
              <a:pPr/>
              <a:t>3</a:t>
            </a:fld>
            <a:endParaRPr lang="en-US" altLang="zh-CN" sz="1200" b="0">
              <a:solidFill>
                <a:schemeClr val="tx1"/>
              </a:solidFill>
              <a:latin typeface="Times New Roman" panose="02020603050405020304" pitchFamily="18" charset="0"/>
            </a:endParaRPr>
          </a:p>
        </p:txBody>
      </p:sp>
      <p:sp>
        <p:nvSpPr>
          <p:cNvPr id="9219" name="Rectangle 2">
            <a:extLst>
              <a:ext uri="{FF2B5EF4-FFF2-40B4-BE49-F238E27FC236}">
                <a16:creationId xmlns:a16="http://schemas.microsoft.com/office/drawing/2014/main" id="{D1D10F33-35CE-55D7-E66E-822104A2BA32}"/>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B483F1B5-B308-8ED2-C544-37B798EA49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50CC4925-DC6A-7FEC-FB03-D47B07DB30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BD3E1DCF-C73C-4332-9535-A3BF40441C24}" type="slidenum">
              <a:rPr lang="en-US" altLang="zh-CN" sz="1200" b="0">
                <a:solidFill>
                  <a:schemeClr val="tx1"/>
                </a:solidFill>
                <a:latin typeface="Times New Roman" panose="02020603050405020304" pitchFamily="18" charset="0"/>
              </a:rPr>
              <a:pPr/>
              <a:t>4</a:t>
            </a:fld>
            <a:endParaRPr lang="en-US" altLang="zh-CN" sz="1200" b="0">
              <a:solidFill>
                <a:schemeClr val="tx1"/>
              </a:solidFill>
              <a:latin typeface="Times New Roman" panose="02020603050405020304" pitchFamily="18" charset="0"/>
            </a:endParaRPr>
          </a:p>
        </p:txBody>
      </p:sp>
      <p:sp>
        <p:nvSpPr>
          <p:cNvPr id="11267" name="Rectangle 2">
            <a:extLst>
              <a:ext uri="{FF2B5EF4-FFF2-40B4-BE49-F238E27FC236}">
                <a16:creationId xmlns:a16="http://schemas.microsoft.com/office/drawing/2014/main" id="{FCD712C4-5BC1-110A-CB46-7F529545372F}"/>
              </a:ext>
            </a:extLst>
          </p:cNvPr>
          <p:cNvSpPr>
            <a:spLocks noGrp="1" noRot="1" noChangeAspect="1" noChangeArrowheads="1" noTextEdit="1"/>
          </p:cNvSpPr>
          <p:nvPr>
            <p:ph type="sldImg"/>
          </p:nvPr>
        </p:nvSpPr>
        <p:spPr>
          <a:ln/>
        </p:spPr>
      </p:sp>
      <p:sp>
        <p:nvSpPr>
          <p:cNvPr id="11268" name="Rectangle 3">
            <a:extLst>
              <a:ext uri="{FF2B5EF4-FFF2-40B4-BE49-F238E27FC236}">
                <a16:creationId xmlns:a16="http://schemas.microsoft.com/office/drawing/2014/main" id="{AD654F48-D0C9-54E0-80A4-F564B33E555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BCBB86C8-0887-8BD2-896E-3226E587636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62CBE476-2ECB-4F36-9488-EA2D69C45879}" type="slidenum">
              <a:rPr lang="en-US" altLang="zh-CN" sz="1200" b="0">
                <a:solidFill>
                  <a:schemeClr val="tx1"/>
                </a:solidFill>
                <a:latin typeface="Times New Roman" panose="02020603050405020304" pitchFamily="18" charset="0"/>
              </a:rPr>
              <a:pPr/>
              <a:t>5</a:t>
            </a:fld>
            <a:endParaRPr lang="en-US" altLang="zh-CN" sz="1200" b="0">
              <a:solidFill>
                <a:schemeClr val="tx1"/>
              </a:solidFill>
              <a:latin typeface="Times New Roman" panose="02020603050405020304" pitchFamily="18" charset="0"/>
            </a:endParaRPr>
          </a:p>
        </p:txBody>
      </p:sp>
      <p:sp>
        <p:nvSpPr>
          <p:cNvPr id="13315" name="Rectangle 2">
            <a:extLst>
              <a:ext uri="{FF2B5EF4-FFF2-40B4-BE49-F238E27FC236}">
                <a16:creationId xmlns:a16="http://schemas.microsoft.com/office/drawing/2014/main" id="{5108D239-6E86-2CCA-8DE7-71BD95FD9674}"/>
              </a:ext>
            </a:extLst>
          </p:cNvPr>
          <p:cNvSpPr>
            <a:spLocks noGrp="1" noRot="1" noChangeAspect="1" noChangeArrowheads="1" noTextEdit="1"/>
          </p:cNvSpPr>
          <p:nvPr>
            <p:ph type="sldImg"/>
          </p:nvPr>
        </p:nvSpPr>
        <p:spPr>
          <a:ln/>
        </p:spPr>
      </p:sp>
      <p:sp>
        <p:nvSpPr>
          <p:cNvPr id="13316" name="Rectangle 3">
            <a:extLst>
              <a:ext uri="{FF2B5EF4-FFF2-40B4-BE49-F238E27FC236}">
                <a16:creationId xmlns:a16="http://schemas.microsoft.com/office/drawing/2014/main" id="{65960DC3-A63C-83DA-0595-4F62BDE9277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25077343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50CC4925-DC6A-7FEC-FB03-D47B07DB30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BD3E1DCF-C73C-4332-9535-A3BF40441C24}" type="slidenum">
              <a:rPr lang="en-US" altLang="zh-CN" sz="1200" b="0">
                <a:solidFill>
                  <a:schemeClr val="tx1"/>
                </a:solidFill>
                <a:latin typeface="Times New Roman" panose="02020603050405020304" pitchFamily="18" charset="0"/>
              </a:rPr>
              <a:pPr/>
              <a:t>6</a:t>
            </a:fld>
            <a:endParaRPr lang="en-US" altLang="zh-CN" sz="1200" b="0">
              <a:solidFill>
                <a:schemeClr val="tx1"/>
              </a:solidFill>
              <a:latin typeface="Times New Roman" panose="02020603050405020304" pitchFamily="18" charset="0"/>
            </a:endParaRPr>
          </a:p>
        </p:txBody>
      </p:sp>
      <p:sp>
        <p:nvSpPr>
          <p:cNvPr id="11267" name="Rectangle 2">
            <a:extLst>
              <a:ext uri="{FF2B5EF4-FFF2-40B4-BE49-F238E27FC236}">
                <a16:creationId xmlns:a16="http://schemas.microsoft.com/office/drawing/2014/main" id="{FCD712C4-5BC1-110A-CB46-7F529545372F}"/>
              </a:ext>
            </a:extLst>
          </p:cNvPr>
          <p:cNvSpPr>
            <a:spLocks noGrp="1" noRot="1" noChangeAspect="1" noChangeArrowheads="1" noTextEdit="1"/>
          </p:cNvSpPr>
          <p:nvPr>
            <p:ph type="sldImg"/>
          </p:nvPr>
        </p:nvSpPr>
        <p:spPr>
          <a:ln/>
        </p:spPr>
      </p:sp>
      <p:sp>
        <p:nvSpPr>
          <p:cNvPr id="11268" name="Rectangle 3">
            <a:extLst>
              <a:ext uri="{FF2B5EF4-FFF2-40B4-BE49-F238E27FC236}">
                <a16:creationId xmlns:a16="http://schemas.microsoft.com/office/drawing/2014/main" id="{AD654F48-D0C9-54E0-80A4-F564B33E555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4243702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BCBB86C8-0887-8BD2-896E-3226E587636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62CBE476-2ECB-4F36-9488-EA2D69C45879}" type="slidenum">
              <a:rPr lang="en-US" altLang="zh-CN" sz="1200" b="0">
                <a:solidFill>
                  <a:schemeClr val="tx1"/>
                </a:solidFill>
                <a:latin typeface="Times New Roman" panose="02020603050405020304" pitchFamily="18" charset="0"/>
              </a:rPr>
              <a:pPr/>
              <a:t>7</a:t>
            </a:fld>
            <a:endParaRPr lang="en-US" altLang="zh-CN" sz="1200" b="0">
              <a:solidFill>
                <a:schemeClr val="tx1"/>
              </a:solidFill>
              <a:latin typeface="Times New Roman" panose="02020603050405020304" pitchFamily="18" charset="0"/>
            </a:endParaRPr>
          </a:p>
        </p:txBody>
      </p:sp>
      <p:sp>
        <p:nvSpPr>
          <p:cNvPr id="13315" name="Rectangle 2">
            <a:extLst>
              <a:ext uri="{FF2B5EF4-FFF2-40B4-BE49-F238E27FC236}">
                <a16:creationId xmlns:a16="http://schemas.microsoft.com/office/drawing/2014/main" id="{5108D239-6E86-2CCA-8DE7-71BD95FD9674}"/>
              </a:ext>
            </a:extLst>
          </p:cNvPr>
          <p:cNvSpPr>
            <a:spLocks noGrp="1" noRot="1" noChangeAspect="1" noChangeArrowheads="1" noTextEdit="1"/>
          </p:cNvSpPr>
          <p:nvPr>
            <p:ph type="sldImg"/>
          </p:nvPr>
        </p:nvSpPr>
        <p:spPr>
          <a:ln/>
        </p:spPr>
      </p:sp>
      <p:sp>
        <p:nvSpPr>
          <p:cNvPr id="13316" name="Rectangle 3">
            <a:extLst>
              <a:ext uri="{FF2B5EF4-FFF2-40B4-BE49-F238E27FC236}">
                <a16:creationId xmlns:a16="http://schemas.microsoft.com/office/drawing/2014/main" id="{65960DC3-A63C-83DA-0595-4F62BDE9277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D980F614-E069-18F9-D84D-DF4D4DFDE8C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4CE132EF-58F2-481F-B20C-D9A4D6E7FEB9}" type="slidenum">
              <a:rPr lang="en-US" altLang="zh-CN" sz="1200" b="0">
                <a:solidFill>
                  <a:schemeClr val="tx1"/>
                </a:solidFill>
                <a:latin typeface="Times New Roman" panose="02020603050405020304" pitchFamily="18" charset="0"/>
              </a:rPr>
              <a:pPr/>
              <a:t>8</a:t>
            </a:fld>
            <a:endParaRPr lang="en-US" altLang="zh-CN" sz="1200" b="0">
              <a:solidFill>
                <a:schemeClr val="tx1"/>
              </a:solidFill>
              <a:latin typeface="Times New Roman" panose="02020603050405020304" pitchFamily="18" charset="0"/>
            </a:endParaRPr>
          </a:p>
        </p:txBody>
      </p:sp>
      <p:sp>
        <p:nvSpPr>
          <p:cNvPr id="15363" name="Rectangle 2">
            <a:extLst>
              <a:ext uri="{FF2B5EF4-FFF2-40B4-BE49-F238E27FC236}">
                <a16:creationId xmlns:a16="http://schemas.microsoft.com/office/drawing/2014/main" id="{3AF9B950-8C4A-ED98-84B5-09F3211959D4}"/>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id="{5011D450-9659-CD77-7FEA-A181C9A08F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DF844E27-28E4-B083-B513-BC644C25233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42570CAD-25F8-4EE9-B20F-F70EDBA97A87}" type="slidenum">
              <a:rPr lang="en-US" altLang="zh-CN" sz="1200" b="0">
                <a:solidFill>
                  <a:schemeClr val="tx1"/>
                </a:solidFill>
                <a:latin typeface="Times New Roman" panose="02020603050405020304" pitchFamily="18" charset="0"/>
              </a:rPr>
              <a:pPr/>
              <a:t>9</a:t>
            </a:fld>
            <a:endParaRPr lang="en-US" altLang="zh-CN" sz="1200" b="0">
              <a:solidFill>
                <a:schemeClr val="tx1"/>
              </a:solidFill>
              <a:latin typeface="Times New Roman" panose="02020603050405020304" pitchFamily="18" charset="0"/>
            </a:endParaRPr>
          </a:p>
        </p:txBody>
      </p:sp>
      <p:sp>
        <p:nvSpPr>
          <p:cNvPr id="17411" name="Rectangle 2">
            <a:extLst>
              <a:ext uri="{FF2B5EF4-FFF2-40B4-BE49-F238E27FC236}">
                <a16:creationId xmlns:a16="http://schemas.microsoft.com/office/drawing/2014/main" id="{72339AE1-A0FE-51CC-E238-8D9007A69FB6}"/>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15C75177-8A7A-4708-E194-4B73F123DA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F725AD2C-FA67-805A-1061-478FF1A3DAA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1E74EC86-FDDB-4FD8-9A82-6B8643168D8E}" type="slidenum">
              <a:rPr lang="en-US" altLang="zh-CN" sz="1200" b="0">
                <a:solidFill>
                  <a:schemeClr val="tx1"/>
                </a:solidFill>
                <a:latin typeface="Times New Roman" panose="02020603050405020304" pitchFamily="18" charset="0"/>
              </a:rPr>
              <a:pPr/>
              <a:t>10</a:t>
            </a:fld>
            <a:endParaRPr lang="en-US" altLang="zh-CN" sz="1200" b="0">
              <a:solidFill>
                <a:schemeClr val="tx1"/>
              </a:solidFill>
              <a:latin typeface="Times New Roman" panose="02020603050405020304" pitchFamily="18" charset="0"/>
            </a:endParaRPr>
          </a:p>
        </p:txBody>
      </p:sp>
      <p:sp>
        <p:nvSpPr>
          <p:cNvPr id="19459" name="Rectangle 2">
            <a:extLst>
              <a:ext uri="{FF2B5EF4-FFF2-40B4-BE49-F238E27FC236}">
                <a16:creationId xmlns:a16="http://schemas.microsoft.com/office/drawing/2014/main" id="{D3D7A70F-F4FA-55A7-E9F0-7C153FB7FCB0}"/>
              </a:ext>
            </a:extLst>
          </p:cNvPr>
          <p:cNvSpPr>
            <a:spLocks noGrp="1" noRot="1" noChangeAspect="1" noChangeArrowheads="1" noTextEdit="1"/>
          </p:cNvSpPr>
          <p:nvPr>
            <p:ph type="sldImg"/>
          </p:nvPr>
        </p:nvSpPr>
        <p:spPr>
          <a:ln/>
        </p:spPr>
      </p:sp>
      <p:sp>
        <p:nvSpPr>
          <p:cNvPr id="19460" name="Rectangle 3">
            <a:extLst>
              <a:ext uri="{FF2B5EF4-FFF2-40B4-BE49-F238E27FC236}">
                <a16:creationId xmlns:a16="http://schemas.microsoft.com/office/drawing/2014/main" id="{014C6310-D637-24F4-6197-7B9C24AE758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B5DE90B6-20BC-4C2C-F4C8-80E1FADF78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E4985079-1EE3-49D8-B479-79DDB8238EA2}" type="slidenum">
              <a:rPr lang="en-US" altLang="zh-CN" sz="1200" b="0">
                <a:solidFill>
                  <a:schemeClr val="tx1"/>
                </a:solidFill>
                <a:latin typeface="Times New Roman" panose="02020603050405020304" pitchFamily="18" charset="0"/>
              </a:rPr>
              <a:pPr/>
              <a:t>11</a:t>
            </a:fld>
            <a:endParaRPr lang="en-US" altLang="zh-CN" sz="1200" b="0">
              <a:solidFill>
                <a:schemeClr val="tx1"/>
              </a:solidFill>
              <a:latin typeface="Times New Roman" panose="02020603050405020304" pitchFamily="18" charset="0"/>
            </a:endParaRPr>
          </a:p>
        </p:txBody>
      </p:sp>
      <p:sp>
        <p:nvSpPr>
          <p:cNvPr id="21507" name="Rectangle 2">
            <a:extLst>
              <a:ext uri="{FF2B5EF4-FFF2-40B4-BE49-F238E27FC236}">
                <a16:creationId xmlns:a16="http://schemas.microsoft.com/office/drawing/2014/main" id="{FB69709E-14D5-8C45-1284-687F5223F067}"/>
              </a:ext>
            </a:extLst>
          </p:cNvPr>
          <p:cNvSpPr>
            <a:spLocks noGrp="1" noRot="1" noChangeAspect="1" noChangeArrowheads="1" noTextEdit="1"/>
          </p:cNvSpPr>
          <p:nvPr>
            <p:ph type="sldImg"/>
          </p:nvPr>
        </p:nvSpPr>
        <p:spPr>
          <a:ln/>
        </p:spPr>
      </p:sp>
      <p:sp>
        <p:nvSpPr>
          <p:cNvPr id="21508" name="Rectangle 3">
            <a:extLst>
              <a:ext uri="{FF2B5EF4-FFF2-40B4-BE49-F238E27FC236}">
                <a16:creationId xmlns:a16="http://schemas.microsoft.com/office/drawing/2014/main" id="{0414692C-4092-0DA8-F543-499F804AA6E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99A5B013-6E35-EC48-99F2-31E0BC20F46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0EF50E0B-AC89-4A29-AFC1-7D10D3884F0A}" type="slidenum">
              <a:rPr lang="en-US" altLang="zh-CN" sz="1200" b="0">
                <a:solidFill>
                  <a:schemeClr val="tx1"/>
                </a:solidFill>
                <a:latin typeface="Times New Roman" panose="02020603050405020304" pitchFamily="18" charset="0"/>
              </a:rPr>
              <a:pPr/>
              <a:t>12</a:t>
            </a:fld>
            <a:endParaRPr lang="en-US" altLang="zh-CN" sz="1200" b="0">
              <a:solidFill>
                <a:schemeClr val="tx1"/>
              </a:solidFill>
              <a:latin typeface="Times New Roman" panose="02020603050405020304" pitchFamily="18" charset="0"/>
            </a:endParaRPr>
          </a:p>
        </p:txBody>
      </p:sp>
      <p:sp>
        <p:nvSpPr>
          <p:cNvPr id="23555" name="Rectangle 2">
            <a:extLst>
              <a:ext uri="{FF2B5EF4-FFF2-40B4-BE49-F238E27FC236}">
                <a16:creationId xmlns:a16="http://schemas.microsoft.com/office/drawing/2014/main" id="{E49CEFA3-E2D4-8677-1FDD-ECE7F2BE80B5}"/>
              </a:ext>
            </a:extLst>
          </p:cNvPr>
          <p:cNvSpPr>
            <a:spLocks noGrp="1" noRot="1" noChangeAspect="1" noChangeArrowheads="1" noTextEdit="1"/>
          </p:cNvSpPr>
          <p:nvPr>
            <p:ph type="sldImg"/>
          </p:nvPr>
        </p:nvSpPr>
        <p:spPr>
          <a:ln/>
        </p:spPr>
      </p:sp>
      <p:sp>
        <p:nvSpPr>
          <p:cNvPr id="23556" name="Rectangle 3">
            <a:extLst>
              <a:ext uri="{FF2B5EF4-FFF2-40B4-BE49-F238E27FC236}">
                <a16:creationId xmlns:a16="http://schemas.microsoft.com/office/drawing/2014/main" id="{DD238E56-CB39-0B2F-54C5-791E3AA6360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4AD71AC3-0D39-0B49-398A-9D9FA7C200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DFF5DD96-1077-4267-AE06-DC161ACE2ECC}" type="slidenum">
              <a:rPr lang="en-US" altLang="zh-CN" sz="1200" b="0">
                <a:solidFill>
                  <a:schemeClr val="tx1"/>
                </a:solidFill>
                <a:latin typeface="Times New Roman" panose="02020603050405020304" pitchFamily="18" charset="0"/>
              </a:rPr>
              <a:pPr/>
              <a:t>13</a:t>
            </a:fld>
            <a:endParaRPr lang="en-US" altLang="zh-CN" sz="1200" b="0">
              <a:solidFill>
                <a:schemeClr val="tx1"/>
              </a:solidFill>
              <a:latin typeface="Times New Roman" panose="02020603050405020304" pitchFamily="18" charset="0"/>
            </a:endParaRPr>
          </a:p>
        </p:txBody>
      </p:sp>
      <p:sp>
        <p:nvSpPr>
          <p:cNvPr id="25603" name="Rectangle 2">
            <a:extLst>
              <a:ext uri="{FF2B5EF4-FFF2-40B4-BE49-F238E27FC236}">
                <a16:creationId xmlns:a16="http://schemas.microsoft.com/office/drawing/2014/main" id="{5421710B-F430-F21A-760F-7C53B5013952}"/>
              </a:ext>
            </a:extLst>
          </p:cNvPr>
          <p:cNvSpPr>
            <a:spLocks noGrp="1" noRot="1" noChangeAspect="1" noChangeArrowheads="1" noTextEdit="1"/>
          </p:cNvSpPr>
          <p:nvPr>
            <p:ph type="sldImg"/>
          </p:nvPr>
        </p:nvSpPr>
        <p:spPr>
          <a:ln/>
        </p:spPr>
      </p:sp>
      <p:sp>
        <p:nvSpPr>
          <p:cNvPr id="25604" name="Rectangle 3">
            <a:extLst>
              <a:ext uri="{FF2B5EF4-FFF2-40B4-BE49-F238E27FC236}">
                <a16:creationId xmlns:a16="http://schemas.microsoft.com/office/drawing/2014/main" id="{17EE4D50-E605-2B3C-7413-C7BA6F68999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4AD71AC3-0D39-0B49-398A-9D9FA7C200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DFF5DD96-1077-4267-AE06-DC161ACE2ECC}" type="slidenum">
              <a:rPr lang="en-US" altLang="zh-CN" sz="1200" b="0">
                <a:solidFill>
                  <a:schemeClr val="tx1"/>
                </a:solidFill>
                <a:latin typeface="Times New Roman" panose="02020603050405020304" pitchFamily="18" charset="0"/>
              </a:rPr>
              <a:pPr/>
              <a:t>14</a:t>
            </a:fld>
            <a:endParaRPr lang="en-US" altLang="zh-CN" sz="1200" b="0">
              <a:solidFill>
                <a:schemeClr val="tx1"/>
              </a:solidFill>
              <a:latin typeface="Times New Roman" panose="02020603050405020304" pitchFamily="18" charset="0"/>
            </a:endParaRPr>
          </a:p>
        </p:txBody>
      </p:sp>
      <p:sp>
        <p:nvSpPr>
          <p:cNvPr id="25603" name="Rectangle 2">
            <a:extLst>
              <a:ext uri="{FF2B5EF4-FFF2-40B4-BE49-F238E27FC236}">
                <a16:creationId xmlns:a16="http://schemas.microsoft.com/office/drawing/2014/main" id="{5421710B-F430-F21A-760F-7C53B5013952}"/>
              </a:ext>
            </a:extLst>
          </p:cNvPr>
          <p:cNvSpPr>
            <a:spLocks noGrp="1" noRot="1" noChangeAspect="1" noChangeArrowheads="1" noTextEdit="1"/>
          </p:cNvSpPr>
          <p:nvPr>
            <p:ph type="sldImg"/>
          </p:nvPr>
        </p:nvSpPr>
        <p:spPr>
          <a:ln/>
        </p:spPr>
      </p:sp>
      <p:sp>
        <p:nvSpPr>
          <p:cNvPr id="25604" name="Rectangle 3">
            <a:extLst>
              <a:ext uri="{FF2B5EF4-FFF2-40B4-BE49-F238E27FC236}">
                <a16:creationId xmlns:a16="http://schemas.microsoft.com/office/drawing/2014/main" id="{17EE4D50-E605-2B3C-7413-C7BA6F68999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30690713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4AD71AC3-0D39-0B49-398A-9D9FA7C200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DFF5DD96-1077-4267-AE06-DC161ACE2ECC}" type="slidenum">
              <a:rPr lang="en-US" altLang="zh-CN" sz="1200" b="0">
                <a:solidFill>
                  <a:schemeClr val="tx1"/>
                </a:solidFill>
                <a:latin typeface="Times New Roman" panose="02020603050405020304" pitchFamily="18" charset="0"/>
              </a:rPr>
              <a:pPr/>
              <a:t>15</a:t>
            </a:fld>
            <a:endParaRPr lang="en-US" altLang="zh-CN" sz="1200" b="0">
              <a:solidFill>
                <a:schemeClr val="tx1"/>
              </a:solidFill>
              <a:latin typeface="Times New Roman" panose="02020603050405020304" pitchFamily="18" charset="0"/>
            </a:endParaRPr>
          </a:p>
        </p:txBody>
      </p:sp>
      <p:sp>
        <p:nvSpPr>
          <p:cNvPr id="25603" name="Rectangle 2">
            <a:extLst>
              <a:ext uri="{FF2B5EF4-FFF2-40B4-BE49-F238E27FC236}">
                <a16:creationId xmlns:a16="http://schemas.microsoft.com/office/drawing/2014/main" id="{5421710B-F430-F21A-760F-7C53B5013952}"/>
              </a:ext>
            </a:extLst>
          </p:cNvPr>
          <p:cNvSpPr>
            <a:spLocks noGrp="1" noRot="1" noChangeAspect="1" noChangeArrowheads="1" noTextEdit="1"/>
          </p:cNvSpPr>
          <p:nvPr>
            <p:ph type="sldImg"/>
          </p:nvPr>
        </p:nvSpPr>
        <p:spPr>
          <a:ln/>
        </p:spPr>
      </p:sp>
      <p:sp>
        <p:nvSpPr>
          <p:cNvPr id="25604" name="Rectangle 3">
            <a:extLst>
              <a:ext uri="{FF2B5EF4-FFF2-40B4-BE49-F238E27FC236}">
                <a16:creationId xmlns:a16="http://schemas.microsoft.com/office/drawing/2014/main" id="{17EE4D50-E605-2B3C-7413-C7BA6F68999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9166079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E16197AA-A59F-CCBB-6D4E-FB17E322E4B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1B1E5A6E-99E4-4BAA-B709-C5F656561A81}" type="slidenum">
              <a:rPr lang="en-US" altLang="zh-CN" sz="1200" b="0">
                <a:solidFill>
                  <a:schemeClr val="tx1"/>
                </a:solidFill>
                <a:latin typeface="Times New Roman" panose="02020603050405020304" pitchFamily="18" charset="0"/>
              </a:rPr>
              <a:pPr/>
              <a:t>16</a:t>
            </a:fld>
            <a:endParaRPr lang="en-US" altLang="zh-CN" sz="1200" b="0">
              <a:solidFill>
                <a:schemeClr val="tx1"/>
              </a:solidFill>
              <a:latin typeface="Times New Roman" panose="02020603050405020304" pitchFamily="18" charset="0"/>
            </a:endParaRPr>
          </a:p>
        </p:txBody>
      </p:sp>
      <p:sp>
        <p:nvSpPr>
          <p:cNvPr id="27651" name="Rectangle 2">
            <a:extLst>
              <a:ext uri="{FF2B5EF4-FFF2-40B4-BE49-F238E27FC236}">
                <a16:creationId xmlns:a16="http://schemas.microsoft.com/office/drawing/2014/main" id="{341EB7B9-960A-1365-7F52-2AFE7F0E699C}"/>
              </a:ext>
            </a:extLst>
          </p:cNvPr>
          <p:cNvSpPr>
            <a:spLocks noGrp="1" noRot="1" noChangeAspect="1" noChangeArrowheads="1" noTextEdit="1"/>
          </p:cNvSpPr>
          <p:nvPr>
            <p:ph type="sldImg"/>
          </p:nvPr>
        </p:nvSpPr>
        <p:spPr>
          <a:ln/>
        </p:spPr>
      </p:sp>
      <p:sp>
        <p:nvSpPr>
          <p:cNvPr id="27652" name="Rectangle 3">
            <a:extLst>
              <a:ext uri="{FF2B5EF4-FFF2-40B4-BE49-F238E27FC236}">
                <a16:creationId xmlns:a16="http://schemas.microsoft.com/office/drawing/2014/main" id="{F85B6919-7A56-29E1-B18F-11934F31F59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DE077DAC-4E23-E913-9185-2294A0F8696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B39FE9A1-5CA3-4922-A953-568949E0BD24}" type="slidenum">
              <a:rPr lang="en-US" altLang="zh-CN" sz="1200" b="0">
                <a:solidFill>
                  <a:schemeClr val="tx1"/>
                </a:solidFill>
                <a:latin typeface="Times New Roman" panose="02020603050405020304" pitchFamily="18" charset="0"/>
              </a:rPr>
              <a:pPr/>
              <a:t>17</a:t>
            </a:fld>
            <a:endParaRPr lang="en-US" altLang="zh-CN" sz="1200" b="0">
              <a:solidFill>
                <a:schemeClr val="tx1"/>
              </a:solidFill>
              <a:latin typeface="Times New Roman" panose="02020603050405020304" pitchFamily="18" charset="0"/>
            </a:endParaRPr>
          </a:p>
        </p:txBody>
      </p:sp>
      <p:sp>
        <p:nvSpPr>
          <p:cNvPr id="29699" name="Rectangle 2">
            <a:extLst>
              <a:ext uri="{FF2B5EF4-FFF2-40B4-BE49-F238E27FC236}">
                <a16:creationId xmlns:a16="http://schemas.microsoft.com/office/drawing/2014/main" id="{CC3265EB-6EEB-0E94-7136-9D4A16A20FE6}"/>
              </a:ext>
            </a:extLst>
          </p:cNvPr>
          <p:cNvSpPr>
            <a:spLocks noGrp="1" noRot="1" noChangeAspect="1" noChangeArrowheads="1" noTextEdit="1"/>
          </p:cNvSpPr>
          <p:nvPr>
            <p:ph type="sldImg"/>
          </p:nvPr>
        </p:nvSpPr>
        <p:spPr>
          <a:ln/>
        </p:spPr>
      </p:sp>
      <p:sp>
        <p:nvSpPr>
          <p:cNvPr id="29700" name="Rectangle 3">
            <a:extLst>
              <a:ext uri="{FF2B5EF4-FFF2-40B4-BE49-F238E27FC236}">
                <a16:creationId xmlns:a16="http://schemas.microsoft.com/office/drawing/2014/main" id="{84F595EE-EFF7-9303-F882-B844F2642BA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35504569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DE077DAC-4E23-E913-9185-2294A0F8696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B39FE9A1-5CA3-4922-A953-568949E0BD24}" type="slidenum">
              <a:rPr lang="en-US" altLang="zh-CN" sz="1200" b="0">
                <a:solidFill>
                  <a:schemeClr val="tx1"/>
                </a:solidFill>
                <a:latin typeface="Times New Roman" panose="02020603050405020304" pitchFamily="18" charset="0"/>
              </a:rPr>
              <a:pPr/>
              <a:t>18</a:t>
            </a:fld>
            <a:endParaRPr lang="en-US" altLang="zh-CN" sz="1200" b="0">
              <a:solidFill>
                <a:schemeClr val="tx1"/>
              </a:solidFill>
              <a:latin typeface="Times New Roman" panose="02020603050405020304" pitchFamily="18" charset="0"/>
            </a:endParaRPr>
          </a:p>
        </p:txBody>
      </p:sp>
      <p:sp>
        <p:nvSpPr>
          <p:cNvPr id="29699" name="Rectangle 2">
            <a:extLst>
              <a:ext uri="{FF2B5EF4-FFF2-40B4-BE49-F238E27FC236}">
                <a16:creationId xmlns:a16="http://schemas.microsoft.com/office/drawing/2014/main" id="{CC3265EB-6EEB-0E94-7136-9D4A16A20FE6}"/>
              </a:ext>
            </a:extLst>
          </p:cNvPr>
          <p:cNvSpPr>
            <a:spLocks noGrp="1" noRot="1" noChangeAspect="1" noChangeArrowheads="1" noTextEdit="1"/>
          </p:cNvSpPr>
          <p:nvPr>
            <p:ph type="sldImg"/>
          </p:nvPr>
        </p:nvSpPr>
        <p:spPr>
          <a:ln/>
        </p:spPr>
      </p:sp>
      <p:sp>
        <p:nvSpPr>
          <p:cNvPr id="29700" name="Rectangle 3">
            <a:extLst>
              <a:ext uri="{FF2B5EF4-FFF2-40B4-BE49-F238E27FC236}">
                <a16:creationId xmlns:a16="http://schemas.microsoft.com/office/drawing/2014/main" id="{84F595EE-EFF7-9303-F882-B844F2642BA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D710B990-0E77-EFB5-F469-6B906068F82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36ACE06F-67E7-4799-922F-8EB1C690F4DF}" type="slidenum">
              <a:rPr lang="en-US" altLang="zh-CN" sz="1200" b="0">
                <a:solidFill>
                  <a:schemeClr val="tx1"/>
                </a:solidFill>
                <a:latin typeface="Times New Roman" panose="02020603050405020304" pitchFamily="18" charset="0"/>
              </a:rPr>
              <a:pPr/>
              <a:t>19</a:t>
            </a:fld>
            <a:endParaRPr lang="en-US" altLang="zh-CN" sz="1200" b="0">
              <a:solidFill>
                <a:schemeClr val="tx1"/>
              </a:solidFill>
              <a:latin typeface="Times New Roman" panose="02020603050405020304" pitchFamily="18" charset="0"/>
            </a:endParaRPr>
          </a:p>
        </p:txBody>
      </p:sp>
      <p:sp>
        <p:nvSpPr>
          <p:cNvPr id="31747" name="Rectangle 2">
            <a:extLst>
              <a:ext uri="{FF2B5EF4-FFF2-40B4-BE49-F238E27FC236}">
                <a16:creationId xmlns:a16="http://schemas.microsoft.com/office/drawing/2014/main" id="{1D267643-0AA2-F423-A3F9-263134274D16}"/>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9BEFE1B0-2C64-E518-1D18-C2B8D329E5F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E73BCD11-2E8F-6712-ED41-EDADEFD9493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CF2E8E64-4AA9-4F8C-90EE-691C6983216A}" type="slidenum">
              <a:rPr lang="en-US" altLang="zh-CN" sz="1200" b="0">
                <a:solidFill>
                  <a:schemeClr val="tx1"/>
                </a:solidFill>
                <a:latin typeface="Times New Roman" panose="02020603050405020304" pitchFamily="18" charset="0"/>
              </a:rPr>
              <a:pPr/>
              <a:t>20</a:t>
            </a:fld>
            <a:endParaRPr lang="en-US" altLang="zh-CN" sz="1200" b="0">
              <a:solidFill>
                <a:schemeClr val="tx1"/>
              </a:solidFill>
              <a:latin typeface="Times New Roman" panose="02020603050405020304" pitchFamily="18" charset="0"/>
            </a:endParaRPr>
          </a:p>
        </p:txBody>
      </p:sp>
      <p:sp>
        <p:nvSpPr>
          <p:cNvPr id="33795" name="Rectangle 2">
            <a:extLst>
              <a:ext uri="{FF2B5EF4-FFF2-40B4-BE49-F238E27FC236}">
                <a16:creationId xmlns:a16="http://schemas.microsoft.com/office/drawing/2014/main" id="{DC480548-8C85-6E51-DE71-EA5DE464A6A9}"/>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BFC72568-D111-F902-0848-57F79B1F588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E73BCD11-2E8F-6712-ED41-EDADEFD9493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CF2E8E64-4AA9-4F8C-90EE-691C6983216A}" type="slidenum">
              <a:rPr lang="en-US" altLang="zh-CN" sz="1200" b="0">
                <a:solidFill>
                  <a:schemeClr val="tx1"/>
                </a:solidFill>
                <a:latin typeface="Times New Roman" panose="02020603050405020304" pitchFamily="18" charset="0"/>
              </a:rPr>
              <a:pPr/>
              <a:t>21</a:t>
            </a:fld>
            <a:endParaRPr lang="en-US" altLang="zh-CN" sz="1200" b="0">
              <a:solidFill>
                <a:schemeClr val="tx1"/>
              </a:solidFill>
              <a:latin typeface="Times New Roman" panose="02020603050405020304" pitchFamily="18" charset="0"/>
            </a:endParaRPr>
          </a:p>
        </p:txBody>
      </p:sp>
      <p:sp>
        <p:nvSpPr>
          <p:cNvPr id="33795" name="Rectangle 2">
            <a:extLst>
              <a:ext uri="{FF2B5EF4-FFF2-40B4-BE49-F238E27FC236}">
                <a16:creationId xmlns:a16="http://schemas.microsoft.com/office/drawing/2014/main" id="{DC480548-8C85-6E51-DE71-EA5DE464A6A9}"/>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BFC72568-D111-F902-0848-57F79B1F588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2665140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58819B87-8E2B-0598-4E13-0F6B49A03D8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48088742-AE07-473C-B486-ED1A65E4D510}" type="slidenum">
              <a:rPr lang="en-US" altLang="zh-CN" sz="1200" b="0">
                <a:solidFill>
                  <a:schemeClr val="tx1"/>
                </a:solidFill>
                <a:latin typeface="Times New Roman" panose="02020603050405020304" pitchFamily="18" charset="0"/>
              </a:rPr>
              <a:pPr/>
              <a:t>22</a:t>
            </a:fld>
            <a:endParaRPr lang="en-US" altLang="zh-CN" sz="1200" b="0">
              <a:solidFill>
                <a:schemeClr val="tx1"/>
              </a:solidFill>
              <a:latin typeface="Times New Roman" panose="02020603050405020304" pitchFamily="18" charset="0"/>
            </a:endParaRPr>
          </a:p>
        </p:txBody>
      </p:sp>
      <p:sp>
        <p:nvSpPr>
          <p:cNvPr id="35843" name="Rectangle 2">
            <a:extLst>
              <a:ext uri="{FF2B5EF4-FFF2-40B4-BE49-F238E27FC236}">
                <a16:creationId xmlns:a16="http://schemas.microsoft.com/office/drawing/2014/main" id="{2825B2C3-9A63-9FE4-24D3-8F036D502D25}"/>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id="{D7DFCFCB-E577-8097-3D55-453AF1E1BC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ABF29501-6E7D-8139-C91E-817E8701B4F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507371A2-C5B9-4B85-97B1-B0C867924C57}" type="slidenum">
              <a:rPr lang="en-US" altLang="zh-CN" sz="1200" b="0">
                <a:solidFill>
                  <a:schemeClr val="tx1"/>
                </a:solidFill>
                <a:latin typeface="Times New Roman" panose="02020603050405020304" pitchFamily="18" charset="0"/>
              </a:rPr>
              <a:pPr/>
              <a:t>23</a:t>
            </a:fld>
            <a:endParaRPr lang="en-US" altLang="zh-CN" sz="1200" b="0">
              <a:solidFill>
                <a:schemeClr val="tx1"/>
              </a:solidFill>
              <a:latin typeface="Times New Roman" panose="02020603050405020304" pitchFamily="18" charset="0"/>
            </a:endParaRPr>
          </a:p>
        </p:txBody>
      </p:sp>
      <p:sp>
        <p:nvSpPr>
          <p:cNvPr id="37891" name="Rectangle 2">
            <a:extLst>
              <a:ext uri="{FF2B5EF4-FFF2-40B4-BE49-F238E27FC236}">
                <a16:creationId xmlns:a16="http://schemas.microsoft.com/office/drawing/2014/main" id="{93F0A504-4D4D-157C-D09A-A7970584FF85}"/>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id="{114CD418-F0B3-F464-1CC1-29A4BC3E46F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ABF29501-6E7D-8139-C91E-817E8701B4F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507371A2-C5B9-4B85-97B1-B0C867924C57}" type="slidenum">
              <a:rPr lang="en-US" altLang="zh-CN" sz="1200" b="0">
                <a:solidFill>
                  <a:schemeClr val="tx1"/>
                </a:solidFill>
                <a:latin typeface="Times New Roman" panose="02020603050405020304" pitchFamily="18" charset="0"/>
              </a:rPr>
              <a:pPr/>
              <a:t>24</a:t>
            </a:fld>
            <a:endParaRPr lang="en-US" altLang="zh-CN" sz="1200" b="0">
              <a:solidFill>
                <a:schemeClr val="tx1"/>
              </a:solidFill>
              <a:latin typeface="Times New Roman" panose="02020603050405020304" pitchFamily="18" charset="0"/>
            </a:endParaRPr>
          </a:p>
        </p:txBody>
      </p:sp>
      <p:sp>
        <p:nvSpPr>
          <p:cNvPr id="37891" name="Rectangle 2">
            <a:extLst>
              <a:ext uri="{FF2B5EF4-FFF2-40B4-BE49-F238E27FC236}">
                <a16:creationId xmlns:a16="http://schemas.microsoft.com/office/drawing/2014/main" id="{93F0A504-4D4D-157C-D09A-A7970584FF85}"/>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id="{114CD418-F0B3-F464-1CC1-29A4BC3E46F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26006375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ABF29501-6E7D-8139-C91E-817E8701B4F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507371A2-C5B9-4B85-97B1-B0C867924C57}" type="slidenum">
              <a:rPr lang="en-US" altLang="zh-CN" sz="1200" b="0">
                <a:solidFill>
                  <a:schemeClr val="tx1"/>
                </a:solidFill>
                <a:latin typeface="Times New Roman" panose="02020603050405020304" pitchFamily="18" charset="0"/>
              </a:rPr>
              <a:pPr/>
              <a:t>25</a:t>
            </a:fld>
            <a:endParaRPr lang="en-US" altLang="zh-CN" sz="1200" b="0">
              <a:solidFill>
                <a:schemeClr val="tx1"/>
              </a:solidFill>
              <a:latin typeface="Times New Roman" panose="02020603050405020304" pitchFamily="18" charset="0"/>
            </a:endParaRPr>
          </a:p>
        </p:txBody>
      </p:sp>
      <p:sp>
        <p:nvSpPr>
          <p:cNvPr id="37891" name="Rectangle 2">
            <a:extLst>
              <a:ext uri="{FF2B5EF4-FFF2-40B4-BE49-F238E27FC236}">
                <a16:creationId xmlns:a16="http://schemas.microsoft.com/office/drawing/2014/main" id="{93F0A504-4D4D-157C-D09A-A7970584FF85}"/>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id="{114CD418-F0B3-F464-1CC1-29A4BC3E46F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11449938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89AA4F19-7EE7-A2BE-D9B5-03709DAFAE0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D0B6BA53-7AC5-4471-AE38-2FD5CD463FF3}" type="slidenum">
              <a:rPr lang="en-US" altLang="zh-CN" sz="1200" b="0">
                <a:solidFill>
                  <a:schemeClr val="tx1"/>
                </a:solidFill>
                <a:latin typeface="Times New Roman" panose="02020603050405020304" pitchFamily="18" charset="0"/>
              </a:rPr>
              <a:pPr/>
              <a:t>26</a:t>
            </a:fld>
            <a:endParaRPr lang="en-US" altLang="zh-CN" sz="1200" b="0">
              <a:solidFill>
                <a:schemeClr val="tx1"/>
              </a:solidFill>
              <a:latin typeface="Times New Roman" panose="02020603050405020304" pitchFamily="18" charset="0"/>
            </a:endParaRPr>
          </a:p>
        </p:txBody>
      </p:sp>
      <p:sp>
        <p:nvSpPr>
          <p:cNvPr id="39939" name="Rectangle 2">
            <a:extLst>
              <a:ext uri="{FF2B5EF4-FFF2-40B4-BE49-F238E27FC236}">
                <a16:creationId xmlns:a16="http://schemas.microsoft.com/office/drawing/2014/main" id="{5C6B3356-4F24-F332-F134-BA54D98B4A14}"/>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7AF1E0F4-9A32-E316-6338-C35CAA9371B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384D8303-64F4-9806-8019-05A9388250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8064DE47-E3CD-4806-A97C-78BE8D8DD40A}" type="slidenum">
              <a:rPr lang="en-US" altLang="zh-CN" sz="1200" b="0">
                <a:solidFill>
                  <a:schemeClr val="tx1"/>
                </a:solidFill>
                <a:latin typeface="Times New Roman" panose="02020603050405020304" pitchFamily="18" charset="0"/>
              </a:rPr>
              <a:pPr/>
              <a:t>27</a:t>
            </a:fld>
            <a:endParaRPr lang="en-US" altLang="zh-CN" sz="1200" b="0">
              <a:solidFill>
                <a:schemeClr val="tx1"/>
              </a:solidFill>
              <a:latin typeface="Times New Roman" panose="02020603050405020304" pitchFamily="18" charset="0"/>
            </a:endParaRPr>
          </a:p>
        </p:txBody>
      </p:sp>
      <p:sp>
        <p:nvSpPr>
          <p:cNvPr id="41987" name="Rectangle 2">
            <a:extLst>
              <a:ext uri="{FF2B5EF4-FFF2-40B4-BE49-F238E27FC236}">
                <a16:creationId xmlns:a16="http://schemas.microsoft.com/office/drawing/2014/main" id="{4ED35606-20E0-6344-45A9-70EB49A7B783}"/>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D08504D5-0724-FC93-DE91-0D41E8C91EE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3EF7BC49-8300-641D-1DCD-DCC342F838E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98E9F99F-40A0-4069-A116-2C120F174A31}" type="slidenum">
              <a:rPr lang="en-US" altLang="zh-CN" sz="1200" b="0">
                <a:solidFill>
                  <a:schemeClr val="tx1"/>
                </a:solidFill>
                <a:latin typeface="Times New Roman" panose="02020603050405020304" pitchFamily="18" charset="0"/>
              </a:rPr>
              <a:pPr/>
              <a:t>28</a:t>
            </a:fld>
            <a:endParaRPr lang="en-US" altLang="zh-CN" sz="1200" b="0">
              <a:solidFill>
                <a:schemeClr val="tx1"/>
              </a:solidFill>
              <a:latin typeface="Times New Roman" panose="02020603050405020304" pitchFamily="18" charset="0"/>
            </a:endParaRPr>
          </a:p>
        </p:txBody>
      </p:sp>
      <p:sp>
        <p:nvSpPr>
          <p:cNvPr id="44035" name="Rectangle 2">
            <a:extLst>
              <a:ext uri="{FF2B5EF4-FFF2-40B4-BE49-F238E27FC236}">
                <a16:creationId xmlns:a16="http://schemas.microsoft.com/office/drawing/2014/main" id="{5C83379B-26A0-E300-CCA9-93F90C87D542}"/>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F45D15B3-277E-69D3-5067-7AEFE3B381E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3EF7BC49-8300-641D-1DCD-DCC342F838E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98E9F99F-40A0-4069-A116-2C120F174A31}" type="slidenum">
              <a:rPr lang="en-US" altLang="zh-CN" sz="1200" b="0">
                <a:solidFill>
                  <a:schemeClr val="tx1"/>
                </a:solidFill>
                <a:latin typeface="Times New Roman" panose="02020603050405020304" pitchFamily="18" charset="0"/>
              </a:rPr>
              <a:pPr/>
              <a:t>29</a:t>
            </a:fld>
            <a:endParaRPr lang="en-US" altLang="zh-CN" sz="1200" b="0">
              <a:solidFill>
                <a:schemeClr val="tx1"/>
              </a:solidFill>
              <a:latin typeface="Times New Roman" panose="02020603050405020304" pitchFamily="18" charset="0"/>
            </a:endParaRPr>
          </a:p>
        </p:txBody>
      </p:sp>
      <p:sp>
        <p:nvSpPr>
          <p:cNvPr id="44035" name="Rectangle 2">
            <a:extLst>
              <a:ext uri="{FF2B5EF4-FFF2-40B4-BE49-F238E27FC236}">
                <a16:creationId xmlns:a16="http://schemas.microsoft.com/office/drawing/2014/main" id="{5C83379B-26A0-E300-CCA9-93F90C87D542}"/>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F45D15B3-277E-69D3-5067-7AEFE3B381E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423347110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3EF7BC49-8300-641D-1DCD-DCC342F838E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98E9F99F-40A0-4069-A116-2C120F174A31}" type="slidenum">
              <a:rPr lang="en-US" altLang="zh-CN" sz="1200" b="0">
                <a:solidFill>
                  <a:schemeClr val="tx1"/>
                </a:solidFill>
                <a:latin typeface="Times New Roman" panose="02020603050405020304" pitchFamily="18" charset="0"/>
              </a:rPr>
              <a:pPr/>
              <a:t>30</a:t>
            </a:fld>
            <a:endParaRPr lang="en-US" altLang="zh-CN" sz="1200" b="0">
              <a:solidFill>
                <a:schemeClr val="tx1"/>
              </a:solidFill>
              <a:latin typeface="Times New Roman" panose="02020603050405020304" pitchFamily="18" charset="0"/>
            </a:endParaRPr>
          </a:p>
        </p:txBody>
      </p:sp>
      <p:sp>
        <p:nvSpPr>
          <p:cNvPr id="44035" name="Rectangle 2">
            <a:extLst>
              <a:ext uri="{FF2B5EF4-FFF2-40B4-BE49-F238E27FC236}">
                <a16:creationId xmlns:a16="http://schemas.microsoft.com/office/drawing/2014/main" id="{5C83379B-26A0-E300-CCA9-93F90C87D542}"/>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F45D15B3-277E-69D3-5067-7AEFE3B381E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122449791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03E5632B-902B-C564-9EEA-D3F212078DE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6ACA8864-0FED-4789-AC0D-EF44BAC06DC2}" type="slidenum">
              <a:rPr lang="en-US" altLang="zh-CN" sz="1200" b="0">
                <a:solidFill>
                  <a:schemeClr val="tx1"/>
                </a:solidFill>
                <a:latin typeface="Times New Roman" panose="02020603050405020304" pitchFamily="18" charset="0"/>
              </a:rPr>
              <a:pPr/>
              <a:t>31</a:t>
            </a:fld>
            <a:endParaRPr lang="en-US" altLang="zh-CN" sz="1200" b="0">
              <a:solidFill>
                <a:schemeClr val="tx1"/>
              </a:solidFill>
              <a:latin typeface="Times New Roman" panose="02020603050405020304" pitchFamily="18" charset="0"/>
            </a:endParaRPr>
          </a:p>
        </p:txBody>
      </p:sp>
      <p:sp>
        <p:nvSpPr>
          <p:cNvPr id="46083" name="Rectangle 2">
            <a:extLst>
              <a:ext uri="{FF2B5EF4-FFF2-40B4-BE49-F238E27FC236}">
                <a16:creationId xmlns:a16="http://schemas.microsoft.com/office/drawing/2014/main" id="{C35BD40B-8A6A-AE0C-A59B-32B6408F31DB}"/>
              </a:ext>
            </a:extLst>
          </p:cNvPr>
          <p:cNvSpPr>
            <a:spLocks noGrp="1" noRot="1" noChangeAspect="1" noChangeArrowheads="1" noTextEdit="1"/>
          </p:cNvSpPr>
          <p:nvPr>
            <p:ph type="sldImg"/>
          </p:nvPr>
        </p:nvSpPr>
        <p:spPr>
          <a:ln/>
        </p:spPr>
      </p:sp>
      <p:sp>
        <p:nvSpPr>
          <p:cNvPr id="46084" name="Rectangle 3">
            <a:extLst>
              <a:ext uri="{FF2B5EF4-FFF2-40B4-BE49-F238E27FC236}">
                <a16:creationId xmlns:a16="http://schemas.microsoft.com/office/drawing/2014/main" id="{13DE061E-F7FA-75C8-2F85-B6ED1E7BDEE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ECC3AD12-C5FC-A60D-6102-5BE5F5298E2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E1ABAAD1-C9B3-4DEC-A924-4E09C7135DDF}" type="slidenum">
              <a:rPr lang="en-US" altLang="zh-CN" sz="1200" b="0">
                <a:solidFill>
                  <a:schemeClr val="tx1"/>
                </a:solidFill>
                <a:latin typeface="Times New Roman" panose="02020603050405020304" pitchFamily="18" charset="0"/>
              </a:rPr>
              <a:pPr/>
              <a:t>32</a:t>
            </a:fld>
            <a:endParaRPr lang="en-US" altLang="zh-CN" sz="1200" b="0">
              <a:solidFill>
                <a:schemeClr val="tx1"/>
              </a:solidFill>
              <a:latin typeface="Times New Roman" panose="02020603050405020304" pitchFamily="18" charset="0"/>
            </a:endParaRPr>
          </a:p>
        </p:txBody>
      </p:sp>
      <p:sp>
        <p:nvSpPr>
          <p:cNvPr id="48131" name="Rectangle 2">
            <a:extLst>
              <a:ext uri="{FF2B5EF4-FFF2-40B4-BE49-F238E27FC236}">
                <a16:creationId xmlns:a16="http://schemas.microsoft.com/office/drawing/2014/main" id="{8E0051E3-B7B8-8000-2D6D-75F7D135CD2A}"/>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DF79A2EF-C548-96A9-AE20-BDE07B9D4A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75DA2E5C-5C41-3044-E0F9-D8898672589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DB19A563-452D-463B-9B26-2DE7BE4FF040}" type="slidenum">
              <a:rPr lang="en-US" altLang="zh-CN" sz="1200" b="0">
                <a:solidFill>
                  <a:schemeClr val="tx1"/>
                </a:solidFill>
                <a:latin typeface="Times New Roman" panose="02020603050405020304" pitchFamily="18" charset="0"/>
              </a:rPr>
              <a:pPr/>
              <a:t>33</a:t>
            </a:fld>
            <a:endParaRPr lang="en-US" altLang="zh-CN" sz="1200" b="0">
              <a:solidFill>
                <a:schemeClr val="tx1"/>
              </a:solidFill>
              <a:latin typeface="Times New Roman" panose="02020603050405020304" pitchFamily="18" charset="0"/>
            </a:endParaRPr>
          </a:p>
        </p:txBody>
      </p:sp>
      <p:sp>
        <p:nvSpPr>
          <p:cNvPr id="50179" name="Rectangle 2">
            <a:extLst>
              <a:ext uri="{FF2B5EF4-FFF2-40B4-BE49-F238E27FC236}">
                <a16:creationId xmlns:a16="http://schemas.microsoft.com/office/drawing/2014/main" id="{01ADC799-FC19-3746-7971-0C825C3829D9}"/>
              </a:ext>
            </a:extLst>
          </p:cNvPr>
          <p:cNvSpPr>
            <a:spLocks noGrp="1" noRot="1" noChangeAspect="1" noChangeArrowheads="1" noTextEdit="1"/>
          </p:cNvSpPr>
          <p:nvPr>
            <p:ph type="sldImg"/>
          </p:nvPr>
        </p:nvSpPr>
        <p:spPr>
          <a:ln/>
        </p:spPr>
      </p:sp>
      <p:sp>
        <p:nvSpPr>
          <p:cNvPr id="50180" name="Rectangle 3">
            <a:extLst>
              <a:ext uri="{FF2B5EF4-FFF2-40B4-BE49-F238E27FC236}">
                <a16:creationId xmlns:a16="http://schemas.microsoft.com/office/drawing/2014/main" id="{D3AFE191-0C7E-99CC-9859-52AA7EED11F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AAFF3297-BDAC-A772-9F47-43CF9B8FF0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0043E5D4-9FBD-4DA1-9F3B-F25D78536F95}" type="slidenum">
              <a:rPr lang="en-US" altLang="zh-CN" sz="1200" b="0">
                <a:solidFill>
                  <a:schemeClr val="tx1"/>
                </a:solidFill>
                <a:latin typeface="Times New Roman" panose="02020603050405020304" pitchFamily="18" charset="0"/>
              </a:rPr>
              <a:pPr/>
              <a:t>34</a:t>
            </a:fld>
            <a:endParaRPr lang="en-US" altLang="zh-CN" sz="1200" b="0">
              <a:solidFill>
                <a:schemeClr val="tx1"/>
              </a:solidFill>
              <a:latin typeface="Times New Roman" panose="02020603050405020304" pitchFamily="18" charset="0"/>
            </a:endParaRPr>
          </a:p>
        </p:txBody>
      </p:sp>
      <p:sp>
        <p:nvSpPr>
          <p:cNvPr id="52227" name="Rectangle 2">
            <a:extLst>
              <a:ext uri="{FF2B5EF4-FFF2-40B4-BE49-F238E27FC236}">
                <a16:creationId xmlns:a16="http://schemas.microsoft.com/office/drawing/2014/main" id="{BB560DBD-2443-D53D-75EF-906D4FE279C1}"/>
              </a:ext>
            </a:extLst>
          </p:cNvPr>
          <p:cNvSpPr>
            <a:spLocks noGrp="1" noRot="1" noChangeAspect="1" noChangeArrowheads="1" noTextEdit="1"/>
          </p:cNvSpPr>
          <p:nvPr>
            <p:ph type="sldImg"/>
          </p:nvPr>
        </p:nvSpPr>
        <p:spPr>
          <a:ln/>
        </p:spPr>
      </p:sp>
      <p:sp>
        <p:nvSpPr>
          <p:cNvPr id="52228" name="Rectangle 3">
            <a:extLst>
              <a:ext uri="{FF2B5EF4-FFF2-40B4-BE49-F238E27FC236}">
                <a16:creationId xmlns:a16="http://schemas.microsoft.com/office/drawing/2014/main" id="{F2BFAA58-892A-13D9-B79E-47DB02041F7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F417150E-3305-A78D-9A88-C69E4908002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0493CF86-03AC-4B35-A207-BE5957E7A4C1}" type="slidenum">
              <a:rPr lang="en-US" altLang="zh-CN" sz="1200" b="0">
                <a:solidFill>
                  <a:schemeClr val="tx1"/>
                </a:solidFill>
                <a:latin typeface="Times New Roman" panose="02020603050405020304" pitchFamily="18" charset="0"/>
              </a:rPr>
              <a:pPr/>
              <a:t>35</a:t>
            </a:fld>
            <a:endParaRPr lang="en-US" altLang="zh-CN" sz="1200" b="0">
              <a:solidFill>
                <a:schemeClr val="tx1"/>
              </a:solidFill>
              <a:latin typeface="Times New Roman" panose="02020603050405020304" pitchFamily="18" charset="0"/>
            </a:endParaRPr>
          </a:p>
        </p:txBody>
      </p:sp>
      <p:sp>
        <p:nvSpPr>
          <p:cNvPr id="54275" name="Rectangle 2">
            <a:extLst>
              <a:ext uri="{FF2B5EF4-FFF2-40B4-BE49-F238E27FC236}">
                <a16:creationId xmlns:a16="http://schemas.microsoft.com/office/drawing/2014/main" id="{D28227D9-1420-FED0-6165-FE22A42957FA}"/>
              </a:ext>
            </a:extLst>
          </p:cNvPr>
          <p:cNvSpPr>
            <a:spLocks noGrp="1" noRot="1" noChangeAspect="1" noChangeArrowheads="1" noTextEdit="1"/>
          </p:cNvSpPr>
          <p:nvPr>
            <p:ph type="sldImg"/>
          </p:nvPr>
        </p:nvSpPr>
        <p:spPr>
          <a:ln/>
        </p:spPr>
      </p:sp>
      <p:sp>
        <p:nvSpPr>
          <p:cNvPr id="54276" name="Rectangle 3">
            <a:extLst>
              <a:ext uri="{FF2B5EF4-FFF2-40B4-BE49-F238E27FC236}">
                <a16:creationId xmlns:a16="http://schemas.microsoft.com/office/drawing/2014/main" id="{4978C5A0-92F6-BEF8-FC09-44B5FF4FE0B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615CBDCC-9078-A255-A255-75B094DC13C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85D45615-1DB1-4269-8582-6742B9EBA5BB}" type="slidenum">
              <a:rPr lang="en-US" altLang="zh-CN" sz="1200" b="0">
                <a:solidFill>
                  <a:schemeClr val="tx1"/>
                </a:solidFill>
                <a:latin typeface="Times New Roman" panose="02020603050405020304" pitchFamily="18" charset="0"/>
              </a:rPr>
              <a:pPr/>
              <a:t>36</a:t>
            </a:fld>
            <a:endParaRPr lang="en-US" altLang="zh-CN" sz="1200" b="0">
              <a:solidFill>
                <a:schemeClr val="tx1"/>
              </a:solidFill>
              <a:latin typeface="Times New Roman" panose="02020603050405020304" pitchFamily="18" charset="0"/>
            </a:endParaRPr>
          </a:p>
        </p:txBody>
      </p:sp>
      <p:sp>
        <p:nvSpPr>
          <p:cNvPr id="56323" name="Rectangle 2">
            <a:extLst>
              <a:ext uri="{FF2B5EF4-FFF2-40B4-BE49-F238E27FC236}">
                <a16:creationId xmlns:a16="http://schemas.microsoft.com/office/drawing/2014/main" id="{88474A25-3E19-77E4-8A1C-A7424A21DAC0}"/>
              </a:ext>
            </a:extLst>
          </p:cNvPr>
          <p:cNvSpPr>
            <a:spLocks noGrp="1" noRot="1" noChangeAspect="1" noChangeArrowheads="1" noTextEdit="1"/>
          </p:cNvSpPr>
          <p:nvPr>
            <p:ph type="sldImg"/>
          </p:nvPr>
        </p:nvSpPr>
        <p:spPr>
          <a:ln/>
        </p:spPr>
      </p:sp>
      <p:sp>
        <p:nvSpPr>
          <p:cNvPr id="56324" name="Rectangle 3">
            <a:extLst>
              <a:ext uri="{FF2B5EF4-FFF2-40B4-BE49-F238E27FC236}">
                <a16:creationId xmlns:a16="http://schemas.microsoft.com/office/drawing/2014/main" id="{DFE35943-E5B2-9A07-3563-28D2E02ED7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7326F42B-5D81-5F36-B650-7DEEF6DF8CE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69CFCBC8-5901-41A3-A8B7-57A3AC722410}" type="slidenum">
              <a:rPr lang="en-US" altLang="zh-CN" sz="1200" b="0">
                <a:solidFill>
                  <a:schemeClr val="tx1"/>
                </a:solidFill>
                <a:latin typeface="Times New Roman" panose="02020603050405020304" pitchFamily="18" charset="0"/>
              </a:rPr>
              <a:pPr/>
              <a:t>37</a:t>
            </a:fld>
            <a:endParaRPr lang="en-US" altLang="zh-CN" sz="1200" b="0">
              <a:solidFill>
                <a:schemeClr val="tx1"/>
              </a:solidFill>
              <a:latin typeface="Times New Roman" panose="02020603050405020304" pitchFamily="18" charset="0"/>
            </a:endParaRPr>
          </a:p>
        </p:txBody>
      </p:sp>
      <p:sp>
        <p:nvSpPr>
          <p:cNvPr id="58371" name="Rectangle 2">
            <a:extLst>
              <a:ext uri="{FF2B5EF4-FFF2-40B4-BE49-F238E27FC236}">
                <a16:creationId xmlns:a16="http://schemas.microsoft.com/office/drawing/2014/main" id="{9CD0F07F-CCE3-9965-22D0-2F52CC8FA1DD}"/>
              </a:ext>
            </a:extLst>
          </p:cNvPr>
          <p:cNvSpPr>
            <a:spLocks noGrp="1" noRot="1" noChangeAspect="1" noChangeArrowheads="1" noTextEdit="1"/>
          </p:cNvSpPr>
          <p:nvPr>
            <p:ph type="sldImg"/>
          </p:nvPr>
        </p:nvSpPr>
        <p:spPr>
          <a:ln/>
        </p:spPr>
      </p:sp>
      <p:sp>
        <p:nvSpPr>
          <p:cNvPr id="58372" name="Rectangle 3">
            <a:extLst>
              <a:ext uri="{FF2B5EF4-FFF2-40B4-BE49-F238E27FC236}">
                <a16:creationId xmlns:a16="http://schemas.microsoft.com/office/drawing/2014/main" id="{F53CCBEA-C9ED-0DA7-1306-1AE05AF8585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B78FD599-AF90-EECF-5A92-332F0B74889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530BE8E4-47FD-4B5D-901C-B39A4C6B43F1}" type="slidenum">
              <a:rPr lang="en-US" altLang="zh-CN" sz="1200" b="0">
                <a:solidFill>
                  <a:schemeClr val="tx1"/>
                </a:solidFill>
                <a:latin typeface="Times New Roman" panose="02020603050405020304" pitchFamily="18" charset="0"/>
              </a:rPr>
              <a:pPr/>
              <a:t>38</a:t>
            </a:fld>
            <a:endParaRPr lang="en-US" altLang="zh-CN" sz="1200" b="0">
              <a:solidFill>
                <a:schemeClr val="tx1"/>
              </a:solidFill>
              <a:latin typeface="Times New Roman" panose="02020603050405020304" pitchFamily="18" charset="0"/>
            </a:endParaRPr>
          </a:p>
        </p:txBody>
      </p:sp>
      <p:sp>
        <p:nvSpPr>
          <p:cNvPr id="60419" name="Rectangle 2">
            <a:extLst>
              <a:ext uri="{FF2B5EF4-FFF2-40B4-BE49-F238E27FC236}">
                <a16:creationId xmlns:a16="http://schemas.microsoft.com/office/drawing/2014/main" id="{1400B001-2F34-2520-6741-7A0D3A89A370}"/>
              </a:ext>
            </a:extLst>
          </p:cNvPr>
          <p:cNvSpPr>
            <a:spLocks noGrp="1" noRot="1" noChangeAspect="1" noChangeArrowheads="1" noTextEdit="1"/>
          </p:cNvSpPr>
          <p:nvPr>
            <p:ph type="sldImg"/>
          </p:nvPr>
        </p:nvSpPr>
        <p:spPr>
          <a:ln/>
        </p:spPr>
      </p:sp>
      <p:sp>
        <p:nvSpPr>
          <p:cNvPr id="60420" name="Rectangle 3">
            <a:extLst>
              <a:ext uri="{FF2B5EF4-FFF2-40B4-BE49-F238E27FC236}">
                <a16:creationId xmlns:a16="http://schemas.microsoft.com/office/drawing/2014/main" id="{7A1FF020-2052-2A49-A61E-989B3C65198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83E4E954-602D-08E1-C9D0-77F4D4C3126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7BED1AC9-6340-480C-AA05-0F45A985DEA5}" type="slidenum">
              <a:rPr lang="en-US" altLang="zh-CN" sz="1200" b="0">
                <a:solidFill>
                  <a:schemeClr val="tx1"/>
                </a:solidFill>
                <a:latin typeface="Times New Roman" panose="02020603050405020304" pitchFamily="18" charset="0"/>
              </a:rPr>
              <a:pPr/>
              <a:t>39</a:t>
            </a:fld>
            <a:endParaRPr lang="en-US" altLang="zh-CN" sz="1200" b="0">
              <a:solidFill>
                <a:schemeClr val="tx1"/>
              </a:solidFill>
              <a:latin typeface="Times New Roman" panose="02020603050405020304" pitchFamily="18" charset="0"/>
            </a:endParaRPr>
          </a:p>
        </p:txBody>
      </p:sp>
      <p:sp>
        <p:nvSpPr>
          <p:cNvPr id="62467" name="Rectangle 2">
            <a:extLst>
              <a:ext uri="{FF2B5EF4-FFF2-40B4-BE49-F238E27FC236}">
                <a16:creationId xmlns:a16="http://schemas.microsoft.com/office/drawing/2014/main" id="{964D9BB0-0ED5-7533-1C9F-438877A98A4E}"/>
              </a:ext>
            </a:extLst>
          </p:cNvPr>
          <p:cNvSpPr>
            <a:spLocks noGrp="1" noRot="1" noChangeAspect="1" noChangeArrowheads="1" noTextEdit="1"/>
          </p:cNvSpPr>
          <p:nvPr>
            <p:ph type="sldImg"/>
          </p:nvPr>
        </p:nvSpPr>
        <p:spPr>
          <a:ln/>
        </p:spPr>
      </p:sp>
      <p:sp>
        <p:nvSpPr>
          <p:cNvPr id="62468" name="Rectangle 3">
            <a:extLst>
              <a:ext uri="{FF2B5EF4-FFF2-40B4-BE49-F238E27FC236}">
                <a16:creationId xmlns:a16="http://schemas.microsoft.com/office/drawing/2014/main" id="{D4B39AEF-AEAB-F4F5-3A5C-73BAA54DF14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9934264B-A6B0-654C-2D07-9DE84FB135B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C6630A50-6F19-4EEB-A32F-1F013D4706EC}" type="slidenum">
              <a:rPr lang="en-US" altLang="zh-CN" sz="1200" b="0">
                <a:solidFill>
                  <a:schemeClr val="tx1"/>
                </a:solidFill>
                <a:latin typeface="Times New Roman" panose="02020603050405020304" pitchFamily="18" charset="0"/>
              </a:rPr>
              <a:pPr/>
              <a:t>40</a:t>
            </a:fld>
            <a:endParaRPr lang="en-US" altLang="zh-CN" sz="1200" b="0">
              <a:solidFill>
                <a:schemeClr val="tx1"/>
              </a:solidFill>
              <a:latin typeface="Times New Roman" panose="02020603050405020304" pitchFamily="18" charset="0"/>
            </a:endParaRPr>
          </a:p>
        </p:txBody>
      </p:sp>
      <p:sp>
        <p:nvSpPr>
          <p:cNvPr id="64515" name="Rectangle 2">
            <a:extLst>
              <a:ext uri="{FF2B5EF4-FFF2-40B4-BE49-F238E27FC236}">
                <a16:creationId xmlns:a16="http://schemas.microsoft.com/office/drawing/2014/main" id="{5BE72C48-6558-1F58-D7AD-8B2AF536BBC9}"/>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69B96B8A-0BEB-7E5D-6803-FD387F9B26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D6A2B818-99A1-CF7B-D4D7-56C1AF88C65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4EE58EB5-7416-4D5C-BD07-E78DE9884AB2}" type="slidenum">
              <a:rPr lang="en-US" altLang="zh-CN" sz="1200" b="0">
                <a:solidFill>
                  <a:schemeClr val="tx1"/>
                </a:solidFill>
                <a:latin typeface="Times New Roman" panose="02020603050405020304" pitchFamily="18" charset="0"/>
              </a:rPr>
              <a:pPr/>
              <a:t>41</a:t>
            </a:fld>
            <a:endParaRPr lang="en-US" altLang="zh-CN" sz="1200" b="0">
              <a:solidFill>
                <a:schemeClr val="tx1"/>
              </a:solidFill>
              <a:latin typeface="Times New Roman" panose="02020603050405020304" pitchFamily="18" charset="0"/>
            </a:endParaRPr>
          </a:p>
        </p:txBody>
      </p:sp>
      <p:sp>
        <p:nvSpPr>
          <p:cNvPr id="66563" name="Rectangle 2">
            <a:extLst>
              <a:ext uri="{FF2B5EF4-FFF2-40B4-BE49-F238E27FC236}">
                <a16:creationId xmlns:a16="http://schemas.microsoft.com/office/drawing/2014/main" id="{F8CF5938-377C-8AA4-F87D-A61846D3AADF}"/>
              </a:ext>
            </a:extLst>
          </p:cNvPr>
          <p:cNvSpPr>
            <a:spLocks noGrp="1" noRot="1" noChangeAspect="1" noChangeArrowheads="1" noTextEdit="1"/>
          </p:cNvSpPr>
          <p:nvPr>
            <p:ph type="sldImg"/>
          </p:nvPr>
        </p:nvSpPr>
        <p:spPr>
          <a:ln/>
        </p:spPr>
      </p:sp>
      <p:sp>
        <p:nvSpPr>
          <p:cNvPr id="66564" name="Rectangle 3">
            <a:extLst>
              <a:ext uri="{FF2B5EF4-FFF2-40B4-BE49-F238E27FC236}">
                <a16:creationId xmlns:a16="http://schemas.microsoft.com/office/drawing/2014/main" id="{8E7EDCCF-1558-9C54-532B-FF2919E07FC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9CD65F2C-325D-897D-484B-338E13694B1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54DFB957-9B28-48D6-A30D-BC5AF809115A}" type="slidenum">
              <a:rPr lang="en-US" altLang="zh-CN" sz="1200" b="0">
                <a:solidFill>
                  <a:schemeClr val="tx1"/>
                </a:solidFill>
                <a:latin typeface="Times New Roman" panose="02020603050405020304" pitchFamily="18" charset="0"/>
              </a:rPr>
              <a:pPr/>
              <a:t>42</a:t>
            </a:fld>
            <a:endParaRPr lang="en-US" altLang="zh-CN" sz="1200" b="0">
              <a:solidFill>
                <a:schemeClr val="tx1"/>
              </a:solidFill>
              <a:latin typeface="Times New Roman" panose="02020603050405020304" pitchFamily="18" charset="0"/>
            </a:endParaRPr>
          </a:p>
        </p:txBody>
      </p:sp>
      <p:sp>
        <p:nvSpPr>
          <p:cNvPr id="68611" name="Rectangle 2">
            <a:extLst>
              <a:ext uri="{FF2B5EF4-FFF2-40B4-BE49-F238E27FC236}">
                <a16:creationId xmlns:a16="http://schemas.microsoft.com/office/drawing/2014/main" id="{58E959C9-CD39-0699-5555-9D095564812E}"/>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id="{7B9A904D-4DC0-7F51-8DE0-E761882A9CF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A9E73B23-70C5-01B2-034A-223EBA7EFF9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52256A11-80F8-4FD0-9454-9FF62239324C}" type="slidenum">
              <a:rPr lang="en-US" altLang="zh-CN" sz="1200" b="0">
                <a:solidFill>
                  <a:schemeClr val="tx1"/>
                </a:solidFill>
                <a:latin typeface="Times New Roman" panose="02020603050405020304" pitchFamily="18" charset="0"/>
              </a:rPr>
              <a:pPr/>
              <a:t>43</a:t>
            </a:fld>
            <a:endParaRPr lang="en-US" altLang="zh-CN" sz="1200" b="0">
              <a:solidFill>
                <a:schemeClr val="tx1"/>
              </a:solidFill>
              <a:latin typeface="Times New Roman" panose="02020603050405020304" pitchFamily="18" charset="0"/>
            </a:endParaRPr>
          </a:p>
        </p:txBody>
      </p:sp>
      <p:sp>
        <p:nvSpPr>
          <p:cNvPr id="70659" name="Rectangle 2">
            <a:extLst>
              <a:ext uri="{FF2B5EF4-FFF2-40B4-BE49-F238E27FC236}">
                <a16:creationId xmlns:a16="http://schemas.microsoft.com/office/drawing/2014/main" id="{B3F77BA8-8BF9-A1A0-CDD1-6187345591ED}"/>
              </a:ext>
            </a:extLst>
          </p:cNvPr>
          <p:cNvSpPr>
            <a:spLocks noGrp="1" noRot="1" noChangeAspect="1" noChangeArrowheads="1" noTextEdit="1"/>
          </p:cNvSpPr>
          <p:nvPr>
            <p:ph type="sldImg"/>
          </p:nvPr>
        </p:nvSpPr>
        <p:spPr>
          <a:ln/>
        </p:spPr>
      </p:sp>
      <p:sp>
        <p:nvSpPr>
          <p:cNvPr id="70660" name="Rectangle 3">
            <a:extLst>
              <a:ext uri="{FF2B5EF4-FFF2-40B4-BE49-F238E27FC236}">
                <a16:creationId xmlns:a16="http://schemas.microsoft.com/office/drawing/2014/main" id="{5F14B99B-687D-FD0C-C822-6B631CB2FA6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4DF1D1C1-51E7-6131-6502-0B3E2AD333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04655BED-97A1-4B7E-883E-3814357509AB}" type="slidenum">
              <a:rPr lang="en-US" altLang="zh-CN" sz="1200" b="0">
                <a:solidFill>
                  <a:schemeClr val="tx1"/>
                </a:solidFill>
                <a:latin typeface="Times New Roman" panose="02020603050405020304" pitchFamily="18" charset="0"/>
              </a:rPr>
              <a:pPr/>
              <a:t>44</a:t>
            </a:fld>
            <a:endParaRPr lang="en-US" altLang="zh-CN" sz="1200" b="0">
              <a:solidFill>
                <a:schemeClr val="tx1"/>
              </a:solidFill>
              <a:latin typeface="Times New Roman" panose="02020603050405020304" pitchFamily="18" charset="0"/>
            </a:endParaRPr>
          </a:p>
        </p:txBody>
      </p:sp>
      <p:sp>
        <p:nvSpPr>
          <p:cNvPr id="72707" name="Rectangle 2">
            <a:extLst>
              <a:ext uri="{FF2B5EF4-FFF2-40B4-BE49-F238E27FC236}">
                <a16:creationId xmlns:a16="http://schemas.microsoft.com/office/drawing/2014/main" id="{DEE199BC-79D6-A403-D5E4-94AD8D46ECA9}"/>
              </a:ext>
            </a:extLst>
          </p:cNvPr>
          <p:cNvSpPr>
            <a:spLocks noGrp="1" noRot="1" noChangeAspect="1" noChangeArrowheads="1" noTextEdit="1"/>
          </p:cNvSpPr>
          <p:nvPr>
            <p:ph type="sldImg"/>
          </p:nvPr>
        </p:nvSpPr>
        <p:spPr>
          <a:ln/>
        </p:spPr>
      </p:sp>
      <p:sp>
        <p:nvSpPr>
          <p:cNvPr id="72708" name="Rectangle 3">
            <a:extLst>
              <a:ext uri="{FF2B5EF4-FFF2-40B4-BE49-F238E27FC236}">
                <a16:creationId xmlns:a16="http://schemas.microsoft.com/office/drawing/2014/main" id="{6A4FE11B-8BB7-4685-EEB0-75931A060C6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2F44E111-BD86-35B6-B47D-C657EFEAE98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4D542833-FAF7-4812-92D1-5D6FC8A23346}" type="slidenum">
              <a:rPr lang="en-US" altLang="zh-CN" sz="1200" b="0">
                <a:solidFill>
                  <a:schemeClr val="tx1"/>
                </a:solidFill>
                <a:latin typeface="Times New Roman" panose="02020603050405020304" pitchFamily="18" charset="0"/>
              </a:rPr>
              <a:pPr/>
              <a:t>45</a:t>
            </a:fld>
            <a:endParaRPr lang="en-US" altLang="zh-CN" sz="1200" b="0">
              <a:solidFill>
                <a:schemeClr val="tx1"/>
              </a:solidFill>
              <a:latin typeface="Times New Roman" panose="02020603050405020304" pitchFamily="18" charset="0"/>
            </a:endParaRPr>
          </a:p>
        </p:txBody>
      </p:sp>
      <p:sp>
        <p:nvSpPr>
          <p:cNvPr id="74755" name="Rectangle 2">
            <a:extLst>
              <a:ext uri="{FF2B5EF4-FFF2-40B4-BE49-F238E27FC236}">
                <a16:creationId xmlns:a16="http://schemas.microsoft.com/office/drawing/2014/main" id="{A2ADF222-FF32-AD06-12EF-61C221350F6D}"/>
              </a:ext>
            </a:extLst>
          </p:cNvPr>
          <p:cNvSpPr>
            <a:spLocks noGrp="1" noRot="1" noChangeAspect="1" noChangeArrowheads="1" noTextEdit="1"/>
          </p:cNvSpPr>
          <p:nvPr>
            <p:ph type="sldImg"/>
          </p:nvPr>
        </p:nvSpPr>
        <p:spPr>
          <a:ln/>
        </p:spPr>
      </p:sp>
      <p:sp>
        <p:nvSpPr>
          <p:cNvPr id="74756" name="Rectangle 3">
            <a:extLst>
              <a:ext uri="{FF2B5EF4-FFF2-40B4-BE49-F238E27FC236}">
                <a16:creationId xmlns:a16="http://schemas.microsoft.com/office/drawing/2014/main" id="{F0982A1C-9B6E-9897-BD5D-0470072F8F0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5676722E-EE26-3F67-8211-41376E74AD3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EF337483-F00D-475D-83E6-3715D39CDEB8}" type="slidenum">
              <a:rPr lang="en-US" altLang="zh-CN" sz="1200" b="0">
                <a:solidFill>
                  <a:schemeClr val="tx1"/>
                </a:solidFill>
                <a:latin typeface="Times New Roman" panose="02020603050405020304" pitchFamily="18" charset="0"/>
              </a:rPr>
              <a:pPr/>
              <a:t>46</a:t>
            </a:fld>
            <a:endParaRPr lang="en-US" altLang="zh-CN" sz="1200" b="0">
              <a:solidFill>
                <a:schemeClr val="tx1"/>
              </a:solidFill>
              <a:latin typeface="Times New Roman" panose="02020603050405020304" pitchFamily="18" charset="0"/>
            </a:endParaRPr>
          </a:p>
        </p:txBody>
      </p:sp>
      <p:sp>
        <p:nvSpPr>
          <p:cNvPr id="76803" name="Rectangle 2">
            <a:extLst>
              <a:ext uri="{FF2B5EF4-FFF2-40B4-BE49-F238E27FC236}">
                <a16:creationId xmlns:a16="http://schemas.microsoft.com/office/drawing/2014/main" id="{DE7E090D-D795-C38F-3C38-2AC0F70DDBE2}"/>
              </a:ext>
            </a:extLst>
          </p:cNvPr>
          <p:cNvSpPr>
            <a:spLocks noGrp="1" noRot="1" noChangeAspect="1" noChangeArrowheads="1" noTextEdit="1"/>
          </p:cNvSpPr>
          <p:nvPr>
            <p:ph type="sldImg"/>
          </p:nvPr>
        </p:nvSpPr>
        <p:spPr>
          <a:ln/>
        </p:spPr>
      </p:sp>
      <p:sp>
        <p:nvSpPr>
          <p:cNvPr id="76804" name="Rectangle 3">
            <a:extLst>
              <a:ext uri="{FF2B5EF4-FFF2-40B4-BE49-F238E27FC236}">
                <a16:creationId xmlns:a16="http://schemas.microsoft.com/office/drawing/2014/main" id="{6A44B65D-E19B-A3DE-0886-B05AAD0DEBE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F39A2FDF-CE7D-AF3B-B67D-A6395516067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D7C53578-81F1-47BC-902A-7767DA617B79}" type="slidenum">
              <a:rPr lang="en-US" altLang="zh-CN" sz="1200" b="0">
                <a:solidFill>
                  <a:schemeClr val="tx1"/>
                </a:solidFill>
                <a:latin typeface="Times New Roman" panose="02020603050405020304" pitchFamily="18" charset="0"/>
              </a:rPr>
              <a:pPr/>
              <a:t>47</a:t>
            </a:fld>
            <a:endParaRPr lang="en-US" altLang="zh-CN" sz="1200" b="0">
              <a:solidFill>
                <a:schemeClr val="tx1"/>
              </a:solidFill>
              <a:latin typeface="Times New Roman" panose="02020603050405020304" pitchFamily="18" charset="0"/>
            </a:endParaRPr>
          </a:p>
        </p:txBody>
      </p:sp>
      <p:sp>
        <p:nvSpPr>
          <p:cNvPr id="78851" name="Rectangle 2">
            <a:extLst>
              <a:ext uri="{FF2B5EF4-FFF2-40B4-BE49-F238E27FC236}">
                <a16:creationId xmlns:a16="http://schemas.microsoft.com/office/drawing/2014/main" id="{EFC99B9D-4597-1B5C-1C79-222DCCE16599}"/>
              </a:ext>
            </a:extLst>
          </p:cNvPr>
          <p:cNvSpPr>
            <a:spLocks noGrp="1" noRot="1" noChangeAspect="1" noChangeArrowheads="1" noTextEdit="1"/>
          </p:cNvSpPr>
          <p:nvPr>
            <p:ph type="sldImg"/>
          </p:nvPr>
        </p:nvSpPr>
        <p:spPr>
          <a:ln/>
        </p:spPr>
      </p:sp>
      <p:sp>
        <p:nvSpPr>
          <p:cNvPr id="78852" name="Rectangle 3">
            <a:extLst>
              <a:ext uri="{FF2B5EF4-FFF2-40B4-BE49-F238E27FC236}">
                <a16:creationId xmlns:a16="http://schemas.microsoft.com/office/drawing/2014/main" id="{CE8DECD0-F8D3-F473-39F4-D0C2BEC4B0A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53039A15-6690-55F2-C7DA-5D78B3AA630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EC686D13-14C9-4302-BA49-9362370245C5}" type="slidenum">
              <a:rPr lang="en-US" altLang="zh-CN" sz="1200" b="0">
                <a:solidFill>
                  <a:schemeClr val="tx1"/>
                </a:solidFill>
                <a:latin typeface="Times New Roman" panose="02020603050405020304" pitchFamily="18" charset="0"/>
              </a:rPr>
              <a:pPr/>
              <a:t>48</a:t>
            </a:fld>
            <a:endParaRPr lang="en-US" altLang="zh-CN" sz="1200" b="0">
              <a:solidFill>
                <a:schemeClr val="tx1"/>
              </a:solidFill>
              <a:latin typeface="Times New Roman" panose="02020603050405020304" pitchFamily="18" charset="0"/>
            </a:endParaRPr>
          </a:p>
        </p:txBody>
      </p:sp>
      <p:sp>
        <p:nvSpPr>
          <p:cNvPr id="80899" name="Rectangle 2">
            <a:extLst>
              <a:ext uri="{FF2B5EF4-FFF2-40B4-BE49-F238E27FC236}">
                <a16:creationId xmlns:a16="http://schemas.microsoft.com/office/drawing/2014/main" id="{B4013524-644B-2F4B-0D47-8B9C38C226E7}"/>
              </a:ext>
            </a:extLst>
          </p:cNvPr>
          <p:cNvSpPr>
            <a:spLocks noGrp="1" noRot="1" noChangeAspect="1" noChangeArrowheads="1" noTextEdit="1"/>
          </p:cNvSpPr>
          <p:nvPr>
            <p:ph type="sldImg"/>
          </p:nvPr>
        </p:nvSpPr>
        <p:spPr>
          <a:ln/>
        </p:spPr>
      </p:sp>
      <p:sp>
        <p:nvSpPr>
          <p:cNvPr id="80900" name="Rectangle 3">
            <a:extLst>
              <a:ext uri="{FF2B5EF4-FFF2-40B4-BE49-F238E27FC236}">
                <a16:creationId xmlns:a16="http://schemas.microsoft.com/office/drawing/2014/main" id="{97BD12B9-7D47-5617-DB93-CAF1EFF1056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3EDB0BD3-46A8-FA76-E559-354C9BC9CFA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F4578F73-B3DC-4F23-9595-302D00C56C99}" type="slidenum">
              <a:rPr lang="en-US" altLang="zh-CN" sz="1200" b="0">
                <a:solidFill>
                  <a:schemeClr val="tx1"/>
                </a:solidFill>
                <a:latin typeface="Times New Roman" panose="02020603050405020304" pitchFamily="18" charset="0"/>
              </a:rPr>
              <a:pPr/>
              <a:t>49</a:t>
            </a:fld>
            <a:endParaRPr lang="en-US" altLang="zh-CN" sz="1200" b="0">
              <a:solidFill>
                <a:schemeClr val="tx1"/>
              </a:solidFill>
              <a:latin typeface="Times New Roman" panose="02020603050405020304" pitchFamily="18" charset="0"/>
            </a:endParaRPr>
          </a:p>
        </p:txBody>
      </p:sp>
      <p:sp>
        <p:nvSpPr>
          <p:cNvPr id="82947" name="Rectangle 2">
            <a:extLst>
              <a:ext uri="{FF2B5EF4-FFF2-40B4-BE49-F238E27FC236}">
                <a16:creationId xmlns:a16="http://schemas.microsoft.com/office/drawing/2014/main" id="{9E4DF94E-CEAE-D327-DBB6-0FD2BEC0FAB1}"/>
              </a:ext>
            </a:extLst>
          </p:cNvPr>
          <p:cNvSpPr>
            <a:spLocks noGrp="1" noRot="1" noChangeAspect="1" noChangeArrowheads="1" noTextEdit="1"/>
          </p:cNvSpPr>
          <p:nvPr>
            <p:ph type="sldImg"/>
          </p:nvPr>
        </p:nvSpPr>
        <p:spPr>
          <a:ln/>
        </p:spPr>
      </p:sp>
      <p:sp>
        <p:nvSpPr>
          <p:cNvPr id="82948" name="Rectangle 3">
            <a:extLst>
              <a:ext uri="{FF2B5EF4-FFF2-40B4-BE49-F238E27FC236}">
                <a16:creationId xmlns:a16="http://schemas.microsoft.com/office/drawing/2014/main" id="{947E7F16-DB58-0977-C682-B067BDD5C5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FB062DDB-E46C-6CFF-4016-9347EAFEA4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F9235474-10D7-4C19-8058-C6B617E1C107}" type="slidenum">
              <a:rPr lang="en-US" altLang="zh-CN" sz="1200" b="0">
                <a:solidFill>
                  <a:schemeClr val="tx1"/>
                </a:solidFill>
                <a:latin typeface="Times New Roman" panose="02020603050405020304" pitchFamily="18" charset="0"/>
              </a:rPr>
              <a:pPr/>
              <a:t>50</a:t>
            </a:fld>
            <a:endParaRPr lang="en-US" altLang="zh-CN" sz="1200" b="0">
              <a:solidFill>
                <a:schemeClr val="tx1"/>
              </a:solidFill>
              <a:latin typeface="Times New Roman" panose="02020603050405020304" pitchFamily="18" charset="0"/>
            </a:endParaRPr>
          </a:p>
        </p:txBody>
      </p:sp>
      <p:sp>
        <p:nvSpPr>
          <p:cNvPr id="84995" name="Rectangle 2">
            <a:extLst>
              <a:ext uri="{FF2B5EF4-FFF2-40B4-BE49-F238E27FC236}">
                <a16:creationId xmlns:a16="http://schemas.microsoft.com/office/drawing/2014/main" id="{6AF14511-5578-A44B-BC19-3495E6A0640E}"/>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511C60D2-3EB5-8B0F-AA1C-3C6DACAD3BC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7B4CC1FD-2871-A9F1-37CF-53D66CA240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36F69DEA-E082-4EC6-A6B0-32FF303C7320}" type="slidenum">
              <a:rPr lang="en-US" altLang="zh-CN" sz="1200" b="0">
                <a:solidFill>
                  <a:schemeClr val="tx1"/>
                </a:solidFill>
                <a:latin typeface="Times New Roman" panose="02020603050405020304" pitchFamily="18" charset="0"/>
              </a:rPr>
              <a:pPr/>
              <a:t>51</a:t>
            </a:fld>
            <a:endParaRPr lang="en-US" altLang="zh-CN" sz="1200" b="0">
              <a:solidFill>
                <a:schemeClr val="tx1"/>
              </a:solidFill>
              <a:latin typeface="Times New Roman" panose="02020603050405020304" pitchFamily="18" charset="0"/>
            </a:endParaRPr>
          </a:p>
        </p:txBody>
      </p:sp>
      <p:sp>
        <p:nvSpPr>
          <p:cNvPr id="87043" name="Rectangle 2">
            <a:extLst>
              <a:ext uri="{FF2B5EF4-FFF2-40B4-BE49-F238E27FC236}">
                <a16:creationId xmlns:a16="http://schemas.microsoft.com/office/drawing/2014/main" id="{D7DFC0FC-A2C0-3469-D077-B4B5BA02F700}"/>
              </a:ext>
            </a:extLst>
          </p:cNvPr>
          <p:cNvSpPr>
            <a:spLocks noGrp="1" noRot="1" noChangeAspect="1" noChangeArrowheads="1" noTextEdit="1"/>
          </p:cNvSpPr>
          <p:nvPr>
            <p:ph type="sldImg"/>
          </p:nvPr>
        </p:nvSpPr>
        <p:spPr>
          <a:ln/>
        </p:spPr>
      </p:sp>
      <p:sp>
        <p:nvSpPr>
          <p:cNvPr id="87044" name="Rectangle 3">
            <a:extLst>
              <a:ext uri="{FF2B5EF4-FFF2-40B4-BE49-F238E27FC236}">
                <a16:creationId xmlns:a16="http://schemas.microsoft.com/office/drawing/2014/main" id="{047C2901-A8BC-D0A7-FF41-5EFBC1156BC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0F0F18AF-4287-DB7C-3017-A4A567FADF6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E8C50D16-A48A-4744-85EA-08DA41970C59}" type="slidenum">
              <a:rPr lang="en-US" altLang="zh-CN" sz="1200" b="0">
                <a:solidFill>
                  <a:schemeClr val="tx1"/>
                </a:solidFill>
                <a:latin typeface="Times New Roman" panose="02020603050405020304" pitchFamily="18" charset="0"/>
              </a:rPr>
              <a:pPr/>
              <a:t>52</a:t>
            </a:fld>
            <a:endParaRPr lang="en-US" altLang="zh-CN" sz="1200" b="0">
              <a:solidFill>
                <a:schemeClr val="tx1"/>
              </a:solidFill>
              <a:latin typeface="Times New Roman" panose="02020603050405020304" pitchFamily="18" charset="0"/>
            </a:endParaRPr>
          </a:p>
        </p:txBody>
      </p:sp>
      <p:sp>
        <p:nvSpPr>
          <p:cNvPr id="89091" name="Rectangle 2">
            <a:extLst>
              <a:ext uri="{FF2B5EF4-FFF2-40B4-BE49-F238E27FC236}">
                <a16:creationId xmlns:a16="http://schemas.microsoft.com/office/drawing/2014/main" id="{C526A506-D7A6-F96C-6C8F-F9144A1F56F5}"/>
              </a:ext>
            </a:extLst>
          </p:cNvPr>
          <p:cNvSpPr>
            <a:spLocks noGrp="1" noRot="1" noChangeAspect="1" noChangeArrowheads="1" noTextEdit="1"/>
          </p:cNvSpPr>
          <p:nvPr>
            <p:ph type="sldImg"/>
          </p:nvPr>
        </p:nvSpPr>
        <p:spPr>
          <a:ln/>
        </p:spPr>
      </p:sp>
      <p:sp>
        <p:nvSpPr>
          <p:cNvPr id="89092" name="Rectangle 3">
            <a:extLst>
              <a:ext uri="{FF2B5EF4-FFF2-40B4-BE49-F238E27FC236}">
                <a16:creationId xmlns:a16="http://schemas.microsoft.com/office/drawing/2014/main" id="{A0A7402C-D8D0-E46B-7C96-A3F37DFA7E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7092013D-1C96-B56F-B6CE-641FB09075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C5FF4D6D-AB44-4B3C-8FC4-96B2681D425B}" type="slidenum">
              <a:rPr lang="en-US" altLang="zh-CN" sz="1200" b="0">
                <a:solidFill>
                  <a:schemeClr val="tx1"/>
                </a:solidFill>
                <a:latin typeface="Times New Roman" panose="02020603050405020304" pitchFamily="18" charset="0"/>
              </a:rPr>
              <a:pPr/>
              <a:t>53</a:t>
            </a:fld>
            <a:endParaRPr lang="en-US" altLang="zh-CN" sz="1200" b="0">
              <a:solidFill>
                <a:schemeClr val="tx1"/>
              </a:solidFill>
              <a:latin typeface="Times New Roman" panose="02020603050405020304" pitchFamily="18" charset="0"/>
            </a:endParaRPr>
          </a:p>
        </p:txBody>
      </p:sp>
      <p:sp>
        <p:nvSpPr>
          <p:cNvPr id="91139" name="Rectangle 2">
            <a:extLst>
              <a:ext uri="{FF2B5EF4-FFF2-40B4-BE49-F238E27FC236}">
                <a16:creationId xmlns:a16="http://schemas.microsoft.com/office/drawing/2014/main" id="{336BD92A-E39B-E170-7F79-4268199C8D41}"/>
              </a:ext>
            </a:extLst>
          </p:cNvPr>
          <p:cNvSpPr>
            <a:spLocks noGrp="1" noRot="1" noChangeAspect="1" noChangeArrowheads="1" noTextEdit="1"/>
          </p:cNvSpPr>
          <p:nvPr>
            <p:ph type="sldImg"/>
          </p:nvPr>
        </p:nvSpPr>
        <p:spPr>
          <a:ln/>
        </p:spPr>
      </p:sp>
      <p:sp>
        <p:nvSpPr>
          <p:cNvPr id="91140" name="Rectangle 3">
            <a:extLst>
              <a:ext uri="{FF2B5EF4-FFF2-40B4-BE49-F238E27FC236}">
                <a16:creationId xmlns:a16="http://schemas.microsoft.com/office/drawing/2014/main" id="{ECC380B3-8131-DFEF-C447-5FC3793E2F2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804304BA-EBD0-8E5A-99A9-536D60AAE57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fld id="{4B3F8959-C4C6-4D0D-B351-5019CE1536A6}" type="slidenum">
              <a:rPr lang="en-US" altLang="zh-CN" sz="1200" b="0">
                <a:solidFill>
                  <a:schemeClr val="tx1"/>
                </a:solidFill>
                <a:latin typeface="Times New Roman" panose="02020603050405020304" pitchFamily="18" charset="0"/>
              </a:rPr>
              <a:pPr/>
              <a:t>54</a:t>
            </a:fld>
            <a:endParaRPr lang="en-US" altLang="zh-CN" sz="1200" b="0">
              <a:solidFill>
                <a:schemeClr val="tx1"/>
              </a:solidFill>
              <a:latin typeface="Times New Roman" panose="02020603050405020304" pitchFamily="18" charset="0"/>
            </a:endParaRPr>
          </a:p>
        </p:txBody>
      </p:sp>
      <p:sp>
        <p:nvSpPr>
          <p:cNvPr id="93187" name="Rectangle 2">
            <a:extLst>
              <a:ext uri="{FF2B5EF4-FFF2-40B4-BE49-F238E27FC236}">
                <a16:creationId xmlns:a16="http://schemas.microsoft.com/office/drawing/2014/main" id="{30A50058-4F4A-9644-A954-1BAB6E6F5693}"/>
              </a:ext>
            </a:extLst>
          </p:cNvPr>
          <p:cNvSpPr>
            <a:spLocks noGrp="1" noRot="1" noChangeAspect="1" noChangeArrowheads="1" noTextEdit="1"/>
          </p:cNvSpPr>
          <p:nvPr>
            <p:ph type="sldImg"/>
          </p:nvPr>
        </p:nvSpPr>
        <p:spPr>
          <a:ln/>
        </p:spPr>
      </p:sp>
      <p:sp>
        <p:nvSpPr>
          <p:cNvPr id="93188" name="Rectangle 3">
            <a:extLst>
              <a:ext uri="{FF2B5EF4-FFF2-40B4-BE49-F238E27FC236}">
                <a16:creationId xmlns:a16="http://schemas.microsoft.com/office/drawing/2014/main" id="{FD562B1D-9070-F18B-1852-13384486B8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标题幻灯片">
    <p:spTree>
      <p:nvGrpSpPr>
        <p:cNvPr id="1" name=""/>
        <p:cNvGrpSpPr/>
        <p:nvPr/>
      </p:nvGrpSpPr>
      <p:grpSpPr>
        <a:xfrm>
          <a:off x="0" y="0"/>
          <a:ext cx="0" cy="0"/>
          <a:chOff x="0" y="0"/>
          <a:chExt cx="0" cy="0"/>
        </a:xfrm>
      </p:grpSpPr>
      <p:pic>
        <p:nvPicPr>
          <p:cNvPr id="2" name="Picture 2" descr="43">
            <a:extLst>
              <a:ext uri="{FF2B5EF4-FFF2-40B4-BE49-F238E27FC236}">
                <a16:creationId xmlns:a16="http://schemas.microsoft.com/office/drawing/2014/main" id="{73E3ECF8-A50B-27B1-BA37-A21CE66079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6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899" name="Rectangle 3"/>
          <p:cNvSpPr>
            <a:spLocks noGrp="1" noChangeArrowheads="1"/>
          </p:cNvSpPr>
          <p:nvPr>
            <p:ph type="ctrTitle" sz="quarter"/>
          </p:nvPr>
        </p:nvSpPr>
        <p:spPr>
          <a:xfrm>
            <a:off x="609600" y="2420938"/>
            <a:ext cx="8283575" cy="1800225"/>
          </a:xfrm>
          <a:ln algn="ctr"/>
        </p:spPr>
        <p:txBody>
          <a:bodyPr/>
          <a:lstStyle>
            <a:lvl1pPr marL="0" indent="0" algn="r">
              <a:defRPr sz="3600">
                <a:solidFill>
                  <a:srgbClr val="FFFF00"/>
                </a:solidFill>
              </a:defRPr>
            </a:lvl1pPr>
          </a:lstStyle>
          <a:p>
            <a:r>
              <a:rPr lang="zh-CN" altLang="en-US"/>
              <a:t>单击此处编辑母版标题样式</a:t>
            </a:r>
          </a:p>
        </p:txBody>
      </p:sp>
      <p:sp>
        <p:nvSpPr>
          <p:cNvPr id="80900" name="Rectangle 4"/>
          <p:cNvSpPr>
            <a:spLocks noGrp="1" noChangeArrowheads="1"/>
          </p:cNvSpPr>
          <p:nvPr>
            <p:ph type="subTitle" sz="quarter" idx="1"/>
          </p:nvPr>
        </p:nvSpPr>
        <p:spPr>
          <a:xfrm>
            <a:off x="323850" y="4292600"/>
            <a:ext cx="8569325" cy="2160588"/>
          </a:xfrm>
        </p:spPr>
        <p:txBody>
          <a:bodyPr anchor="ctr"/>
          <a:lstStyle>
            <a:lvl1pPr marL="0" indent="0" algn="r">
              <a:buFont typeface="Wingdings 2" pitchFamily="18" charset="2"/>
              <a:buNone/>
              <a:defRPr>
                <a:solidFill>
                  <a:schemeClr val="bg1"/>
                </a:solidFill>
              </a:defRPr>
            </a:lvl1pPr>
          </a:lstStyle>
          <a:p>
            <a:r>
              <a:rPr lang="zh-CN" altLang="en-US"/>
              <a:t>单击此处编辑母版副标题样式</a:t>
            </a:r>
          </a:p>
        </p:txBody>
      </p:sp>
    </p:spTree>
    <p:extLst>
      <p:ext uri="{BB962C8B-B14F-4D97-AF65-F5344CB8AC3E}">
        <p14:creationId xmlns:p14="http://schemas.microsoft.com/office/powerpoint/2010/main" val="3423786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5998307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3253266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79388" y="1773238"/>
            <a:ext cx="4316412" cy="50847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773238"/>
            <a:ext cx="4316413" cy="50847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1734506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111348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991349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27270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6518712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3646992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2028075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69100" y="1052513"/>
            <a:ext cx="2195513" cy="580548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79388" y="1052513"/>
            <a:ext cx="6437312" cy="580548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0546445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AF67663D-5791-0960-3E99-1922C0FA66C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9448800" cy="708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5" name="Text Box 3">
            <a:extLst>
              <a:ext uri="{FF2B5EF4-FFF2-40B4-BE49-F238E27FC236}">
                <a16:creationId xmlns:a16="http://schemas.microsoft.com/office/drawing/2014/main" id="{2A9FDFC4-02E4-4C63-B197-CB14BC5E85BB}"/>
              </a:ext>
            </a:extLst>
          </p:cNvPr>
          <p:cNvSpPr txBox="1">
            <a:spLocks noChangeArrowheads="1"/>
          </p:cNvSpPr>
          <p:nvPr/>
        </p:nvSpPr>
        <p:spPr bwMode="auto">
          <a:xfrm>
            <a:off x="8412163" y="6624638"/>
            <a:ext cx="500062" cy="274637"/>
          </a:xfrm>
          <a:prstGeom prst="rect">
            <a:avLst/>
          </a:prstGeom>
          <a:noFill/>
          <a:ln w="9525">
            <a:noFill/>
            <a:miter lim="800000"/>
            <a:headEnd/>
            <a:tailEnd/>
          </a:ln>
          <a:effectLst/>
        </p:spPr>
        <p:txBody>
          <a:bodyPr wrap="none">
            <a:spAutoFit/>
          </a:bodyPr>
          <a:lstStyle>
            <a:lvl1pPr>
              <a:defRPr kumimoji="1" sz="2400" b="1">
                <a:solidFill>
                  <a:schemeClr val="bg1"/>
                </a:solidFill>
                <a:latin typeface="Arial" panose="020B0604020202020204" pitchFamily="34" charset="0"/>
                <a:ea typeface="宋体" panose="02010600030101010101" pitchFamily="2" charset="-122"/>
              </a:defRPr>
            </a:lvl1pPr>
            <a:lvl2pPr marL="742950" indent="-285750">
              <a:defRPr kumimoji="1" sz="2400" b="1">
                <a:solidFill>
                  <a:schemeClr val="bg1"/>
                </a:solidFill>
                <a:latin typeface="Arial" panose="020B0604020202020204" pitchFamily="34" charset="0"/>
                <a:ea typeface="宋体" panose="02010600030101010101" pitchFamily="2" charset="-122"/>
              </a:defRPr>
            </a:lvl2pPr>
            <a:lvl3pPr marL="1143000" indent="-228600">
              <a:defRPr kumimoji="1" sz="2400" b="1">
                <a:solidFill>
                  <a:schemeClr val="bg1"/>
                </a:solidFill>
                <a:latin typeface="Arial" panose="020B0604020202020204" pitchFamily="34" charset="0"/>
                <a:ea typeface="宋体" panose="02010600030101010101" pitchFamily="2" charset="-122"/>
              </a:defRPr>
            </a:lvl3pPr>
            <a:lvl4pPr marL="1600200" indent="-228600">
              <a:defRPr kumimoji="1" sz="2400" b="1">
                <a:solidFill>
                  <a:schemeClr val="bg1"/>
                </a:solidFill>
                <a:latin typeface="Arial" panose="020B0604020202020204" pitchFamily="34" charset="0"/>
                <a:ea typeface="宋体" panose="02010600030101010101" pitchFamily="2" charset="-122"/>
              </a:defRPr>
            </a:lvl4pPr>
            <a:lvl5pPr marL="2057400" indent="-228600">
              <a:defRPr kumimoji="1" sz="24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pPr algn="r" eaLnBrk="1" hangingPunct="1"/>
            <a:fld id="{67327F06-A4D2-42DC-9C0E-22A351EAE3FC}" type="slidenum">
              <a:rPr kumimoji="0" lang="en-US" altLang="zh-CN" sz="1200">
                <a:solidFill>
                  <a:schemeClr val="tx2"/>
                </a:solidFill>
                <a:latin typeface="Comic Sans MS" panose="030F0702030302020204" pitchFamily="66" charset="0"/>
                <a:cs typeface="Times New Roman" panose="02020603050405020304" pitchFamily="18" charset="0"/>
              </a:rPr>
              <a:pPr algn="r" eaLnBrk="1" hangingPunct="1"/>
              <a:t>‹#›</a:t>
            </a:fld>
            <a:endParaRPr kumimoji="0" lang="en-US" altLang="zh-CN" sz="1200">
              <a:solidFill>
                <a:schemeClr val="tx2"/>
              </a:solidFill>
              <a:latin typeface="Comic Sans MS" panose="030F0702030302020204" pitchFamily="66" charset="0"/>
              <a:cs typeface="Times New Roman" panose="02020603050405020304" pitchFamily="18" charset="0"/>
            </a:endParaRPr>
          </a:p>
        </p:txBody>
      </p:sp>
      <p:sp>
        <p:nvSpPr>
          <p:cNvPr id="79876" name="Rectangle 4">
            <a:extLst>
              <a:ext uri="{FF2B5EF4-FFF2-40B4-BE49-F238E27FC236}">
                <a16:creationId xmlns:a16="http://schemas.microsoft.com/office/drawing/2014/main" id="{4E8F4D3C-FE76-49C7-F7A3-E4B3A9AE852E}"/>
              </a:ext>
            </a:extLst>
          </p:cNvPr>
          <p:cNvSpPr>
            <a:spLocks noGrp="1" noChangeArrowheads="1"/>
          </p:cNvSpPr>
          <p:nvPr>
            <p:ph type="title"/>
          </p:nvPr>
        </p:nvSpPr>
        <p:spPr bwMode="auto">
          <a:xfrm>
            <a:off x="179388" y="1052513"/>
            <a:ext cx="8785225"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79877" name="Rectangle 5">
            <a:extLst>
              <a:ext uri="{FF2B5EF4-FFF2-40B4-BE49-F238E27FC236}">
                <a16:creationId xmlns:a16="http://schemas.microsoft.com/office/drawing/2014/main" id="{4C3921F5-1E92-4197-C937-4E9E03DAEE9F}"/>
              </a:ext>
            </a:extLst>
          </p:cNvPr>
          <p:cNvSpPr>
            <a:spLocks noGrp="1" noChangeArrowheads="1"/>
          </p:cNvSpPr>
          <p:nvPr>
            <p:ph type="body" idx="1"/>
          </p:nvPr>
        </p:nvSpPr>
        <p:spPr bwMode="auto">
          <a:xfrm>
            <a:off x="179388" y="1773238"/>
            <a:ext cx="8785225" cy="5084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9878" name="Rectangle 6">
            <a:extLst>
              <a:ext uri="{FF2B5EF4-FFF2-40B4-BE49-F238E27FC236}">
                <a16:creationId xmlns:a16="http://schemas.microsoft.com/office/drawing/2014/main" id="{B1C5DDD0-4FE2-4DDC-843C-104388111E23}"/>
              </a:ext>
            </a:extLst>
          </p:cNvPr>
          <p:cNvSpPr>
            <a:spLocks noChangeArrowheads="1"/>
          </p:cNvSpPr>
          <p:nvPr/>
        </p:nvSpPr>
        <p:spPr bwMode="auto">
          <a:xfrm>
            <a:off x="152400" y="1700213"/>
            <a:ext cx="5638800" cy="76200"/>
          </a:xfrm>
          <a:prstGeom prst="rect">
            <a:avLst/>
          </a:prstGeom>
          <a:gradFill rotWithShape="0">
            <a:gsLst>
              <a:gs pos="0">
                <a:srgbClr val="6666FF"/>
              </a:gs>
              <a:gs pos="100000">
                <a:schemeClr val="bg1"/>
              </a:gs>
            </a:gsLst>
            <a:lin ang="0" scaled="1"/>
          </a:gradFill>
          <a:ln>
            <a:noFill/>
          </a:ln>
        </p:spPr>
        <p:txBody>
          <a:bodyPr wrap="none" anchor="ctr"/>
          <a:lstStyle>
            <a:lvl1pPr algn="ctr">
              <a:defRPr kumimoji="1" sz="2400" b="1">
                <a:solidFill>
                  <a:schemeClr val="bg1"/>
                </a:solidFill>
                <a:latin typeface="Arial" panose="020B0604020202020204" pitchFamily="34" charset="0"/>
                <a:ea typeface="宋体" panose="02010600030101010101" pitchFamily="2" charset="-122"/>
              </a:defRPr>
            </a:lvl1pPr>
            <a:lvl2pPr marL="742950" indent="-285750" algn="ctr">
              <a:defRPr kumimoji="1" sz="2400" b="1">
                <a:solidFill>
                  <a:schemeClr val="bg1"/>
                </a:solidFill>
                <a:latin typeface="Arial" panose="020B0604020202020204" pitchFamily="34" charset="0"/>
                <a:ea typeface="宋体" panose="02010600030101010101" pitchFamily="2" charset="-122"/>
              </a:defRPr>
            </a:lvl2pPr>
            <a:lvl3pPr marL="1143000" indent="-228600" algn="ctr">
              <a:defRPr kumimoji="1" sz="2400" b="1">
                <a:solidFill>
                  <a:schemeClr val="bg1"/>
                </a:solidFill>
                <a:latin typeface="Arial" panose="020B0604020202020204" pitchFamily="34" charset="0"/>
                <a:ea typeface="宋体" panose="02010600030101010101" pitchFamily="2" charset="-122"/>
              </a:defRPr>
            </a:lvl3pPr>
            <a:lvl4pPr marL="1600200" indent="-228600" algn="ctr">
              <a:defRPr kumimoji="1" sz="2400" b="1">
                <a:solidFill>
                  <a:schemeClr val="bg1"/>
                </a:solidFill>
                <a:latin typeface="Arial" panose="020B0604020202020204" pitchFamily="34" charset="0"/>
                <a:ea typeface="宋体" panose="02010600030101010101" pitchFamily="2" charset="-122"/>
              </a:defRPr>
            </a:lvl4pPr>
            <a:lvl5pPr marL="2057400" indent="-228600" algn="ctr">
              <a:defRPr kumimoji="1" sz="24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bg1"/>
                </a:solidFill>
                <a:latin typeface="Arial" panose="020B0604020202020204" pitchFamily="34" charset="0"/>
                <a:ea typeface="宋体" panose="02010600030101010101" pitchFamily="2" charset="-122"/>
              </a:defRPr>
            </a:lvl9pPr>
          </a:lstStyle>
          <a:p>
            <a:pPr>
              <a:defRPr/>
            </a:pPr>
            <a:endParaRPr lang="zh-CN" altLang="en-US"/>
          </a:p>
        </p:txBody>
      </p:sp>
      <p:sp>
        <p:nvSpPr>
          <p:cNvPr id="2" name="矩形 1">
            <a:extLst>
              <a:ext uri="{FF2B5EF4-FFF2-40B4-BE49-F238E27FC236}">
                <a16:creationId xmlns:a16="http://schemas.microsoft.com/office/drawing/2014/main" id="{D2694C16-B00F-49BF-B604-E0F780FFB812}"/>
              </a:ext>
            </a:extLst>
          </p:cNvPr>
          <p:cNvSpPr/>
          <p:nvPr userDrawn="1"/>
        </p:nvSpPr>
        <p:spPr bwMode="auto">
          <a:xfrm>
            <a:off x="0" y="6021388"/>
            <a:ext cx="1042988" cy="1008062"/>
          </a:xfrm>
          <a:prstGeom prst="rect">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lIns="0" tIns="0" rIns="0" bIns="0" anchor="ctr" anchorCtr="1"/>
          <a:lstStyle/>
          <a:p>
            <a:pPr algn="ctr">
              <a:defRPr/>
            </a:pPr>
            <a:endParaRPr lang="zh-CN" altLang="en-US">
              <a:solidFill>
                <a:schemeClr val="bg1"/>
              </a:solidFill>
            </a:endParaRPr>
          </a:p>
        </p:txBody>
      </p:sp>
    </p:spTree>
  </p:cSld>
  <p:clrMap bg1="lt1" tx1="dk1" bg2="lt2" tx2="dk2" accent1="accent1" accent2="accent2" accent3="accent3" accent4="accent4" accent5="accent5" accent6="accent6" hlink="hlink" folHlink="folHlink"/>
  <p:sldLayoutIdLst>
    <p:sldLayoutId id="2147483728"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9878"/>
                                        </p:tgtEl>
                                        <p:attrNameLst>
                                          <p:attrName>style.visibility</p:attrName>
                                        </p:attrNameLst>
                                      </p:cBhvr>
                                      <p:to>
                                        <p:strVal val="visible"/>
                                      </p:to>
                                    </p:set>
                                    <p:animEffect transition="in" filter="wipe(left)">
                                      <p:cBhvr>
                                        <p:cTn id="7" dur="500"/>
                                        <p:tgtEl>
                                          <p:spTgt spid="79878"/>
                                        </p:tgtEl>
                                      </p:cBhvr>
                                    </p:animEffect>
                                  </p:childTnLst>
                                </p:cTn>
                              </p:par>
                            </p:childTnLst>
                          </p:cTn>
                        </p:par>
                        <p:par>
                          <p:cTn id="8" fill="hold" nodeType="afterGroup">
                            <p:stCondLst>
                              <p:cond delay="500"/>
                            </p:stCondLst>
                            <p:childTnLst>
                              <p:par>
                                <p:cTn id="9" presetID="12" presetClass="entr" presetSubtype="4" fill="hold" grpId="0" nodeType="afterEffect">
                                  <p:stCondLst>
                                    <p:cond delay="0"/>
                                  </p:stCondLst>
                                  <p:childTnLst>
                                    <p:set>
                                      <p:cBhvr>
                                        <p:cTn id="10" dur="1" fill="hold">
                                          <p:stCondLst>
                                            <p:cond delay="0"/>
                                          </p:stCondLst>
                                        </p:cTn>
                                        <p:tgtEl>
                                          <p:spTgt spid="79876"/>
                                        </p:tgtEl>
                                        <p:attrNameLst>
                                          <p:attrName>style.visibility</p:attrName>
                                        </p:attrNameLst>
                                      </p:cBhvr>
                                      <p:to>
                                        <p:strVal val="visible"/>
                                      </p:to>
                                    </p:set>
                                    <p:animEffect transition="in" filter="slide(fromBottom)">
                                      <p:cBhvr>
                                        <p:cTn id="11" dur="500"/>
                                        <p:tgtEl>
                                          <p:spTgt spid="79876"/>
                                        </p:tgtEl>
                                      </p:cBhvr>
                                    </p:animEffect>
                                  </p:childTnLst>
                                </p:cTn>
                              </p:par>
                            </p:childTnLst>
                          </p:cTn>
                        </p:par>
                        <p:par>
                          <p:cTn id="12" fill="hold" nodeType="afterGroup">
                            <p:stCondLst>
                              <p:cond delay="1000"/>
                            </p:stCondLst>
                            <p:childTnLst>
                              <p:par>
                                <p:cTn id="13" presetID="12" presetClass="entr" presetSubtype="1" fill="hold" grpId="0" nodeType="afterEffect">
                                  <p:stCondLst>
                                    <p:cond delay="0"/>
                                  </p:stCondLst>
                                  <p:childTnLst>
                                    <p:set>
                                      <p:cBhvr>
                                        <p:cTn id="14" dur="1" fill="hold">
                                          <p:stCondLst>
                                            <p:cond delay="0"/>
                                          </p:stCondLst>
                                        </p:cTn>
                                        <p:tgtEl>
                                          <p:spTgt spid="79877">
                                            <p:txEl>
                                              <p:pRg st="0" end="0"/>
                                            </p:txEl>
                                          </p:spTgt>
                                        </p:tgtEl>
                                        <p:attrNameLst>
                                          <p:attrName>style.visibility</p:attrName>
                                        </p:attrNameLst>
                                      </p:cBhvr>
                                      <p:to>
                                        <p:strVal val="visible"/>
                                      </p:to>
                                    </p:set>
                                    <p:animEffect transition="in" filter="slide(fromTop)">
                                      <p:cBhvr>
                                        <p:cTn id="15" dur="500"/>
                                        <p:tgtEl>
                                          <p:spTgt spid="79877">
                                            <p:txEl>
                                              <p:pRg st="0" end="0"/>
                                            </p:txEl>
                                          </p:spTgt>
                                        </p:tgtEl>
                                      </p:cBhvr>
                                    </p:animEffect>
                                  </p:childTnLst>
                                </p:cTn>
                              </p:par>
                              <p:par>
                                <p:cTn id="16" presetID="12" presetClass="entr" presetSubtype="1" fill="hold" grpId="0" nodeType="withEffect">
                                  <p:stCondLst>
                                    <p:cond delay="0"/>
                                  </p:stCondLst>
                                  <p:childTnLst>
                                    <p:set>
                                      <p:cBhvr>
                                        <p:cTn id="17" dur="1" fill="hold">
                                          <p:stCondLst>
                                            <p:cond delay="0"/>
                                          </p:stCondLst>
                                        </p:cTn>
                                        <p:tgtEl>
                                          <p:spTgt spid="79877">
                                            <p:txEl>
                                              <p:pRg st="1" end="1"/>
                                            </p:txEl>
                                          </p:spTgt>
                                        </p:tgtEl>
                                        <p:attrNameLst>
                                          <p:attrName>style.visibility</p:attrName>
                                        </p:attrNameLst>
                                      </p:cBhvr>
                                      <p:to>
                                        <p:strVal val="visible"/>
                                      </p:to>
                                    </p:set>
                                    <p:animEffect transition="in" filter="slide(fromTop)">
                                      <p:cBhvr>
                                        <p:cTn id="18" dur="500"/>
                                        <p:tgtEl>
                                          <p:spTgt spid="79877">
                                            <p:txEl>
                                              <p:pRg st="1" end="1"/>
                                            </p:txEl>
                                          </p:spTgt>
                                        </p:tgtEl>
                                      </p:cBhvr>
                                    </p:animEffect>
                                  </p:childTnLst>
                                </p:cTn>
                              </p:par>
                              <p:par>
                                <p:cTn id="19" presetID="12" presetClass="entr" presetSubtype="1" fill="hold" grpId="0" nodeType="withEffect">
                                  <p:stCondLst>
                                    <p:cond delay="0"/>
                                  </p:stCondLst>
                                  <p:childTnLst>
                                    <p:set>
                                      <p:cBhvr>
                                        <p:cTn id="20" dur="1" fill="hold">
                                          <p:stCondLst>
                                            <p:cond delay="0"/>
                                          </p:stCondLst>
                                        </p:cTn>
                                        <p:tgtEl>
                                          <p:spTgt spid="79877">
                                            <p:txEl>
                                              <p:pRg st="2" end="2"/>
                                            </p:txEl>
                                          </p:spTgt>
                                        </p:tgtEl>
                                        <p:attrNameLst>
                                          <p:attrName>style.visibility</p:attrName>
                                        </p:attrNameLst>
                                      </p:cBhvr>
                                      <p:to>
                                        <p:strVal val="visible"/>
                                      </p:to>
                                    </p:set>
                                    <p:animEffect transition="in" filter="slide(fromTop)">
                                      <p:cBhvr>
                                        <p:cTn id="21" dur="500"/>
                                        <p:tgtEl>
                                          <p:spTgt spid="79877">
                                            <p:txEl>
                                              <p:pRg st="2" end="2"/>
                                            </p:txEl>
                                          </p:spTgt>
                                        </p:tgtEl>
                                      </p:cBhvr>
                                    </p:animEffect>
                                  </p:childTnLst>
                                </p:cTn>
                              </p:par>
                              <p:par>
                                <p:cTn id="22" presetID="12" presetClass="entr" presetSubtype="1" fill="hold" grpId="0" nodeType="withEffect">
                                  <p:stCondLst>
                                    <p:cond delay="0"/>
                                  </p:stCondLst>
                                  <p:childTnLst>
                                    <p:set>
                                      <p:cBhvr>
                                        <p:cTn id="23" dur="1" fill="hold">
                                          <p:stCondLst>
                                            <p:cond delay="0"/>
                                          </p:stCondLst>
                                        </p:cTn>
                                        <p:tgtEl>
                                          <p:spTgt spid="79877">
                                            <p:txEl>
                                              <p:pRg st="3" end="3"/>
                                            </p:txEl>
                                          </p:spTgt>
                                        </p:tgtEl>
                                        <p:attrNameLst>
                                          <p:attrName>style.visibility</p:attrName>
                                        </p:attrNameLst>
                                      </p:cBhvr>
                                      <p:to>
                                        <p:strVal val="visible"/>
                                      </p:to>
                                    </p:set>
                                    <p:animEffect transition="in" filter="slide(fromTop)">
                                      <p:cBhvr>
                                        <p:cTn id="24" dur="500"/>
                                        <p:tgtEl>
                                          <p:spTgt spid="79877">
                                            <p:txEl>
                                              <p:pRg st="3" end="3"/>
                                            </p:txEl>
                                          </p:spTgt>
                                        </p:tgtEl>
                                      </p:cBhvr>
                                    </p:animEffect>
                                  </p:childTnLst>
                                </p:cTn>
                              </p:par>
                              <p:par>
                                <p:cTn id="25" presetID="12" presetClass="entr" presetSubtype="1" fill="hold" grpId="0" nodeType="withEffect">
                                  <p:stCondLst>
                                    <p:cond delay="0"/>
                                  </p:stCondLst>
                                  <p:childTnLst>
                                    <p:set>
                                      <p:cBhvr>
                                        <p:cTn id="26" dur="1" fill="hold">
                                          <p:stCondLst>
                                            <p:cond delay="0"/>
                                          </p:stCondLst>
                                        </p:cTn>
                                        <p:tgtEl>
                                          <p:spTgt spid="79877">
                                            <p:txEl>
                                              <p:pRg st="4" end="4"/>
                                            </p:txEl>
                                          </p:spTgt>
                                        </p:tgtEl>
                                        <p:attrNameLst>
                                          <p:attrName>style.visibility</p:attrName>
                                        </p:attrNameLst>
                                      </p:cBhvr>
                                      <p:to>
                                        <p:strVal val="visible"/>
                                      </p:to>
                                    </p:set>
                                    <p:animEffect transition="in" filter="slide(fromTop)">
                                      <p:cBhvr>
                                        <p:cTn id="27" dur="500"/>
                                        <p:tgtEl>
                                          <p:spTgt spid="7987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6" grpId="0" autoUpdateAnimBg="0"/>
      <p:bldP spid="79877" grpId="0" build="p" autoUpdateAnimBg="0" advAuto="0">
        <p:tmplLst>
          <p:tmpl lvl="1">
            <p:tnLst>
              <p:par>
                <p:cTn presetID="12" presetClass="entr" presetSubtype="1" fill="hold" nodeType="afterEffect">
                  <p:stCondLst>
                    <p:cond delay="0"/>
                  </p:stCondLst>
                  <p:childTnLst>
                    <p:set>
                      <p:cBhvr>
                        <p:cTn dur="1" fill="hold">
                          <p:stCondLst>
                            <p:cond delay="0"/>
                          </p:stCondLst>
                        </p:cTn>
                        <p:tgtEl>
                          <p:spTgt spid="79877"/>
                        </p:tgtEl>
                        <p:attrNameLst>
                          <p:attrName>style.visibility</p:attrName>
                        </p:attrNameLst>
                      </p:cBhvr>
                      <p:to>
                        <p:strVal val="visible"/>
                      </p:to>
                    </p:set>
                    <p:animEffect transition="in" filter="slide(fromTop)">
                      <p:cBhvr>
                        <p:cTn dur="500"/>
                        <p:tgtEl>
                          <p:spTgt spid="79877"/>
                        </p:tgtEl>
                      </p:cBhvr>
                    </p:animEffect>
                  </p:childTnLst>
                </p:cTn>
              </p:par>
            </p:tnLst>
          </p:tmpl>
          <p:tmpl lvl="2">
            <p:tnLst>
              <p:par>
                <p:cTn presetID="12" presetClass="entr" presetSubtype="1" fill="hold" nodeType="withEffect">
                  <p:stCondLst>
                    <p:cond delay="0"/>
                  </p:stCondLst>
                  <p:childTnLst>
                    <p:set>
                      <p:cBhvr>
                        <p:cTn dur="1" fill="hold">
                          <p:stCondLst>
                            <p:cond delay="0"/>
                          </p:stCondLst>
                        </p:cTn>
                        <p:tgtEl>
                          <p:spTgt spid="79877"/>
                        </p:tgtEl>
                        <p:attrNameLst>
                          <p:attrName>style.visibility</p:attrName>
                        </p:attrNameLst>
                      </p:cBhvr>
                      <p:to>
                        <p:strVal val="visible"/>
                      </p:to>
                    </p:set>
                    <p:animEffect transition="in" filter="slide(fromTop)">
                      <p:cBhvr>
                        <p:cTn dur="500"/>
                        <p:tgtEl>
                          <p:spTgt spid="79877"/>
                        </p:tgtEl>
                      </p:cBhvr>
                    </p:animEffect>
                  </p:childTnLst>
                </p:cTn>
              </p:par>
            </p:tnLst>
          </p:tmpl>
          <p:tmpl lvl="3">
            <p:tnLst>
              <p:par>
                <p:cTn presetID="12" presetClass="entr" presetSubtype="1" fill="hold" nodeType="withEffect">
                  <p:stCondLst>
                    <p:cond delay="0"/>
                  </p:stCondLst>
                  <p:childTnLst>
                    <p:set>
                      <p:cBhvr>
                        <p:cTn dur="1" fill="hold">
                          <p:stCondLst>
                            <p:cond delay="0"/>
                          </p:stCondLst>
                        </p:cTn>
                        <p:tgtEl>
                          <p:spTgt spid="79877"/>
                        </p:tgtEl>
                        <p:attrNameLst>
                          <p:attrName>style.visibility</p:attrName>
                        </p:attrNameLst>
                      </p:cBhvr>
                      <p:to>
                        <p:strVal val="visible"/>
                      </p:to>
                    </p:set>
                    <p:animEffect transition="in" filter="slide(fromTop)">
                      <p:cBhvr>
                        <p:cTn dur="500"/>
                        <p:tgtEl>
                          <p:spTgt spid="79877"/>
                        </p:tgtEl>
                      </p:cBhvr>
                    </p:animEffect>
                  </p:childTnLst>
                </p:cTn>
              </p:par>
            </p:tnLst>
          </p:tmpl>
          <p:tmpl lvl="4">
            <p:tnLst>
              <p:par>
                <p:cTn presetID="12" presetClass="entr" presetSubtype="1" fill="hold" nodeType="withEffect">
                  <p:stCondLst>
                    <p:cond delay="0"/>
                  </p:stCondLst>
                  <p:childTnLst>
                    <p:set>
                      <p:cBhvr>
                        <p:cTn dur="1" fill="hold">
                          <p:stCondLst>
                            <p:cond delay="0"/>
                          </p:stCondLst>
                        </p:cTn>
                        <p:tgtEl>
                          <p:spTgt spid="79877"/>
                        </p:tgtEl>
                        <p:attrNameLst>
                          <p:attrName>style.visibility</p:attrName>
                        </p:attrNameLst>
                      </p:cBhvr>
                      <p:to>
                        <p:strVal val="visible"/>
                      </p:to>
                    </p:set>
                    <p:animEffect transition="in" filter="slide(fromTop)">
                      <p:cBhvr>
                        <p:cTn dur="500"/>
                        <p:tgtEl>
                          <p:spTgt spid="79877"/>
                        </p:tgtEl>
                      </p:cBhvr>
                    </p:animEffect>
                  </p:childTnLst>
                </p:cTn>
              </p:par>
            </p:tnLst>
          </p:tmpl>
          <p:tmpl lvl="5">
            <p:tnLst>
              <p:par>
                <p:cTn presetID="12" presetClass="entr" presetSubtype="1" fill="hold" nodeType="withEffect">
                  <p:stCondLst>
                    <p:cond delay="0"/>
                  </p:stCondLst>
                  <p:childTnLst>
                    <p:set>
                      <p:cBhvr>
                        <p:cTn dur="1" fill="hold">
                          <p:stCondLst>
                            <p:cond delay="0"/>
                          </p:stCondLst>
                        </p:cTn>
                        <p:tgtEl>
                          <p:spTgt spid="79877"/>
                        </p:tgtEl>
                        <p:attrNameLst>
                          <p:attrName>style.visibility</p:attrName>
                        </p:attrNameLst>
                      </p:cBhvr>
                      <p:to>
                        <p:strVal val="visible"/>
                      </p:to>
                    </p:set>
                    <p:animEffect transition="in" filter="slide(fromTop)">
                      <p:cBhvr>
                        <p:cTn dur="500"/>
                        <p:tgtEl>
                          <p:spTgt spid="79877"/>
                        </p:tgtEl>
                      </p:cBhvr>
                    </p:animEffect>
                  </p:childTnLst>
                </p:cTn>
              </p:par>
            </p:tnLst>
          </p:tmpl>
        </p:tmplLst>
      </p:bldP>
      <p:bldP spid="79878" grpId="0" animBg="1"/>
    </p:bldLst>
  </p:timing>
  <p:txStyles>
    <p:titleStyle>
      <a:lvl1pPr marL="342900" indent="-342900" algn="l" rtl="0" eaLnBrk="0" fontAlgn="base" hangingPunct="0">
        <a:spcBef>
          <a:spcPct val="20000"/>
        </a:spcBef>
        <a:spcAft>
          <a:spcPct val="0"/>
        </a:spcAft>
        <a:defRPr sz="2800" b="1">
          <a:solidFill>
            <a:schemeClr val="accent2"/>
          </a:solidFill>
          <a:latin typeface="+mj-lt"/>
          <a:ea typeface="+mj-ea"/>
          <a:cs typeface="+mj-cs"/>
        </a:defRPr>
      </a:lvl1pPr>
      <a:lvl2pPr marL="342900" indent="-342900" algn="l" rtl="0" eaLnBrk="0" fontAlgn="base" hangingPunct="0">
        <a:spcBef>
          <a:spcPct val="20000"/>
        </a:spcBef>
        <a:spcAft>
          <a:spcPct val="0"/>
        </a:spcAft>
        <a:defRPr sz="2800" b="1">
          <a:solidFill>
            <a:schemeClr val="accent2"/>
          </a:solidFill>
          <a:latin typeface="Arial" charset="0"/>
          <a:ea typeface="宋体" pitchFamily="2" charset="-122"/>
        </a:defRPr>
      </a:lvl2pPr>
      <a:lvl3pPr marL="342900" indent="-342900" algn="l" rtl="0" eaLnBrk="0" fontAlgn="base" hangingPunct="0">
        <a:spcBef>
          <a:spcPct val="20000"/>
        </a:spcBef>
        <a:spcAft>
          <a:spcPct val="0"/>
        </a:spcAft>
        <a:defRPr sz="2800" b="1">
          <a:solidFill>
            <a:schemeClr val="accent2"/>
          </a:solidFill>
          <a:latin typeface="Arial" charset="0"/>
          <a:ea typeface="宋体" pitchFamily="2" charset="-122"/>
        </a:defRPr>
      </a:lvl3pPr>
      <a:lvl4pPr marL="342900" indent="-342900" algn="l" rtl="0" eaLnBrk="0" fontAlgn="base" hangingPunct="0">
        <a:spcBef>
          <a:spcPct val="20000"/>
        </a:spcBef>
        <a:spcAft>
          <a:spcPct val="0"/>
        </a:spcAft>
        <a:defRPr sz="2800" b="1">
          <a:solidFill>
            <a:schemeClr val="accent2"/>
          </a:solidFill>
          <a:latin typeface="Arial" charset="0"/>
          <a:ea typeface="宋体" pitchFamily="2" charset="-122"/>
        </a:defRPr>
      </a:lvl4pPr>
      <a:lvl5pPr marL="342900" indent="-342900" algn="l" rtl="0" eaLnBrk="0" fontAlgn="base" hangingPunct="0">
        <a:spcBef>
          <a:spcPct val="20000"/>
        </a:spcBef>
        <a:spcAft>
          <a:spcPct val="0"/>
        </a:spcAft>
        <a:defRPr sz="2800" b="1">
          <a:solidFill>
            <a:schemeClr val="accent2"/>
          </a:solidFill>
          <a:latin typeface="Arial" charset="0"/>
          <a:ea typeface="宋体" pitchFamily="2" charset="-122"/>
        </a:defRPr>
      </a:lvl5pPr>
      <a:lvl6pPr marL="800100" indent="-342900" algn="l" rtl="0" fontAlgn="base">
        <a:spcBef>
          <a:spcPct val="20000"/>
        </a:spcBef>
        <a:spcAft>
          <a:spcPct val="0"/>
        </a:spcAft>
        <a:defRPr sz="2800" b="1">
          <a:solidFill>
            <a:schemeClr val="accent2"/>
          </a:solidFill>
          <a:latin typeface="Arial" charset="0"/>
          <a:ea typeface="宋体" pitchFamily="2" charset="-122"/>
        </a:defRPr>
      </a:lvl6pPr>
      <a:lvl7pPr marL="1257300" indent="-342900" algn="l" rtl="0" fontAlgn="base">
        <a:spcBef>
          <a:spcPct val="20000"/>
        </a:spcBef>
        <a:spcAft>
          <a:spcPct val="0"/>
        </a:spcAft>
        <a:defRPr sz="2800" b="1">
          <a:solidFill>
            <a:schemeClr val="accent2"/>
          </a:solidFill>
          <a:latin typeface="Arial" charset="0"/>
          <a:ea typeface="宋体" pitchFamily="2" charset="-122"/>
        </a:defRPr>
      </a:lvl7pPr>
      <a:lvl8pPr marL="1714500" indent="-342900" algn="l" rtl="0" fontAlgn="base">
        <a:spcBef>
          <a:spcPct val="20000"/>
        </a:spcBef>
        <a:spcAft>
          <a:spcPct val="0"/>
        </a:spcAft>
        <a:defRPr sz="2800" b="1">
          <a:solidFill>
            <a:schemeClr val="accent2"/>
          </a:solidFill>
          <a:latin typeface="Arial" charset="0"/>
          <a:ea typeface="宋体" pitchFamily="2" charset="-122"/>
        </a:defRPr>
      </a:lvl8pPr>
      <a:lvl9pPr marL="2171700" indent="-342900" algn="l" rtl="0" fontAlgn="base">
        <a:spcBef>
          <a:spcPct val="20000"/>
        </a:spcBef>
        <a:spcAft>
          <a:spcPct val="0"/>
        </a:spcAft>
        <a:defRPr sz="2800" b="1">
          <a:solidFill>
            <a:schemeClr val="accent2"/>
          </a:solidFill>
          <a:latin typeface="Arial" charset="0"/>
          <a:ea typeface="宋体" pitchFamily="2" charset="-122"/>
        </a:defRPr>
      </a:lvl9pPr>
    </p:titleStyle>
    <p:bodyStyle>
      <a:lvl1pPr marL="342900" indent="-342900" algn="l" rtl="0" eaLnBrk="0" fontAlgn="base" hangingPunct="0">
        <a:spcBef>
          <a:spcPct val="30000"/>
        </a:spcBef>
        <a:spcAft>
          <a:spcPct val="0"/>
        </a:spcAft>
        <a:buClr>
          <a:srgbClr val="0000FF"/>
        </a:buClr>
        <a:buFont typeface="Wingdings 2" panose="05020102010507070707" pitchFamily="18" charset="2"/>
        <a:buChar char="¡"/>
        <a:defRPr sz="2800" b="1">
          <a:solidFill>
            <a:schemeClr val="tx1"/>
          </a:solidFill>
          <a:latin typeface="+mn-lt"/>
          <a:ea typeface="+mn-ea"/>
          <a:cs typeface="+mn-cs"/>
        </a:defRPr>
      </a:lvl1pPr>
      <a:lvl2pPr marL="742950" indent="-220663" algn="l" rtl="0" eaLnBrk="0" fontAlgn="base" hangingPunct="0">
        <a:spcBef>
          <a:spcPct val="20000"/>
        </a:spcBef>
        <a:spcAft>
          <a:spcPct val="0"/>
        </a:spcAft>
        <a:buClr>
          <a:srgbClr val="0000FF"/>
        </a:buClr>
        <a:buFont typeface="黑体" panose="02010609060101010101" pitchFamily="49" charset="-122"/>
        <a:buChar char="–"/>
        <a:defRPr sz="2400" b="1">
          <a:solidFill>
            <a:schemeClr val="tx1"/>
          </a:solidFill>
          <a:latin typeface="+mn-lt"/>
          <a:ea typeface="+mn-ea"/>
        </a:defRPr>
      </a:lvl2pPr>
      <a:lvl3pPr marL="1150938" indent="-228600" algn="l" rtl="0" eaLnBrk="0" fontAlgn="base" hangingPunct="0">
        <a:spcBef>
          <a:spcPct val="20000"/>
        </a:spcBef>
        <a:spcAft>
          <a:spcPct val="0"/>
        </a:spcAft>
        <a:buClr>
          <a:srgbClr val="0000FF"/>
        </a:buClr>
        <a:buFont typeface="黑体" panose="02010609060101010101" pitchFamily="49" charset="-122"/>
        <a:buChar char="–"/>
        <a:defRPr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mn-lt"/>
          <a:ea typeface="+mn-ea"/>
        </a:defRPr>
      </a:lvl5pPr>
      <a:lvl6pPr marL="2514600" indent="-228600" algn="l" rtl="0" fontAlgn="base">
        <a:spcBef>
          <a:spcPct val="0"/>
        </a:spcBef>
        <a:spcAft>
          <a:spcPct val="0"/>
        </a:spcAft>
        <a:buClr>
          <a:srgbClr val="0000FF"/>
        </a:buClr>
        <a:buFont typeface="Wingdings" pitchFamily="2" charset="2"/>
        <a:buChar char="§"/>
        <a:defRPr>
          <a:solidFill>
            <a:schemeClr val="tx1"/>
          </a:solidFill>
          <a:latin typeface="+mn-lt"/>
          <a:ea typeface="+mn-ea"/>
        </a:defRPr>
      </a:lvl6pPr>
      <a:lvl7pPr marL="2971800" indent="-228600" algn="l" rtl="0" fontAlgn="base">
        <a:spcBef>
          <a:spcPct val="0"/>
        </a:spcBef>
        <a:spcAft>
          <a:spcPct val="0"/>
        </a:spcAft>
        <a:buClr>
          <a:srgbClr val="0000FF"/>
        </a:buClr>
        <a:buFont typeface="Wingdings" pitchFamily="2" charset="2"/>
        <a:buChar char="§"/>
        <a:defRPr>
          <a:solidFill>
            <a:schemeClr val="tx1"/>
          </a:solidFill>
          <a:latin typeface="+mn-lt"/>
          <a:ea typeface="+mn-ea"/>
        </a:defRPr>
      </a:lvl7pPr>
      <a:lvl8pPr marL="3429000" indent="-228600" algn="l" rtl="0" fontAlgn="base">
        <a:spcBef>
          <a:spcPct val="0"/>
        </a:spcBef>
        <a:spcAft>
          <a:spcPct val="0"/>
        </a:spcAft>
        <a:buClr>
          <a:srgbClr val="0000FF"/>
        </a:buClr>
        <a:buFont typeface="Wingdings" pitchFamily="2" charset="2"/>
        <a:buChar char="§"/>
        <a:defRPr>
          <a:solidFill>
            <a:schemeClr val="tx1"/>
          </a:solidFill>
          <a:latin typeface="+mn-lt"/>
          <a:ea typeface="+mn-ea"/>
        </a:defRPr>
      </a:lvl8pPr>
      <a:lvl9pPr marL="3886200" indent="-228600" algn="l" rtl="0" fontAlgn="base">
        <a:spcBef>
          <a:spcPct val="0"/>
        </a:spcBef>
        <a:spcAft>
          <a:spcPct val="0"/>
        </a:spcAft>
        <a:buClr>
          <a:srgbClr val="0000FF"/>
        </a:buClr>
        <a:buFont typeface="Wingdings" pitchFamily="2" charset="2"/>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microsoft.com/office/2007/relationships/hdphoto" Target="../media/hdphoto1.wdp"/></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microsoft.com/office/2007/relationships/hdphoto" Target="../media/hdphoto2.wdp"/></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microsoft.com/office/2007/relationships/hdphoto" Target="../media/hdphoto3.wdp"/></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microsoft.com/office/2007/relationships/hdphoto" Target="../media/hdphoto4.wdp"/></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0.xml"/><Relationship Id="rId1" Type="http://schemas.openxmlformats.org/officeDocument/2006/relationships/slideLayout" Target="../slideLayouts/slideLayout4.xml"/><Relationship Id="rId4" Type="http://schemas.openxmlformats.org/officeDocument/2006/relationships/image" Target="../media/image11.jpe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7">
            <a:extLst>
              <a:ext uri="{FF2B5EF4-FFF2-40B4-BE49-F238E27FC236}">
                <a16:creationId xmlns:a16="http://schemas.microsoft.com/office/drawing/2014/main" id="{3F6C8B79-647B-E3BA-265D-DD8AB537FA8B}"/>
              </a:ext>
            </a:extLst>
          </p:cNvPr>
          <p:cNvSpPr>
            <a:spLocks noGrp="1" noChangeArrowheads="1"/>
          </p:cNvSpPr>
          <p:nvPr>
            <p:ph type="ctrTitle"/>
          </p:nvPr>
        </p:nvSpPr>
        <p:spPr>
          <a:noFill/>
          <a:ln/>
          <a:extLst>
            <a:ext uri="{91240B29-F687-4F45-9708-019B960494DF}">
              <a14:hiddenLine xmlns:a14="http://schemas.microsoft.com/office/drawing/2010/main" w="9525" algn="ctr">
                <a:solidFill>
                  <a:srgbClr val="000000"/>
                </a:solidFill>
                <a:miter lim="800000"/>
                <a:headEnd/>
                <a:tailEnd/>
              </a14:hiddenLine>
            </a:ext>
          </a:extLst>
        </p:spPr>
        <p:txBody>
          <a:bodyPr/>
          <a:lstStyle/>
          <a:p>
            <a:pPr algn="ctr" eaLnBrk="1" hangingPunct="1"/>
            <a:r>
              <a:rPr lang="zh-CN" altLang="en-US" dirty="0"/>
              <a:t>第 </a:t>
            </a:r>
            <a:r>
              <a:rPr lang="en-US" altLang="zh-CN" dirty="0"/>
              <a:t>8 </a:t>
            </a:r>
            <a:r>
              <a:rPr lang="zh-CN" altLang="en-US" dirty="0"/>
              <a:t>章   软件项目风险管理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66C249E8-9A54-6106-7A59-3991805E0D97}"/>
              </a:ext>
            </a:extLst>
          </p:cNvPr>
          <p:cNvSpPr>
            <a:spLocks noGrp="1" noChangeArrowheads="1"/>
          </p:cNvSpPr>
          <p:nvPr>
            <p:ph type="title"/>
          </p:nvPr>
        </p:nvSpPr>
        <p:spPr/>
        <p:txBody>
          <a:bodyPr/>
          <a:lstStyle/>
          <a:p>
            <a:pPr eaLnBrk="1" hangingPunct="1"/>
            <a:r>
              <a:rPr lang="zh-CN" altLang="en-US"/>
              <a:t>本章内容提要</a:t>
            </a:r>
          </a:p>
        </p:txBody>
      </p:sp>
      <p:grpSp>
        <p:nvGrpSpPr>
          <p:cNvPr id="6147" name="Group 40">
            <a:extLst>
              <a:ext uri="{FF2B5EF4-FFF2-40B4-BE49-F238E27FC236}">
                <a16:creationId xmlns:a16="http://schemas.microsoft.com/office/drawing/2014/main" id="{E69A1E58-FCEA-8739-CEE8-80C60E03870C}"/>
              </a:ext>
            </a:extLst>
          </p:cNvPr>
          <p:cNvGrpSpPr>
            <a:grpSpLocks/>
          </p:cNvGrpSpPr>
          <p:nvPr/>
        </p:nvGrpSpPr>
        <p:grpSpPr bwMode="auto">
          <a:xfrm>
            <a:off x="969963" y="2566988"/>
            <a:ext cx="5689600" cy="3238500"/>
            <a:chOff x="385" y="1451"/>
            <a:chExt cx="3584" cy="2040"/>
          </a:xfrm>
        </p:grpSpPr>
        <p:grpSp>
          <p:nvGrpSpPr>
            <p:cNvPr id="6148" name="Group 3">
              <a:extLst>
                <a:ext uri="{FF2B5EF4-FFF2-40B4-BE49-F238E27FC236}">
                  <a16:creationId xmlns:a16="http://schemas.microsoft.com/office/drawing/2014/main" id="{0EEFB142-412C-6322-3132-1649EE72DF0E}"/>
                </a:ext>
              </a:extLst>
            </p:cNvPr>
            <p:cNvGrpSpPr>
              <a:grpSpLocks/>
            </p:cNvGrpSpPr>
            <p:nvPr/>
          </p:nvGrpSpPr>
          <p:grpSpPr bwMode="auto">
            <a:xfrm>
              <a:off x="385" y="1451"/>
              <a:ext cx="3572" cy="230"/>
              <a:chOff x="385" y="1430"/>
              <a:chExt cx="3572" cy="363"/>
            </a:xfrm>
          </p:grpSpPr>
          <p:sp>
            <p:nvSpPr>
              <p:cNvPr id="6178" name="AutoShape 4">
                <a:extLst>
                  <a:ext uri="{FF2B5EF4-FFF2-40B4-BE49-F238E27FC236}">
                    <a16:creationId xmlns:a16="http://schemas.microsoft.com/office/drawing/2014/main" id="{F29460A5-701D-8ED5-D3CD-6CBAAD0EC201}"/>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6179" name="Text Box 5">
                <a:extLst>
                  <a:ext uri="{FF2B5EF4-FFF2-40B4-BE49-F238E27FC236}">
                    <a16:creationId xmlns:a16="http://schemas.microsoft.com/office/drawing/2014/main" id="{1CF9287E-FDA2-0E09-BF71-2C1312CBD086}"/>
                  </a:ext>
                </a:extLst>
              </p:cNvPr>
              <p:cNvSpPr txBox="1">
                <a:spLocks noChangeArrowheads="1"/>
              </p:cNvSpPr>
              <p:nvPr/>
            </p:nvSpPr>
            <p:spPr bwMode="auto">
              <a:xfrm>
                <a:off x="626" y="1430"/>
                <a:ext cx="3099"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软件项目风险管理概述</a:t>
                </a:r>
                <a:r>
                  <a:rPr lang="zh-CN" altLang="en-US" sz="1800">
                    <a:solidFill>
                      <a:schemeClr val="bg1"/>
                    </a:solidFill>
                  </a:rPr>
                  <a:t>合同管理概述</a:t>
                </a:r>
                <a:r>
                  <a:rPr lang="zh-CN" altLang="en-US" sz="1200">
                    <a:solidFill>
                      <a:schemeClr val="bg1"/>
                    </a:solidFill>
                  </a:rPr>
                  <a:t> </a:t>
                </a:r>
                <a:r>
                  <a:rPr lang="zh-CN" altLang="en-US" sz="2400" b="0">
                    <a:latin typeface="Times New Roman" panose="02020603050405020304" pitchFamily="18" charset="0"/>
                  </a:rPr>
                  <a:t> </a:t>
                </a:r>
              </a:p>
            </p:txBody>
          </p:sp>
          <p:sp>
            <p:nvSpPr>
              <p:cNvPr id="6180" name="Rectangle 6">
                <a:extLst>
                  <a:ext uri="{FF2B5EF4-FFF2-40B4-BE49-F238E27FC236}">
                    <a16:creationId xmlns:a16="http://schemas.microsoft.com/office/drawing/2014/main" id="{EE2DB440-930E-9A6D-B54B-B8A6D1BE16F0}"/>
                  </a:ext>
                </a:extLst>
              </p:cNvPr>
              <p:cNvSpPr>
                <a:spLocks noChangeArrowheads="1"/>
              </p:cNvSpPr>
              <p:nvPr/>
            </p:nvSpPr>
            <p:spPr bwMode="auto">
              <a:xfrm>
                <a:off x="385" y="1532"/>
                <a:ext cx="211" cy="164"/>
              </a:xfrm>
              <a:prstGeom prst="rect">
                <a:avLst/>
              </a:prstGeom>
              <a:solidFill>
                <a:schemeClr val="accent2"/>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8.1</a:t>
                </a:r>
                <a:endParaRPr lang="en-US" altLang="zh-CN" sz="1800">
                  <a:solidFill>
                    <a:srgbClr val="000000"/>
                  </a:solidFill>
                </a:endParaRPr>
              </a:p>
            </p:txBody>
          </p:sp>
        </p:grpSp>
        <p:grpSp>
          <p:nvGrpSpPr>
            <p:cNvPr id="6149" name="Group 7">
              <a:extLst>
                <a:ext uri="{FF2B5EF4-FFF2-40B4-BE49-F238E27FC236}">
                  <a16:creationId xmlns:a16="http://schemas.microsoft.com/office/drawing/2014/main" id="{E7EB7CCB-7063-12B4-15DE-709C8C70A381}"/>
                </a:ext>
              </a:extLst>
            </p:cNvPr>
            <p:cNvGrpSpPr>
              <a:grpSpLocks/>
            </p:cNvGrpSpPr>
            <p:nvPr/>
          </p:nvGrpSpPr>
          <p:grpSpPr bwMode="auto">
            <a:xfrm>
              <a:off x="385" y="1706"/>
              <a:ext cx="3572" cy="230"/>
              <a:chOff x="385" y="1801"/>
              <a:chExt cx="3572" cy="363"/>
            </a:xfrm>
          </p:grpSpPr>
          <p:grpSp>
            <p:nvGrpSpPr>
              <p:cNvPr id="6174" name="Group 8">
                <a:extLst>
                  <a:ext uri="{FF2B5EF4-FFF2-40B4-BE49-F238E27FC236}">
                    <a16:creationId xmlns:a16="http://schemas.microsoft.com/office/drawing/2014/main" id="{478947C8-9B7E-1677-B0C8-78B7220D7144}"/>
                  </a:ext>
                </a:extLst>
              </p:cNvPr>
              <p:cNvGrpSpPr>
                <a:grpSpLocks/>
              </p:cNvGrpSpPr>
              <p:nvPr/>
            </p:nvGrpSpPr>
            <p:grpSpPr bwMode="auto">
              <a:xfrm>
                <a:off x="464" y="1801"/>
                <a:ext cx="3493" cy="363"/>
                <a:chOff x="464" y="1801"/>
                <a:chExt cx="3493" cy="363"/>
              </a:xfrm>
            </p:grpSpPr>
            <p:sp>
              <p:nvSpPr>
                <p:cNvPr id="6176" name="AutoShape 9">
                  <a:extLst>
                    <a:ext uri="{FF2B5EF4-FFF2-40B4-BE49-F238E27FC236}">
                      <a16:creationId xmlns:a16="http://schemas.microsoft.com/office/drawing/2014/main" id="{ED742A53-D1E6-B4FF-13D1-C440D64CFBD3}"/>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6177" name="Text Box 10">
                  <a:extLst>
                    <a:ext uri="{FF2B5EF4-FFF2-40B4-BE49-F238E27FC236}">
                      <a16:creationId xmlns:a16="http://schemas.microsoft.com/office/drawing/2014/main" id="{3BCD37FE-0610-99D9-244E-720F7802A615}"/>
                    </a:ext>
                  </a:extLst>
                </p:cNvPr>
                <p:cNvSpPr txBox="1">
                  <a:spLocks noChangeArrowheads="1"/>
                </p:cNvSpPr>
                <p:nvPr/>
              </p:nvSpPr>
              <p:spPr bwMode="auto">
                <a:xfrm>
                  <a:off x="626" y="1801"/>
                  <a:ext cx="3099"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风险识别</a:t>
                  </a:r>
                  <a:r>
                    <a:rPr lang="zh-CN" altLang="en-US" sz="2400" b="0">
                      <a:latin typeface="Times New Roman" panose="02020603050405020304" pitchFamily="18" charset="0"/>
                    </a:rPr>
                    <a:t> </a:t>
                  </a:r>
                </a:p>
              </p:txBody>
            </p:sp>
          </p:grpSp>
          <p:sp>
            <p:nvSpPr>
              <p:cNvPr id="6175" name="Rectangle 11">
                <a:extLst>
                  <a:ext uri="{FF2B5EF4-FFF2-40B4-BE49-F238E27FC236}">
                    <a16:creationId xmlns:a16="http://schemas.microsoft.com/office/drawing/2014/main" id="{73CB383D-BE4A-2419-DDE7-F5539863A7AD}"/>
                  </a:ext>
                </a:extLst>
              </p:cNvPr>
              <p:cNvSpPr>
                <a:spLocks noChangeArrowheads="1"/>
              </p:cNvSpPr>
              <p:nvPr/>
            </p:nvSpPr>
            <p:spPr bwMode="auto">
              <a:xfrm>
                <a:off x="385" y="1915"/>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8.2</a:t>
                </a:r>
                <a:endParaRPr lang="en-US" altLang="zh-CN" sz="1800">
                  <a:solidFill>
                    <a:srgbClr val="000000"/>
                  </a:solidFill>
                </a:endParaRPr>
              </a:p>
            </p:txBody>
          </p:sp>
        </p:grpSp>
        <p:grpSp>
          <p:nvGrpSpPr>
            <p:cNvPr id="6150" name="Group 12">
              <a:extLst>
                <a:ext uri="{FF2B5EF4-FFF2-40B4-BE49-F238E27FC236}">
                  <a16:creationId xmlns:a16="http://schemas.microsoft.com/office/drawing/2014/main" id="{0CF4E1C4-99D4-29AC-6864-D01605C74189}"/>
                </a:ext>
              </a:extLst>
            </p:cNvPr>
            <p:cNvGrpSpPr>
              <a:grpSpLocks/>
            </p:cNvGrpSpPr>
            <p:nvPr/>
          </p:nvGrpSpPr>
          <p:grpSpPr bwMode="auto">
            <a:xfrm>
              <a:off x="385" y="1979"/>
              <a:ext cx="3584" cy="230"/>
              <a:chOff x="385" y="2187"/>
              <a:chExt cx="3584" cy="363"/>
            </a:xfrm>
          </p:grpSpPr>
          <p:sp>
            <p:nvSpPr>
              <p:cNvPr id="6171" name="AutoShape 13">
                <a:extLst>
                  <a:ext uri="{FF2B5EF4-FFF2-40B4-BE49-F238E27FC236}">
                    <a16:creationId xmlns:a16="http://schemas.microsoft.com/office/drawing/2014/main" id="{5634FCAE-0E04-3C73-7709-DFCBC2826BFA}"/>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6172" name="Text Box 14">
                <a:extLst>
                  <a:ext uri="{FF2B5EF4-FFF2-40B4-BE49-F238E27FC236}">
                    <a16:creationId xmlns:a16="http://schemas.microsoft.com/office/drawing/2014/main" id="{B8F093CD-7F7B-D91C-CEC7-411F2C0C2AFC}"/>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风险评估</a:t>
                </a:r>
                <a:r>
                  <a:rPr lang="zh-CN" altLang="en-US" sz="2400" b="0">
                    <a:latin typeface="Times New Roman" panose="02020603050405020304" pitchFamily="18" charset="0"/>
                  </a:rPr>
                  <a:t> </a:t>
                </a:r>
              </a:p>
            </p:txBody>
          </p:sp>
          <p:sp>
            <p:nvSpPr>
              <p:cNvPr id="6173" name="Rectangle 15">
                <a:extLst>
                  <a:ext uri="{FF2B5EF4-FFF2-40B4-BE49-F238E27FC236}">
                    <a16:creationId xmlns:a16="http://schemas.microsoft.com/office/drawing/2014/main" id="{A0FBB8E6-0739-1A89-3A57-2AA6CDC0E7FD}"/>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8.3</a:t>
                </a:r>
                <a:endParaRPr lang="en-US" altLang="zh-CN" sz="1800">
                  <a:solidFill>
                    <a:srgbClr val="000000"/>
                  </a:solidFill>
                </a:endParaRPr>
              </a:p>
            </p:txBody>
          </p:sp>
        </p:grpSp>
        <p:grpSp>
          <p:nvGrpSpPr>
            <p:cNvPr id="6151" name="Group 16">
              <a:extLst>
                <a:ext uri="{FF2B5EF4-FFF2-40B4-BE49-F238E27FC236}">
                  <a16:creationId xmlns:a16="http://schemas.microsoft.com/office/drawing/2014/main" id="{5A5823B9-E8C9-C534-48E5-7B618B9ACBB6}"/>
                </a:ext>
              </a:extLst>
            </p:cNvPr>
            <p:cNvGrpSpPr>
              <a:grpSpLocks/>
            </p:cNvGrpSpPr>
            <p:nvPr/>
          </p:nvGrpSpPr>
          <p:grpSpPr bwMode="auto">
            <a:xfrm>
              <a:off x="385" y="2251"/>
              <a:ext cx="3584" cy="198"/>
              <a:chOff x="385" y="2209"/>
              <a:chExt cx="3584" cy="313"/>
            </a:xfrm>
          </p:grpSpPr>
          <p:sp>
            <p:nvSpPr>
              <p:cNvPr id="6168" name="AutoShape 17">
                <a:extLst>
                  <a:ext uri="{FF2B5EF4-FFF2-40B4-BE49-F238E27FC236}">
                    <a16:creationId xmlns:a16="http://schemas.microsoft.com/office/drawing/2014/main" id="{140196F5-A042-6177-1A4C-6A115C4D7059}"/>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6169" name="Text Box 18">
                <a:extLst>
                  <a:ext uri="{FF2B5EF4-FFF2-40B4-BE49-F238E27FC236}">
                    <a16:creationId xmlns:a16="http://schemas.microsoft.com/office/drawing/2014/main" id="{6F981742-549B-D108-7BF6-60D3E35284FA}"/>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风险</a:t>
                </a:r>
                <a:r>
                  <a:rPr lang="zh-CN" altLang="en-US" sz="2000">
                    <a:solidFill>
                      <a:schemeClr val="tx2"/>
                    </a:solidFill>
                    <a:latin typeface="黑体" panose="02010609060101010101" pitchFamily="49" charset="-122"/>
                    <a:ea typeface="黑体" panose="02010609060101010101" pitchFamily="49" charset="-122"/>
                  </a:rPr>
                  <a:t>计划</a:t>
                </a:r>
              </a:p>
            </p:txBody>
          </p:sp>
          <p:sp>
            <p:nvSpPr>
              <p:cNvPr id="6170" name="Rectangle 19">
                <a:extLst>
                  <a:ext uri="{FF2B5EF4-FFF2-40B4-BE49-F238E27FC236}">
                    <a16:creationId xmlns:a16="http://schemas.microsoft.com/office/drawing/2014/main" id="{0B6EF3FC-1002-4ECD-EAA9-8A2F4A5675AC}"/>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8.4</a:t>
                </a:r>
                <a:endParaRPr lang="en-US" altLang="zh-CN" sz="1800">
                  <a:solidFill>
                    <a:srgbClr val="000000"/>
                  </a:solidFill>
                </a:endParaRPr>
              </a:p>
            </p:txBody>
          </p:sp>
        </p:grpSp>
        <p:grpSp>
          <p:nvGrpSpPr>
            <p:cNvPr id="6152" name="Group 24">
              <a:extLst>
                <a:ext uri="{FF2B5EF4-FFF2-40B4-BE49-F238E27FC236}">
                  <a16:creationId xmlns:a16="http://schemas.microsoft.com/office/drawing/2014/main" id="{8FC7AE55-C6B4-5116-AD45-F9241248AA64}"/>
                </a:ext>
              </a:extLst>
            </p:cNvPr>
            <p:cNvGrpSpPr>
              <a:grpSpLocks/>
            </p:cNvGrpSpPr>
            <p:nvPr/>
          </p:nvGrpSpPr>
          <p:grpSpPr bwMode="auto">
            <a:xfrm>
              <a:off x="385" y="2478"/>
              <a:ext cx="3584" cy="230"/>
              <a:chOff x="385" y="2187"/>
              <a:chExt cx="3584" cy="363"/>
            </a:xfrm>
          </p:grpSpPr>
          <p:sp>
            <p:nvSpPr>
              <p:cNvPr id="6165" name="AutoShape 25">
                <a:extLst>
                  <a:ext uri="{FF2B5EF4-FFF2-40B4-BE49-F238E27FC236}">
                    <a16:creationId xmlns:a16="http://schemas.microsoft.com/office/drawing/2014/main" id="{B485D87B-79B6-F282-A2F4-3EBF8CBEDCB0}"/>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6166" name="Text Box 26">
                <a:extLst>
                  <a:ext uri="{FF2B5EF4-FFF2-40B4-BE49-F238E27FC236}">
                    <a16:creationId xmlns:a16="http://schemas.microsoft.com/office/drawing/2014/main" id="{2DA70CC6-A46E-31F4-A3C4-931D8F062058}"/>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风险控制与管理</a:t>
                </a:r>
                <a:r>
                  <a:rPr lang="zh-CN" altLang="en-US" sz="2400" b="0">
                    <a:latin typeface="Times New Roman" panose="02020603050405020304" pitchFamily="18" charset="0"/>
                  </a:rPr>
                  <a:t> </a:t>
                </a:r>
              </a:p>
            </p:txBody>
          </p:sp>
          <p:sp>
            <p:nvSpPr>
              <p:cNvPr id="6167" name="Rectangle 27">
                <a:extLst>
                  <a:ext uri="{FF2B5EF4-FFF2-40B4-BE49-F238E27FC236}">
                    <a16:creationId xmlns:a16="http://schemas.microsoft.com/office/drawing/2014/main" id="{85B1DD0A-06B6-9F94-5270-A103C65762B3}"/>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8.5</a:t>
                </a:r>
                <a:endParaRPr lang="en-US" altLang="zh-CN" sz="1800">
                  <a:solidFill>
                    <a:srgbClr val="000000"/>
                  </a:solidFill>
                </a:endParaRPr>
              </a:p>
            </p:txBody>
          </p:sp>
        </p:grpSp>
        <p:grpSp>
          <p:nvGrpSpPr>
            <p:cNvPr id="6153" name="Group 28">
              <a:extLst>
                <a:ext uri="{FF2B5EF4-FFF2-40B4-BE49-F238E27FC236}">
                  <a16:creationId xmlns:a16="http://schemas.microsoft.com/office/drawing/2014/main" id="{0EA69F7D-5973-568A-9927-9D902DB115B3}"/>
                </a:ext>
              </a:extLst>
            </p:cNvPr>
            <p:cNvGrpSpPr>
              <a:grpSpLocks/>
            </p:cNvGrpSpPr>
            <p:nvPr/>
          </p:nvGrpSpPr>
          <p:grpSpPr bwMode="auto">
            <a:xfrm>
              <a:off x="385" y="2746"/>
              <a:ext cx="3584" cy="230"/>
              <a:chOff x="385" y="2187"/>
              <a:chExt cx="3584" cy="363"/>
            </a:xfrm>
          </p:grpSpPr>
          <p:sp>
            <p:nvSpPr>
              <p:cNvPr id="6162" name="AutoShape 29">
                <a:extLst>
                  <a:ext uri="{FF2B5EF4-FFF2-40B4-BE49-F238E27FC236}">
                    <a16:creationId xmlns:a16="http://schemas.microsoft.com/office/drawing/2014/main" id="{39F1CC97-F34A-83E9-2173-3A1A4CE17DE6}"/>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6163" name="Text Box 30">
                <a:extLst>
                  <a:ext uri="{FF2B5EF4-FFF2-40B4-BE49-F238E27FC236}">
                    <a16:creationId xmlns:a16="http://schemas.microsoft.com/office/drawing/2014/main" id="{548B04FA-C402-1816-6605-D51656F49968}"/>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案例分析</a:t>
                </a:r>
                <a:r>
                  <a:rPr lang="zh-CN" altLang="en-US" sz="2400" b="0">
                    <a:latin typeface="Times New Roman" panose="02020603050405020304" pitchFamily="18" charset="0"/>
                  </a:rPr>
                  <a:t> </a:t>
                </a:r>
              </a:p>
            </p:txBody>
          </p:sp>
          <p:sp>
            <p:nvSpPr>
              <p:cNvPr id="6164" name="Rectangle 31">
                <a:extLst>
                  <a:ext uri="{FF2B5EF4-FFF2-40B4-BE49-F238E27FC236}">
                    <a16:creationId xmlns:a16="http://schemas.microsoft.com/office/drawing/2014/main" id="{C6C6C463-32FB-3219-8A0B-F86CFA95A17F}"/>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8.6</a:t>
                </a:r>
                <a:endParaRPr lang="en-US" altLang="zh-CN" sz="1800">
                  <a:solidFill>
                    <a:srgbClr val="000000"/>
                  </a:solidFill>
                </a:endParaRPr>
              </a:p>
            </p:txBody>
          </p:sp>
        </p:grpSp>
        <p:grpSp>
          <p:nvGrpSpPr>
            <p:cNvPr id="6154" name="Group 32">
              <a:extLst>
                <a:ext uri="{FF2B5EF4-FFF2-40B4-BE49-F238E27FC236}">
                  <a16:creationId xmlns:a16="http://schemas.microsoft.com/office/drawing/2014/main" id="{35F4FDAB-3C7D-F255-4CCA-83C4716BFC36}"/>
                </a:ext>
              </a:extLst>
            </p:cNvPr>
            <p:cNvGrpSpPr>
              <a:grpSpLocks/>
            </p:cNvGrpSpPr>
            <p:nvPr/>
          </p:nvGrpSpPr>
          <p:grpSpPr bwMode="auto">
            <a:xfrm>
              <a:off x="385" y="3019"/>
              <a:ext cx="3584" cy="230"/>
              <a:chOff x="385" y="2187"/>
              <a:chExt cx="3584" cy="363"/>
            </a:xfrm>
          </p:grpSpPr>
          <p:sp>
            <p:nvSpPr>
              <p:cNvPr id="6159" name="AutoShape 33">
                <a:extLst>
                  <a:ext uri="{FF2B5EF4-FFF2-40B4-BE49-F238E27FC236}">
                    <a16:creationId xmlns:a16="http://schemas.microsoft.com/office/drawing/2014/main" id="{8F4A3E05-64F3-B55E-9A6A-5E6B3EF9F599}"/>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6160" name="Text Box 34">
                <a:extLst>
                  <a:ext uri="{FF2B5EF4-FFF2-40B4-BE49-F238E27FC236}">
                    <a16:creationId xmlns:a16="http://schemas.microsoft.com/office/drawing/2014/main" id="{98899D8F-988F-D0BC-D217-947177BB48D3}"/>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本章小结</a:t>
                </a:r>
                <a:r>
                  <a:rPr lang="zh-CN" altLang="en-US" sz="2400" b="0">
                    <a:latin typeface="Times New Roman" panose="02020603050405020304" pitchFamily="18" charset="0"/>
                  </a:rPr>
                  <a:t> </a:t>
                </a:r>
              </a:p>
            </p:txBody>
          </p:sp>
          <p:sp>
            <p:nvSpPr>
              <p:cNvPr id="6161" name="Rectangle 35">
                <a:extLst>
                  <a:ext uri="{FF2B5EF4-FFF2-40B4-BE49-F238E27FC236}">
                    <a16:creationId xmlns:a16="http://schemas.microsoft.com/office/drawing/2014/main" id="{7E9D918E-CC9F-ABA9-65FF-5DAE28BC891D}"/>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8.7</a:t>
                </a:r>
                <a:endParaRPr lang="en-US" altLang="zh-CN" sz="1800">
                  <a:solidFill>
                    <a:srgbClr val="000000"/>
                  </a:solidFill>
                </a:endParaRPr>
              </a:p>
            </p:txBody>
          </p:sp>
        </p:grpSp>
        <p:grpSp>
          <p:nvGrpSpPr>
            <p:cNvPr id="6155" name="Group 36">
              <a:extLst>
                <a:ext uri="{FF2B5EF4-FFF2-40B4-BE49-F238E27FC236}">
                  <a16:creationId xmlns:a16="http://schemas.microsoft.com/office/drawing/2014/main" id="{90ED9A8C-995A-CA3B-66A9-4925EBF47DD3}"/>
                </a:ext>
              </a:extLst>
            </p:cNvPr>
            <p:cNvGrpSpPr>
              <a:grpSpLocks/>
            </p:cNvGrpSpPr>
            <p:nvPr/>
          </p:nvGrpSpPr>
          <p:grpSpPr bwMode="auto">
            <a:xfrm>
              <a:off x="385" y="3294"/>
              <a:ext cx="3584" cy="197"/>
              <a:chOff x="385" y="2209"/>
              <a:chExt cx="3584" cy="311"/>
            </a:xfrm>
          </p:grpSpPr>
          <p:sp>
            <p:nvSpPr>
              <p:cNvPr id="6156" name="AutoShape 37">
                <a:extLst>
                  <a:ext uri="{FF2B5EF4-FFF2-40B4-BE49-F238E27FC236}">
                    <a16:creationId xmlns:a16="http://schemas.microsoft.com/office/drawing/2014/main" id="{37E91A42-69DC-36C7-C00F-87A412746693}"/>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6157" name="Text Box 38">
                <a:extLst>
                  <a:ext uri="{FF2B5EF4-FFF2-40B4-BE49-F238E27FC236}">
                    <a16:creationId xmlns:a16="http://schemas.microsoft.com/office/drawing/2014/main" id="{319A7114-98FC-BED1-B7B0-97B8BB155448}"/>
                  </a:ext>
                </a:extLst>
              </p:cNvPr>
              <p:cNvSpPr txBox="1">
                <a:spLocks noChangeArrowheads="1"/>
              </p:cNvSpPr>
              <p:nvPr/>
            </p:nvSpPr>
            <p:spPr bwMode="auto">
              <a:xfrm>
                <a:off x="626" y="2217"/>
                <a:ext cx="3110"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黑体" panose="02010609060101010101" pitchFamily="49" charset="-122"/>
                    <a:ea typeface="黑体" panose="02010609060101010101" pitchFamily="49" charset="-122"/>
                  </a:rPr>
                  <a:t>复习思考题</a:t>
                </a:r>
              </a:p>
            </p:txBody>
          </p:sp>
          <p:sp>
            <p:nvSpPr>
              <p:cNvPr id="6158" name="Rectangle 39">
                <a:extLst>
                  <a:ext uri="{FF2B5EF4-FFF2-40B4-BE49-F238E27FC236}">
                    <a16:creationId xmlns:a16="http://schemas.microsoft.com/office/drawing/2014/main" id="{B972C8AB-97DE-62C2-E2E2-4D3652BD244C}"/>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8.8</a:t>
                </a:r>
                <a:endParaRPr lang="en-US" altLang="zh-CN" sz="1800">
                  <a:solidFill>
                    <a:srgbClr val="000000"/>
                  </a:solidFill>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251C94A1-6B02-F948-81C3-50AA6890D79C}"/>
              </a:ext>
            </a:extLst>
          </p:cNvPr>
          <p:cNvSpPr>
            <a:spLocks noGrp="1" noChangeArrowheads="1"/>
          </p:cNvSpPr>
          <p:nvPr>
            <p:ph type="title"/>
          </p:nvPr>
        </p:nvSpPr>
        <p:spPr/>
        <p:txBody>
          <a:bodyPr/>
          <a:lstStyle/>
          <a:p>
            <a:pPr eaLnBrk="1" hangingPunct="1"/>
            <a:r>
              <a:rPr lang="en-US" altLang="zh-CN"/>
              <a:t>8.1  </a:t>
            </a:r>
            <a:r>
              <a:rPr lang="zh-CN" altLang="en-US"/>
              <a:t>软件项目风险</a:t>
            </a:r>
            <a:r>
              <a:rPr kumimoji="1" lang="zh-CN" altLang="en-US"/>
              <a:t>管理概述</a:t>
            </a:r>
          </a:p>
        </p:txBody>
      </p:sp>
      <p:sp>
        <p:nvSpPr>
          <p:cNvPr id="8195" name="Rectangle 3">
            <a:extLst>
              <a:ext uri="{FF2B5EF4-FFF2-40B4-BE49-F238E27FC236}">
                <a16:creationId xmlns:a16="http://schemas.microsoft.com/office/drawing/2014/main" id="{2B630DBE-8EB4-C259-6945-307AF1BCC6D1}"/>
              </a:ext>
            </a:extLst>
          </p:cNvPr>
          <p:cNvSpPr>
            <a:spLocks noGrp="1" noChangeArrowheads="1"/>
          </p:cNvSpPr>
          <p:nvPr>
            <p:ph type="body" idx="1"/>
          </p:nvPr>
        </p:nvSpPr>
        <p:spPr>
          <a:xfrm>
            <a:off x="468313" y="1916113"/>
            <a:ext cx="8496300" cy="4941887"/>
          </a:xfrm>
        </p:spPr>
        <p:txBody>
          <a:bodyPr/>
          <a:lstStyle/>
          <a:p>
            <a:pPr eaLnBrk="1" hangingPunct="1">
              <a:lnSpc>
                <a:spcPct val="115000"/>
              </a:lnSpc>
            </a:pPr>
            <a:r>
              <a:rPr lang="zh-CN" altLang="en-US" sz="2400" dirty="0">
                <a:solidFill>
                  <a:schemeClr val="accent2"/>
                </a:solidFill>
                <a:ea typeface="黑体" panose="02010609060101010101" pitchFamily="49" charset="-122"/>
              </a:rPr>
              <a:t>风险定义与分类</a:t>
            </a:r>
            <a:r>
              <a:rPr lang="zh-CN" altLang="en-US" dirty="0"/>
              <a:t> </a:t>
            </a:r>
            <a:endParaRPr lang="zh-CN" altLang="en-US" sz="2000" dirty="0"/>
          </a:p>
          <a:p>
            <a:pPr eaLnBrk="1" hangingPunct="1">
              <a:lnSpc>
                <a:spcPct val="115000"/>
              </a:lnSpc>
            </a:pPr>
            <a:r>
              <a:rPr lang="zh-CN" altLang="en-US" sz="2000" dirty="0"/>
              <a:t>美国软件工程研究所将风险定义为</a:t>
            </a:r>
            <a:r>
              <a:rPr lang="zh-CN" altLang="en-US" sz="2000" dirty="0">
                <a:solidFill>
                  <a:srgbClr val="FF0000"/>
                </a:solidFill>
              </a:rPr>
              <a:t>损失的可能性</a:t>
            </a:r>
            <a:r>
              <a:rPr lang="zh-CN" altLang="en-US" sz="2000" dirty="0"/>
              <a:t>。风险同人们有目的的活动有关，同未来的活动有关，同人们变化的行为方式有关。</a:t>
            </a:r>
            <a:endParaRPr lang="en-US" altLang="zh-CN" sz="2000" dirty="0"/>
          </a:p>
          <a:p>
            <a:pPr eaLnBrk="1" hangingPunct="1">
              <a:lnSpc>
                <a:spcPct val="115000"/>
              </a:lnSpc>
            </a:pPr>
            <a:r>
              <a:rPr lang="zh-CN" altLang="en-US" sz="2000" dirty="0"/>
              <a:t>风险具有两大属性：</a:t>
            </a:r>
            <a:r>
              <a:rPr lang="zh-CN" altLang="en-US" sz="2000" dirty="0">
                <a:solidFill>
                  <a:srgbClr val="FF0000"/>
                </a:solidFill>
              </a:rPr>
              <a:t>可能性和损失</a:t>
            </a:r>
            <a:endParaRPr lang="en-US" altLang="zh-CN" sz="2000" dirty="0">
              <a:solidFill>
                <a:srgbClr val="FF0000"/>
              </a:solidFill>
            </a:endParaRPr>
          </a:p>
          <a:p>
            <a:pPr lvl="1" eaLnBrk="1" hangingPunct="1">
              <a:lnSpc>
                <a:spcPct val="115000"/>
              </a:lnSpc>
            </a:pPr>
            <a:r>
              <a:rPr lang="zh-CN" altLang="en-US" sz="1800" dirty="0"/>
              <a:t>可能性是风险发生的概率</a:t>
            </a:r>
            <a:endParaRPr lang="en-US" altLang="zh-CN" sz="1800" dirty="0"/>
          </a:p>
          <a:p>
            <a:pPr lvl="1" eaLnBrk="1" hangingPunct="1">
              <a:lnSpc>
                <a:spcPct val="115000"/>
              </a:lnSpc>
            </a:pPr>
            <a:r>
              <a:rPr lang="zh-CN" altLang="en-US" sz="1800" dirty="0"/>
              <a:t>损失是指预期与后果之间的差异</a:t>
            </a:r>
            <a:endParaRPr lang="en-US" altLang="zh-CN" sz="1800" dirty="0"/>
          </a:p>
          <a:p>
            <a:pPr eaLnBrk="1" hangingPunct="1">
              <a:lnSpc>
                <a:spcPct val="115000"/>
              </a:lnSpc>
            </a:pPr>
            <a:r>
              <a:rPr lang="zh-CN" altLang="en-US" sz="2000" dirty="0"/>
              <a:t>我们用</a:t>
            </a:r>
            <a:r>
              <a:rPr lang="zh-CN" altLang="en-US" sz="2000" dirty="0">
                <a:solidFill>
                  <a:srgbClr val="FF0000"/>
                </a:solidFill>
              </a:rPr>
              <a:t>可能性</a:t>
            </a:r>
            <a:r>
              <a:rPr lang="en-US" altLang="zh-CN" sz="2000" dirty="0">
                <a:solidFill>
                  <a:srgbClr val="FF0000"/>
                </a:solidFill>
              </a:rPr>
              <a:t>(Likelihood)</a:t>
            </a:r>
            <a:r>
              <a:rPr lang="zh-CN" altLang="en-US" sz="2000" dirty="0">
                <a:solidFill>
                  <a:srgbClr val="FF0000"/>
                </a:solidFill>
              </a:rPr>
              <a:t>和损失</a:t>
            </a:r>
            <a:r>
              <a:rPr lang="en-US" altLang="zh-CN" sz="2000" dirty="0">
                <a:solidFill>
                  <a:srgbClr val="FF0000"/>
                </a:solidFill>
              </a:rPr>
              <a:t>(Loss)</a:t>
            </a:r>
            <a:r>
              <a:rPr lang="zh-CN" altLang="en-US" sz="2000" dirty="0">
                <a:solidFill>
                  <a:srgbClr val="FF0000"/>
                </a:solidFill>
              </a:rPr>
              <a:t>的乘积</a:t>
            </a:r>
            <a:r>
              <a:rPr lang="zh-CN" altLang="en-US" sz="2000" dirty="0"/>
              <a:t>来记录风险损失。风险的根源在于事物的不确定性，虽然无法避免不确定性，但是可以通过适当的方法对其进行</a:t>
            </a:r>
            <a:r>
              <a:rPr lang="zh-CN" altLang="en-US" sz="2000" dirty="0">
                <a:solidFill>
                  <a:srgbClr val="FF0000"/>
                </a:solidFill>
              </a:rPr>
              <a:t>控制与管理</a:t>
            </a:r>
            <a:r>
              <a:rPr lang="zh-CN" altLang="en-US" sz="2000" dirty="0"/>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6661F125-114C-EA43-BA33-BCB02FC3359F}"/>
              </a:ext>
            </a:extLst>
          </p:cNvPr>
          <p:cNvSpPr>
            <a:spLocks noGrp="1" noChangeArrowheads="1"/>
          </p:cNvSpPr>
          <p:nvPr>
            <p:ph type="title"/>
          </p:nvPr>
        </p:nvSpPr>
        <p:spPr/>
        <p:txBody>
          <a:bodyPr/>
          <a:lstStyle/>
          <a:p>
            <a:pPr eaLnBrk="1" hangingPunct="1"/>
            <a:r>
              <a:rPr lang="en-US" altLang="zh-CN"/>
              <a:t>8.1  </a:t>
            </a:r>
            <a:r>
              <a:rPr lang="zh-CN" altLang="en-US"/>
              <a:t>软件项目风险</a:t>
            </a:r>
            <a:r>
              <a:rPr kumimoji="1" lang="zh-CN" altLang="en-US"/>
              <a:t>管理概述</a:t>
            </a:r>
          </a:p>
        </p:txBody>
      </p:sp>
      <p:sp>
        <p:nvSpPr>
          <p:cNvPr id="10243" name="Rectangle 3">
            <a:extLst>
              <a:ext uri="{FF2B5EF4-FFF2-40B4-BE49-F238E27FC236}">
                <a16:creationId xmlns:a16="http://schemas.microsoft.com/office/drawing/2014/main" id="{0687EAB6-83D0-38E2-8677-E870F2137F12}"/>
              </a:ext>
            </a:extLst>
          </p:cNvPr>
          <p:cNvSpPr>
            <a:spLocks noGrp="1" noChangeArrowheads="1"/>
          </p:cNvSpPr>
          <p:nvPr>
            <p:ph type="body" idx="1"/>
          </p:nvPr>
        </p:nvSpPr>
        <p:spPr>
          <a:xfrm>
            <a:off x="468313" y="1916113"/>
            <a:ext cx="8496300" cy="4941887"/>
          </a:xfrm>
        </p:spPr>
        <p:txBody>
          <a:bodyPr/>
          <a:lstStyle/>
          <a:p>
            <a:pPr eaLnBrk="1" hangingPunct="1">
              <a:lnSpc>
                <a:spcPct val="115000"/>
              </a:lnSpc>
            </a:pPr>
            <a:r>
              <a:rPr lang="zh-CN" altLang="en-US" sz="2400" dirty="0">
                <a:solidFill>
                  <a:schemeClr val="accent2"/>
                </a:solidFill>
                <a:ea typeface="黑体" panose="02010609060101010101" pitchFamily="49" charset="-122"/>
              </a:rPr>
              <a:t>风险定义与分类</a:t>
            </a:r>
            <a:r>
              <a:rPr lang="zh-CN" altLang="en-US" dirty="0"/>
              <a:t> </a:t>
            </a:r>
            <a:endParaRPr lang="zh-CN" altLang="en-US" sz="2000" dirty="0"/>
          </a:p>
          <a:p>
            <a:pPr eaLnBrk="1" hangingPunct="1">
              <a:lnSpc>
                <a:spcPct val="115000"/>
              </a:lnSpc>
            </a:pPr>
            <a:r>
              <a:rPr lang="zh-CN" altLang="en-US" sz="2000" dirty="0"/>
              <a:t>从范围角度上看，风险主要分为下述三种类型：</a:t>
            </a:r>
            <a:r>
              <a:rPr lang="zh-CN" altLang="en-US" sz="2000" dirty="0">
                <a:solidFill>
                  <a:srgbClr val="FF0000"/>
                </a:solidFill>
              </a:rPr>
              <a:t>项目风险、技术风险和商业风险</a:t>
            </a:r>
            <a:r>
              <a:rPr lang="zh-CN" altLang="en-US" sz="2000" dirty="0"/>
              <a:t>。</a:t>
            </a:r>
            <a:endParaRPr lang="en-US" altLang="zh-CN" sz="2000" dirty="0"/>
          </a:p>
          <a:p>
            <a:pPr lvl="1" eaLnBrk="1" hangingPunct="1">
              <a:lnSpc>
                <a:spcPct val="115000"/>
              </a:lnSpc>
            </a:pPr>
            <a:r>
              <a:rPr lang="zh-CN" altLang="en-US" sz="1700" dirty="0"/>
              <a:t>项目风险：项目风险是指潜在的</a:t>
            </a:r>
            <a:r>
              <a:rPr lang="zh-CN" altLang="en-US" sz="1700" dirty="0">
                <a:solidFill>
                  <a:srgbClr val="FF0000"/>
                </a:solidFill>
              </a:rPr>
              <a:t>预算、进度</a:t>
            </a:r>
            <a:r>
              <a:rPr lang="zh-CN" altLang="en-US" sz="1700" dirty="0"/>
              <a:t>、个人（包括人员和组织）、</a:t>
            </a:r>
            <a:r>
              <a:rPr lang="zh-CN" altLang="en-US" sz="1700" dirty="0">
                <a:solidFill>
                  <a:srgbClr val="FF0000"/>
                </a:solidFill>
              </a:rPr>
              <a:t>资源</a:t>
            </a:r>
            <a:r>
              <a:rPr lang="zh-CN" altLang="en-US" sz="1700" dirty="0"/>
              <a:t>、用户和需求方面的问题。</a:t>
            </a:r>
            <a:endParaRPr lang="en-US" altLang="zh-CN" sz="1700" dirty="0"/>
          </a:p>
          <a:p>
            <a:pPr lvl="1" eaLnBrk="1" hangingPunct="1">
              <a:lnSpc>
                <a:spcPct val="115000"/>
              </a:lnSpc>
            </a:pPr>
            <a:r>
              <a:rPr lang="zh-CN" altLang="en-US" sz="1700" dirty="0"/>
              <a:t>技术风险：技术风险是指潜在的</a:t>
            </a:r>
            <a:r>
              <a:rPr lang="zh-CN" altLang="en-US" sz="1700" dirty="0">
                <a:solidFill>
                  <a:srgbClr val="FF0000"/>
                </a:solidFill>
              </a:rPr>
              <a:t>设计、实现</a:t>
            </a:r>
            <a:r>
              <a:rPr lang="zh-CN" altLang="en-US" sz="1700" dirty="0"/>
              <a:t>、接口、检验和维护方面的问题。</a:t>
            </a:r>
            <a:endParaRPr lang="en-US" altLang="zh-CN" sz="1700" dirty="0"/>
          </a:p>
          <a:p>
            <a:pPr lvl="1" eaLnBrk="1" hangingPunct="1">
              <a:lnSpc>
                <a:spcPct val="115000"/>
              </a:lnSpc>
            </a:pPr>
            <a:r>
              <a:rPr lang="zh-CN" altLang="en-US" sz="1700" dirty="0"/>
              <a:t>商业风险：商业风险主要包括市场风险、策略风险、预算风险等。</a:t>
            </a:r>
          </a:p>
          <a:p>
            <a:pPr eaLnBrk="1" hangingPunct="1">
              <a:lnSpc>
                <a:spcPct val="115000"/>
              </a:lnSpc>
            </a:pPr>
            <a:r>
              <a:rPr lang="zh-CN" altLang="en-US" sz="2000" dirty="0"/>
              <a:t>软件风险是有关软件项目、软件开发过程和软件产品损失的可能性。软件风险又可区分为软件项目风险、软件过程风险和软件产品风险。</a:t>
            </a:r>
            <a:endParaRPr lang="en-US" altLang="zh-CN" sz="2000" dirty="0"/>
          </a:p>
          <a:p>
            <a:pPr lvl="1" eaLnBrk="1" hangingPunct="1">
              <a:lnSpc>
                <a:spcPct val="115000"/>
              </a:lnSpc>
            </a:pPr>
            <a:r>
              <a:rPr lang="zh-CN" altLang="en-US" sz="1700" dirty="0"/>
              <a:t>软件项目风险：涉及</a:t>
            </a:r>
            <a:r>
              <a:rPr lang="zh-CN" altLang="en-US" sz="1700" dirty="0">
                <a:solidFill>
                  <a:srgbClr val="FF0000"/>
                </a:solidFill>
              </a:rPr>
              <a:t>操作过程、组织过程、合同</a:t>
            </a:r>
            <a:r>
              <a:rPr lang="zh-CN" altLang="en-US" sz="1700" dirty="0"/>
              <a:t>等相关参数。</a:t>
            </a:r>
            <a:endParaRPr lang="en-US" altLang="zh-CN" sz="1700" dirty="0"/>
          </a:p>
          <a:p>
            <a:pPr lvl="1" eaLnBrk="1" hangingPunct="1">
              <a:lnSpc>
                <a:spcPct val="115000"/>
              </a:lnSpc>
            </a:pPr>
            <a:r>
              <a:rPr lang="zh-CN" altLang="en-US" sz="1700" dirty="0"/>
              <a:t>软件过程风险：包括管理和技术工作规程，如</a:t>
            </a:r>
            <a:r>
              <a:rPr lang="zh-CN" altLang="en-US" sz="1700" dirty="0">
                <a:solidFill>
                  <a:srgbClr val="FF0000"/>
                </a:solidFill>
              </a:rPr>
              <a:t>需求分析、设计、编码和测试</a:t>
            </a:r>
            <a:r>
              <a:rPr lang="zh-CN" altLang="en-US" sz="1700" dirty="0"/>
              <a:t>等。</a:t>
            </a:r>
            <a:endParaRPr lang="en-US" altLang="zh-CN" sz="1700" dirty="0"/>
          </a:p>
          <a:p>
            <a:pPr lvl="1" eaLnBrk="1" hangingPunct="1">
              <a:lnSpc>
                <a:spcPct val="115000"/>
              </a:lnSpc>
            </a:pPr>
            <a:r>
              <a:rPr lang="zh-CN" altLang="en-US" sz="1700" dirty="0"/>
              <a:t>软件产品风险：包括中间及最终</a:t>
            </a:r>
            <a:r>
              <a:rPr lang="zh-CN" altLang="en-US" sz="1700" dirty="0">
                <a:solidFill>
                  <a:srgbClr val="FF0000"/>
                </a:solidFill>
              </a:rPr>
              <a:t>产品</a:t>
            </a:r>
            <a:r>
              <a:rPr lang="zh-CN" altLang="en-US" sz="1700" dirty="0"/>
              <a:t>特征。</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55A5CAC2-7082-9452-747A-8E5B46A1A329}"/>
              </a:ext>
            </a:extLst>
          </p:cNvPr>
          <p:cNvSpPr>
            <a:spLocks noGrp="1" noChangeArrowheads="1"/>
          </p:cNvSpPr>
          <p:nvPr>
            <p:ph type="title"/>
          </p:nvPr>
        </p:nvSpPr>
        <p:spPr/>
        <p:txBody>
          <a:bodyPr/>
          <a:lstStyle/>
          <a:p>
            <a:pPr eaLnBrk="1" hangingPunct="1"/>
            <a:r>
              <a:rPr lang="en-US" altLang="zh-CN"/>
              <a:t>  </a:t>
            </a:r>
            <a:r>
              <a:rPr lang="zh-CN" altLang="en-US"/>
              <a:t>软件项目风险</a:t>
            </a:r>
            <a:r>
              <a:rPr kumimoji="1" lang="zh-CN" altLang="en-US"/>
              <a:t>管理概述</a:t>
            </a:r>
          </a:p>
        </p:txBody>
      </p:sp>
      <p:sp>
        <p:nvSpPr>
          <p:cNvPr id="12291" name="Rectangle 3">
            <a:extLst>
              <a:ext uri="{FF2B5EF4-FFF2-40B4-BE49-F238E27FC236}">
                <a16:creationId xmlns:a16="http://schemas.microsoft.com/office/drawing/2014/main" id="{73930C8F-8CDA-0BAD-9748-9D5AC3373EC1}"/>
              </a:ext>
            </a:extLst>
          </p:cNvPr>
          <p:cNvSpPr>
            <a:spLocks noGrp="1" noChangeArrowheads="1"/>
          </p:cNvSpPr>
          <p:nvPr>
            <p:ph type="body" idx="1"/>
          </p:nvPr>
        </p:nvSpPr>
        <p:spPr>
          <a:xfrm>
            <a:off x="468313" y="1844675"/>
            <a:ext cx="8496300" cy="5013325"/>
          </a:xfrm>
        </p:spPr>
        <p:txBody>
          <a:bodyPr/>
          <a:lstStyle/>
          <a:p>
            <a:pPr eaLnBrk="1" hangingPunct="1">
              <a:lnSpc>
                <a:spcPct val="120000"/>
              </a:lnSpc>
            </a:pPr>
            <a:r>
              <a:rPr lang="zh-CN" altLang="en-US" sz="2400" dirty="0">
                <a:solidFill>
                  <a:schemeClr val="accent2"/>
                </a:solidFill>
                <a:ea typeface="黑体" panose="02010609060101010101" pitchFamily="49" charset="-122"/>
              </a:rPr>
              <a:t>风险管理</a:t>
            </a:r>
            <a:r>
              <a:rPr lang="zh-CN" altLang="en-US" sz="1800" dirty="0"/>
              <a:t> </a:t>
            </a:r>
          </a:p>
          <a:p>
            <a:pPr eaLnBrk="1" hangingPunct="1">
              <a:lnSpc>
                <a:spcPct val="125000"/>
              </a:lnSpc>
              <a:spcBef>
                <a:spcPct val="20000"/>
              </a:spcBef>
            </a:pPr>
            <a:r>
              <a:rPr lang="zh-CN" altLang="en-US" sz="2000" dirty="0"/>
              <a:t>风险管理是指在项目进行过程中不断</a:t>
            </a:r>
            <a:r>
              <a:rPr lang="zh-CN" altLang="en-US" sz="2000" dirty="0">
                <a:solidFill>
                  <a:srgbClr val="FF0000"/>
                </a:solidFill>
              </a:rPr>
              <a:t>对风险进行识别、评估，制定策略，监控风险的过程</a:t>
            </a:r>
            <a:r>
              <a:rPr lang="zh-CN" altLang="en-US" sz="2000" dirty="0"/>
              <a:t>。</a:t>
            </a:r>
            <a:endParaRPr lang="en-US" altLang="zh-CN" sz="2000" dirty="0"/>
          </a:p>
          <a:p>
            <a:pPr eaLnBrk="1" hangingPunct="1">
              <a:lnSpc>
                <a:spcPct val="125000"/>
              </a:lnSpc>
              <a:spcBef>
                <a:spcPct val="20000"/>
              </a:spcBef>
            </a:pPr>
            <a:endParaRPr lang="en-US" altLang="zh-CN" sz="2000" dirty="0"/>
          </a:p>
          <a:p>
            <a:pPr eaLnBrk="1" hangingPunct="1">
              <a:lnSpc>
                <a:spcPct val="125000"/>
              </a:lnSpc>
              <a:spcBef>
                <a:spcPct val="20000"/>
              </a:spcBef>
            </a:pPr>
            <a:r>
              <a:rPr lang="zh-CN" altLang="en-US" sz="2000" dirty="0"/>
              <a:t>通过风险识别、风险分析和风险评价去认识项目的风险，并以此为基础合理地使用各种风险应对措施、管理方法、技术和手段对项目的风险进行有效的控制，</a:t>
            </a:r>
            <a:r>
              <a:rPr lang="zh-CN" altLang="en-US" sz="2000" dirty="0">
                <a:solidFill>
                  <a:srgbClr val="FF0000"/>
                </a:solidFill>
              </a:rPr>
              <a:t>妥善处理风险事件造成的不利后果，以最小的成本保证项目总体目标的实现</a:t>
            </a:r>
            <a:r>
              <a:rPr lang="zh-CN" altLang="en-US" sz="2000" dirty="0"/>
              <a:t>。</a:t>
            </a:r>
            <a:endParaRPr lang="en-US" altLang="zh-CN" sz="2000" dirty="0"/>
          </a:p>
        </p:txBody>
      </p:sp>
    </p:spTree>
    <p:extLst>
      <p:ext uri="{BB962C8B-B14F-4D97-AF65-F5344CB8AC3E}">
        <p14:creationId xmlns:p14="http://schemas.microsoft.com/office/powerpoint/2010/main" val="18370800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6661F125-114C-EA43-BA33-BCB02FC3359F}"/>
              </a:ext>
            </a:extLst>
          </p:cNvPr>
          <p:cNvSpPr>
            <a:spLocks noGrp="1" noChangeArrowheads="1"/>
          </p:cNvSpPr>
          <p:nvPr>
            <p:ph type="title"/>
          </p:nvPr>
        </p:nvSpPr>
        <p:spPr/>
        <p:txBody>
          <a:bodyPr/>
          <a:lstStyle/>
          <a:p>
            <a:pPr eaLnBrk="1" hangingPunct="1"/>
            <a:r>
              <a:rPr lang="en-US" altLang="zh-CN"/>
              <a:t>8.1  </a:t>
            </a:r>
            <a:r>
              <a:rPr lang="zh-CN" altLang="en-US"/>
              <a:t>软件项目风险</a:t>
            </a:r>
            <a:r>
              <a:rPr kumimoji="1" lang="zh-CN" altLang="en-US"/>
              <a:t>管理概述</a:t>
            </a:r>
          </a:p>
        </p:txBody>
      </p:sp>
      <p:sp>
        <p:nvSpPr>
          <p:cNvPr id="10243" name="Rectangle 3">
            <a:extLst>
              <a:ext uri="{FF2B5EF4-FFF2-40B4-BE49-F238E27FC236}">
                <a16:creationId xmlns:a16="http://schemas.microsoft.com/office/drawing/2014/main" id="{0687EAB6-83D0-38E2-8677-E870F2137F12}"/>
              </a:ext>
            </a:extLst>
          </p:cNvPr>
          <p:cNvSpPr>
            <a:spLocks noGrp="1" noChangeArrowheads="1"/>
          </p:cNvSpPr>
          <p:nvPr>
            <p:ph type="body" idx="1"/>
          </p:nvPr>
        </p:nvSpPr>
        <p:spPr>
          <a:xfrm>
            <a:off x="468313" y="1916113"/>
            <a:ext cx="8496300" cy="4941887"/>
          </a:xfrm>
        </p:spPr>
        <p:txBody>
          <a:bodyPr/>
          <a:lstStyle/>
          <a:p>
            <a:pPr eaLnBrk="1" hangingPunct="1">
              <a:lnSpc>
                <a:spcPct val="115000"/>
              </a:lnSpc>
            </a:pPr>
            <a:r>
              <a:rPr lang="zh-CN" altLang="en-US" sz="2400" dirty="0">
                <a:solidFill>
                  <a:schemeClr val="accent2"/>
                </a:solidFill>
                <a:ea typeface="黑体" panose="02010609060101010101" pitchFamily="49" charset="-122"/>
              </a:rPr>
              <a:t>风险定义与分类</a:t>
            </a:r>
            <a:r>
              <a:rPr lang="zh-CN" altLang="en-US" dirty="0"/>
              <a:t> </a:t>
            </a:r>
            <a:endParaRPr lang="zh-CN" altLang="en-US" sz="2000" dirty="0"/>
          </a:p>
          <a:p>
            <a:pPr eaLnBrk="1" hangingPunct="1">
              <a:lnSpc>
                <a:spcPct val="115000"/>
              </a:lnSpc>
            </a:pPr>
            <a:r>
              <a:rPr lang="zh-CN" altLang="en-US" sz="2000" dirty="0"/>
              <a:t>风险管理是项目管理的一个重要组成部分，贯穿于项目生存期的始终。</a:t>
            </a:r>
            <a:endParaRPr lang="en-US" altLang="zh-CN" sz="2000" dirty="0"/>
          </a:p>
          <a:p>
            <a:pPr lvl="1" eaLnBrk="1" hangingPunct="1">
              <a:lnSpc>
                <a:spcPct val="115000"/>
              </a:lnSpc>
            </a:pPr>
            <a:r>
              <a:rPr lang="zh-CN" altLang="en-US" sz="1800" dirty="0"/>
              <a:t>（</a:t>
            </a:r>
            <a:r>
              <a:rPr lang="en-US" altLang="zh-CN" sz="1800" dirty="0"/>
              <a:t>1</a:t>
            </a:r>
            <a:r>
              <a:rPr lang="zh-CN" altLang="en-US" sz="1800" dirty="0"/>
              <a:t>）从</a:t>
            </a:r>
            <a:r>
              <a:rPr lang="zh-CN" altLang="en-US" sz="1800" dirty="0">
                <a:solidFill>
                  <a:srgbClr val="FF0000"/>
                </a:solidFill>
              </a:rPr>
              <a:t>项目进度、质量和成本目标</a:t>
            </a:r>
            <a:r>
              <a:rPr lang="zh-CN" altLang="en-US" sz="1800" dirty="0"/>
              <a:t>看，项目管理与风险管理的目标是一致的。通过风险管理来降低项目进度、质量、成本方面的风险，实现项目目标。</a:t>
            </a:r>
            <a:endParaRPr lang="en-US" altLang="zh-CN" sz="1800" dirty="0"/>
          </a:p>
          <a:p>
            <a:pPr lvl="1" eaLnBrk="1" hangingPunct="1">
              <a:lnSpc>
                <a:spcPct val="115000"/>
              </a:lnSpc>
            </a:pPr>
            <a:r>
              <a:rPr lang="zh-CN" altLang="en-US" sz="1800" dirty="0"/>
              <a:t>（</a:t>
            </a:r>
            <a:r>
              <a:rPr lang="en-US" altLang="zh-CN" sz="1800" dirty="0"/>
              <a:t>2</a:t>
            </a:r>
            <a:r>
              <a:rPr lang="zh-CN" altLang="en-US" sz="1800" dirty="0"/>
              <a:t>）从</a:t>
            </a:r>
            <a:r>
              <a:rPr lang="zh-CN" altLang="en-US" sz="1800" dirty="0">
                <a:solidFill>
                  <a:srgbClr val="FF0000"/>
                </a:solidFill>
              </a:rPr>
              <a:t>计划的职能</a:t>
            </a:r>
            <a:r>
              <a:rPr lang="zh-CN" altLang="en-US" sz="1800" dirty="0"/>
              <a:t>看，项目计划考虑的是未来，而未来存在不确定性，风险管理的职能之一是减少项目整个过程中的不确定性，有利于计划的准确性。</a:t>
            </a:r>
            <a:endParaRPr lang="en-US" altLang="zh-CN" sz="1800" dirty="0"/>
          </a:p>
          <a:p>
            <a:pPr lvl="1" eaLnBrk="1" hangingPunct="1">
              <a:lnSpc>
                <a:spcPct val="115000"/>
              </a:lnSpc>
            </a:pPr>
            <a:r>
              <a:rPr lang="zh-CN" altLang="en-US" sz="1800" dirty="0"/>
              <a:t>（</a:t>
            </a:r>
            <a:r>
              <a:rPr lang="en-US" altLang="zh-CN" sz="1800" dirty="0"/>
              <a:t>3</a:t>
            </a:r>
            <a:r>
              <a:rPr lang="zh-CN" altLang="en-US" sz="1800" dirty="0"/>
              <a:t>）从</a:t>
            </a:r>
            <a:r>
              <a:rPr lang="zh-CN" altLang="en-US" sz="1800" dirty="0">
                <a:solidFill>
                  <a:srgbClr val="FF0000"/>
                </a:solidFill>
              </a:rPr>
              <a:t>项目实施过程</a:t>
            </a:r>
            <a:r>
              <a:rPr lang="zh-CN" altLang="en-US" sz="1800" dirty="0"/>
              <a:t>看，不少风险是在项目实施过程中由潜在变成现实的，风险管理就是在风险分析的基础上拟定具体措施来消除、缓和及转移风险，并避免产生新的风险。</a:t>
            </a:r>
            <a:r>
              <a:rPr lang="en-US" altLang="zh-CN" sz="1800" dirty="0"/>
              <a:t>	</a:t>
            </a:r>
            <a:endParaRPr lang="zh-CN" altLang="en-US" sz="1050" dirty="0"/>
          </a:p>
        </p:txBody>
      </p:sp>
    </p:spTree>
    <p:extLst>
      <p:ext uri="{BB962C8B-B14F-4D97-AF65-F5344CB8AC3E}">
        <p14:creationId xmlns:p14="http://schemas.microsoft.com/office/powerpoint/2010/main" val="14945554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55A5CAC2-7082-9452-747A-8E5B46A1A329}"/>
              </a:ext>
            </a:extLst>
          </p:cNvPr>
          <p:cNvSpPr>
            <a:spLocks noGrp="1" noChangeArrowheads="1"/>
          </p:cNvSpPr>
          <p:nvPr>
            <p:ph type="title"/>
          </p:nvPr>
        </p:nvSpPr>
        <p:spPr/>
        <p:txBody>
          <a:bodyPr/>
          <a:lstStyle/>
          <a:p>
            <a:pPr eaLnBrk="1" hangingPunct="1"/>
            <a:r>
              <a:rPr lang="en-US" altLang="zh-CN"/>
              <a:t>  </a:t>
            </a:r>
            <a:r>
              <a:rPr lang="zh-CN" altLang="en-US"/>
              <a:t>软件项目风险</a:t>
            </a:r>
            <a:r>
              <a:rPr kumimoji="1" lang="zh-CN" altLang="en-US"/>
              <a:t>管理概述</a:t>
            </a:r>
          </a:p>
        </p:txBody>
      </p:sp>
      <p:sp>
        <p:nvSpPr>
          <p:cNvPr id="12291" name="Rectangle 3">
            <a:extLst>
              <a:ext uri="{FF2B5EF4-FFF2-40B4-BE49-F238E27FC236}">
                <a16:creationId xmlns:a16="http://schemas.microsoft.com/office/drawing/2014/main" id="{73930C8F-8CDA-0BAD-9748-9D5AC3373EC1}"/>
              </a:ext>
            </a:extLst>
          </p:cNvPr>
          <p:cNvSpPr>
            <a:spLocks noGrp="1" noChangeArrowheads="1"/>
          </p:cNvSpPr>
          <p:nvPr>
            <p:ph type="body" idx="1"/>
          </p:nvPr>
        </p:nvSpPr>
        <p:spPr>
          <a:xfrm>
            <a:off x="468313" y="1844675"/>
            <a:ext cx="8496300" cy="5013325"/>
          </a:xfrm>
        </p:spPr>
        <p:txBody>
          <a:bodyPr/>
          <a:lstStyle/>
          <a:p>
            <a:pPr eaLnBrk="1" hangingPunct="1">
              <a:lnSpc>
                <a:spcPct val="120000"/>
              </a:lnSpc>
            </a:pPr>
            <a:r>
              <a:rPr lang="zh-CN" altLang="en-US" sz="2400" dirty="0">
                <a:solidFill>
                  <a:schemeClr val="accent2"/>
                </a:solidFill>
                <a:ea typeface="黑体" panose="02010609060101010101" pitchFamily="49" charset="-122"/>
              </a:rPr>
              <a:t>风险管理</a:t>
            </a:r>
            <a:r>
              <a:rPr lang="zh-CN" altLang="en-US" sz="1800" dirty="0"/>
              <a:t> </a:t>
            </a:r>
          </a:p>
          <a:p>
            <a:pPr eaLnBrk="1" hangingPunct="1">
              <a:lnSpc>
                <a:spcPct val="125000"/>
              </a:lnSpc>
              <a:spcBef>
                <a:spcPct val="20000"/>
              </a:spcBef>
            </a:pPr>
            <a:r>
              <a:rPr lang="zh-CN" altLang="en-US" sz="1800" dirty="0"/>
              <a:t>    风险管理可以分为四个层次：    </a:t>
            </a:r>
          </a:p>
          <a:p>
            <a:pPr eaLnBrk="1" hangingPunct="1">
              <a:lnSpc>
                <a:spcPct val="125000"/>
              </a:lnSpc>
              <a:spcBef>
                <a:spcPct val="20000"/>
              </a:spcBef>
            </a:pPr>
            <a:r>
              <a:rPr lang="zh-CN" altLang="en-US" sz="1800" dirty="0"/>
              <a:t>    </a:t>
            </a:r>
            <a:r>
              <a:rPr lang="zh-CN" altLang="en-US" sz="1800" dirty="0">
                <a:solidFill>
                  <a:srgbClr val="FF0000"/>
                </a:solidFill>
              </a:rPr>
              <a:t>危机管理：</a:t>
            </a:r>
            <a:r>
              <a:rPr lang="zh-CN" altLang="en-US" sz="1800" dirty="0"/>
              <a:t>是在风险已经造成麻烦后才着手处理它们。</a:t>
            </a:r>
          </a:p>
          <a:p>
            <a:pPr eaLnBrk="1" hangingPunct="1">
              <a:lnSpc>
                <a:spcPct val="125000"/>
              </a:lnSpc>
              <a:spcBef>
                <a:spcPct val="20000"/>
              </a:spcBef>
            </a:pPr>
            <a:r>
              <a:rPr lang="zh-CN" altLang="en-US" sz="1800" dirty="0"/>
              <a:t>    </a:t>
            </a:r>
            <a:r>
              <a:rPr lang="zh-CN" altLang="en-US" sz="1800" dirty="0">
                <a:solidFill>
                  <a:srgbClr val="FF0000"/>
                </a:solidFill>
              </a:rPr>
              <a:t>风险缓解：</a:t>
            </a:r>
            <a:r>
              <a:rPr lang="zh-CN" altLang="en-US" sz="1800" dirty="0"/>
              <a:t>事先制定好风险发生后的补救措施，但不制定任何的防范措施。</a:t>
            </a:r>
          </a:p>
          <a:p>
            <a:pPr eaLnBrk="1" hangingPunct="1">
              <a:lnSpc>
                <a:spcPct val="125000"/>
              </a:lnSpc>
              <a:spcBef>
                <a:spcPct val="20000"/>
              </a:spcBef>
            </a:pPr>
            <a:r>
              <a:rPr lang="zh-CN" altLang="en-US" sz="1800" dirty="0">
                <a:solidFill>
                  <a:srgbClr val="FF0000"/>
                </a:solidFill>
              </a:rPr>
              <a:t>    着力预防：</a:t>
            </a:r>
            <a:r>
              <a:rPr lang="zh-CN" altLang="en-US" sz="1800" dirty="0"/>
              <a:t>将风险识别与风险防范作为软件项目的一部分加以规划和执行。</a:t>
            </a:r>
          </a:p>
          <a:p>
            <a:pPr eaLnBrk="1" hangingPunct="1">
              <a:lnSpc>
                <a:spcPct val="125000"/>
              </a:lnSpc>
              <a:spcBef>
                <a:spcPct val="20000"/>
              </a:spcBef>
            </a:pPr>
            <a:r>
              <a:rPr lang="zh-CN" altLang="en-US" sz="1800" dirty="0">
                <a:solidFill>
                  <a:srgbClr val="FF0000"/>
                </a:solidFill>
              </a:rPr>
              <a:t>    消灭根源：</a:t>
            </a:r>
            <a:r>
              <a:rPr lang="zh-CN" altLang="en-US" sz="1800" dirty="0"/>
              <a:t>识别和消灭可能产生风险的根源。</a:t>
            </a:r>
          </a:p>
          <a:p>
            <a:pPr eaLnBrk="1" hangingPunct="1">
              <a:lnSpc>
                <a:spcPct val="125000"/>
              </a:lnSpc>
              <a:spcBef>
                <a:spcPct val="20000"/>
              </a:spcBef>
            </a:pPr>
            <a:r>
              <a:rPr lang="zh-CN" altLang="en-US" sz="1800" dirty="0"/>
              <a:t>    风险管理策略有两种：救火模式和主动模式。</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E3576A1D-5AE8-3FE3-2D88-08DCCCA1622A}"/>
              </a:ext>
            </a:extLst>
          </p:cNvPr>
          <p:cNvSpPr>
            <a:spLocks noGrp="1" noChangeArrowheads="1"/>
          </p:cNvSpPr>
          <p:nvPr>
            <p:ph type="title"/>
          </p:nvPr>
        </p:nvSpPr>
        <p:spPr/>
        <p:txBody>
          <a:bodyPr/>
          <a:lstStyle/>
          <a:p>
            <a:pPr eaLnBrk="1" hangingPunct="1"/>
            <a:r>
              <a:rPr lang="en-US" altLang="zh-CN"/>
              <a:t>  </a:t>
            </a:r>
            <a:r>
              <a:rPr lang="zh-CN" altLang="en-US"/>
              <a:t>软件项目风险</a:t>
            </a:r>
            <a:r>
              <a:rPr kumimoji="1" lang="zh-CN" altLang="en-US"/>
              <a:t>管理概述</a:t>
            </a:r>
          </a:p>
        </p:txBody>
      </p:sp>
      <p:sp>
        <p:nvSpPr>
          <p:cNvPr id="14339" name="Rectangle 3">
            <a:extLst>
              <a:ext uri="{FF2B5EF4-FFF2-40B4-BE49-F238E27FC236}">
                <a16:creationId xmlns:a16="http://schemas.microsoft.com/office/drawing/2014/main" id="{AE6F8DED-BCAF-32DB-94F3-2911F35E0F2D}"/>
              </a:ext>
            </a:extLst>
          </p:cNvPr>
          <p:cNvSpPr>
            <a:spLocks noGrp="1" noChangeArrowheads="1"/>
          </p:cNvSpPr>
          <p:nvPr>
            <p:ph type="body" idx="1"/>
          </p:nvPr>
        </p:nvSpPr>
        <p:spPr>
          <a:xfrm>
            <a:off x="468313" y="1916113"/>
            <a:ext cx="8496300" cy="4941887"/>
          </a:xfrm>
        </p:spPr>
        <p:txBody>
          <a:bodyPr/>
          <a:lstStyle/>
          <a:p>
            <a:pPr eaLnBrk="1" hangingPunct="1"/>
            <a:r>
              <a:rPr lang="zh-CN" altLang="en-US" sz="2400" dirty="0">
                <a:solidFill>
                  <a:schemeClr val="accent2"/>
                </a:solidFill>
                <a:ea typeface="黑体" panose="02010609060101010101" pitchFamily="49" charset="-122"/>
              </a:rPr>
              <a:t>风险管理的意义</a:t>
            </a:r>
            <a:r>
              <a:rPr lang="zh-CN" altLang="en-US" dirty="0"/>
              <a:t> </a:t>
            </a:r>
          </a:p>
          <a:p>
            <a:pPr eaLnBrk="1" hangingPunct="1"/>
            <a:r>
              <a:rPr lang="zh-CN" altLang="en-US" sz="2000" dirty="0"/>
              <a:t>项目实施风险管理的意义可归纳如下：</a:t>
            </a:r>
          </a:p>
          <a:p>
            <a:pPr lvl="1" eaLnBrk="1" hangingPunct="1"/>
            <a:r>
              <a:rPr lang="zh-CN" altLang="en-US" sz="2000" dirty="0"/>
              <a:t>通过风险分析，</a:t>
            </a:r>
            <a:r>
              <a:rPr lang="zh-CN" altLang="en-US" sz="2000" dirty="0">
                <a:solidFill>
                  <a:srgbClr val="FF0000"/>
                </a:solidFill>
              </a:rPr>
              <a:t>可加深对项目和风险的认识和理解，澄清各个方案的利弊，了解风险对项目的影响，以便减少或分散风险。</a:t>
            </a:r>
          </a:p>
          <a:p>
            <a:pPr lvl="1" eaLnBrk="1" hangingPunct="1"/>
            <a:r>
              <a:rPr lang="zh-CN" altLang="en-US" sz="2000" dirty="0"/>
              <a:t>为</a:t>
            </a:r>
            <a:r>
              <a:rPr lang="zh-CN" altLang="en-US" sz="2000" dirty="0">
                <a:solidFill>
                  <a:srgbClr val="FF0000"/>
                </a:solidFill>
              </a:rPr>
              <a:t>以后的规划与设计工作提供反馈</a:t>
            </a:r>
            <a:r>
              <a:rPr lang="zh-CN" altLang="en-US" sz="2000" dirty="0"/>
              <a:t>，以便采取措施防止与避免风险损失。</a:t>
            </a:r>
          </a:p>
          <a:p>
            <a:pPr lvl="1" eaLnBrk="1" hangingPunct="1"/>
            <a:r>
              <a:rPr lang="zh-CN" altLang="en-US" sz="2000" dirty="0"/>
              <a:t>通过风险管理可以使决策更科学，从</a:t>
            </a:r>
            <a:r>
              <a:rPr lang="zh-CN" altLang="en-US" sz="2000" dirty="0">
                <a:solidFill>
                  <a:srgbClr val="FF0000"/>
                </a:solidFill>
              </a:rPr>
              <a:t>总体上减少项目风险</a:t>
            </a:r>
            <a:r>
              <a:rPr lang="zh-CN" altLang="en-US" sz="2000" dirty="0"/>
              <a:t>，保证项目的实现。</a:t>
            </a:r>
          </a:p>
          <a:p>
            <a:pPr lvl="1" eaLnBrk="1" hangingPunct="1"/>
            <a:r>
              <a:rPr lang="zh-CN" altLang="en-US" sz="2000" dirty="0"/>
              <a:t>可推动项目管理层和项目组织</a:t>
            </a:r>
            <a:r>
              <a:rPr lang="zh-CN" altLang="en-US" sz="2000" dirty="0">
                <a:solidFill>
                  <a:srgbClr val="FF0000"/>
                </a:solidFill>
              </a:rPr>
              <a:t>积累风险资料</a:t>
            </a:r>
            <a:r>
              <a:rPr lang="zh-CN" altLang="en-US" sz="2000" dirty="0"/>
              <a:t>，以便改进将来的项目管理。</a:t>
            </a:r>
            <a:r>
              <a:rPr lang="zh-CN" altLang="en-US" sz="3200" dirty="0"/>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4A45B7BF-E3DB-2176-B75B-1D78009BE550}"/>
              </a:ext>
            </a:extLst>
          </p:cNvPr>
          <p:cNvSpPr>
            <a:spLocks noGrp="1" noChangeArrowheads="1"/>
          </p:cNvSpPr>
          <p:nvPr>
            <p:ph type="title"/>
          </p:nvPr>
        </p:nvSpPr>
        <p:spPr/>
        <p:txBody>
          <a:bodyPr/>
          <a:lstStyle/>
          <a:p>
            <a:pPr eaLnBrk="1" hangingPunct="1"/>
            <a:r>
              <a:rPr lang="zh-CN" altLang="en-US"/>
              <a:t>本章内容提要</a:t>
            </a:r>
          </a:p>
        </p:txBody>
      </p:sp>
      <p:grpSp>
        <p:nvGrpSpPr>
          <p:cNvPr id="16387" name="Group 3">
            <a:extLst>
              <a:ext uri="{FF2B5EF4-FFF2-40B4-BE49-F238E27FC236}">
                <a16:creationId xmlns:a16="http://schemas.microsoft.com/office/drawing/2014/main" id="{092FE55A-684F-33A7-2C80-809215D376C6}"/>
              </a:ext>
            </a:extLst>
          </p:cNvPr>
          <p:cNvGrpSpPr>
            <a:grpSpLocks/>
          </p:cNvGrpSpPr>
          <p:nvPr/>
        </p:nvGrpSpPr>
        <p:grpSpPr bwMode="auto">
          <a:xfrm>
            <a:off x="969963" y="2566988"/>
            <a:ext cx="5689600" cy="3238500"/>
            <a:chOff x="385" y="1451"/>
            <a:chExt cx="3584" cy="2040"/>
          </a:xfrm>
        </p:grpSpPr>
        <p:grpSp>
          <p:nvGrpSpPr>
            <p:cNvPr id="16388" name="Group 4">
              <a:extLst>
                <a:ext uri="{FF2B5EF4-FFF2-40B4-BE49-F238E27FC236}">
                  <a16:creationId xmlns:a16="http://schemas.microsoft.com/office/drawing/2014/main" id="{D06F6EA7-EA32-FA2C-BA73-69EDCFD8F610}"/>
                </a:ext>
              </a:extLst>
            </p:cNvPr>
            <p:cNvGrpSpPr>
              <a:grpSpLocks/>
            </p:cNvGrpSpPr>
            <p:nvPr/>
          </p:nvGrpSpPr>
          <p:grpSpPr bwMode="auto">
            <a:xfrm>
              <a:off x="385" y="1451"/>
              <a:ext cx="3572" cy="230"/>
              <a:chOff x="385" y="1430"/>
              <a:chExt cx="3572" cy="363"/>
            </a:xfrm>
          </p:grpSpPr>
          <p:sp>
            <p:nvSpPr>
              <p:cNvPr id="16418" name="AutoShape 5">
                <a:extLst>
                  <a:ext uri="{FF2B5EF4-FFF2-40B4-BE49-F238E27FC236}">
                    <a16:creationId xmlns:a16="http://schemas.microsoft.com/office/drawing/2014/main" id="{18B4D811-7CD9-D407-86C4-E87A08A97221}"/>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16419" name="Text Box 6">
                <a:extLst>
                  <a:ext uri="{FF2B5EF4-FFF2-40B4-BE49-F238E27FC236}">
                    <a16:creationId xmlns:a16="http://schemas.microsoft.com/office/drawing/2014/main" id="{209C97A5-3CAB-E419-C860-D2082B064C23}"/>
                  </a:ext>
                </a:extLst>
              </p:cNvPr>
              <p:cNvSpPr txBox="1">
                <a:spLocks noChangeArrowheads="1"/>
              </p:cNvSpPr>
              <p:nvPr/>
            </p:nvSpPr>
            <p:spPr bwMode="auto">
              <a:xfrm>
                <a:off x="626" y="1430"/>
                <a:ext cx="3099"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软件项目风险管理概述</a:t>
                </a:r>
                <a:r>
                  <a:rPr lang="zh-CN" altLang="en-US" sz="1800">
                    <a:solidFill>
                      <a:schemeClr val="bg1"/>
                    </a:solidFill>
                  </a:rPr>
                  <a:t>合同管理概述</a:t>
                </a:r>
                <a:r>
                  <a:rPr lang="zh-CN" altLang="en-US" sz="1200">
                    <a:solidFill>
                      <a:schemeClr val="bg1"/>
                    </a:solidFill>
                  </a:rPr>
                  <a:t> </a:t>
                </a:r>
                <a:r>
                  <a:rPr lang="zh-CN" altLang="en-US" sz="2400" b="0">
                    <a:latin typeface="Times New Roman" panose="02020603050405020304" pitchFamily="18" charset="0"/>
                  </a:rPr>
                  <a:t> </a:t>
                </a:r>
              </a:p>
            </p:txBody>
          </p:sp>
          <p:sp>
            <p:nvSpPr>
              <p:cNvPr id="16420" name="Rectangle 7">
                <a:extLst>
                  <a:ext uri="{FF2B5EF4-FFF2-40B4-BE49-F238E27FC236}">
                    <a16:creationId xmlns:a16="http://schemas.microsoft.com/office/drawing/2014/main" id="{03E23538-44EE-ACAC-63E1-9C09AEF315BB}"/>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8.1</a:t>
                </a:r>
                <a:endParaRPr lang="en-US" altLang="zh-CN" sz="1800">
                  <a:solidFill>
                    <a:srgbClr val="000000"/>
                  </a:solidFill>
                </a:endParaRPr>
              </a:p>
            </p:txBody>
          </p:sp>
        </p:grpSp>
        <p:grpSp>
          <p:nvGrpSpPr>
            <p:cNvPr id="16389" name="Group 8">
              <a:extLst>
                <a:ext uri="{FF2B5EF4-FFF2-40B4-BE49-F238E27FC236}">
                  <a16:creationId xmlns:a16="http://schemas.microsoft.com/office/drawing/2014/main" id="{BB575A6D-A6E4-BCDE-0685-41F65BBBE759}"/>
                </a:ext>
              </a:extLst>
            </p:cNvPr>
            <p:cNvGrpSpPr>
              <a:grpSpLocks/>
            </p:cNvGrpSpPr>
            <p:nvPr/>
          </p:nvGrpSpPr>
          <p:grpSpPr bwMode="auto">
            <a:xfrm>
              <a:off x="385" y="1706"/>
              <a:ext cx="3572" cy="230"/>
              <a:chOff x="385" y="1801"/>
              <a:chExt cx="3572" cy="363"/>
            </a:xfrm>
          </p:grpSpPr>
          <p:grpSp>
            <p:nvGrpSpPr>
              <p:cNvPr id="16414" name="Group 9">
                <a:extLst>
                  <a:ext uri="{FF2B5EF4-FFF2-40B4-BE49-F238E27FC236}">
                    <a16:creationId xmlns:a16="http://schemas.microsoft.com/office/drawing/2014/main" id="{12A9A834-6895-2023-0413-A3F37A31DBDF}"/>
                  </a:ext>
                </a:extLst>
              </p:cNvPr>
              <p:cNvGrpSpPr>
                <a:grpSpLocks/>
              </p:cNvGrpSpPr>
              <p:nvPr/>
            </p:nvGrpSpPr>
            <p:grpSpPr bwMode="auto">
              <a:xfrm>
                <a:off x="464" y="1801"/>
                <a:ext cx="3493" cy="363"/>
                <a:chOff x="464" y="1801"/>
                <a:chExt cx="3493" cy="363"/>
              </a:xfrm>
            </p:grpSpPr>
            <p:sp>
              <p:nvSpPr>
                <p:cNvPr id="16416" name="AutoShape 10">
                  <a:extLst>
                    <a:ext uri="{FF2B5EF4-FFF2-40B4-BE49-F238E27FC236}">
                      <a16:creationId xmlns:a16="http://schemas.microsoft.com/office/drawing/2014/main" id="{BFF3C197-1756-6755-83BA-9A68EC3B96B3}"/>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16417" name="Text Box 11">
                  <a:extLst>
                    <a:ext uri="{FF2B5EF4-FFF2-40B4-BE49-F238E27FC236}">
                      <a16:creationId xmlns:a16="http://schemas.microsoft.com/office/drawing/2014/main" id="{1C1478DC-A57D-1808-2A34-2BE68C2F6584}"/>
                    </a:ext>
                  </a:extLst>
                </p:cNvPr>
                <p:cNvSpPr txBox="1">
                  <a:spLocks noChangeArrowheads="1"/>
                </p:cNvSpPr>
                <p:nvPr/>
              </p:nvSpPr>
              <p:spPr bwMode="auto">
                <a:xfrm>
                  <a:off x="626" y="1801"/>
                  <a:ext cx="3099"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风险识别</a:t>
                  </a:r>
                  <a:r>
                    <a:rPr lang="zh-CN" altLang="en-US" sz="2400" b="0">
                      <a:latin typeface="Times New Roman" panose="02020603050405020304" pitchFamily="18" charset="0"/>
                    </a:rPr>
                    <a:t> </a:t>
                  </a:r>
                </a:p>
              </p:txBody>
            </p:sp>
          </p:grpSp>
          <p:sp>
            <p:nvSpPr>
              <p:cNvPr id="16415" name="Rectangle 12">
                <a:extLst>
                  <a:ext uri="{FF2B5EF4-FFF2-40B4-BE49-F238E27FC236}">
                    <a16:creationId xmlns:a16="http://schemas.microsoft.com/office/drawing/2014/main" id="{6649CDA4-147A-E2E7-F31F-BEF8E13301E6}"/>
                  </a:ext>
                </a:extLst>
              </p:cNvPr>
              <p:cNvSpPr>
                <a:spLocks noChangeArrowheads="1"/>
              </p:cNvSpPr>
              <p:nvPr/>
            </p:nvSpPr>
            <p:spPr bwMode="auto">
              <a:xfrm>
                <a:off x="385" y="1915"/>
                <a:ext cx="211" cy="164"/>
              </a:xfrm>
              <a:prstGeom prst="rect">
                <a:avLst/>
              </a:prstGeom>
              <a:solidFill>
                <a:schemeClr val="accent2"/>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8.2</a:t>
                </a:r>
                <a:endParaRPr lang="en-US" altLang="zh-CN" sz="1800">
                  <a:solidFill>
                    <a:srgbClr val="000000"/>
                  </a:solidFill>
                </a:endParaRPr>
              </a:p>
            </p:txBody>
          </p:sp>
        </p:grpSp>
        <p:grpSp>
          <p:nvGrpSpPr>
            <p:cNvPr id="16390" name="Group 13">
              <a:extLst>
                <a:ext uri="{FF2B5EF4-FFF2-40B4-BE49-F238E27FC236}">
                  <a16:creationId xmlns:a16="http://schemas.microsoft.com/office/drawing/2014/main" id="{5B00C64E-140B-3AB7-C107-B531FE966412}"/>
                </a:ext>
              </a:extLst>
            </p:cNvPr>
            <p:cNvGrpSpPr>
              <a:grpSpLocks/>
            </p:cNvGrpSpPr>
            <p:nvPr/>
          </p:nvGrpSpPr>
          <p:grpSpPr bwMode="auto">
            <a:xfrm>
              <a:off x="385" y="1979"/>
              <a:ext cx="3584" cy="230"/>
              <a:chOff x="385" y="2187"/>
              <a:chExt cx="3584" cy="363"/>
            </a:xfrm>
          </p:grpSpPr>
          <p:sp>
            <p:nvSpPr>
              <p:cNvPr id="16411" name="AutoShape 14">
                <a:extLst>
                  <a:ext uri="{FF2B5EF4-FFF2-40B4-BE49-F238E27FC236}">
                    <a16:creationId xmlns:a16="http://schemas.microsoft.com/office/drawing/2014/main" id="{85B8D514-45A2-6416-CFFA-D00389822265}"/>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16412" name="Text Box 15">
                <a:extLst>
                  <a:ext uri="{FF2B5EF4-FFF2-40B4-BE49-F238E27FC236}">
                    <a16:creationId xmlns:a16="http://schemas.microsoft.com/office/drawing/2014/main" id="{2368C04B-061A-C8C0-9FBF-9E0B8C2D4050}"/>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风险评估</a:t>
                </a:r>
                <a:r>
                  <a:rPr lang="zh-CN" altLang="en-US" sz="2400" b="0">
                    <a:latin typeface="Times New Roman" panose="02020603050405020304" pitchFamily="18" charset="0"/>
                  </a:rPr>
                  <a:t> </a:t>
                </a:r>
              </a:p>
            </p:txBody>
          </p:sp>
          <p:sp>
            <p:nvSpPr>
              <p:cNvPr id="16413" name="Rectangle 16">
                <a:extLst>
                  <a:ext uri="{FF2B5EF4-FFF2-40B4-BE49-F238E27FC236}">
                    <a16:creationId xmlns:a16="http://schemas.microsoft.com/office/drawing/2014/main" id="{352FB82F-CB32-E1B2-460E-C28AD30B7F99}"/>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8.3</a:t>
                </a:r>
                <a:endParaRPr lang="en-US" altLang="zh-CN" sz="1800">
                  <a:solidFill>
                    <a:srgbClr val="000000"/>
                  </a:solidFill>
                </a:endParaRPr>
              </a:p>
            </p:txBody>
          </p:sp>
        </p:grpSp>
        <p:grpSp>
          <p:nvGrpSpPr>
            <p:cNvPr id="16391" name="Group 17">
              <a:extLst>
                <a:ext uri="{FF2B5EF4-FFF2-40B4-BE49-F238E27FC236}">
                  <a16:creationId xmlns:a16="http://schemas.microsoft.com/office/drawing/2014/main" id="{EECB5261-2863-0663-BFF7-254AE3B6606F}"/>
                </a:ext>
              </a:extLst>
            </p:cNvPr>
            <p:cNvGrpSpPr>
              <a:grpSpLocks/>
            </p:cNvGrpSpPr>
            <p:nvPr/>
          </p:nvGrpSpPr>
          <p:grpSpPr bwMode="auto">
            <a:xfrm>
              <a:off x="385" y="2251"/>
              <a:ext cx="3584" cy="198"/>
              <a:chOff x="385" y="2209"/>
              <a:chExt cx="3584" cy="313"/>
            </a:xfrm>
          </p:grpSpPr>
          <p:sp>
            <p:nvSpPr>
              <p:cNvPr id="16408" name="AutoShape 18">
                <a:extLst>
                  <a:ext uri="{FF2B5EF4-FFF2-40B4-BE49-F238E27FC236}">
                    <a16:creationId xmlns:a16="http://schemas.microsoft.com/office/drawing/2014/main" id="{5B58C0B3-7EC6-D1FB-3159-3F7C70870962}"/>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16409" name="Text Box 19">
                <a:extLst>
                  <a:ext uri="{FF2B5EF4-FFF2-40B4-BE49-F238E27FC236}">
                    <a16:creationId xmlns:a16="http://schemas.microsoft.com/office/drawing/2014/main" id="{01511AAB-3A87-3705-1EA4-0B19FA223E45}"/>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风险</a:t>
                </a:r>
                <a:r>
                  <a:rPr lang="zh-CN" altLang="en-US" sz="2000">
                    <a:solidFill>
                      <a:schemeClr val="tx2"/>
                    </a:solidFill>
                    <a:latin typeface="黑体" panose="02010609060101010101" pitchFamily="49" charset="-122"/>
                    <a:ea typeface="黑体" panose="02010609060101010101" pitchFamily="49" charset="-122"/>
                  </a:rPr>
                  <a:t>计划</a:t>
                </a:r>
              </a:p>
            </p:txBody>
          </p:sp>
          <p:sp>
            <p:nvSpPr>
              <p:cNvPr id="16410" name="Rectangle 20">
                <a:extLst>
                  <a:ext uri="{FF2B5EF4-FFF2-40B4-BE49-F238E27FC236}">
                    <a16:creationId xmlns:a16="http://schemas.microsoft.com/office/drawing/2014/main" id="{D2BABA20-51C6-68D2-7DA7-E11D0C25AF18}"/>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8.4</a:t>
                </a:r>
                <a:endParaRPr lang="en-US" altLang="zh-CN" sz="1800">
                  <a:solidFill>
                    <a:srgbClr val="000000"/>
                  </a:solidFill>
                </a:endParaRPr>
              </a:p>
            </p:txBody>
          </p:sp>
        </p:grpSp>
        <p:grpSp>
          <p:nvGrpSpPr>
            <p:cNvPr id="16392" name="Group 21">
              <a:extLst>
                <a:ext uri="{FF2B5EF4-FFF2-40B4-BE49-F238E27FC236}">
                  <a16:creationId xmlns:a16="http://schemas.microsoft.com/office/drawing/2014/main" id="{60C3DBF0-16CF-C195-37A2-3E40C5ADBBC8}"/>
                </a:ext>
              </a:extLst>
            </p:cNvPr>
            <p:cNvGrpSpPr>
              <a:grpSpLocks/>
            </p:cNvGrpSpPr>
            <p:nvPr/>
          </p:nvGrpSpPr>
          <p:grpSpPr bwMode="auto">
            <a:xfrm>
              <a:off x="385" y="2478"/>
              <a:ext cx="3584" cy="230"/>
              <a:chOff x="385" y="2187"/>
              <a:chExt cx="3584" cy="363"/>
            </a:xfrm>
          </p:grpSpPr>
          <p:sp>
            <p:nvSpPr>
              <p:cNvPr id="16405" name="AutoShape 22">
                <a:extLst>
                  <a:ext uri="{FF2B5EF4-FFF2-40B4-BE49-F238E27FC236}">
                    <a16:creationId xmlns:a16="http://schemas.microsoft.com/office/drawing/2014/main" id="{9661CD51-1F05-B871-2AC7-3963BEF0530F}"/>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16406" name="Text Box 23">
                <a:extLst>
                  <a:ext uri="{FF2B5EF4-FFF2-40B4-BE49-F238E27FC236}">
                    <a16:creationId xmlns:a16="http://schemas.microsoft.com/office/drawing/2014/main" id="{E6531C9D-C637-8657-4E47-48E5203223E3}"/>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风险控制与管理</a:t>
                </a:r>
                <a:r>
                  <a:rPr lang="zh-CN" altLang="en-US" sz="2400" b="0">
                    <a:latin typeface="Times New Roman" panose="02020603050405020304" pitchFamily="18" charset="0"/>
                  </a:rPr>
                  <a:t> </a:t>
                </a:r>
              </a:p>
            </p:txBody>
          </p:sp>
          <p:sp>
            <p:nvSpPr>
              <p:cNvPr id="16407" name="Rectangle 24">
                <a:extLst>
                  <a:ext uri="{FF2B5EF4-FFF2-40B4-BE49-F238E27FC236}">
                    <a16:creationId xmlns:a16="http://schemas.microsoft.com/office/drawing/2014/main" id="{892224B0-4C09-2220-879C-E2852D130443}"/>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8.5</a:t>
                </a:r>
                <a:endParaRPr lang="en-US" altLang="zh-CN" sz="1800">
                  <a:solidFill>
                    <a:srgbClr val="000000"/>
                  </a:solidFill>
                </a:endParaRPr>
              </a:p>
            </p:txBody>
          </p:sp>
        </p:grpSp>
        <p:grpSp>
          <p:nvGrpSpPr>
            <p:cNvPr id="16393" name="Group 25">
              <a:extLst>
                <a:ext uri="{FF2B5EF4-FFF2-40B4-BE49-F238E27FC236}">
                  <a16:creationId xmlns:a16="http://schemas.microsoft.com/office/drawing/2014/main" id="{FE67ECCB-9114-7207-5C98-04E08772FBBA}"/>
                </a:ext>
              </a:extLst>
            </p:cNvPr>
            <p:cNvGrpSpPr>
              <a:grpSpLocks/>
            </p:cNvGrpSpPr>
            <p:nvPr/>
          </p:nvGrpSpPr>
          <p:grpSpPr bwMode="auto">
            <a:xfrm>
              <a:off x="385" y="2746"/>
              <a:ext cx="3584" cy="230"/>
              <a:chOff x="385" y="2187"/>
              <a:chExt cx="3584" cy="363"/>
            </a:xfrm>
          </p:grpSpPr>
          <p:sp>
            <p:nvSpPr>
              <p:cNvPr id="16402" name="AutoShape 26">
                <a:extLst>
                  <a:ext uri="{FF2B5EF4-FFF2-40B4-BE49-F238E27FC236}">
                    <a16:creationId xmlns:a16="http://schemas.microsoft.com/office/drawing/2014/main" id="{7660AA44-91C2-4161-555B-8A7536B7DF14}"/>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16403" name="Text Box 27">
                <a:extLst>
                  <a:ext uri="{FF2B5EF4-FFF2-40B4-BE49-F238E27FC236}">
                    <a16:creationId xmlns:a16="http://schemas.microsoft.com/office/drawing/2014/main" id="{F4C62208-B85D-C81E-D429-986188982B0F}"/>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案例分析</a:t>
                </a:r>
                <a:r>
                  <a:rPr lang="zh-CN" altLang="en-US" sz="2400" b="0">
                    <a:latin typeface="Times New Roman" panose="02020603050405020304" pitchFamily="18" charset="0"/>
                  </a:rPr>
                  <a:t> </a:t>
                </a:r>
              </a:p>
            </p:txBody>
          </p:sp>
          <p:sp>
            <p:nvSpPr>
              <p:cNvPr id="16404" name="Rectangle 28">
                <a:extLst>
                  <a:ext uri="{FF2B5EF4-FFF2-40B4-BE49-F238E27FC236}">
                    <a16:creationId xmlns:a16="http://schemas.microsoft.com/office/drawing/2014/main" id="{B7FA9A55-78E2-1F0F-DBFD-630A585672D8}"/>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8.6</a:t>
                </a:r>
                <a:endParaRPr lang="en-US" altLang="zh-CN" sz="1800">
                  <a:solidFill>
                    <a:srgbClr val="000000"/>
                  </a:solidFill>
                </a:endParaRPr>
              </a:p>
            </p:txBody>
          </p:sp>
        </p:grpSp>
        <p:grpSp>
          <p:nvGrpSpPr>
            <p:cNvPr id="16394" name="Group 29">
              <a:extLst>
                <a:ext uri="{FF2B5EF4-FFF2-40B4-BE49-F238E27FC236}">
                  <a16:creationId xmlns:a16="http://schemas.microsoft.com/office/drawing/2014/main" id="{DC61645A-8AA6-2107-D2C8-5771410C5513}"/>
                </a:ext>
              </a:extLst>
            </p:cNvPr>
            <p:cNvGrpSpPr>
              <a:grpSpLocks/>
            </p:cNvGrpSpPr>
            <p:nvPr/>
          </p:nvGrpSpPr>
          <p:grpSpPr bwMode="auto">
            <a:xfrm>
              <a:off x="385" y="3019"/>
              <a:ext cx="3584" cy="230"/>
              <a:chOff x="385" y="2187"/>
              <a:chExt cx="3584" cy="363"/>
            </a:xfrm>
          </p:grpSpPr>
          <p:sp>
            <p:nvSpPr>
              <p:cNvPr id="16399" name="AutoShape 30">
                <a:extLst>
                  <a:ext uri="{FF2B5EF4-FFF2-40B4-BE49-F238E27FC236}">
                    <a16:creationId xmlns:a16="http://schemas.microsoft.com/office/drawing/2014/main" id="{74DFCE4E-A4C7-4E87-42B3-29D61F463225}"/>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16400" name="Text Box 31">
                <a:extLst>
                  <a:ext uri="{FF2B5EF4-FFF2-40B4-BE49-F238E27FC236}">
                    <a16:creationId xmlns:a16="http://schemas.microsoft.com/office/drawing/2014/main" id="{686E18F3-39C6-CD72-523F-12435E4D2265}"/>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本章小结</a:t>
                </a:r>
                <a:r>
                  <a:rPr lang="zh-CN" altLang="en-US" sz="2400" b="0">
                    <a:latin typeface="Times New Roman" panose="02020603050405020304" pitchFamily="18" charset="0"/>
                  </a:rPr>
                  <a:t> </a:t>
                </a:r>
              </a:p>
            </p:txBody>
          </p:sp>
          <p:sp>
            <p:nvSpPr>
              <p:cNvPr id="16401" name="Rectangle 32">
                <a:extLst>
                  <a:ext uri="{FF2B5EF4-FFF2-40B4-BE49-F238E27FC236}">
                    <a16:creationId xmlns:a16="http://schemas.microsoft.com/office/drawing/2014/main" id="{86E07F95-D0B8-5110-E1CE-731BC67176D0}"/>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8.7</a:t>
                </a:r>
                <a:endParaRPr lang="en-US" altLang="zh-CN" sz="1800">
                  <a:solidFill>
                    <a:srgbClr val="000000"/>
                  </a:solidFill>
                </a:endParaRPr>
              </a:p>
            </p:txBody>
          </p:sp>
        </p:grpSp>
        <p:grpSp>
          <p:nvGrpSpPr>
            <p:cNvPr id="16395" name="Group 33">
              <a:extLst>
                <a:ext uri="{FF2B5EF4-FFF2-40B4-BE49-F238E27FC236}">
                  <a16:creationId xmlns:a16="http://schemas.microsoft.com/office/drawing/2014/main" id="{99529182-EA07-C047-D448-C24180EFC22E}"/>
                </a:ext>
              </a:extLst>
            </p:cNvPr>
            <p:cNvGrpSpPr>
              <a:grpSpLocks/>
            </p:cNvGrpSpPr>
            <p:nvPr/>
          </p:nvGrpSpPr>
          <p:grpSpPr bwMode="auto">
            <a:xfrm>
              <a:off x="385" y="3294"/>
              <a:ext cx="3584" cy="197"/>
              <a:chOff x="385" y="2209"/>
              <a:chExt cx="3584" cy="311"/>
            </a:xfrm>
          </p:grpSpPr>
          <p:sp>
            <p:nvSpPr>
              <p:cNvPr id="16396" name="AutoShape 34">
                <a:extLst>
                  <a:ext uri="{FF2B5EF4-FFF2-40B4-BE49-F238E27FC236}">
                    <a16:creationId xmlns:a16="http://schemas.microsoft.com/office/drawing/2014/main" id="{A039C208-1989-58AB-3269-D84A21AA6595}"/>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16397" name="Text Box 35">
                <a:extLst>
                  <a:ext uri="{FF2B5EF4-FFF2-40B4-BE49-F238E27FC236}">
                    <a16:creationId xmlns:a16="http://schemas.microsoft.com/office/drawing/2014/main" id="{738C8C68-EBCE-259C-6889-5FE9ECA2B00E}"/>
                  </a:ext>
                </a:extLst>
              </p:cNvPr>
              <p:cNvSpPr txBox="1">
                <a:spLocks noChangeArrowheads="1"/>
              </p:cNvSpPr>
              <p:nvPr/>
            </p:nvSpPr>
            <p:spPr bwMode="auto">
              <a:xfrm>
                <a:off x="626" y="2217"/>
                <a:ext cx="3110"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黑体" panose="02010609060101010101" pitchFamily="49" charset="-122"/>
                    <a:ea typeface="黑体" panose="02010609060101010101" pitchFamily="49" charset="-122"/>
                  </a:rPr>
                  <a:t>复习思考题</a:t>
                </a:r>
              </a:p>
            </p:txBody>
          </p:sp>
          <p:sp>
            <p:nvSpPr>
              <p:cNvPr id="16398" name="Rectangle 36">
                <a:extLst>
                  <a:ext uri="{FF2B5EF4-FFF2-40B4-BE49-F238E27FC236}">
                    <a16:creationId xmlns:a16="http://schemas.microsoft.com/office/drawing/2014/main" id="{60696510-A768-FA51-0A48-565709169BA9}"/>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8.8</a:t>
                </a:r>
                <a:endParaRPr lang="en-US" altLang="zh-CN" sz="1800">
                  <a:solidFill>
                    <a:srgbClr val="000000"/>
                  </a:solidFill>
                </a:endParaRPr>
              </a:p>
            </p:txBody>
          </p:sp>
        </p:gr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87CE8994-6171-70DC-A8E3-177260685C86}"/>
              </a:ext>
            </a:extLst>
          </p:cNvPr>
          <p:cNvSpPr>
            <a:spLocks noGrp="1" noChangeArrowheads="1"/>
          </p:cNvSpPr>
          <p:nvPr>
            <p:ph type="title"/>
          </p:nvPr>
        </p:nvSpPr>
        <p:spPr/>
        <p:txBody>
          <a:bodyPr/>
          <a:lstStyle/>
          <a:p>
            <a:pPr eaLnBrk="1" hangingPunct="1"/>
            <a:r>
              <a:rPr lang="en-US" altLang="zh-CN"/>
              <a:t>8.2  </a:t>
            </a:r>
            <a:r>
              <a:rPr kumimoji="1" lang="zh-CN" altLang="en-US"/>
              <a:t>风险识别</a:t>
            </a:r>
          </a:p>
        </p:txBody>
      </p:sp>
      <p:sp>
        <p:nvSpPr>
          <p:cNvPr id="18435" name="Rectangle 3">
            <a:extLst>
              <a:ext uri="{FF2B5EF4-FFF2-40B4-BE49-F238E27FC236}">
                <a16:creationId xmlns:a16="http://schemas.microsoft.com/office/drawing/2014/main" id="{3A64A85D-D171-2A7F-D9EA-5850953AB050}"/>
              </a:ext>
            </a:extLst>
          </p:cNvPr>
          <p:cNvSpPr>
            <a:spLocks noGrp="1" noChangeArrowheads="1"/>
          </p:cNvSpPr>
          <p:nvPr>
            <p:ph type="body" idx="1"/>
          </p:nvPr>
        </p:nvSpPr>
        <p:spPr>
          <a:xfrm>
            <a:off x="468313" y="1916113"/>
            <a:ext cx="8496300" cy="4941887"/>
          </a:xfrm>
        </p:spPr>
        <p:txBody>
          <a:bodyPr/>
          <a:lstStyle/>
          <a:p>
            <a:pPr eaLnBrk="1" hangingPunct="1"/>
            <a:r>
              <a:rPr lang="zh-CN" altLang="en-US" sz="2400" dirty="0">
                <a:solidFill>
                  <a:schemeClr val="accent2"/>
                </a:solidFill>
                <a:ea typeface="黑体" panose="02010609060101010101" pitchFamily="49" charset="-122"/>
              </a:rPr>
              <a:t>风险识别过程</a:t>
            </a:r>
            <a:r>
              <a:rPr lang="zh-CN" altLang="en-US" sz="4000" dirty="0"/>
              <a:t> </a:t>
            </a:r>
          </a:p>
          <a:p>
            <a:pPr eaLnBrk="1" hangingPunct="1">
              <a:lnSpc>
                <a:spcPct val="130000"/>
              </a:lnSpc>
              <a:spcBef>
                <a:spcPct val="20000"/>
              </a:spcBef>
            </a:pPr>
            <a:r>
              <a:rPr lang="zh-CN" altLang="en-US" sz="2000" dirty="0">
                <a:solidFill>
                  <a:schemeClr val="accent2"/>
                </a:solidFill>
                <a:ea typeface="黑体" panose="02010609060101010101" pitchFamily="49" charset="-122"/>
              </a:rPr>
              <a:t>风险识别</a:t>
            </a:r>
            <a:r>
              <a:rPr lang="zh-CN" altLang="en-US" sz="2000" dirty="0"/>
              <a:t>   或称风险辨识，是寻找可能影响项目的风险以及确认风险特性的过程。风险的基本性质有</a:t>
            </a:r>
            <a:r>
              <a:rPr lang="zh-CN" altLang="en-US" sz="2000" dirty="0">
                <a:solidFill>
                  <a:srgbClr val="FF0000"/>
                </a:solidFill>
              </a:rPr>
              <a:t>客观性、不确定性、不利性、可变性、相对性和风险与利益的对称性</a:t>
            </a:r>
            <a:r>
              <a:rPr lang="zh-CN" altLang="en-US" sz="2000" dirty="0"/>
              <a:t>。</a:t>
            </a:r>
            <a:endParaRPr lang="en-US" altLang="zh-CN" sz="2000" dirty="0"/>
          </a:p>
          <a:p>
            <a:pPr eaLnBrk="1" hangingPunct="1">
              <a:lnSpc>
                <a:spcPct val="130000"/>
              </a:lnSpc>
              <a:spcBef>
                <a:spcPct val="20000"/>
              </a:spcBef>
            </a:pPr>
            <a:r>
              <a:rPr lang="zh-CN" altLang="en-US" sz="2000" dirty="0"/>
              <a:t>风险识别的目标是：</a:t>
            </a:r>
            <a:r>
              <a:rPr lang="zh-CN" altLang="en-US" sz="2000" dirty="0">
                <a:solidFill>
                  <a:srgbClr val="FF0000"/>
                </a:solidFill>
              </a:rPr>
              <a:t>辨识项目面临的风险，揭示风险和风险来源，以文档及数据库的形式记录风险</a:t>
            </a:r>
            <a:r>
              <a:rPr lang="zh-CN" altLang="en-US" sz="2000" dirty="0"/>
              <a:t>。</a:t>
            </a:r>
          </a:p>
          <a:p>
            <a:pPr eaLnBrk="1" hangingPunct="1">
              <a:lnSpc>
                <a:spcPct val="130000"/>
              </a:lnSpc>
              <a:spcBef>
                <a:spcPct val="20000"/>
              </a:spcBef>
            </a:pPr>
            <a:r>
              <a:rPr lang="zh-CN" altLang="en-US" sz="2000" dirty="0">
                <a:solidFill>
                  <a:schemeClr val="accent2"/>
                </a:solidFill>
                <a:ea typeface="黑体" panose="02010609060101010101" pitchFamily="49" charset="-122"/>
              </a:rPr>
              <a:t>风险识别的输入与输出   </a:t>
            </a:r>
            <a:r>
              <a:rPr lang="zh-CN" altLang="en-US" sz="2000" dirty="0"/>
              <a:t>输入可能是项目的</a:t>
            </a:r>
            <a:r>
              <a:rPr lang="en-US" altLang="zh-CN" sz="2000" dirty="0"/>
              <a:t>WBS</a:t>
            </a:r>
            <a:r>
              <a:rPr lang="zh-CN" altLang="en-US" sz="2000" dirty="0"/>
              <a:t>、工作的陈述（</a:t>
            </a:r>
            <a:r>
              <a:rPr lang="en-US" altLang="zh-CN" sz="2000" dirty="0"/>
              <a:t>Statement Of Work</a:t>
            </a:r>
            <a:r>
              <a:rPr lang="zh-CN" altLang="en-US" sz="2000" dirty="0"/>
              <a:t>，</a:t>
            </a:r>
            <a:r>
              <a:rPr lang="en-US" altLang="zh-CN" sz="2000" dirty="0"/>
              <a:t>SOW</a:t>
            </a:r>
            <a:r>
              <a:rPr lang="zh-CN" altLang="en-US" sz="2000" dirty="0"/>
              <a:t>）、项目相关信息、项目计划假设、历史项目数据，其他项目经验文件、评审报告、公司目标等。风险识别的输出是风险列表。</a:t>
            </a:r>
          </a:p>
          <a:p>
            <a:pPr eaLnBrk="1" hangingPunct="1">
              <a:lnSpc>
                <a:spcPct val="110000"/>
              </a:lnSpc>
              <a:spcBef>
                <a:spcPct val="0"/>
              </a:spcBef>
            </a:pPr>
            <a:r>
              <a:rPr lang="zh-CN" altLang="en-US" sz="2000" dirty="0">
                <a:solidFill>
                  <a:schemeClr val="accent2"/>
                </a:solidFill>
                <a:ea typeface="黑体" panose="02010609060101010101" pitchFamily="49" charset="-122"/>
              </a:rPr>
              <a:t>包括以下活动   </a:t>
            </a:r>
            <a:r>
              <a:rPr lang="zh-CN" altLang="en-US" sz="2000" dirty="0">
                <a:solidFill>
                  <a:srgbClr val="FF0000"/>
                </a:solidFill>
              </a:rPr>
              <a:t>风险识别方法的确定 ；风险定义及分类；风险文档编写</a:t>
            </a:r>
            <a:r>
              <a:rPr lang="zh-CN" altLang="en-US" sz="2000" dirty="0"/>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E779ACDD-CD3B-CDD4-98A9-E2DCAB864411}"/>
              </a:ext>
            </a:extLst>
          </p:cNvPr>
          <p:cNvSpPr>
            <a:spLocks noGrp="1" noChangeArrowheads="1"/>
          </p:cNvSpPr>
          <p:nvPr>
            <p:ph type="title"/>
          </p:nvPr>
        </p:nvSpPr>
        <p:spPr/>
        <p:txBody>
          <a:bodyPr/>
          <a:lstStyle/>
          <a:p>
            <a:pPr eaLnBrk="1" hangingPunct="1"/>
            <a:r>
              <a:rPr lang="en-US" altLang="zh-CN"/>
              <a:t>8.2  </a:t>
            </a:r>
            <a:r>
              <a:rPr kumimoji="1" lang="zh-CN" altLang="en-US"/>
              <a:t>风险识别</a:t>
            </a:r>
          </a:p>
        </p:txBody>
      </p:sp>
      <p:sp>
        <p:nvSpPr>
          <p:cNvPr id="20483" name="Rectangle 3">
            <a:extLst>
              <a:ext uri="{FF2B5EF4-FFF2-40B4-BE49-F238E27FC236}">
                <a16:creationId xmlns:a16="http://schemas.microsoft.com/office/drawing/2014/main" id="{7BF84A15-A5B4-D0E3-0E47-9F97D7C8F2A0}"/>
              </a:ext>
            </a:extLst>
          </p:cNvPr>
          <p:cNvSpPr>
            <a:spLocks noGrp="1" noChangeArrowheads="1"/>
          </p:cNvSpPr>
          <p:nvPr>
            <p:ph type="body" idx="1"/>
          </p:nvPr>
        </p:nvSpPr>
        <p:spPr>
          <a:xfrm>
            <a:off x="468313" y="1916113"/>
            <a:ext cx="8496300" cy="4941887"/>
          </a:xfrm>
        </p:spPr>
        <p:txBody>
          <a:bodyPr/>
          <a:lstStyle/>
          <a:p>
            <a:pPr eaLnBrk="1" hangingPunct="1"/>
            <a:r>
              <a:rPr lang="zh-CN" altLang="en-US" sz="2400" dirty="0">
                <a:solidFill>
                  <a:schemeClr val="accent2"/>
                </a:solidFill>
                <a:ea typeface="黑体" panose="02010609060101010101" pitchFamily="49" charset="-122"/>
              </a:rPr>
              <a:t>风险识别过程</a:t>
            </a:r>
            <a:r>
              <a:rPr lang="zh-CN" altLang="en-US" sz="4000" dirty="0"/>
              <a:t> </a:t>
            </a:r>
          </a:p>
          <a:p>
            <a:pPr eaLnBrk="1" hangingPunct="1">
              <a:lnSpc>
                <a:spcPct val="110000"/>
              </a:lnSpc>
              <a:spcBef>
                <a:spcPct val="0"/>
              </a:spcBef>
            </a:pPr>
            <a:r>
              <a:rPr lang="zh-CN" altLang="en-US" sz="2000" dirty="0">
                <a:solidFill>
                  <a:schemeClr val="accent2"/>
                </a:solidFill>
                <a:ea typeface="黑体" panose="02010609060101010101" pitchFamily="49" charset="-122"/>
              </a:rPr>
              <a:t>风险识别方法的确定</a:t>
            </a:r>
            <a:endParaRPr lang="en-US" altLang="zh-CN" sz="2000" dirty="0">
              <a:solidFill>
                <a:schemeClr val="accent2"/>
              </a:solidFill>
              <a:ea typeface="黑体" panose="02010609060101010101" pitchFamily="49" charset="-122"/>
            </a:endParaRPr>
          </a:p>
          <a:p>
            <a:pPr lvl="1" eaLnBrk="1" hangingPunct="1">
              <a:lnSpc>
                <a:spcPct val="110000"/>
              </a:lnSpc>
              <a:spcBef>
                <a:spcPct val="0"/>
              </a:spcBef>
            </a:pPr>
            <a:r>
              <a:rPr lang="zh-CN" altLang="en-US" sz="2000" dirty="0">
                <a:ea typeface="黑体" panose="02010609060101010101" pitchFamily="49" charset="-122"/>
              </a:rPr>
              <a:t>常用方法是建立“风险条目检查表”，利用一组提问来帮助项目风险管理者了解在项目和技术方面有哪些风险。还有德尔菲方法、头脑风暴法等。</a:t>
            </a:r>
            <a:endParaRPr lang="en-US" altLang="zh-CN" sz="2000" dirty="0"/>
          </a:p>
          <a:p>
            <a:pPr eaLnBrk="1" hangingPunct="1">
              <a:lnSpc>
                <a:spcPct val="110000"/>
              </a:lnSpc>
              <a:spcBef>
                <a:spcPct val="0"/>
              </a:spcBef>
            </a:pPr>
            <a:r>
              <a:rPr lang="zh-CN" altLang="en-US" sz="2000" dirty="0">
                <a:solidFill>
                  <a:schemeClr val="accent2"/>
                </a:solidFill>
                <a:ea typeface="黑体" panose="02010609060101010101" pitchFamily="49" charset="-122"/>
              </a:rPr>
              <a:t>风险定义及分类</a:t>
            </a:r>
            <a:endParaRPr lang="en-US" altLang="zh-CN" sz="2000" dirty="0">
              <a:solidFill>
                <a:schemeClr val="accent2"/>
              </a:solidFill>
              <a:ea typeface="黑体" panose="02010609060101010101" pitchFamily="49" charset="-122"/>
            </a:endParaRPr>
          </a:p>
          <a:p>
            <a:pPr lvl="1" eaLnBrk="1" hangingPunct="1">
              <a:lnSpc>
                <a:spcPct val="110000"/>
              </a:lnSpc>
              <a:spcBef>
                <a:spcPct val="0"/>
              </a:spcBef>
            </a:pPr>
            <a:r>
              <a:rPr lang="zh-CN" altLang="en-US" sz="2000" dirty="0">
                <a:ea typeface="黑体" panose="02010609060101010101" pitchFamily="49" charset="-122"/>
              </a:rPr>
              <a:t>一个问题被识别出来后，可通过定义可能性以及结果这两个风险的主要属性来</a:t>
            </a:r>
            <a:r>
              <a:rPr lang="zh-CN" altLang="en-US" sz="2000" dirty="0">
                <a:solidFill>
                  <a:srgbClr val="FF0000"/>
                </a:solidFill>
                <a:ea typeface="黑体" panose="02010609060101010101" pitchFamily="49" charset="-122"/>
              </a:rPr>
              <a:t>判断它是否是风险，还需要进行分类整理</a:t>
            </a:r>
            <a:r>
              <a:rPr lang="zh-CN" altLang="en-US" sz="2000" dirty="0">
                <a:ea typeface="黑体" panose="02010609060101010101" pitchFamily="49" charset="-122"/>
              </a:rPr>
              <a:t>。</a:t>
            </a:r>
            <a:endParaRPr lang="en-US" altLang="zh-CN" sz="2000" dirty="0">
              <a:ea typeface="黑体" panose="02010609060101010101" pitchFamily="49" charset="-122"/>
            </a:endParaRPr>
          </a:p>
          <a:p>
            <a:pPr eaLnBrk="1" hangingPunct="1">
              <a:lnSpc>
                <a:spcPct val="110000"/>
              </a:lnSpc>
              <a:spcBef>
                <a:spcPct val="0"/>
              </a:spcBef>
            </a:pPr>
            <a:r>
              <a:rPr lang="zh-CN" altLang="en-US" sz="2000" dirty="0">
                <a:solidFill>
                  <a:schemeClr val="accent2"/>
                </a:solidFill>
                <a:ea typeface="黑体" panose="02010609060101010101" pitchFamily="49" charset="-122"/>
              </a:rPr>
              <a:t>风险文档编写</a:t>
            </a:r>
            <a:endParaRPr lang="en-US" altLang="zh-CN" sz="2000" dirty="0">
              <a:solidFill>
                <a:schemeClr val="accent2"/>
              </a:solidFill>
              <a:ea typeface="黑体" panose="02010609060101010101" pitchFamily="49" charset="-122"/>
            </a:endParaRPr>
          </a:p>
          <a:p>
            <a:pPr lvl="1" eaLnBrk="1" hangingPunct="1">
              <a:lnSpc>
                <a:spcPct val="110000"/>
              </a:lnSpc>
              <a:spcBef>
                <a:spcPct val="0"/>
              </a:spcBef>
            </a:pPr>
            <a:r>
              <a:rPr lang="zh-CN" altLang="en-US" sz="2000" dirty="0">
                <a:ea typeface="黑体" panose="02010609060101010101" pitchFamily="49" charset="-122"/>
              </a:rPr>
              <a:t>通过编写风险陈述和详细说明风险场景来</a:t>
            </a:r>
            <a:r>
              <a:rPr lang="zh-CN" altLang="en-US" sz="2000" dirty="0">
                <a:solidFill>
                  <a:srgbClr val="FF0000"/>
                </a:solidFill>
                <a:ea typeface="黑体" panose="02010609060101010101" pitchFamily="49" charset="-122"/>
              </a:rPr>
              <a:t>记录已知风险</a:t>
            </a:r>
            <a:r>
              <a:rPr lang="zh-CN" altLang="en-US" sz="2000" dirty="0">
                <a:ea typeface="黑体" panose="02010609060101010101" pitchFamily="49" charset="-122"/>
              </a:rPr>
              <a:t>。</a:t>
            </a:r>
            <a:endParaRPr lang="zh-CN" alt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D7A22748-B05B-32AA-664C-E1E46F2E84B5}"/>
              </a:ext>
            </a:extLst>
          </p:cNvPr>
          <p:cNvSpPr>
            <a:spLocks noGrp="1" noChangeArrowheads="1"/>
          </p:cNvSpPr>
          <p:nvPr>
            <p:ph type="title"/>
          </p:nvPr>
        </p:nvSpPr>
        <p:spPr/>
        <p:txBody>
          <a:bodyPr/>
          <a:lstStyle/>
          <a:p>
            <a:pPr eaLnBrk="1" hangingPunct="1"/>
            <a:r>
              <a:rPr lang="en-US" altLang="zh-CN"/>
              <a:t>8.2  </a:t>
            </a:r>
            <a:r>
              <a:rPr kumimoji="1" lang="zh-CN" altLang="en-US"/>
              <a:t>风险识别</a:t>
            </a:r>
          </a:p>
        </p:txBody>
      </p:sp>
      <p:graphicFrame>
        <p:nvGraphicFramePr>
          <p:cNvPr id="2" name="表格 1">
            <a:extLst>
              <a:ext uri="{FF2B5EF4-FFF2-40B4-BE49-F238E27FC236}">
                <a16:creationId xmlns:a16="http://schemas.microsoft.com/office/drawing/2014/main" id="{C6ECE6F4-33B3-9DA1-688E-C77257B780C2}"/>
              </a:ext>
            </a:extLst>
          </p:cNvPr>
          <p:cNvGraphicFramePr>
            <a:graphicFrameLocks noGrp="1"/>
          </p:cNvGraphicFramePr>
          <p:nvPr>
            <p:extLst>
              <p:ext uri="{D42A27DB-BD31-4B8C-83A1-F6EECF244321}">
                <p14:modId xmlns:p14="http://schemas.microsoft.com/office/powerpoint/2010/main" val="1337801385"/>
              </p:ext>
            </p:extLst>
          </p:nvPr>
        </p:nvGraphicFramePr>
        <p:xfrm>
          <a:off x="1524000" y="2396666"/>
          <a:ext cx="6096000" cy="445008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4083819651"/>
                    </a:ext>
                  </a:extLst>
                </a:gridCol>
                <a:gridCol w="3048000">
                  <a:extLst>
                    <a:ext uri="{9D8B030D-6E8A-4147-A177-3AD203B41FA5}">
                      <a16:colId xmlns:a16="http://schemas.microsoft.com/office/drawing/2014/main" val="2927735160"/>
                    </a:ext>
                  </a:extLst>
                </a:gridCol>
              </a:tblGrid>
              <a:tr h="370840">
                <a:tc>
                  <a:txBody>
                    <a:bodyPr/>
                    <a:lstStyle/>
                    <a:p>
                      <a:pPr algn="ctr"/>
                      <a:r>
                        <a:rPr lang="zh-CN" altLang="en-US" dirty="0"/>
                        <a:t>经营风险</a:t>
                      </a:r>
                    </a:p>
                  </a:txBody>
                  <a:tcPr/>
                </a:tc>
                <a:tc>
                  <a:txBody>
                    <a:bodyPr/>
                    <a:lstStyle/>
                    <a:p>
                      <a:pPr algn="ctr"/>
                      <a:r>
                        <a:rPr lang="zh-CN" altLang="en-US" dirty="0"/>
                        <a:t>类别</a:t>
                      </a:r>
                    </a:p>
                  </a:txBody>
                  <a:tcPr/>
                </a:tc>
                <a:extLst>
                  <a:ext uri="{0D108BD9-81ED-4DB2-BD59-A6C34878D82A}">
                    <a16:rowId xmlns:a16="http://schemas.microsoft.com/office/drawing/2014/main" val="1277823547"/>
                  </a:ext>
                </a:extLst>
              </a:tr>
              <a:tr h="370840">
                <a:tc>
                  <a:txBody>
                    <a:bodyPr/>
                    <a:lstStyle/>
                    <a:p>
                      <a:pPr algn="ctr"/>
                      <a:r>
                        <a:rPr lang="zh-CN" altLang="en-US" dirty="0"/>
                        <a:t>规模估算可能非常低</a:t>
                      </a:r>
                    </a:p>
                  </a:txBody>
                  <a:tcPr/>
                </a:tc>
                <a:tc>
                  <a:txBody>
                    <a:bodyPr/>
                    <a:lstStyle/>
                    <a:p>
                      <a:pPr algn="ctr"/>
                      <a:r>
                        <a:rPr lang="zh-CN" altLang="en-US" dirty="0"/>
                        <a:t>产品规模</a:t>
                      </a:r>
                    </a:p>
                  </a:txBody>
                  <a:tcPr/>
                </a:tc>
                <a:extLst>
                  <a:ext uri="{0D108BD9-81ED-4DB2-BD59-A6C34878D82A}">
                    <a16:rowId xmlns:a16="http://schemas.microsoft.com/office/drawing/2014/main" val="3731914931"/>
                  </a:ext>
                </a:extLst>
              </a:tr>
              <a:tr h="370840">
                <a:tc>
                  <a:txBody>
                    <a:bodyPr/>
                    <a:lstStyle/>
                    <a:p>
                      <a:pPr algn="ctr"/>
                      <a:r>
                        <a:rPr lang="zh-CN" altLang="en-US" dirty="0"/>
                        <a:t>用户数量大大超出计划</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产品规模</a:t>
                      </a:r>
                    </a:p>
                  </a:txBody>
                  <a:tcPr/>
                </a:tc>
                <a:extLst>
                  <a:ext uri="{0D108BD9-81ED-4DB2-BD59-A6C34878D82A}">
                    <a16:rowId xmlns:a16="http://schemas.microsoft.com/office/drawing/2014/main" val="1416336780"/>
                  </a:ext>
                </a:extLst>
              </a:tr>
              <a:tr h="370840">
                <a:tc>
                  <a:txBody>
                    <a:bodyPr/>
                    <a:lstStyle/>
                    <a:p>
                      <a:pPr algn="ctr"/>
                      <a:r>
                        <a:rPr lang="zh-CN" altLang="en-US" dirty="0"/>
                        <a:t>复用程度低于计划</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产品规模</a:t>
                      </a:r>
                    </a:p>
                  </a:txBody>
                  <a:tcPr/>
                </a:tc>
                <a:extLst>
                  <a:ext uri="{0D108BD9-81ED-4DB2-BD59-A6C34878D82A}">
                    <a16:rowId xmlns:a16="http://schemas.microsoft.com/office/drawing/2014/main" val="2752463713"/>
                  </a:ext>
                </a:extLst>
              </a:tr>
              <a:tr h="370840">
                <a:tc>
                  <a:txBody>
                    <a:bodyPr/>
                    <a:lstStyle/>
                    <a:p>
                      <a:pPr algn="ctr"/>
                      <a:r>
                        <a:rPr lang="zh-CN" altLang="en-US" dirty="0"/>
                        <a:t>最终用户抵制该计划</a:t>
                      </a:r>
                    </a:p>
                  </a:txBody>
                  <a:tcPr/>
                </a:tc>
                <a:tc>
                  <a:txBody>
                    <a:bodyPr/>
                    <a:lstStyle/>
                    <a:p>
                      <a:pPr algn="ctr"/>
                      <a:r>
                        <a:rPr lang="zh-CN" altLang="en-US" dirty="0"/>
                        <a:t>商业规模</a:t>
                      </a:r>
                    </a:p>
                  </a:txBody>
                  <a:tcPr/>
                </a:tc>
                <a:extLst>
                  <a:ext uri="{0D108BD9-81ED-4DB2-BD59-A6C34878D82A}">
                    <a16:rowId xmlns:a16="http://schemas.microsoft.com/office/drawing/2014/main" val="2068784550"/>
                  </a:ext>
                </a:extLst>
              </a:tr>
              <a:tr h="370840">
                <a:tc>
                  <a:txBody>
                    <a:bodyPr/>
                    <a:lstStyle/>
                    <a:p>
                      <a:pPr algn="ctr"/>
                      <a:r>
                        <a:rPr lang="zh-CN" altLang="en-US" dirty="0"/>
                        <a:t>交付期限将被紧缩</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商业规模</a:t>
                      </a:r>
                    </a:p>
                  </a:txBody>
                  <a:tcPr/>
                </a:tc>
                <a:extLst>
                  <a:ext uri="{0D108BD9-81ED-4DB2-BD59-A6C34878D82A}">
                    <a16:rowId xmlns:a16="http://schemas.microsoft.com/office/drawing/2014/main" val="848839761"/>
                  </a:ext>
                </a:extLst>
              </a:tr>
              <a:tr h="370840">
                <a:tc>
                  <a:txBody>
                    <a:bodyPr/>
                    <a:lstStyle/>
                    <a:p>
                      <a:pPr algn="ctr"/>
                      <a:r>
                        <a:rPr lang="zh-CN" altLang="en-US" dirty="0"/>
                        <a:t>资金将会流失</a:t>
                      </a:r>
                    </a:p>
                  </a:txBody>
                  <a:tcPr/>
                </a:tc>
                <a:tc>
                  <a:txBody>
                    <a:bodyPr/>
                    <a:lstStyle/>
                    <a:p>
                      <a:pPr algn="ctr"/>
                      <a:r>
                        <a:rPr lang="zh-CN" altLang="en-US" dirty="0"/>
                        <a:t>客户特性</a:t>
                      </a:r>
                    </a:p>
                  </a:txBody>
                  <a:tcPr/>
                </a:tc>
                <a:extLst>
                  <a:ext uri="{0D108BD9-81ED-4DB2-BD59-A6C34878D82A}">
                    <a16:rowId xmlns:a16="http://schemas.microsoft.com/office/drawing/2014/main" val="3356137532"/>
                  </a:ext>
                </a:extLst>
              </a:tr>
              <a:tr h="370840">
                <a:tc>
                  <a:txBody>
                    <a:bodyPr/>
                    <a:lstStyle/>
                    <a:p>
                      <a:pPr algn="ctr"/>
                      <a:r>
                        <a:rPr lang="zh-CN" altLang="en-US" dirty="0"/>
                        <a:t>用户将改变需求</a:t>
                      </a:r>
                    </a:p>
                  </a:txBody>
                  <a:tcPr/>
                </a:tc>
                <a:tc>
                  <a:txBody>
                    <a:bodyPr/>
                    <a:lstStyle/>
                    <a:p>
                      <a:pPr algn="ctr"/>
                      <a:r>
                        <a:rPr lang="zh-CN" altLang="en-US" dirty="0"/>
                        <a:t>产品规模</a:t>
                      </a:r>
                    </a:p>
                  </a:txBody>
                  <a:tcPr/>
                </a:tc>
                <a:extLst>
                  <a:ext uri="{0D108BD9-81ED-4DB2-BD59-A6C34878D82A}">
                    <a16:rowId xmlns:a16="http://schemas.microsoft.com/office/drawing/2014/main" val="1930838335"/>
                  </a:ext>
                </a:extLst>
              </a:tr>
              <a:tr h="370840">
                <a:tc>
                  <a:txBody>
                    <a:bodyPr/>
                    <a:lstStyle/>
                    <a:p>
                      <a:pPr algn="ctr"/>
                      <a:r>
                        <a:rPr lang="zh-CN" altLang="en-US" dirty="0"/>
                        <a:t>技术达不到期望的效果</a:t>
                      </a:r>
                    </a:p>
                  </a:txBody>
                  <a:tcPr/>
                </a:tc>
                <a:tc>
                  <a:txBody>
                    <a:bodyPr/>
                    <a:lstStyle/>
                    <a:p>
                      <a:pPr algn="ctr"/>
                      <a:r>
                        <a:rPr lang="zh-CN" altLang="en-US" dirty="0"/>
                        <a:t>技术情况</a:t>
                      </a:r>
                    </a:p>
                  </a:txBody>
                  <a:tcPr/>
                </a:tc>
                <a:extLst>
                  <a:ext uri="{0D108BD9-81ED-4DB2-BD59-A6C34878D82A}">
                    <a16:rowId xmlns:a16="http://schemas.microsoft.com/office/drawing/2014/main" val="2772924249"/>
                  </a:ext>
                </a:extLst>
              </a:tr>
              <a:tr h="370840">
                <a:tc>
                  <a:txBody>
                    <a:bodyPr/>
                    <a:lstStyle/>
                    <a:p>
                      <a:pPr algn="ctr"/>
                      <a:r>
                        <a:rPr lang="zh-CN" altLang="en-US" dirty="0"/>
                        <a:t>缺少对工具的培训</a:t>
                      </a:r>
                    </a:p>
                  </a:txBody>
                  <a:tcPr/>
                </a:tc>
                <a:tc>
                  <a:txBody>
                    <a:bodyPr/>
                    <a:lstStyle/>
                    <a:p>
                      <a:pPr algn="ctr"/>
                      <a:r>
                        <a:rPr lang="zh-CN" altLang="en-US" dirty="0"/>
                        <a:t>开发环境</a:t>
                      </a:r>
                    </a:p>
                  </a:txBody>
                  <a:tcPr/>
                </a:tc>
                <a:extLst>
                  <a:ext uri="{0D108BD9-81ED-4DB2-BD59-A6C34878D82A}">
                    <a16:rowId xmlns:a16="http://schemas.microsoft.com/office/drawing/2014/main" val="709080379"/>
                  </a:ext>
                </a:extLst>
              </a:tr>
              <a:tr h="370840">
                <a:tc>
                  <a:txBody>
                    <a:bodyPr/>
                    <a:lstStyle/>
                    <a:p>
                      <a:pPr algn="ctr"/>
                      <a:r>
                        <a:rPr lang="zh-CN" altLang="en-US" dirty="0"/>
                        <a:t>人员缺乏经验</a:t>
                      </a:r>
                    </a:p>
                  </a:txBody>
                  <a:tcPr/>
                </a:tc>
                <a:tc>
                  <a:txBody>
                    <a:bodyPr/>
                    <a:lstStyle/>
                    <a:p>
                      <a:pPr algn="ctr"/>
                      <a:r>
                        <a:rPr lang="zh-CN" altLang="en-US" dirty="0"/>
                        <a:t>人员数目及其经验</a:t>
                      </a:r>
                    </a:p>
                  </a:txBody>
                  <a:tcPr/>
                </a:tc>
                <a:extLst>
                  <a:ext uri="{0D108BD9-81ED-4DB2-BD59-A6C34878D82A}">
                    <a16:rowId xmlns:a16="http://schemas.microsoft.com/office/drawing/2014/main" val="3514029324"/>
                  </a:ext>
                </a:extLst>
              </a:tr>
              <a:tr h="370840">
                <a:tc>
                  <a:txBody>
                    <a:bodyPr/>
                    <a:lstStyle/>
                    <a:p>
                      <a:pPr algn="ctr"/>
                      <a:r>
                        <a:rPr lang="zh-CN" altLang="en-US" dirty="0"/>
                        <a:t>人员流动频繁</a:t>
                      </a:r>
                    </a:p>
                  </a:txBody>
                  <a:tcPr/>
                </a:tc>
                <a:tc>
                  <a:txBody>
                    <a:bodyPr/>
                    <a:lstStyle/>
                    <a:p>
                      <a:pPr algn="ctr"/>
                      <a:r>
                        <a:rPr lang="zh-CN" altLang="en-US" dirty="0"/>
                        <a:t>人员数目及其经验</a:t>
                      </a:r>
                    </a:p>
                  </a:txBody>
                  <a:tcPr/>
                </a:tc>
                <a:extLst>
                  <a:ext uri="{0D108BD9-81ED-4DB2-BD59-A6C34878D82A}">
                    <a16:rowId xmlns:a16="http://schemas.microsoft.com/office/drawing/2014/main" val="3519930060"/>
                  </a:ext>
                </a:extLst>
              </a:tr>
            </a:tbl>
          </a:graphicData>
        </a:graphic>
      </p:graphicFrame>
      <p:sp>
        <p:nvSpPr>
          <p:cNvPr id="4" name="文本框 3">
            <a:extLst>
              <a:ext uri="{FF2B5EF4-FFF2-40B4-BE49-F238E27FC236}">
                <a16:creationId xmlns:a16="http://schemas.microsoft.com/office/drawing/2014/main" id="{87856C16-6806-0487-30B6-2E73532E1F39}"/>
              </a:ext>
            </a:extLst>
          </p:cNvPr>
          <p:cNvSpPr txBox="1"/>
          <p:nvPr/>
        </p:nvSpPr>
        <p:spPr>
          <a:xfrm>
            <a:off x="3059832" y="1861619"/>
            <a:ext cx="3024336" cy="461665"/>
          </a:xfrm>
          <a:prstGeom prst="rect">
            <a:avLst/>
          </a:prstGeom>
          <a:noFill/>
        </p:spPr>
        <p:txBody>
          <a:bodyPr wrap="square" rtlCol="0">
            <a:spAutoFit/>
          </a:bodyPr>
          <a:lstStyle/>
          <a:p>
            <a:r>
              <a:rPr lang="zh-CN" altLang="en-US" dirty="0">
                <a:solidFill>
                  <a:schemeClr val="tx1"/>
                </a:solidFill>
              </a:rPr>
              <a:t>表</a:t>
            </a:r>
            <a:r>
              <a:rPr lang="en-US" altLang="zh-CN" dirty="0">
                <a:solidFill>
                  <a:schemeClr val="tx1"/>
                </a:solidFill>
              </a:rPr>
              <a:t>8-1 </a:t>
            </a:r>
            <a:r>
              <a:rPr lang="zh-CN" altLang="en-US" dirty="0">
                <a:solidFill>
                  <a:schemeClr val="tx1"/>
                </a:solidFill>
              </a:rPr>
              <a:t>风险识别列表</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3C4F9904-DE5E-A328-0FE8-A0E1332CA618}"/>
              </a:ext>
            </a:extLst>
          </p:cNvPr>
          <p:cNvSpPr>
            <a:spLocks noGrp="1" noChangeArrowheads="1"/>
          </p:cNvSpPr>
          <p:nvPr>
            <p:ph type="title"/>
          </p:nvPr>
        </p:nvSpPr>
        <p:spPr/>
        <p:txBody>
          <a:bodyPr/>
          <a:lstStyle/>
          <a:p>
            <a:pPr eaLnBrk="1" hangingPunct="1"/>
            <a:r>
              <a:rPr lang="en-US" altLang="zh-CN" dirty="0"/>
              <a:t>  </a:t>
            </a:r>
            <a:r>
              <a:rPr kumimoji="1" lang="zh-CN" altLang="en-US" dirty="0"/>
              <a:t>风险识别</a:t>
            </a:r>
          </a:p>
        </p:txBody>
      </p:sp>
      <p:sp>
        <p:nvSpPr>
          <p:cNvPr id="24579" name="Rectangle 3">
            <a:extLst>
              <a:ext uri="{FF2B5EF4-FFF2-40B4-BE49-F238E27FC236}">
                <a16:creationId xmlns:a16="http://schemas.microsoft.com/office/drawing/2014/main" id="{289A33F9-7854-3420-AA2F-8676A0BE239A}"/>
              </a:ext>
            </a:extLst>
          </p:cNvPr>
          <p:cNvSpPr>
            <a:spLocks noGrp="1" noChangeArrowheads="1"/>
          </p:cNvSpPr>
          <p:nvPr>
            <p:ph type="body" idx="1"/>
          </p:nvPr>
        </p:nvSpPr>
        <p:spPr>
          <a:xfrm>
            <a:off x="395288" y="1916113"/>
            <a:ext cx="8569325" cy="4941887"/>
          </a:xfrm>
        </p:spPr>
        <p:txBody>
          <a:bodyPr/>
          <a:lstStyle/>
          <a:p>
            <a:pPr eaLnBrk="1" hangingPunct="1"/>
            <a:r>
              <a:rPr lang="zh-CN" altLang="en-US" sz="2400" dirty="0">
                <a:solidFill>
                  <a:schemeClr val="accent2"/>
                </a:solidFill>
                <a:ea typeface="黑体" panose="02010609060101010101" pitchFamily="49" charset="-122"/>
              </a:rPr>
              <a:t>风险识别的方法</a:t>
            </a:r>
            <a:r>
              <a:rPr lang="zh-CN" altLang="en-US" dirty="0"/>
              <a:t> </a:t>
            </a:r>
          </a:p>
          <a:p>
            <a:pPr eaLnBrk="1" hangingPunct="1">
              <a:lnSpc>
                <a:spcPct val="120000"/>
              </a:lnSpc>
              <a:spcBef>
                <a:spcPct val="50000"/>
              </a:spcBef>
            </a:pPr>
            <a:r>
              <a:rPr lang="zh-CN" altLang="en-US" sz="2000" dirty="0">
                <a:solidFill>
                  <a:schemeClr val="accent2"/>
                </a:solidFill>
                <a:ea typeface="黑体" panose="02010609060101010101" pitchFamily="49" charset="-122"/>
              </a:rPr>
              <a:t>风险条目检查表（表</a:t>
            </a:r>
            <a:r>
              <a:rPr lang="en-US" altLang="zh-CN" sz="2000" dirty="0">
                <a:solidFill>
                  <a:schemeClr val="accent2"/>
                </a:solidFill>
                <a:ea typeface="黑体" panose="02010609060101010101" pitchFamily="49" charset="-122"/>
              </a:rPr>
              <a:t>8-2</a:t>
            </a:r>
            <a:r>
              <a:rPr lang="zh-CN" altLang="en-US" sz="2000" dirty="0">
                <a:solidFill>
                  <a:schemeClr val="accent2"/>
                </a:solidFill>
                <a:ea typeface="黑体" panose="02010609060101010101" pitchFamily="49" charset="-122"/>
              </a:rPr>
              <a:t>）</a:t>
            </a:r>
            <a:r>
              <a:rPr lang="zh-CN" altLang="en-US" sz="2000" dirty="0"/>
              <a:t>   </a:t>
            </a:r>
          </a:p>
          <a:p>
            <a:pPr eaLnBrk="1" hangingPunct="1">
              <a:lnSpc>
                <a:spcPct val="120000"/>
              </a:lnSpc>
              <a:spcBef>
                <a:spcPct val="50000"/>
              </a:spcBef>
              <a:buFont typeface="Wingdings 2" panose="05020102010507070707" pitchFamily="18" charset="2"/>
              <a:buNone/>
            </a:pPr>
            <a:r>
              <a:rPr lang="zh-CN" altLang="en-US" sz="2000" dirty="0"/>
              <a:t>     </a:t>
            </a:r>
            <a:r>
              <a:rPr lang="en-US" altLang="zh-CN" sz="2000" dirty="0">
                <a:solidFill>
                  <a:schemeClr val="accent2"/>
                </a:solidFill>
              </a:rPr>
              <a:t>——</a:t>
            </a:r>
            <a:r>
              <a:rPr lang="zh-CN" altLang="en-US" sz="2000" dirty="0"/>
              <a:t>风险条目检查表是最常用也是比较简单的风险识别方法，它是</a:t>
            </a:r>
            <a:r>
              <a:rPr lang="zh-CN" altLang="en-US" sz="2000" dirty="0">
                <a:solidFill>
                  <a:srgbClr val="FF0000"/>
                </a:solidFill>
              </a:rPr>
              <a:t>利用一组提问来帮助管理者了解项目在各方面有哪些风险</a:t>
            </a:r>
            <a:r>
              <a:rPr lang="zh-CN" altLang="en-US" sz="2000" dirty="0"/>
              <a:t>。</a:t>
            </a:r>
          </a:p>
          <a:p>
            <a:pPr eaLnBrk="1" hangingPunct="1">
              <a:lnSpc>
                <a:spcPct val="120000"/>
              </a:lnSpc>
              <a:spcBef>
                <a:spcPct val="50000"/>
              </a:spcBef>
            </a:pPr>
            <a:r>
              <a:rPr lang="zh-CN" altLang="en-US" sz="2000" dirty="0"/>
              <a:t>在风险条目检查表中，列出了所有可能的与每一个风险因素有关的提问，使得风险管理者集中来识别常见的、已知的和可预测的风险</a:t>
            </a:r>
            <a:r>
              <a:rPr lang="en-US" altLang="zh-CN" sz="2000" dirty="0"/>
              <a:t>(</a:t>
            </a:r>
            <a:r>
              <a:rPr lang="zh-CN" altLang="en-US" sz="2000" dirty="0"/>
              <a:t>如产品规模风险、依赖性风险、需求风险、管理风险及技术风险等</a:t>
            </a:r>
            <a:r>
              <a:rPr lang="en-US" altLang="zh-CN" sz="2000" dirty="0"/>
              <a:t>)</a:t>
            </a:r>
            <a:r>
              <a:rPr lang="zh-CN" altLang="en-US" sz="2000" dirty="0"/>
              <a:t>。 </a:t>
            </a:r>
          </a:p>
          <a:p>
            <a:pPr eaLnBrk="1" hangingPunct="1">
              <a:lnSpc>
                <a:spcPct val="120000"/>
              </a:lnSpc>
              <a:spcBef>
                <a:spcPct val="50000"/>
              </a:spcBef>
            </a:pPr>
            <a:r>
              <a:rPr lang="zh-CN" altLang="en-US" sz="2000" dirty="0"/>
              <a:t>风险条目检查表一般根据风险要素进行编写，包括项目的环境、管理层的重视度、技术情况以及内部因素</a:t>
            </a:r>
            <a:r>
              <a:rPr lang="en-US" altLang="zh-CN" sz="2000" dirty="0"/>
              <a:t>(</a:t>
            </a:r>
            <a:r>
              <a:rPr lang="zh-CN" altLang="en-US" sz="2000" dirty="0"/>
              <a:t>如团队成员的技能或技能缺陷等</a:t>
            </a:r>
            <a:r>
              <a:rPr lang="en-US" altLang="zh-CN" sz="2000" dirty="0"/>
              <a:t>)</a:t>
            </a:r>
            <a:r>
              <a:rPr lang="zh-CN" altLang="en-US" sz="2000" dirty="0"/>
              <a:t>。</a:t>
            </a:r>
            <a:r>
              <a:rPr lang="zh-CN" altLang="en-US" dirty="0"/>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3C4F9904-DE5E-A328-0FE8-A0E1332CA618}"/>
              </a:ext>
            </a:extLst>
          </p:cNvPr>
          <p:cNvSpPr>
            <a:spLocks noGrp="1" noChangeArrowheads="1"/>
          </p:cNvSpPr>
          <p:nvPr>
            <p:ph type="title"/>
          </p:nvPr>
        </p:nvSpPr>
        <p:spPr/>
        <p:txBody>
          <a:bodyPr/>
          <a:lstStyle/>
          <a:p>
            <a:pPr eaLnBrk="1" hangingPunct="1"/>
            <a:r>
              <a:rPr lang="en-US" altLang="zh-CN" dirty="0"/>
              <a:t>  </a:t>
            </a:r>
            <a:r>
              <a:rPr kumimoji="1" lang="zh-CN" altLang="en-US" dirty="0"/>
              <a:t>风险识别</a:t>
            </a:r>
          </a:p>
        </p:txBody>
      </p:sp>
      <p:sp>
        <p:nvSpPr>
          <p:cNvPr id="24579" name="Rectangle 3">
            <a:extLst>
              <a:ext uri="{FF2B5EF4-FFF2-40B4-BE49-F238E27FC236}">
                <a16:creationId xmlns:a16="http://schemas.microsoft.com/office/drawing/2014/main" id="{289A33F9-7854-3420-AA2F-8676A0BE239A}"/>
              </a:ext>
            </a:extLst>
          </p:cNvPr>
          <p:cNvSpPr>
            <a:spLocks noGrp="1" noChangeArrowheads="1"/>
          </p:cNvSpPr>
          <p:nvPr>
            <p:ph type="body" idx="1"/>
          </p:nvPr>
        </p:nvSpPr>
        <p:spPr>
          <a:xfrm>
            <a:off x="395288" y="1916113"/>
            <a:ext cx="8569325" cy="4941887"/>
          </a:xfrm>
        </p:spPr>
        <p:txBody>
          <a:bodyPr/>
          <a:lstStyle/>
          <a:p>
            <a:pPr eaLnBrk="1" hangingPunct="1"/>
            <a:endParaRPr lang="zh-CN" altLang="en-US" dirty="0"/>
          </a:p>
        </p:txBody>
      </p:sp>
      <p:graphicFrame>
        <p:nvGraphicFramePr>
          <p:cNvPr id="2" name="表格 1">
            <a:extLst>
              <a:ext uri="{FF2B5EF4-FFF2-40B4-BE49-F238E27FC236}">
                <a16:creationId xmlns:a16="http://schemas.microsoft.com/office/drawing/2014/main" id="{6DBB7B6A-A91A-E049-B647-7324BD6C754A}"/>
              </a:ext>
            </a:extLst>
          </p:cNvPr>
          <p:cNvGraphicFramePr>
            <a:graphicFrameLocks noGrp="1"/>
          </p:cNvGraphicFramePr>
          <p:nvPr>
            <p:extLst>
              <p:ext uri="{D42A27DB-BD31-4B8C-83A1-F6EECF244321}">
                <p14:modId xmlns:p14="http://schemas.microsoft.com/office/powerpoint/2010/main" val="477057080"/>
              </p:ext>
            </p:extLst>
          </p:nvPr>
        </p:nvGraphicFramePr>
        <p:xfrm>
          <a:off x="539552" y="1791176"/>
          <a:ext cx="7848872" cy="519176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102402889"/>
                    </a:ext>
                  </a:extLst>
                </a:gridCol>
                <a:gridCol w="2032000">
                  <a:extLst>
                    <a:ext uri="{9D8B030D-6E8A-4147-A177-3AD203B41FA5}">
                      <a16:colId xmlns:a16="http://schemas.microsoft.com/office/drawing/2014/main" val="4271800785"/>
                    </a:ext>
                  </a:extLst>
                </a:gridCol>
                <a:gridCol w="3784872">
                  <a:extLst>
                    <a:ext uri="{9D8B030D-6E8A-4147-A177-3AD203B41FA5}">
                      <a16:colId xmlns:a16="http://schemas.microsoft.com/office/drawing/2014/main" val="1237560244"/>
                    </a:ext>
                  </a:extLst>
                </a:gridCol>
              </a:tblGrid>
              <a:tr h="370840">
                <a:tc>
                  <a:txBody>
                    <a:bodyPr/>
                    <a:lstStyle/>
                    <a:p>
                      <a:pPr algn="ctr"/>
                      <a:r>
                        <a:rPr lang="zh-CN" altLang="en-US" sz="1600" dirty="0"/>
                        <a:t>类</a:t>
                      </a:r>
                    </a:p>
                  </a:txBody>
                  <a:tcPr anchor="ctr"/>
                </a:tc>
                <a:tc>
                  <a:txBody>
                    <a:bodyPr/>
                    <a:lstStyle/>
                    <a:p>
                      <a:pPr algn="ctr"/>
                      <a:r>
                        <a:rPr lang="zh-CN" altLang="en-US" sz="1600" dirty="0"/>
                        <a:t>元素</a:t>
                      </a:r>
                    </a:p>
                  </a:txBody>
                  <a:tcPr anchor="ctr"/>
                </a:tc>
                <a:tc>
                  <a:txBody>
                    <a:bodyPr/>
                    <a:lstStyle/>
                    <a:p>
                      <a:pPr algn="ctr"/>
                      <a:r>
                        <a:rPr lang="zh-CN" altLang="en-US" sz="1600" dirty="0"/>
                        <a:t>属性</a:t>
                      </a:r>
                    </a:p>
                  </a:txBody>
                  <a:tcPr anchor="ctr"/>
                </a:tc>
                <a:extLst>
                  <a:ext uri="{0D108BD9-81ED-4DB2-BD59-A6C34878D82A}">
                    <a16:rowId xmlns:a16="http://schemas.microsoft.com/office/drawing/2014/main" val="2187187547"/>
                  </a:ext>
                </a:extLst>
              </a:tr>
              <a:tr h="370840">
                <a:tc rowSpan="5">
                  <a:txBody>
                    <a:bodyPr/>
                    <a:lstStyle/>
                    <a:p>
                      <a:pPr algn="ctr"/>
                      <a:r>
                        <a:rPr lang="zh-CN" altLang="en-US" sz="1600" dirty="0"/>
                        <a:t>产品工程</a:t>
                      </a:r>
                    </a:p>
                  </a:txBody>
                  <a:tcPr anchor="ctr"/>
                </a:tc>
                <a:tc>
                  <a:txBody>
                    <a:bodyPr/>
                    <a:lstStyle/>
                    <a:p>
                      <a:pPr algn="ctr"/>
                      <a:r>
                        <a:rPr lang="zh-CN" altLang="en-US" sz="1600" dirty="0"/>
                        <a:t>需求</a:t>
                      </a:r>
                    </a:p>
                  </a:txBody>
                  <a:tcPr anchor="ctr"/>
                </a:tc>
                <a:tc>
                  <a:txBody>
                    <a:bodyPr/>
                    <a:lstStyle/>
                    <a:p>
                      <a:pPr algn="ctr"/>
                      <a:r>
                        <a:rPr lang="zh-CN" altLang="en-US" sz="1600" dirty="0"/>
                        <a:t>稳定性、完整性</a:t>
                      </a:r>
                      <a:r>
                        <a:rPr lang="en-US" altLang="zh-CN" sz="1600" dirty="0"/>
                        <a:t>…</a:t>
                      </a:r>
                      <a:endParaRPr lang="zh-CN" altLang="en-US" sz="1600" dirty="0"/>
                    </a:p>
                  </a:txBody>
                  <a:tcPr anchor="ctr"/>
                </a:tc>
                <a:extLst>
                  <a:ext uri="{0D108BD9-81ED-4DB2-BD59-A6C34878D82A}">
                    <a16:rowId xmlns:a16="http://schemas.microsoft.com/office/drawing/2014/main" val="1180734002"/>
                  </a:ext>
                </a:extLst>
              </a:tr>
              <a:tr h="370840">
                <a:tc vMerge="1">
                  <a:txBody>
                    <a:bodyPr/>
                    <a:lstStyle/>
                    <a:p>
                      <a:endParaRPr lang="zh-CN" altLang="en-US" dirty="0"/>
                    </a:p>
                  </a:txBody>
                  <a:tcPr/>
                </a:tc>
                <a:tc>
                  <a:txBody>
                    <a:bodyPr/>
                    <a:lstStyle/>
                    <a:p>
                      <a:pPr algn="ctr"/>
                      <a:r>
                        <a:rPr lang="zh-CN" altLang="en-US" sz="1600" dirty="0"/>
                        <a:t>设计</a:t>
                      </a:r>
                    </a:p>
                  </a:txBody>
                  <a:tcPr anchor="ctr"/>
                </a:tc>
                <a:tc>
                  <a:txBody>
                    <a:bodyPr/>
                    <a:lstStyle/>
                    <a:p>
                      <a:pPr algn="ctr"/>
                      <a:r>
                        <a:rPr lang="zh-CN" altLang="en-US" sz="1600" dirty="0"/>
                        <a:t>功能性、难度、接口</a:t>
                      </a:r>
                      <a:r>
                        <a:rPr lang="en-US" altLang="zh-CN" sz="1600" dirty="0"/>
                        <a:t>…</a:t>
                      </a:r>
                      <a:endParaRPr lang="zh-CN" altLang="en-US" sz="1600" dirty="0"/>
                    </a:p>
                  </a:txBody>
                  <a:tcPr anchor="ctr"/>
                </a:tc>
                <a:extLst>
                  <a:ext uri="{0D108BD9-81ED-4DB2-BD59-A6C34878D82A}">
                    <a16:rowId xmlns:a16="http://schemas.microsoft.com/office/drawing/2014/main" val="1656117750"/>
                  </a:ext>
                </a:extLst>
              </a:tr>
              <a:tr h="370840">
                <a:tc vMerge="1">
                  <a:txBody>
                    <a:bodyPr/>
                    <a:lstStyle/>
                    <a:p>
                      <a:endParaRPr lang="zh-CN" altLang="en-US"/>
                    </a:p>
                  </a:txBody>
                  <a:tcPr/>
                </a:tc>
                <a:tc>
                  <a:txBody>
                    <a:bodyPr/>
                    <a:lstStyle/>
                    <a:p>
                      <a:pPr algn="ctr"/>
                      <a:r>
                        <a:rPr lang="zh-CN" altLang="en-US" sz="1600" dirty="0"/>
                        <a:t>编码和单元测试</a:t>
                      </a:r>
                    </a:p>
                  </a:txBody>
                  <a:tcPr anchor="ctr"/>
                </a:tc>
                <a:tc>
                  <a:txBody>
                    <a:bodyPr/>
                    <a:lstStyle/>
                    <a:p>
                      <a:pPr algn="ctr"/>
                      <a:r>
                        <a:rPr lang="zh-CN" altLang="en-US" sz="1600" dirty="0"/>
                        <a:t>可行性、可测性</a:t>
                      </a:r>
                      <a:r>
                        <a:rPr lang="en-US" altLang="zh-CN" sz="1600" dirty="0"/>
                        <a:t>…</a:t>
                      </a:r>
                      <a:endParaRPr lang="zh-CN" altLang="en-US" sz="1600" dirty="0"/>
                    </a:p>
                  </a:txBody>
                  <a:tcPr anchor="ctr"/>
                </a:tc>
                <a:extLst>
                  <a:ext uri="{0D108BD9-81ED-4DB2-BD59-A6C34878D82A}">
                    <a16:rowId xmlns:a16="http://schemas.microsoft.com/office/drawing/2014/main" val="134594154"/>
                  </a:ext>
                </a:extLst>
              </a:tr>
              <a:tr h="370840">
                <a:tc vMerge="1">
                  <a:txBody>
                    <a:bodyPr/>
                    <a:lstStyle/>
                    <a:p>
                      <a:endParaRPr lang="zh-CN" altLang="en-US"/>
                    </a:p>
                  </a:txBody>
                  <a:tcPr/>
                </a:tc>
                <a:tc>
                  <a:txBody>
                    <a:bodyPr/>
                    <a:lstStyle/>
                    <a:p>
                      <a:pPr algn="ctr"/>
                      <a:r>
                        <a:rPr lang="zh-CN" altLang="en-US" sz="1600" dirty="0"/>
                        <a:t>集成和测试</a:t>
                      </a:r>
                    </a:p>
                  </a:txBody>
                  <a:tcPr anchor="ctr"/>
                </a:tc>
                <a:tc>
                  <a:txBody>
                    <a:bodyPr/>
                    <a:lstStyle/>
                    <a:p>
                      <a:pPr algn="ctr"/>
                      <a:r>
                        <a:rPr lang="zh-CN" altLang="en-US" sz="1600" dirty="0"/>
                        <a:t>环境、产品、系统</a:t>
                      </a:r>
                    </a:p>
                  </a:txBody>
                  <a:tcPr anchor="ctr"/>
                </a:tc>
                <a:extLst>
                  <a:ext uri="{0D108BD9-81ED-4DB2-BD59-A6C34878D82A}">
                    <a16:rowId xmlns:a16="http://schemas.microsoft.com/office/drawing/2014/main" val="3352634288"/>
                  </a:ext>
                </a:extLst>
              </a:tr>
              <a:tr h="370840">
                <a:tc vMerge="1">
                  <a:txBody>
                    <a:bodyPr/>
                    <a:lstStyle/>
                    <a:p>
                      <a:endParaRPr lang="zh-CN" altLang="en-US" dirty="0"/>
                    </a:p>
                  </a:txBody>
                  <a:tcPr/>
                </a:tc>
                <a:tc>
                  <a:txBody>
                    <a:bodyPr/>
                    <a:lstStyle/>
                    <a:p>
                      <a:pPr algn="ctr"/>
                      <a:r>
                        <a:rPr lang="zh-CN" altLang="en-US" sz="1600" dirty="0"/>
                        <a:t>工程特点</a:t>
                      </a:r>
                    </a:p>
                  </a:txBody>
                  <a:tcPr anchor="ctr"/>
                </a:tc>
                <a:tc>
                  <a:txBody>
                    <a:bodyPr/>
                    <a:lstStyle/>
                    <a:p>
                      <a:pPr algn="ctr"/>
                      <a:r>
                        <a:rPr lang="zh-CN" altLang="en-US" sz="1600" dirty="0"/>
                        <a:t>可维护性、可靠性</a:t>
                      </a:r>
                      <a:r>
                        <a:rPr lang="en-US" altLang="zh-CN" sz="1600" dirty="0"/>
                        <a:t>…</a:t>
                      </a:r>
                      <a:endParaRPr lang="zh-CN" altLang="en-US" sz="1600" dirty="0"/>
                    </a:p>
                  </a:txBody>
                  <a:tcPr anchor="ctr"/>
                </a:tc>
                <a:extLst>
                  <a:ext uri="{0D108BD9-81ED-4DB2-BD59-A6C34878D82A}">
                    <a16:rowId xmlns:a16="http://schemas.microsoft.com/office/drawing/2014/main" val="3861920068"/>
                  </a:ext>
                </a:extLst>
              </a:tr>
              <a:tr h="370840">
                <a:tc rowSpan="5">
                  <a:txBody>
                    <a:bodyPr/>
                    <a:lstStyle/>
                    <a:p>
                      <a:pPr algn="ctr"/>
                      <a:r>
                        <a:rPr lang="zh-CN" altLang="en-US" sz="1600" dirty="0"/>
                        <a:t>开发环境</a:t>
                      </a:r>
                    </a:p>
                  </a:txBody>
                  <a:tcPr anchor="ctr"/>
                </a:tc>
                <a:tc>
                  <a:txBody>
                    <a:bodyPr/>
                    <a:lstStyle/>
                    <a:p>
                      <a:pPr algn="ctr"/>
                      <a:r>
                        <a:rPr lang="zh-CN" altLang="en-US" sz="1600" dirty="0"/>
                        <a:t>开发过程</a:t>
                      </a:r>
                    </a:p>
                  </a:txBody>
                  <a:tcPr anchor="ctr"/>
                </a:tc>
                <a:tc>
                  <a:txBody>
                    <a:bodyPr/>
                    <a:lstStyle/>
                    <a:p>
                      <a:pPr algn="ctr"/>
                      <a:r>
                        <a:rPr lang="zh-CN" altLang="en-US" sz="1600" dirty="0"/>
                        <a:t>正规性、适合性</a:t>
                      </a:r>
                    </a:p>
                  </a:txBody>
                  <a:tcPr anchor="ctr"/>
                </a:tc>
                <a:extLst>
                  <a:ext uri="{0D108BD9-81ED-4DB2-BD59-A6C34878D82A}">
                    <a16:rowId xmlns:a16="http://schemas.microsoft.com/office/drawing/2014/main" val="1674183506"/>
                  </a:ext>
                </a:extLst>
              </a:tr>
              <a:tr h="370840">
                <a:tc vMerge="1">
                  <a:txBody>
                    <a:bodyPr/>
                    <a:lstStyle/>
                    <a:p>
                      <a:endParaRPr lang="zh-CN" altLang="en-US" dirty="0"/>
                    </a:p>
                  </a:txBody>
                  <a:tcPr/>
                </a:tc>
                <a:tc>
                  <a:txBody>
                    <a:bodyPr/>
                    <a:lstStyle/>
                    <a:p>
                      <a:pPr algn="ctr"/>
                      <a:r>
                        <a:rPr lang="zh-CN" altLang="en-US" sz="1600" dirty="0"/>
                        <a:t>开发系统</a:t>
                      </a:r>
                    </a:p>
                  </a:txBody>
                  <a:tcPr anchor="ctr"/>
                </a:tc>
                <a:tc>
                  <a:txBody>
                    <a:bodyPr/>
                    <a:lstStyle/>
                    <a:p>
                      <a:pPr algn="ctr"/>
                      <a:r>
                        <a:rPr lang="zh-CN" altLang="en-US" sz="1600" dirty="0"/>
                        <a:t>容量、适合性、可用性</a:t>
                      </a:r>
                    </a:p>
                  </a:txBody>
                  <a:tcPr anchor="ctr"/>
                </a:tc>
                <a:extLst>
                  <a:ext uri="{0D108BD9-81ED-4DB2-BD59-A6C34878D82A}">
                    <a16:rowId xmlns:a16="http://schemas.microsoft.com/office/drawing/2014/main" val="1393441650"/>
                  </a:ext>
                </a:extLst>
              </a:tr>
              <a:tr h="370840">
                <a:tc vMerge="1">
                  <a:txBody>
                    <a:bodyPr/>
                    <a:lstStyle/>
                    <a:p>
                      <a:endParaRPr lang="zh-CN" altLang="en-US" dirty="0"/>
                    </a:p>
                  </a:txBody>
                  <a:tcPr/>
                </a:tc>
                <a:tc>
                  <a:txBody>
                    <a:bodyPr/>
                    <a:lstStyle/>
                    <a:p>
                      <a:pPr algn="ctr"/>
                      <a:r>
                        <a:rPr lang="zh-CN" altLang="en-US" sz="1600" dirty="0"/>
                        <a:t>管理过程</a:t>
                      </a:r>
                    </a:p>
                  </a:txBody>
                  <a:tcPr anchor="ctr"/>
                </a:tc>
                <a:tc>
                  <a:txBody>
                    <a:bodyPr/>
                    <a:lstStyle/>
                    <a:p>
                      <a:pPr algn="ctr"/>
                      <a:r>
                        <a:rPr lang="zh-CN" altLang="en-US" sz="1600" dirty="0"/>
                        <a:t>计划性、项目组织</a:t>
                      </a:r>
                      <a:r>
                        <a:rPr lang="en-US" altLang="zh-CN" sz="1600" dirty="0"/>
                        <a:t>…</a:t>
                      </a:r>
                      <a:endParaRPr lang="zh-CN" altLang="en-US" sz="1600" dirty="0"/>
                    </a:p>
                  </a:txBody>
                  <a:tcPr anchor="ctr"/>
                </a:tc>
                <a:extLst>
                  <a:ext uri="{0D108BD9-81ED-4DB2-BD59-A6C34878D82A}">
                    <a16:rowId xmlns:a16="http://schemas.microsoft.com/office/drawing/2014/main" val="2944782804"/>
                  </a:ext>
                </a:extLst>
              </a:tr>
              <a:tr h="370840">
                <a:tc vMerge="1">
                  <a:txBody>
                    <a:bodyPr/>
                    <a:lstStyle/>
                    <a:p>
                      <a:endParaRPr lang="zh-CN" altLang="en-US" dirty="0"/>
                    </a:p>
                  </a:txBody>
                  <a:tcPr/>
                </a:tc>
                <a:tc>
                  <a:txBody>
                    <a:bodyPr/>
                    <a:lstStyle/>
                    <a:p>
                      <a:pPr algn="ctr"/>
                      <a:r>
                        <a:rPr lang="zh-CN" altLang="en-US" sz="1600" dirty="0"/>
                        <a:t>管理方法</a:t>
                      </a:r>
                    </a:p>
                  </a:txBody>
                  <a:tcPr anchor="ctr"/>
                </a:tc>
                <a:tc>
                  <a:txBody>
                    <a:bodyPr/>
                    <a:lstStyle/>
                    <a:p>
                      <a:pPr algn="ctr"/>
                      <a:r>
                        <a:rPr lang="zh-CN" altLang="en-US" sz="1600" dirty="0"/>
                        <a:t>监控、人员管理</a:t>
                      </a:r>
                      <a:r>
                        <a:rPr lang="en-US" altLang="zh-CN" sz="1600" dirty="0"/>
                        <a:t>…</a:t>
                      </a:r>
                      <a:endParaRPr lang="zh-CN" altLang="en-US" sz="1600" dirty="0"/>
                    </a:p>
                  </a:txBody>
                  <a:tcPr anchor="ctr"/>
                </a:tc>
                <a:extLst>
                  <a:ext uri="{0D108BD9-81ED-4DB2-BD59-A6C34878D82A}">
                    <a16:rowId xmlns:a16="http://schemas.microsoft.com/office/drawing/2014/main" val="163417058"/>
                  </a:ext>
                </a:extLst>
              </a:tr>
              <a:tr h="370840">
                <a:tc vMerge="1">
                  <a:txBody>
                    <a:bodyPr/>
                    <a:lstStyle/>
                    <a:p>
                      <a:endParaRPr lang="zh-CN" altLang="en-US" dirty="0"/>
                    </a:p>
                  </a:txBody>
                  <a:tcPr/>
                </a:tc>
                <a:tc>
                  <a:txBody>
                    <a:bodyPr/>
                    <a:lstStyle/>
                    <a:p>
                      <a:pPr algn="ctr"/>
                      <a:r>
                        <a:rPr lang="zh-CN" altLang="en-US" sz="1600" dirty="0"/>
                        <a:t>工作环境</a:t>
                      </a:r>
                    </a:p>
                  </a:txBody>
                  <a:tcPr anchor="ctr"/>
                </a:tc>
                <a:tc>
                  <a:txBody>
                    <a:bodyPr/>
                    <a:lstStyle/>
                    <a:p>
                      <a:pPr algn="ctr"/>
                      <a:r>
                        <a:rPr lang="zh-CN" altLang="en-US" sz="1600" dirty="0"/>
                        <a:t>质量的态度、合作性、沟通、团队士气</a:t>
                      </a:r>
                    </a:p>
                  </a:txBody>
                  <a:tcPr anchor="ctr"/>
                </a:tc>
                <a:extLst>
                  <a:ext uri="{0D108BD9-81ED-4DB2-BD59-A6C34878D82A}">
                    <a16:rowId xmlns:a16="http://schemas.microsoft.com/office/drawing/2014/main" val="2526490113"/>
                  </a:ext>
                </a:extLst>
              </a:tr>
              <a:tr h="370840">
                <a:tc rowSpan="3">
                  <a:txBody>
                    <a:bodyPr/>
                    <a:lstStyle/>
                    <a:p>
                      <a:pPr algn="ctr"/>
                      <a:r>
                        <a:rPr lang="zh-CN" altLang="en-US" sz="1600" dirty="0"/>
                        <a:t>项目限制</a:t>
                      </a:r>
                    </a:p>
                  </a:txBody>
                  <a:tcPr anchor="ctr"/>
                </a:tc>
                <a:tc>
                  <a:txBody>
                    <a:bodyPr/>
                    <a:lstStyle/>
                    <a:p>
                      <a:pPr algn="ctr"/>
                      <a:r>
                        <a:rPr lang="zh-CN" altLang="en-US" sz="1600" dirty="0"/>
                        <a:t>资源</a:t>
                      </a:r>
                    </a:p>
                  </a:txBody>
                  <a:tcPr anchor="ctr"/>
                </a:tc>
                <a:tc>
                  <a:txBody>
                    <a:bodyPr/>
                    <a:lstStyle/>
                    <a:p>
                      <a:pPr algn="ctr"/>
                      <a:r>
                        <a:rPr lang="zh-CN" altLang="en-US" sz="1600" dirty="0"/>
                        <a:t>进度、人员</a:t>
                      </a:r>
                      <a:r>
                        <a:rPr lang="en-US" altLang="zh-CN" sz="1600" dirty="0"/>
                        <a:t>…</a:t>
                      </a:r>
                      <a:endParaRPr lang="zh-CN" altLang="en-US" sz="1600" dirty="0"/>
                    </a:p>
                  </a:txBody>
                  <a:tcPr anchor="ctr"/>
                </a:tc>
                <a:extLst>
                  <a:ext uri="{0D108BD9-81ED-4DB2-BD59-A6C34878D82A}">
                    <a16:rowId xmlns:a16="http://schemas.microsoft.com/office/drawing/2014/main" val="216605880"/>
                  </a:ext>
                </a:extLst>
              </a:tr>
              <a:tr h="370840">
                <a:tc vMerge="1">
                  <a:txBody>
                    <a:bodyPr/>
                    <a:lstStyle/>
                    <a:p>
                      <a:endParaRPr lang="zh-CN" altLang="en-US" dirty="0"/>
                    </a:p>
                  </a:txBody>
                  <a:tcPr/>
                </a:tc>
                <a:tc>
                  <a:txBody>
                    <a:bodyPr/>
                    <a:lstStyle/>
                    <a:p>
                      <a:pPr algn="ctr"/>
                      <a:r>
                        <a:rPr lang="zh-CN" altLang="en-US" sz="1600" dirty="0"/>
                        <a:t>合同</a:t>
                      </a:r>
                    </a:p>
                  </a:txBody>
                  <a:tcPr anchor="ctr"/>
                </a:tc>
                <a:tc>
                  <a:txBody>
                    <a:bodyPr/>
                    <a:lstStyle/>
                    <a:p>
                      <a:pPr algn="ctr"/>
                      <a:r>
                        <a:rPr lang="zh-CN" altLang="en-US" sz="1600" dirty="0"/>
                        <a:t>合同类型、约束条件</a:t>
                      </a:r>
                      <a:r>
                        <a:rPr lang="en-US" altLang="zh-CN" sz="1600" dirty="0"/>
                        <a:t>…</a:t>
                      </a:r>
                      <a:endParaRPr lang="zh-CN" altLang="en-US" sz="1600" dirty="0"/>
                    </a:p>
                  </a:txBody>
                  <a:tcPr anchor="ctr"/>
                </a:tc>
                <a:extLst>
                  <a:ext uri="{0D108BD9-81ED-4DB2-BD59-A6C34878D82A}">
                    <a16:rowId xmlns:a16="http://schemas.microsoft.com/office/drawing/2014/main" val="3690716800"/>
                  </a:ext>
                </a:extLst>
              </a:tr>
              <a:tr h="370840">
                <a:tc vMerge="1">
                  <a:txBody>
                    <a:bodyPr/>
                    <a:lstStyle/>
                    <a:p>
                      <a:endParaRPr lang="zh-CN" altLang="en-US" dirty="0"/>
                    </a:p>
                  </a:txBody>
                  <a:tcPr/>
                </a:tc>
                <a:tc>
                  <a:txBody>
                    <a:bodyPr/>
                    <a:lstStyle/>
                    <a:p>
                      <a:pPr algn="ctr"/>
                      <a:r>
                        <a:rPr lang="zh-CN" altLang="en-US" sz="1600" dirty="0"/>
                        <a:t>项目接口</a:t>
                      </a:r>
                    </a:p>
                  </a:txBody>
                  <a:tcPr anchor="ctr"/>
                </a:tc>
                <a:tc>
                  <a:txBody>
                    <a:bodyPr/>
                    <a:lstStyle/>
                    <a:p>
                      <a:pPr algn="ctr"/>
                      <a:r>
                        <a:rPr lang="zh-CN" altLang="en-US" sz="1600" dirty="0"/>
                        <a:t>客户、相关合同人</a:t>
                      </a:r>
                      <a:r>
                        <a:rPr lang="en-US" altLang="zh-CN" sz="1600" dirty="0"/>
                        <a:t>…</a:t>
                      </a:r>
                      <a:endParaRPr lang="zh-CN" altLang="en-US" sz="1600" dirty="0"/>
                    </a:p>
                  </a:txBody>
                  <a:tcPr anchor="ctr"/>
                </a:tc>
                <a:extLst>
                  <a:ext uri="{0D108BD9-81ED-4DB2-BD59-A6C34878D82A}">
                    <a16:rowId xmlns:a16="http://schemas.microsoft.com/office/drawing/2014/main" val="3583014800"/>
                  </a:ext>
                </a:extLst>
              </a:tr>
            </a:tbl>
          </a:graphicData>
        </a:graphic>
      </p:graphicFrame>
      <p:sp>
        <p:nvSpPr>
          <p:cNvPr id="3" name="文本框 2">
            <a:extLst>
              <a:ext uri="{FF2B5EF4-FFF2-40B4-BE49-F238E27FC236}">
                <a16:creationId xmlns:a16="http://schemas.microsoft.com/office/drawing/2014/main" id="{7CDD2EBE-94C0-A50D-9EFC-7BBC763FF27F}"/>
              </a:ext>
            </a:extLst>
          </p:cNvPr>
          <p:cNvSpPr txBox="1"/>
          <p:nvPr/>
        </p:nvSpPr>
        <p:spPr>
          <a:xfrm>
            <a:off x="2627784" y="1383010"/>
            <a:ext cx="3456384" cy="461665"/>
          </a:xfrm>
          <a:prstGeom prst="rect">
            <a:avLst/>
          </a:prstGeom>
          <a:noFill/>
        </p:spPr>
        <p:txBody>
          <a:bodyPr wrap="square" rtlCol="0">
            <a:spAutoFit/>
          </a:bodyPr>
          <a:lstStyle/>
          <a:p>
            <a:r>
              <a:rPr lang="zh-CN" altLang="en-US" dirty="0">
                <a:solidFill>
                  <a:schemeClr val="tx1"/>
                </a:solidFill>
              </a:rPr>
              <a:t>表</a:t>
            </a:r>
            <a:r>
              <a:rPr lang="en-US" altLang="zh-CN" dirty="0">
                <a:solidFill>
                  <a:schemeClr val="tx1"/>
                </a:solidFill>
              </a:rPr>
              <a:t>8-2 </a:t>
            </a:r>
            <a:r>
              <a:rPr lang="zh-CN" altLang="en-US" dirty="0">
                <a:solidFill>
                  <a:schemeClr val="tx1"/>
                </a:solidFill>
              </a:rPr>
              <a:t>三层风险检查表</a:t>
            </a:r>
          </a:p>
        </p:txBody>
      </p:sp>
    </p:spTree>
    <p:extLst>
      <p:ext uri="{BB962C8B-B14F-4D97-AF65-F5344CB8AC3E}">
        <p14:creationId xmlns:p14="http://schemas.microsoft.com/office/powerpoint/2010/main" val="22129172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3C4F9904-DE5E-A328-0FE8-A0E1332CA618}"/>
              </a:ext>
            </a:extLst>
          </p:cNvPr>
          <p:cNvSpPr>
            <a:spLocks noGrp="1" noChangeArrowheads="1"/>
          </p:cNvSpPr>
          <p:nvPr>
            <p:ph type="title"/>
          </p:nvPr>
        </p:nvSpPr>
        <p:spPr/>
        <p:txBody>
          <a:bodyPr/>
          <a:lstStyle/>
          <a:p>
            <a:pPr eaLnBrk="1" hangingPunct="1"/>
            <a:r>
              <a:rPr lang="en-US" altLang="zh-CN"/>
              <a:t>  </a:t>
            </a:r>
            <a:r>
              <a:rPr kumimoji="1" lang="zh-CN" altLang="en-US"/>
              <a:t>风险识别</a:t>
            </a:r>
          </a:p>
        </p:txBody>
      </p:sp>
      <p:sp>
        <p:nvSpPr>
          <p:cNvPr id="24579" name="Rectangle 3">
            <a:extLst>
              <a:ext uri="{FF2B5EF4-FFF2-40B4-BE49-F238E27FC236}">
                <a16:creationId xmlns:a16="http://schemas.microsoft.com/office/drawing/2014/main" id="{289A33F9-7854-3420-AA2F-8676A0BE239A}"/>
              </a:ext>
            </a:extLst>
          </p:cNvPr>
          <p:cNvSpPr>
            <a:spLocks noGrp="1" noChangeArrowheads="1"/>
          </p:cNvSpPr>
          <p:nvPr>
            <p:ph type="body" idx="1"/>
          </p:nvPr>
        </p:nvSpPr>
        <p:spPr>
          <a:xfrm>
            <a:off x="395288" y="1916113"/>
            <a:ext cx="8569325" cy="4941887"/>
          </a:xfrm>
        </p:spPr>
        <p:txBody>
          <a:bodyPr/>
          <a:lstStyle/>
          <a:p>
            <a:pPr eaLnBrk="1" hangingPunct="1"/>
            <a:r>
              <a:rPr lang="zh-CN" altLang="en-US" sz="2400" dirty="0">
                <a:solidFill>
                  <a:schemeClr val="accent2"/>
                </a:solidFill>
                <a:ea typeface="黑体" panose="02010609060101010101" pitchFamily="49" charset="-122"/>
              </a:rPr>
              <a:t>风险识别的方法</a:t>
            </a:r>
            <a:r>
              <a:rPr lang="zh-CN" altLang="en-US" dirty="0"/>
              <a:t> </a:t>
            </a:r>
          </a:p>
          <a:p>
            <a:pPr eaLnBrk="1" hangingPunct="1">
              <a:lnSpc>
                <a:spcPct val="120000"/>
              </a:lnSpc>
              <a:spcBef>
                <a:spcPct val="50000"/>
              </a:spcBef>
            </a:pPr>
            <a:r>
              <a:rPr lang="en-US" altLang="zh-CN" sz="2000" dirty="0">
                <a:solidFill>
                  <a:schemeClr val="accent2"/>
                </a:solidFill>
                <a:ea typeface="黑体" panose="02010609060101010101" pitchFamily="49" charset="-122"/>
              </a:rPr>
              <a:t>1.</a:t>
            </a:r>
            <a:r>
              <a:rPr lang="zh-CN" altLang="en-US" sz="2000" dirty="0">
                <a:solidFill>
                  <a:schemeClr val="accent2"/>
                </a:solidFill>
                <a:ea typeface="黑体" panose="02010609060101010101" pitchFamily="49" charset="-122"/>
              </a:rPr>
              <a:t>风险条目检查表</a:t>
            </a:r>
            <a:r>
              <a:rPr lang="zh-CN" altLang="en-US" sz="2000" dirty="0"/>
              <a:t>   </a:t>
            </a:r>
          </a:p>
          <a:p>
            <a:pPr eaLnBrk="1" hangingPunct="1">
              <a:lnSpc>
                <a:spcPct val="120000"/>
              </a:lnSpc>
              <a:spcBef>
                <a:spcPct val="50000"/>
              </a:spcBef>
            </a:pPr>
            <a:r>
              <a:rPr lang="zh-CN" altLang="en-US" sz="2000" dirty="0"/>
              <a:t>项目工作细分结构</a:t>
            </a:r>
            <a:r>
              <a:rPr lang="en-US" altLang="zh-CN" sz="2000" dirty="0"/>
              <a:t>WBS</a:t>
            </a:r>
            <a:r>
              <a:rPr lang="zh-CN" altLang="en-US" sz="2000" dirty="0"/>
              <a:t>提供了识别具体风险的框架。要识别项目的不确定性，就要弄清项目的组成，各组成部分的性质，它们间的相互关系以及项目与外部因素的关系等。</a:t>
            </a:r>
            <a:r>
              <a:rPr lang="en-US" altLang="zh-CN" sz="2000" dirty="0"/>
              <a:t>WBS</a:t>
            </a:r>
            <a:r>
              <a:rPr lang="zh-CN" altLang="en-US" sz="2000" dirty="0"/>
              <a:t>就是完成这一任务的有利工具。</a:t>
            </a:r>
            <a:endParaRPr lang="en-US" altLang="zh-CN" sz="2000" dirty="0"/>
          </a:p>
          <a:p>
            <a:pPr eaLnBrk="1" hangingPunct="1">
              <a:lnSpc>
                <a:spcPct val="120000"/>
              </a:lnSpc>
              <a:spcBef>
                <a:spcPct val="50000"/>
              </a:spcBef>
            </a:pPr>
            <a:r>
              <a:rPr lang="en-US" altLang="zh-CN" sz="2000" dirty="0"/>
              <a:t>WBS</a:t>
            </a:r>
            <a:r>
              <a:rPr lang="zh-CN" altLang="en-US" sz="2000" dirty="0"/>
              <a:t>减少了项目的不透明度，使项目结构清晰。</a:t>
            </a:r>
            <a:endParaRPr lang="en-US" altLang="zh-CN" sz="2000" dirty="0"/>
          </a:p>
          <a:p>
            <a:pPr eaLnBrk="1" hangingPunct="1">
              <a:lnSpc>
                <a:spcPct val="120000"/>
              </a:lnSpc>
              <a:spcBef>
                <a:spcPct val="50000"/>
              </a:spcBef>
            </a:pPr>
            <a:r>
              <a:rPr lang="zh-CN" altLang="en-US" sz="2000" dirty="0"/>
              <a:t>虽然每个项目都是不同的，但是</a:t>
            </a:r>
            <a:r>
              <a:rPr lang="en-US" altLang="zh-CN" sz="2000" dirty="0"/>
              <a:t>WBS</a:t>
            </a:r>
            <a:r>
              <a:rPr lang="zh-CN" altLang="en-US" sz="2000" dirty="0"/>
              <a:t>通常可以重复利用，因为软件产品拥有相似性。</a:t>
            </a:r>
            <a:endParaRPr lang="zh-CN" altLang="en-US" dirty="0"/>
          </a:p>
        </p:txBody>
      </p:sp>
    </p:spTree>
    <p:extLst>
      <p:ext uri="{BB962C8B-B14F-4D97-AF65-F5344CB8AC3E}">
        <p14:creationId xmlns:p14="http://schemas.microsoft.com/office/powerpoint/2010/main" val="10478295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3F1542DA-786F-FC29-F6AB-44C5C07581BF}"/>
              </a:ext>
            </a:extLst>
          </p:cNvPr>
          <p:cNvSpPr>
            <a:spLocks noGrp="1" noChangeArrowheads="1"/>
          </p:cNvSpPr>
          <p:nvPr>
            <p:ph type="title"/>
          </p:nvPr>
        </p:nvSpPr>
        <p:spPr/>
        <p:txBody>
          <a:bodyPr/>
          <a:lstStyle/>
          <a:p>
            <a:pPr eaLnBrk="1" hangingPunct="1"/>
            <a:r>
              <a:rPr lang="en-US" altLang="zh-CN"/>
              <a:t> </a:t>
            </a:r>
            <a:r>
              <a:rPr kumimoji="1" lang="zh-CN" altLang="en-US"/>
              <a:t>风险识别</a:t>
            </a:r>
          </a:p>
        </p:txBody>
      </p:sp>
      <p:sp>
        <p:nvSpPr>
          <p:cNvPr id="26627" name="Rectangle 3">
            <a:extLst>
              <a:ext uri="{FF2B5EF4-FFF2-40B4-BE49-F238E27FC236}">
                <a16:creationId xmlns:a16="http://schemas.microsoft.com/office/drawing/2014/main" id="{47556803-3B5F-D96C-864B-B86291891721}"/>
              </a:ext>
            </a:extLst>
          </p:cNvPr>
          <p:cNvSpPr>
            <a:spLocks noGrp="1" noChangeArrowheads="1"/>
          </p:cNvSpPr>
          <p:nvPr>
            <p:ph type="body" idx="1"/>
          </p:nvPr>
        </p:nvSpPr>
        <p:spPr>
          <a:xfrm>
            <a:off x="395288" y="1989138"/>
            <a:ext cx="8569325" cy="4868862"/>
          </a:xfrm>
        </p:spPr>
        <p:txBody>
          <a:bodyPr/>
          <a:lstStyle/>
          <a:p>
            <a:pPr eaLnBrk="1" hangingPunct="1"/>
            <a:r>
              <a:rPr lang="en-US" altLang="zh-CN" sz="2000" dirty="0">
                <a:solidFill>
                  <a:schemeClr val="accent2"/>
                </a:solidFill>
                <a:latin typeface="黑体" panose="02010609060101010101" pitchFamily="49" charset="-122"/>
                <a:ea typeface="黑体" panose="02010609060101010101" pitchFamily="49" charset="-122"/>
              </a:rPr>
              <a:t>2.</a:t>
            </a:r>
            <a:r>
              <a:rPr lang="zh-CN" altLang="en-US" sz="2000" dirty="0">
                <a:solidFill>
                  <a:schemeClr val="accent2"/>
                </a:solidFill>
                <a:latin typeface="黑体" panose="02010609060101010101" pitchFamily="49" charset="-122"/>
                <a:ea typeface="黑体" panose="02010609060101010101" pitchFamily="49" charset="-122"/>
              </a:rPr>
              <a:t>德尔菲（</a:t>
            </a:r>
            <a:r>
              <a:rPr lang="en-US" altLang="zh-CN" sz="2000" dirty="0">
                <a:solidFill>
                  <a:schemeClr val="accent2"/>
                </a:solidFill>
                <a:latin typeface="黑体" panose="02010609060101010101" pitchFamily="49" charset="-122"/>
                <a:ea typeface="黑体" panose="02010609060101010101" pitchFamily="49" charset="-122"/>
              </a:rPr>
              <a:t>Delphi</a:t>
            </a:r>
            <a:r>
              <a:rPr lang="zh-CN" altLang="en-US" sz="2000" dirty="0">
                <a:solidFill>
                  <a:schemeClr val="accent2"/>
                </a:solidFill>
                <a:latin typeface="黑体" panose="02010609060101010101" pitchFamily="49" charset="-122"/>
                <a:ea typeface="黑体" panose="02010609060101010101" pitchFamily="49" charset="-122"/>
              </a:rPr>
              <a:t>）法</a:t>
            </a:r>
          </a:p>
          <a:p>
            <a:pPr eaLnBrk="1" hangingPunct="1">
              <a:lnSpc>
                <a:spcPct val="125000"/>
              </a:lnSpc>
              <a:spcBef>
                <a:spcPct val="50000"/>
              </a:spcBef>
              <a:buFont typeface="Wingdings 2" panose="05020102010507070707" pitchFamily="18" charset="2"/>
              <a:buNone/>
            </a:pPr>
            <a:r>
              <a:rPr lang="zh-CN" altLang="en-US" sz="2000" dirty="0"/>
              <a:t>     </a:t>
            </a:r>
            <a:r>
              <a:rPr lang="en-US" altLang="zh-CN" sz="2000" dirty="0">
                <a:solidFill>
                  <a:schemeClr val="accent2"/>
                </a:solidFill>
              </a:rPr>
              <a:t>——</a:t>
            </a:r>
            <a:r>
              <a:rPr lang="zh-CN" altLang="en-US" sz="2000" dirty="0"/>
              <a:t>德尔菲方法又称专家调查法，它起源于</a:t>
            </a:r>
            <a:r>
              <a:rPr lang="en-US" altLang="zh-CN" sz="2000" dirty="0"/>
              <a:t>20</a:t>
            </a:r>
            <a:r>
              <a:rPr lang="zh-CN" altLang="en-US" sz="2000" dirty="0"/>
              <a:t>世纪</a:t>
            </a:r>
            <a:r>
              <a:rPr lang="en-US" altLang="zh-CN" sz="2000" dirty="0"/>
              <a:t>40</a:t>
            </a:r>
            <a:r>
              <a:rPr lang="zh-CN" altLang="en-US" sz="2000" dirty="0"/>
              <a:t>年代末期，最初是美国兰德公司首先使用，很快就在世界上盛行起来，目前此法的应用已遍及经济、社会、工程技术等各领域。</a:t>
            </a:r>
          </a:p>
          <a:p>
            <a:pPr eaLnBrk="1" hangingPunct="1">
              <a:lnSpc>
                <a:spcPct val="125000"/>
              </a:lnSpc>
              <a:spcBef>
                <a:spcPct val="50000"/>
              </a:spcBef>
            </a:pPr>
            <a:r>
              <a:rPr lang="zh-CN" altLang="en-US" sz="2000" dirty="0"/>
              <a:t>我们在进行成本估算的时候也用到这种方法。用德尔菲方法进行项目风险识别的过程，是由</a:t>
            </a:r>
            <a:r>
              <a:rPr lang="zh-CN" altLang="en-US" sz="2000" dirty="0">
                <a:solidFill>
                  <a:srgbClr val="FF0000"/>
                </a:solidFill>
              </a:rPr>
              <a:t>项目风险小组选定与该项目有关的领域专家，并与这些适当数量的专家建立直接的函询联系，通过函询收集专家意见，然后加以综合整理，再匿名反馈给各位专家，再次征询意见。这样反复经过四至五轮，逐步使专家的意见趋向一致</a:t>
            </a:r>
            <a:r>
              <a:rPr lang="zh-CN" altLang="en-US" sz="2000" dirty="0"/>
              <a:t>，作为最后识别的根据。</a:t>
            </a:r>
            <a:r>
              <a:rPr lang="zh-CN" altLang="en-US" dirty="0"/>
              <a: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A20B2D8A-9C5B-74EC-B5E5-54B79086B983}"/>
              </a:ext>
            </a:extLst>
          </p:cNvPr>
          <p:cNvSpPr>
            <a:spLocks noGrp="1" noChangeArrowheads="1"/>
          </p:cNvSpPr>
          <p:nvPr>
            <p:ph type="title"/>
          </p:nvPr>
        </p:nvSpPr>
        <p:spPr/>
        <p:txBody>
          <a:bodyPr/>
          <a:lstStyle/>
          <a:p>
            <a:pPr eaLnBrk="1" hangingPunct="1"/>
            <a:r>
              <a:rPr kumimoji="1" lang="zh-CN" altLang="en-US"/>
              <a:t>风险识别</a:t>
            </a:r>
          </a:p>
        </p:txBody>
      </p:sp>
      <p:sp>
        <p:nvSpPr>
          <p:cNvPr id="28675" name="Rectangle 3">
            <a:extLst>
              <a:ext uri="{FF2B5EF4-FFF2-40B4-BE49-F238E27FC236}">
                <a16:creationId xmlns:a16="http://schemas.microsoft.com/office/drawing/2014/main" id="{7D0E15D4-4B44-AB6A-0691-9F1411DD56CD}"/>
              </a:ext>
            </a:extLst>
          </p:cNvPr>
          <p:cNvSpPr>
            <a:spLocks noGrp="1" noChangeArrowheads="1"/>
          </p:cNvSpPr>
          <p:nvPr>
            <p:ph type="body" idx="1"/>
          </p:nvPr>
        </p:nvSpPr>
        <p:spPr>
          <a:xfrm>
            <a:off x="539750" y="2060575"/>
            <a:ext cx="8424863" cy="4797425"/>
          </a:xfrm>
        </p:spPr>
        <p:txBody>
          <a:bodyPr/>
          <a:lstStyle/>
          <a:p>
            <a:pPr eaLnBrk="1" hangingPunct="1">
              <a:lnSpc>
                <a:spcPct val="90000"/>
              </a:lnSpc>
            </a:pPr>
            <a:r>
              <a:rPr lang="en-US" altLang="zh-CN" sz="2000" dirty="0">
                <a:solidFill>
                  <a:schemeClr val="accent2"/>
                </a:solidFill>
                <a:ea typeface="黑体" panose="02010609060101010101" pitchFamily="49" charset="-122"/>
              </a:rPr>
              <a:t>3.</a:t>
            </a:r>
            <a:r>
              <a:rPr lang="zh-CN" altLang="en-US" sz="2000" dirty="0">
                <a:solidFill>
                  <a:schemeClr val="accent2"/>
                </a:solidFill>
                <a:ea typeface="黑体" panose="02010609060101010101" pitchFamily="49" charset="-122"/>
              </a:rPr>
              <a:t>情景分析法</a:t>
            </a:r>
          </a:p>
          <a:p>
            <a:pPr eaLnBrk="1" hangingPunct="1">
              <a:lnSpc>
                <a:spcPct val="125000"/>
              </a:lnSpc>
              <a:spcBef>
                <a:spcPct val="45000"/>
              </a:spcBef>
              <a:buFont typeface="Wingdings 2" panose="05020102010507070707" pitchFamily="18" charset="2"/>
              <a:buNone/>
            </a:pPr>
            <a:r>
              <a:rPr lang="zh-CN" altLang="en-US" sz="2000" dirty="0"/>
              <a:t>     </a:t>
            </a:r>
            <a:r>
              <a:rPr lang="en-US" altLang="zh-CN" sz="2000" dirty="0">
                <a:solidFill>
                  <a:schemeClr val="accent2"/>
                </a:solidFill>
              </a:rPr>
              <a:t>——</a:t>
            </a:r>
            <a:r>
              <a:rPr lang="zh-CN" altLang="en-US" sz="1600" dirty="0"/>
              <a:t>情景分析法是根据项目发展趋势的多样性，通过对系统内外相关问题的系统分析，设计出多种可能的未来前景，然后用类似于撰写电影剧本的手法，</a:t>
            </a:r>
            <a:r>
              <a:rPr lang="zh-CN" altLang="en-US" sz="1600" dirty="0">
                <a:solidFill>
                  <a:srgbClr val="FF0000"/>
                </a:solidFill>
              </a:rPr>
              <a:t>对系统发展态势做出自始至终的情景和画面的描述</a:t>
            </a:r>
            <a:r>
              <a:rPr lang="zh-CN" altLang="en-US" sz="1600" dirty="0"/>
              <a:t>。</a:t>
            </a:r>
          </a:p>
          <a:p>
            <a:pPr eaLnBrk="1" hangingPunct="1">
              <a:lnSpc>
                <a:spcPct val="125000"/>
              </a:lnSpc>
              <a:spcBef>
                <a:spcPct val="45000"/>
              </a:spcBef>
            </a:pPr>
            <a:r>
              <a:rPr lang="zh-CN" altLang="en-US" sz="1600" dirty="0"/>
              <a:t>当一个</a:t>
            </a:r>
            <a:r>
              <a:rPr lang="zh-CN" altLang="en-US" sz="1600" dirty="0">
                <a:solidFill>
                  <a:srgbClr val="FF0000"/>
                </a:solidFill>
              </a:rPr>
              <a:t>项目持续的时间较长</a:t>
            </a:r>
            <a:r>
              <a:rPr lang="zh-CN" altLang="en-US" sz="1600" dirty="0"/>
              <a:t>时，往往要考虑各种技术、经济和社会因素的影响，对这种项目进行风险预测和识别，</a:t>
            </a:r>
            <a:r>
              <a:rPr lang="zh-CN" altLang="en-US" sz="1600" dirty="0">
                <a:solidFill>
                  <a:srgbClr val="FF0000"/>
                </a:solidFill>
              </a:rPr>
              <a:t>就可用情景分析法来预测和识别其关键风险因素及其影响程度</a:t>
            </a:r>
            <a:r>
              <a:rPr lang="zh-CN" altLang="en-US" sz="1600" dirty="0"/>
              <a:t>。</a:t>
            </a:r>
            <a:endParaRPr lang="en-US" altLang="zh-CN" sz="1600" dirty="0"/>
          </a:p>
          <a:p>
            <a:pPr eaLnBrk="1" hangingPunct="1">
              <a:lnSpc>
                <a:spcPct val="125000"/>
              </a:lnSpc>
              <a:spcBef>
                <a:spcPct val="45000"/>
              </a:spcBef>
            </a:pPr>
            <a:r>
              <a:rPr lang="zh-CN" altLang="en-US" sz="1600" dirty="0"/>
              <a:t>适用场景：提醒决策者注意某种措施或政策可能引起的风险或危机性的后果；建议需要进行监视的风险范围；研究某些关键性因素对未来过程的影响；提醒注意某种技术的发展会给人们带来哪些风险。</a:t>
            </a:r>
            <a:endParaRPr lang="en-US" altLang="zh-CN" sz="1600" dirty="0"/>
          </a:p>
          <a:p>
            <a:pPr eaLnBrk="1" hangingPunct="1">
              <a:lnSpc>
                <a:spcPct val="125000"/>
              </a:lnSpc>
              <a:spcBef>
                <a:spcPct val="45000"/>
              </a:spcBef>
            </a:pPr>
            <a:r>
              <a:rPr lang="zh-CN" altLang="en-US" sz="1600" dirty="0"/>
              <a:t>情景分析法是一种适应于对可变因素较多的项目进行风险预测和识别的系统技术，它在假定关键影响因素有可能发生的基础上，构造多重情景，提出多种未来的可能结果，以便采取适当措施防患于未然。</a:t>
            </a:r>
          </a:p>
        </p:txBody>
      </p:sp>
    </p:spTree>
    <p:extLst>
      <p:ext uri="{BB962C8B-B14F-4D97-AF65-F5344CB8AC3E}">
        <p14:creationId xmlns:p14="http://schemas.microsoft.com/office/powerpoint/2010/main" val="23128202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A20B2D8A-9C5B-74EC-B5E5-54B79086B983}"/>
              </a:ext>
            </a:extLst>
          </p:cNvPr>
          <p:cNvSpPr>
            <a:spLocks noGrp="1" noChangeArrowheads="1"/>
          </p:cNvSpPr>
          <p:nvPr>
            <p:ph type="title"/>
          </p:nvPr>
        </p:nvSpPr>
        <p:spPr/>
        <p:txBody>
          <a:bodyPr/>
          <a:lstStyle/>
          <a:p>
            <a:pPr eaLnBrk="1" hangingPunct="1"/>
            <a:r>
              <a:rPr kumimoji="1" lang="zh-CN" altLang="en-US"/>
              <a:t>风险识别</a:t>
            </a:r>
          </a:p>
        </p:txBody>
      </p:sp>
      <p:sp>
        <p:nvSpPr>
          <p:cNvPr id="28675" name="Rectangle 3">
            <a:extLst>
              <a:ext uri="{FF2B5EF4-FFF2-40B4-BE49-F238E27FC236}">
                <a16:creationId xmlns:a16="http://schemas.microsoft.com/office/drawing/2014/main" id="{7D0E15D4-4B44-AB6A-0691-9F1411DD56CD}"/>
              </a:ext>
            </a:extLst>
          </p:cNvPr>
          <p:cNvSpPr>
            <a:spLocks noGrp="1" noChangeArrowheads="1"/>
          </p:cNvSpPr>
          <p:nvPr>
            <p:ph type="body" idx="1"/>
          </p:nvPr>
        </p:nvSpPr>
        <p:spPr>
          <a:xfrm>
            <a:off x="539750" y="2060575"/>
            <a:ext cx="8424863" cy="4797425"/>
          </a:xfrm>
        </p:spPr>
        <p:txBody>
          <a:bodyPr/>
          <a:lstStyle/>
          <a:p>
            <a:pPr eaLnBrk="1" hangingPunct="1">
              <a:lnSpc>
                <a:spcPct val="90000"/>
              </a:lnSpc>
            </a:pPr>
            <a:r>
              <a:rPr lang="en-US" altLang="zh-CN" sz="2000" dirty="0">
                <a:solidFill>
                  <a:schemeClr val="accent2"/>
                </a:solidFill>
                <a:ea typeface="黑体" panose="02010609060101010101" pitchFamily="49" charset="-122"/>
              </a:rPr>
              <a:t>4.</a:t>
            </a:r>
            <a:r>
              <a:rPr lang="zh-CN" altLang="en-US" sz="2000" dirty="0">
                <a:solidFill>
                  <a:schemeClr val="accent2"/>
                </a:solidFill>
                <a:ea typeface="黑体" panose="02010609060101010101" pitchFamily="49" charset="-122"/>
              </a:rPr>
              <a:t>会议法</a:t>
            </a:r>
          </a:p>
          <a:p>
            <a:pPr eaLnBrk="1" hangingPunct="1">
              <a:lnSpc>
                <a:spcPct val="120000"/>
              </a:lnSpc>
              <a:buFont typeface="Wingdings 2" panose="05020102010507070707" pitchFamily="18" charset="2"/>
              <a:buNone/>
            </a:pPr>
            <a:r>
              <a:rPr lang="zh-CN" altLang="en-US" sz="2000" dirty="0"/>
              <a:t>     </a:t>
            </a:r>
            <a:r>
              <a:rPr lang="en-US" altLang="zh-CN" sz="2000" dirty="0">
                <a:solidFill>
                  <a:schemeClr val="accent2"/>
                </a:solidFill>
              </a:rPr>
              <a:t>——</a:t>
            </a:r>
            <a:r>
              <a:rPr lang="zh-CN" altLang="en-US" sz="2000" dirty="0"/>
              <a:t>定期的项目组会议，如项目转折点或重要变更时举行的会议，项目月、季度总结会，项目专家会议都适宜于谈论风险信息，将风险讨论列为会议议题。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BC9B475A-EC59-6EBD-F1F5-C5690A849FE5}"/>
              </a:ext>
            </a:extLst>
          </p:cNvPr>
          <p:cNvSpPr>
            <a:spLocks noGrp="1" noChangeArrowheads="1"/>
          </p:cNvSpPr>
          <p:nvPr>
            <p:ph type="title"/>
          </p:nvPr>
        </p:nvSpPr>
        <p:spPr/>
        <p:txBody>
          <a:bodyPr/>
          <a:lstStyle/>
          <a:p>
            <a:pPr eaLnBrk="1" hangingPunct="1"/>
            <a:r>
              <a:rPr lang="zh-CN" altLang="en-US"/>
              <a:t>本章内容提要</a:t>
            </a:r>
          </a:p>
        </p:txBody>
      </p:sp>
      <p:grpSp>
        <p:nvGrpSpPr>
          <p:cNvPr id="30723" name="Group 3">
            <a:extLst>
              <a:ext uri="{FF2B5EF4-FFF2-40B4-BE49-F238E27FC236}">
                <a16:creationId xmlns:a16="http://schemas.microsoft.com/office/drawing/2014/main" id="{BE2DB797-D63A-68F6-0C70-D4DDF7DAD82C}"/>
              </a:ext>
            </a:extLst>
          </p:cNvPr>
          <p:cNvGrpSpPr>
            <a:grpSpLocks/>
          </p:cNvGrpSpPr>
          <p:nvPr/>
        </p:nvGrpSpPr>
        <p:grpSpPr bwMode="auto">
          <a:xfrm>
            <a:off x="969963" y="2566988"/>
            <a:ext cx="5689600" cy="3238500"/>
            <a:chOff x="385" y="1451"/>
            <a:chExt cx="3584" cy="2040"/>
          </a:xfrm>
        </p:grpSpPr>
        <p:grpSp>
          <p:nvGrpSpPr>
            <p:cNvPr id="30724" name="Group 4">
              <a:extLst>
                <a:ext uri="{FF2B5EF4-FFF2-40B4-BE49-F238E27FC236}">
                  <a16:creationId xmlns:a16="http://schemas.microsoft.com/office/drawing/2014/main" id="{FB196096-4ACD-D114-0309-EC1BC2FAE73F}"/>
                </a:ext>
              </a:extLst>
            </p:cNvPr>
            <p:cNvGrpSpPr>
              <a:grpSpLocks/>
            </p:cNvGrpSpPr>
            <p:nvPr/>
          </p:nvGrpSpPr>
          <p:grpSpPr bwMode="auto">
            <a:xfrm>
              <a:off x="385" y="1451"/>
              <a:ext cx="3572" cy="230"/>
              <a:chOff x="385" y="1430"/>
              <a:chExt cx="3572" cy="363"/>
            </a:xfrm>
          </p:grpSpPr>
          <p:sp>
            <p:nvSpPr>
              <p:cNvPr id="30754" name="AutoShape 5">
                <a:extLst>
                  <a:ext uri="{FF2B5EF4-FFF2-40B4-BE49-F238E27FC236}">
                    <a16:creationId xmlns:a16="http://schemas.microsoft.com/office/drawing/2014/main" id="{0F988650-1B4F-2EF7-B904-D2B292F31F90}"/>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30755" name="Text Box 6">
                <a:extLst>
                  <a:ext uri="{FF2B5EF4-FFF2-40B4-BE49-F238E27FC236}">
                    <a16:creationId xmlns:a16="http://schemas.microsoft.com/office/drawing/2014/main" id="{122D07AA-34F4-FFA9-0E5F-B49F2CE68651}"/>
                  </a:ext>
                </a:extLst>
              </p:cNvPr>
              <p:cNvSpPr txBox="1">
                <a:spLocks noChangeArrowheads="1"/>
              </p:cNvSpPr>
              <p:nvPr/>
            </p:nvSpPr>
            <p:spPr bwMode="auto">
              <a:xfrm>
                <a:off x="626" y="1430"/>
                <a:ext cx="3099"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软件项目风险管理概述</a:t>
                </a:r>
                <a:r>
                  <a:rPr lang="zh-CN" altLang="en-US" sz="1800">
                    <a:solidFill>
                      <a:schemeClr val="bg1"/>
                    </a:solidFill>
                  </a:rPr>
                  <a:t>合同管理概述</a:t>
                </a:r>
                <a:r>
                  <a:rPr lang="zh-CN" altLang="en-US" sz="1200">
                    <a:solidFill>
                      <a:schemeClr val="bg1"/>
                    </a:solidFill>
                  </a:rPr>
                  <a:t> </a:t>
                </a:r>
                <a:r>
                  <a:rPr lang="zh-CN" altLang="en-US" sz="2400" b="0">
                    <a:latin typeface="Times New Roman" panose="02020603050405020304" pitchFamily="18" charset="0"/>
                  </a:rPr>
                  <a:t> </a:t>
                </a:r>
              </a:p>
            </p:txBody>
          </p:sp>
          <p:sp>
            <p:nvSpPr>
              <p:cNvPr id="30756" name="Rectangle 7">
                <a:extLst>
                  <a:ext uri="{FF2B5EF4-FFF2-40B4-BE49-F238E27FC236}">
                    <a16:creationId xmlns:a16="http://schemas.microsoft.com/office/drawing/2014/main" id="{18767A40-5ABF-F73C-43F7-258568222FCD}"/>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8.1</a:t>
                </a:r>
                <a:endParaRPr lang="en-US" altLang="zh-CN" sz="1800">
                  <a:solidFill>
                    <a:srgbClr val="000000"/>
                  </a:solidFill>
                </a:endParaRPr>
              </a:p>
            </p:txBody>
          </p:sp>
        </p:grpSp>
        <p:grpSp>
          <p:nvGrpSpPr>
            <p:cNvPr id="30725" name="Group 8">
              <a:extLst>
                <a:ext uri="{FF2B5EF4-FFF2-40B4-BE49-F238E27FC236}">
                  <a16:creationId xmlns:a16="http://schemas.microsoft.com/office/drawing/2014/main" id="{EBB47232-0907-3017-89FC-FF8E5CC5BE47}"/>
                </a:ext>
              </a:extLst>
            </p:cNvPr>
            <p:cNvGrpSpPr>
              <a:grpSpLocks/>
            </p:cNvGrpSpPr>
            <p:nvPr/>
          </p:nvGrpSpPr>
          <p:grpSpPr bwMode="auto">
            <a:xfrm>
              <a:off x="385" y="1706"/>
              <a:ext cx="3572" cy="230"/>
              <a:chOff x="385" y="1801"/>
              <a:chExt cx="3572" cy="363"/>
            </a:xfrm>
          </p:grpSpPr>
          <p:grpSp>
            <p:nvGrpSpPr>
              <p:cNvPr id="30750" name="Group 9">
                <a:extLst>
                  <a:ext uri="{FF2B5EF4-FFF2-40B4-BE49-F238E27FC236}">
                    <a16:creationId xmlns:a16="http://schemas.microsoft.com/office/drawing/2014/main" id="{FDB75035-EE26-60E2-2233-D324A4AF5A36}"/>
                  </a:ext>
                </a:extLst>
              </p:cNvPr>
              <p:cNvGrpSpPr>
                <a:grpSpLocks/>
              </p:cNvGrpSpPr>
              <p:nvPr/>
            </p:nvGrpSpPr>
            <p:grpSpPr bwMode="auto">
              <a:xfrm>
                <a:off x="464" y="1801"/>
                <a:ext cx="3493" cy="363"/>
                <a:chOff x="464" y="1801"/>
                <a:chExt cx="3493" cy="363"/>
              </a:xfrm>
            </p:grpSpPr>
            <p:sp>
              <p:nvSpPr>
                <p:cNvPr id="30752" name="AutoShape 10">
                  <a:extLst>
                    <a:ext uri="{FF2B5EF4-FFF2-40B4-BE49-F238E27FC236}">
                      <a16:creationId xmlns:a16="http://schemas.microsoft.com/office/drawing/2014/main" id="{3EABF4F8-9CB9-FB92-37D1-D83DC1EBA2C2}"/>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30753" name="Text Box 11">
                  <a:extLst>
                    <a:ext uri="{FF2B5EF4-FFF2-40B4-BE49-F238E27FC236}">
                      <a16:creationId xmlns:a16="http://schemas.microsoft.com/office/drawing/2014/main" id="{C98A7BAF-01C7-B277-00F6-F6F59AD9440E}"/>
                    </a:ext>
                  </a:extLst>
                </p:cNvPr>
                <p:cNvSpPr txBox="1">
                  <a:spLocks noChangeArrowheads="1"/>
                </p:cNvSpPr>
                <p:nvPr/>
              </p:nvSpPr>
              <p:spPr bwMode="auto">
                <a:xfrm>
                  <a:off x="626" y="1801"/>
                  <a:ext cx="3099"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风险识别</a:t>
                  </a:r>
                  <a:r>
                    <a:rPr lang="zh-CN" altLang="en-US" sz="2400" b="0">
                      <a:latin typeface="Times New Roman" panose="02020603050405020304" pitchFamily="18" charset="0"/>
                    </a:rPr>
                    <a:t> </a:t>
                  </a:r>
                </a:p>
              </p:txBody>
            </p:sp>
          </p:grpSp>
          <p:sp>
            <p:nvSpPr>
              <p:cNvPr id="30751" name="Rectangle 12">
                <a:extLst>
                  <a:ext uri="{FF2B5EF4-FFF2-40B4-BE49-F238E27FC236}">
                    <a16:creationId xmlns:a16="http://schemas.microsoft.com/office/drawing/2014/main" id="{F8044001-7E5F-CF05-A4BE-C83E57B84E1D}"/>
                  </a:ext>
                </a:extLst>
              </p:cNvPr>
              <p:cNvSpPr>
                <a:spLocks noChangeArrowheads="1"/>
              </p:cNvSpPr>
              <p:nvPr/>
            </p:nvSpPr>
            <p:spPr bwMode="auto">
              <a:xfrm>
                <a:off x="385" y="1915"/>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8.2</a:t>
                </a:r>
                <a:endParaRPr lang="en-US" altLang="zh-CN" sz="1800">
                  <a:solidFill>
                    <a:srgbClr val="000000"/>
                  </a:solidFill>
                </a:endParaRPr>
              </a:p>
            </p:txBody>
          </p:sp>
        </p:grpSp>
        <p:grpSp>
          <p:nvGrpSpPr>
            <p:cNvPr id="30726" name="Group 13">
              <a:extLst>
                <a:ext uri="{FF2B5EF4-FFF2-40B4-BE49-F238E27FC236}">
                  <a16:creationId xmlns:a16="http://schemas.microsoft.com/office/drawing/2014/main" id="{CB2EDEDE-3965-25A9-385C-A7C068BA6721}"/>
                </a:ext>
              </a:extLst>
            </p:cNvPr>
            <p:cNvGrpSpPr>
              <a:grpSpLocks/>
            </p:cNvGrpSpPr>
            <p:nvPr/>
          </p:nvGrpSpPr>
          <p:grpSpPr bwMode="auto">
            <a:xfrm>
              <a:off x="385" y="1979"/>
              <a:ext cx="3584" cy="230"/>
              <a:chOff x="385" y="2187"/>
              <a:chExt cx="3584" cy="363"/>
            </a:xfrm>
          </p:grpSpPr>
          <p:sp>
            <p:nvSpPr>
              <p:cNvPr id="30747" name="AutoShape 14">
                <a:extLst>
                  <a:ext uri="{FF2B5EF4-FFF2-40B4-BE49-F238E27FC236}">
                    <a16:creationId xmlns:a16="http://schemas.microsoft.com/office/drawing/2014/main" id="{3241F20F-45B1-A826-5A1A-36D634EAA5DB}"/>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30748" name="Text Box 15">
                <a:extLst>
                  <a:ext uri="{FF2B5EF4-FFF2-40B4-BE49-F238E27FC236}">
                    <a16:creationId xmlns:a16="http://schemas.microsoft.com/office/drawing/2014/main" id="{3EABAD9D-B94C-4942-D26F-90E1BF094DA6}"/>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风险评估</a:t>
                </a:r>
                <a:r>
                  <a:rPr lang="zh-CN" altLang="en-US" sz="2400" b="0">
                    <a:latin typeface="Times New Roman" panose="02020603050405020304" pitchFamily="18" charset="0"/>
                  </a:rPr>
                  <a:t> </a:t>
                </a:r>
              </a:p>
            </p:txBody>
          </p:sp>
          <p:sp>
            <p:nvSpPr>
              <p:cNvPr id="30749" name="Rectangle 16">
                <a:extLst>
                  <a:ext uri="{FF2B5EF4-FFF2-40B4-BE49-F238E27FC236}">
                    <a16:creationId xmlns:a16="http://schemas.microsoft.com/office/drawing/2014/main" id="{97318804-1704-945D-8F3E-15E51F7BC105}"/>
                  </a:ext>
                </a:extLst>
              </p:cNvPr>
              <p:cNvSpPr>
                <a:spLocks noChangeArrowheads="1"/>
              </p:cNvSpPr>
              <p:nvPr/>
            </p:nvSpPr>
            <p:spPr bwMode="auto">
              <a:xfrm>
                <a:off x="385" y="2282"/>
                <a:ext cx="211" cy="164"/>
              </a:xfrm>
              <a:prstGeom prst="rect">
                <a:avLst/>
              </a:prstGeom>
              <a:solidFill>
                <a:schemeClr val="accent2"/>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8.3</a:t>
                </a:r>
                <a:endParaRPr lang="en-US" altLang="zh-CN" sz="1800">
                  <a:solidFill>
                    <a:srgbClr val="000000"/>
                  </a:solidFill>
                </a:endParaRPr>
              </a:p>
            </p:txBody>
          </p:sp>
        </p:grpSp>
        <p:grpSp>
          <p:nvGrpSpPr>
            <p:cNvPr id="30727" name="Group 17">
              <a:extLst>
                <a:ext uri="{FF2B5EF4-FFF2-40B4-BE49-F238E27FC236}">
                  <a16:creationId xmlns:a16="http://schemas.microsoft.com/office/drawing/2014/main" id="{31178D06-19BE-2D77-6D82-922074FF117E}"/>
                </a:ext>
              </a:extLst>
            </p:cNvPr>
            <p:cNvGrpSpPr>
              <a:grpSpLocks/>
            </p:cNvGrpSpPr>
            <p:nvPr/>
          </p:nvGrpSpPr>
          <p:grpSpPr bwMode="auto">
            <a:xfrm>
              <a:off x="385" y="2251"/>
              <a:ext cx="3584" cy="198"/>
              <a:chOff x="385" y="2209"/>
              <a:chExt cx="3584" cy="313"/>
            </a:xfrm>
          </p:grpSpPr>
          <p:sp>
            <p:nvSpPr>
              <p:cNvPr id="30744" name="AutoShape 18">
                <a:extLst>
                  <a:ext uri="{FF2B5EF4-FFF2-40B4-BE49-F238E27FC236}">
                    <a16:creationId xmlns:a16="http://schemas.microsoft.com/office/drawing/2014/main" id="{4FB25096-BCF3-D6B1-53FA-8F6148FB8883}"/>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30745" name="Text Box 19">
                <a:extLst>
                  <a:ext uri="{FF2B5EF4-FFF2-40B4-BE49-F238E27FC236}">
                    <a16:creationId xmlns:a16="http://schemas.microsoft.com/office/drawing/2014/main" id="{5C4459B9-722F-5A96-557D-1CF12398331A}"/>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风险</a:t>
                </a:r>
                <a:r>
                  <a:rPr lang="zh-CN" altLang="en-US" sz="2000">
                    <a:solidFill>
                      <a:schemeClr val="tx2"/>
                    </a:solidFill>
                    <a:latin typeface="黑体" panose="02010609060101010101" pitchFamily="49" charset="-122"/>
                    <a:ea typeface="黑体" panose="02010609060101010101" pitchFamily="49" charset="-122"/>
                  </a:rPr>
                  <a:t>计划</a:t>
                </a:r>
              </a:p>
            </p:txBody>
          </p:sp>
          <p:sp>
            <p:nvSpPr>
              <p:cNvPr id="30746" name="Rectangle 20">
                <a:extLst>
                  <a:ext uri="{FF2B5EF4-FFF2-40B4-BE49-F238E27FC236}">
                    <a16:creationId xmlns:a16="http://schemas.microsoft.com/office/drawing/2014/main" id="{D2050C7C-4046-04F7-7F3E-795657008E60}"/>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8.4</a:t>
                </a:r>
                <a:endParaRPr lang="en-US" altLang="zh-CN" sz="1800">
                  <a:solidFill>
                    <a:srgbClr val="000000"/>
                  </a:solidFill>
                </a:endParaRPr>
              </a:p>
            </p:txBody>
          </p:sp>
        </p:grpSp>
        <p:grpSp>
          <p:nvGrpSpPr>
            <p:cNvPr id="30728" name="Group 21">
              <a:extLst>
                <a:ext uri="{FF2B5EF4-FFF2-40B4-BE49-F238E27FC236}">
                  <a16:creationId xmlns:a16="http://schemas.microsoft.com/office/drawing/2014/main" id="{3590EB09-234B-3C3E-1894-DAA9F84D6277}"/>
                </a:ext>
              </a:extLst>
            </p:cNvPr>
            <p:cNvGrpSpPr>
              <a:grpSpLocks/>
            </p:cNvGrpSpPr>
            <p:nvPr/>
          </p:nvGrpSpPr>
          <p:grpSpPr bwMode="auto">
            <a:xfrm>
              <a:off x="385" y="2478"/>
              <a:ext cx="3584" cy="230"/>
              <a:chOff x="385" y="2187"/>
              <a:chExt cx="3584" cy="363"/>
            </a:xfrm>
          </p:grpSpPr>
          <p:sp>
            <p:nvSpPr>
              <p:cNvPr id="30741" name="AutoShape 22">
                <a:extLst>
                  <a:ext uri="{FF2B5EF4-FFF2-40B4-BE49-F238E27FC236}">
                    <a16:creationId xmlns:a16="http://schemas.microsoft.com/office/drawing/2014/main" id="{78C38446-E42E-19CD-C18A-67D517E13BE9}"/>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30742" name="Text Box 23">
                <a:extLst>
                  <a:ext uri="{FF2B5EF4-FFF2-40B4-BE49-F238E27FC236}">
                    <a16:creationId xmlns:a16="http://schemas.microsoft.com/office/drawing/2014/main" id="{544B6F5B-4DAF-208D-C78A-F28A46D4DFC4}"/>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风险控制与管理</a:t>
                </a:r>
                <a:r>
                  <a:rPr lang="zh-CN" altLang="en-US" sz="2400" b="0">
                    <a:latin typeface="Times New Roman" panose="02020603050405020304" pitchFamily="18" charset="0"/>
                  </a:rPr>
                  <a:t> </a:t>
                </a:r>
              </a:p>
            </p:txBody>
          </p:sp>
          <p:sp>
            <p:nvSpPr>
              <p:cNvPr id="30743" name="Rectangle 24">
                <a:extLst>
                  <a:ext uri="{FF2B5EF4-FFF2-40B4-BE49-F238E27FC236}">
                    <a16:creationId xmlns:a16="http://schemas.microsoft.com/office/drawing/2014/main" id="{89A18BAC-983E-2432-9E40-35F382EA9CEA}"/>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8.5</a:t>
                </a:r>
                <a:endParaRPr lang="en-US" altLang="zh-CN" sz="1800">
                  <a:solidFill>
                    <a:srgbClr val="000000"/>
                  </a:solidFill>
                </a:endParaRPr>
              </a:p>
            </p:txBody>
          </p:sp>
        </p:grpSp>
        <p:grpSp>
          <p:nvGrpSpPr>
            <p:cNvPr id="30729" name="Group 25">
              <a:extLst>
                <a:ext uri="{FF2B5EF4-FFF2-40B4-BE49-F238E27FC236}">
                  <a16:creationId xmlns:a16="http://schemas.microsoft.com/office/drawing/2014/main" id="{D4A2DD6B-641A-C196-F283-BDD850494110}"/>
                </a:ext>
              </a:extLst>
            </p:cNvPr>
            <p:cNvGrpSpPr>
              <a:grpSpLocks/>
            </p:cNvGrpSpPr>
            <p:nvPr/>
          </p:nvGrpSpPr>
          <p:grpSpPr bwMode="auto">
            <a:xfrm>
              <a:off x="385" y="2746"/>
              <a:ext cx="3584" cy="230"/>
              <a:chOff x="385" y="2187"/>
              <a:chExt cx="3584" cy="363"/>
            </a:xfrm>
          </p:grpSpPr>
          <p:sp>
            <p:nvSpPr>
              <p:cNvPr id="30738" name="AutoShape 26">
                <a:extLst>
                  <a:ext uri="{FF2B5EF4-FFF2-40B4-BE49-F238E27FC236}">
                    <a16:creationId xmlns:a16="http://schemas.microsoft.com/office/drawing/2014/main" id="{8A13A8A3-A150-7DE9-4B04-0B76CF2CA393}"/>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30739" name="Text Box 27">
                <a:extLst>
                  <a:ext uri="{FF2B5EF4-FFF2-40B4-BE49-F238E27FC236}">
                    <a16:creationId xmlns:a16="http://schemas.microsoft.com/office/drawing/2014/main" id="{BBCDB038-9CEC-81AC-8262-52E7929F8C8A}"/>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案例分析</a:t>
                </a:r>
                <a:r>
                  <a:rPr lang="zh-CN" altLang="en-US" sz="2400" b="0">
                    <a:latin typeface="Times New Roman" panose="02020603050405020304" pitchFamily="18" charset="0"/>
                  </a:rPr>
                  <a:t> </a:t>
                </a:r>
              </a:p>
            </p:txBody>
          </p:sp>
          <p:sp>
            <p:nvSpPr>
              <p:cNvPr id="30740" name="Rectangle 28">
                <a:extLst>
                  <a:ext uri="{FF2B5EF4-FFF2-40B4-BE49-F238E27FC236}">
                    <a16:creationId xmlns:a16="http://schemas.microsoft.com/office/drawing/2014/main" id="{66D89708-FEEF-1DAB-E89D-992DE2C7FD72}"/>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8.6</a:t>
                </a:r>
                <a:endParaRPr lang="en-US" altLang="zh-CN" sz="1800">
                  <a:solidFill>
                    <a:srgbClr val="000000"/>
                  </a:solidFill>
                </a:endParaRPr>
              </a:p>
            </p:txBody>
          </p:sp>
        </p:grpSp>
        <p:grpSp>
          <p:nvGrpSpPr>
            <p:cNvPr id="30730" name="Group 29">
              <a:extLst>
                <a:ext uri="{FF2B5EF4-FFF2-40B4-BE49-F238E27FC236}">
                  <a16:creationId xmlns:a16="http://schemas.microsoft.com/office/drawing/2014/main" id="{EA2446E9-A507-EC29-31D4-68169E932439}"/>
                </a:ext>
              </a:extLst>
            </p:cNvPr>
            <p:cNvGrpSpPr>
              <a:grpSpLocks/>
            </p:cNvGrpSpPr>
            <p:nvPr/>
          </p:nvGrpSpPr>
          <p:grpSpPr bwMode="auto">
            <a:xfrm>
              <a:off x="385" y="3019"/>
              <a:ext cx="3584" cy="230"/>
              <a:chOff x="385" y="2187"/>
              <a:chExt cx="3584" cy="363"/>
            </a:xfrm>
          </p:grpSpPr>
          <p:sp>
            <p:nvSpPr>
              <p:cNvPr id="30735" name="AutoShape 30">
                <a:extLst>
                  <a:ext uri="{FF2B5EF4-FFF2-40B4-BE49-F238E27FC236}">
                    <a16:creationId xmlns:a16="http://schemas.microsoft.com/office/drawing/2014/main" id="{F43B49BA-84F2-2CC7-B8EE-4BDC961BB828}"/>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30736" name="Text Box 31">
                <a:extLst>
                  <a:ext uri="{FF2B5EF4-FFF2-40B4-BE49-F238E27FC236}">
                    <a16:creationId xmlns:a16="http://schemas.microsoft.com/office/drawing/2014/main" id="{2E7AD984-F904-4FB0-A8C1-FF8518F8E86F}"/>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本章小结</a:t>
                </a:r>
                <a:r>
                  <a:rPr lang="zh-CN" altLang="en-US" sz="2400" b="0">
                    <a:latin typeface="Times New Roman" panose="02020603050405020304" pitchFamily="18" charset="0"/>
                  </a:rPr>
                  <a:t> </a:t>
                </a:r>
              </a:p>
            </p:txBody>
          </p:sp>
          <p:sp>
            <p:nvSpPr>
              <p:cNvPr id="30737" name="Rectangle 32">
                <a:extLst>
                  <a:ext uri="{FF2B5EF4-FFF2-40B4-BE49-F238E27FC236}">
                    <a16:creationId xmlns:a16="http://schemas.microsoft.com/office/drawing/2014/main" id="{ED3DB2E4-87D9-48DE-157C-94F1DD5964F7}"/>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8.7</a:t>
                </a:r>
                <a:endParaRPr lang="en-US" altLang="zh-CN" sz="1800">
                  <a:solidFill>
                    <a:srgbClr val="000000"/>
                  </a:solidFill>
                </a:endParaRPr>
              </a:p>
            </p:txBody>
          </p:sp>
        </p:grpSp>
        <p:grpSp>
          <p:nvGrpSpPr>
            <p:cNvPr id="30731" name="Group 33">
              <a:extLst>
                <a:ext uri="{FF2B5EF4-FFF2-40B4-BE49-F238E27FC236}">
                  <a16:creationId xmlns:a16="http://schemas.microsoft.com/office/drawing/2014/main" id="{34BF3A73-A73E-6C06-BC9F-F2AC7092E3AB}"/>
                </a:ext>
              </a:extLst>
            </p:cNvPr>
            <p:cNvGrpSpPr>
              <a:grpSpLocks/>
            </p:cNvGrpSpPr>
            <p:nvPr/>
          </p:nvGrpSpPr>
          <p:grpSpPr bwMode="auto">
            <a:xfrm>
              <a:off x="385" y="3294"/>
              <a:ext cx="3584" cy="197"/>
              <a:chOff x="385" y="2209"/>
              <a:chExt cx="3584" cy="311"/>
            </a:xfrm>
          </p:grpSpPr>
          <p:sp>
            <p:nvSpPr>
              <p:cNvPr id="30732" name="AutoShape 34">
                <a:extLst>
                  <a:ext uri="{FF2B5EF4-FFF2-40B4-BE49-F238E27FC236}">
                    <a16:creationId xmlns:a16="http://schemas.microsoft.com/office/drawing/2014/main" id="{D0B71712-41B6-9598-5929-0316E891827C}"/>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30733" name="Text Box 35">
                <a:extLst>
                  <a:ext uri="{FF2B5EF4-FFF2-40B4-BE49-F238E27FC236}">
                    <a16:creationId xmlns:a16="http://schemas.microsoft.com/office/drawing/2014/main" id="{71F9B0F2-2696-5D1A-0559-ED2FF3514229}"/>
                  </a:ext>
                </a:extLst>
              </p:cNvPr>
              <p:cNvSpPr txBox="1">
                <a:spLocks noChangeArrowheads="1"/>
              </p:cNvSpPr>
              <p:nvPr/>
            </p:nvSpPr>
            <p:spPr bwMode="auto">
              <a:xfrm>
                <a:off x="626" y="2217"/>
                <a:ext cx="3110"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黑体" panose="02010609060101010101" pitchFamily="49" charset="-122"/>
                    <a:ea typeface="黑体" panose="02010609060101010101" pitchFamily="49" charset="-122"/>
                  </a:rPr>
                  <a:t>复习思考题</a:t>
                </a:r>
              </a:p>
            </p:txBody>
          </p:sp>
          <p:sp>
            <p:nvSpPr>
              <p:cNvPr id="30734" name="Rectangle 36">
                <a:extLst>
                  <a:ext uri="{FF2B5EF4-FFF2-40B4-BE49-F238E27FC236}">
                    <a16:creationId xmlns:a16="http://schemas.microsoft.com/office/drawing/2014/main" id="{B0E42DA7-4133-138B-66D6-CE0F7D00F7B4}"/>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8.8</a:t>
                </a:r>
                <a:endParaRPr lang="en-US" altLang="zh-CN" sz="1800">
                  <a:solidFill>
                    <a:srgbClr val="000000"/>
                  </a:solidFill>
                </a:endParaRPr>
              </a:p>
            </p:txBody>
          </p:sp>
        </p:gr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C61197AF-FABC-CC99-6DA3-213BA071DDB8}"/>
              </a:ext>
            </a:extLst>
          </p:cNvPr>
          <p:cNvSpPr>
            <a:spLocks noGrp="1" noChangeArrowheads="1"/>
          </p:cNvSpPr>
          <p:nvPr>
            <p:ph type="title"/>
          </p:nvPr>
        </p:nvSpPr>
        <p:spPr/>
        <p:txBody>
          <a:bodyPr/>
          <a:lstStyle/>
          <a:p>
            <a:pPr eaLnBrk="1" hangingPunct="1"/>
            <a:r>
              <a:rPr lang="en-US" altLang="zh-CN"/>
              <a:t>8.3  </a:t>
            </a:r>
            <a:r>
              <a:rPr kumimoji="1" lang="zh-CN" altLang="en-US"/>
              <a:t>风险评估</a:t>
            </a:r>
          </a:p>
        </p:txBody>
      </p:sp>
      <p:sp>
        <p:nvSpPr>
          <p:cNvPr id="32771" name="Rectangle 3">
            <a:extLst>
              <a:ext uri="{FF2B5EF4-FFF2-40B4-BE49-F238E27FC236}">
                <a16:creationId xmlns:a16="http://schemas.microsoft.com/office/drawing/2014/main" id="{A4B2462B-33B1-F81C-FD49-04962C37C884}"/>
              </a:ext>
            </a:extLst>
          </p:cNvPr>
          <p:cNvSpPr>
            <a:spLocks noGrp="1" noChangeArrowheads="1"/>
          </p:cNvSpPr>
          <p:nvPr>
            <p:ph type="body" idx="1"/>
          </p:nvPr>
        </p:nvSpPr>
        <p:spPr>
          <a:xfrm>
            <a:off x="539750" y="1916113"/>
            <a:ext cx="8424863" cy="4941887"/>
          </a:xfrm>
        </p:spPr>
        <p:txBody>
          <a:bodyPr/>
          <a:lstStyle/>
          <a:p>
            <a:pPr eaLnBrk="1" hangingPunct="1">
              <a:lnSpc>
                <a:spcPct val="150000"/>
              </a:lnSpc>
            </a:pPr>
            <a:r>
              <a:rPr lang="zh-CN" altLang="en-US" sz="2400" dirty="0">
                <a:solidFill>
                  <a:schemeClr val="accent2"/>
                </a:solidFill>
                <a:ea typeface="黑体" panose="02010609060101010101" pitchFamily="49" charset="-122"/>
              </a:rPr>
              <a:t>风险评估过程</a:t>
            </a:r>
            <a:r>
              <a:rPr lang="zh-CN" altLang="en-US" sz="3600" dirty="0"/>
              <a:t> </a:t>
            </a:r>
          </a:p>
          <a:p>
            <a:pPr eaLnBrk="1" hangingPunct="1">
              <a:lnSpc>
                <a:spcPct val="150000"/>
              </a:lnSpc>
              <a:spcBef>
                <a:spcPct val="50000"/>
              </a:spcBef>
              <a:buFont typeface="Wingdings 2" panose="05020102010507070707" pitchFamily="18" charset="2"/>
              <a:buNone/>
            </a:pPr>
            <a:r>
              <a:rPr lang="zh-CN" altLang="en-US" dirty="0"/>
              <a:t>     </a:t>
            </a:r>
            <a:r>
              <a:rPr lang="en-US" altLang="zh-CN" sz="2400" dirty="0">
                <a:solidFill>
                  <a:schemeClr val="accent2"/>
                </a:solidFill>
              </a:rPr>
              <a:t>——</a:t>
            </a:r>
            <a:r>
              <a:rPr lang="zh-CN" altLang="en-US" sz="2000" dirty="0"/>
              <a:t>风险评估又称风险预测，就是对识别出的风险做进一步分析，对风险发生的概率进行估计和评价，对风险后果的严重程度进行估计和评价，对风险影响范围进行估计和评价，以及对于风险发生时间进行估计和评价。</a:t>
            </a:r>
          </a:p>
          <a:p>
            <a:pPr eaLnBrk="1" hangingPunct="1">
              <a:lnSpc>
                <a:spcPct val="150000"/>
              </a:lnSpc>
            </a:pPr>
            <a:r>
              <a:rPr lang="zh-CN" altLang="en-US" sz="2000" dirty="0"/>
              <a:t>风险评估可采用</a:t>
            </a:r>
            <a:r>
              <a:rPr lang="zh-CN" altLang="en-US" sz="2000" dirty="0">
                <a:solidFill>
                  <a:srgbClr val="FF0000"/>
                </a:solidFill>
              </a:rPr>
              <a:t>定性风险评估和定量风险评估</a:t>
            </a:r>
            <a:r>
              <a:rPr lang="zh-CN" altLang="en-US" sz="2000" dirty="0"/>
              <a:t>来进行。</a:t>
            </a:r>
          </a:p>
          <a:p>
            <a:pPr eaLnBrk="1" hangingPunct="1">
              <a:buFont typeface="Wingdings 2" panose="05020102010507070707" pitchFamily="18" charset="2"/>
              <a:buNone/>
            </a:pPr>
            <a:endParaRPr lang="en-US" altLang="zh-CN" sz="2000" dirty="0">
              <a:solidFill>
                <a:srgbClr val="767DBE"/>
              </a:solidFill>
              <a:latin typeface="黑体" panose="02010609060101010101" pitchFamily="49"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C61197AF-FABC-CC99-6DA3-213BA071DDB8}"/>
              </a:ext>
            </a:extLst>
          </p:cNvPr>
          <p:cNvSpPr>
            <a:spLocks noGrp="1" noChangeArrowheads="1"/>
          </p:cNvSpPr>
          <p:nvPr>
            <p:ph type="title"/>
          </p:nvPr>
        </p:nvSpPr>
        <p:spPr/>
        <p:txBody>
          <a:bodyPr/>
          <a:lstStyle/>
          <a:p>
            <a:pPr eaLnBrk="1" hangingPunct="1"/>
            <a:r>
              <a:rPr lang="en-US" altLang="zh-CN"/>
              <a:t>8.3  </a:t>
            </a:r>
            <a:r>
              <a:rPr kumimoji="1" lang="zh-CN" altLang="en-US"/>
              <a:t>风险评估</a:t>
            </a:r>
          </a:p>
        </p:txBody>
      </p:sp>
      <p:sp>
        <p:nvSpPr>
          <p:cNvPr id="32771" name="Rectangle 3">
            <a:extLst>
              <a:ext uri="{FF2B5EF4-FFF2-40B4-BE49-F238E27FC236}">
                <a16:creationId xmlns:a16="http://schemas.microsoft.com/office/drawing/2014/main" id="{A4B2462B-33B1-F81C-FD49-04962C37C884}"/>
              </a:ext>
            </a:extLst>
          </p:cNvPr>
          <p:cNvSpPr>
            <a:spLocks noGrp="1" noChangeArrowheads="1"/>
          </p:cNvSpPr>
          <p:nvPr>
            <p:ph type="body" idx="1"/>
          </p:nvPr>
        </p:nvSpPr>
        <p:spPr>
          <a:xfrm>
            <a:off x="539750" y="1916113"/>
            <a:ext cx="8424863" cy="4941887"/>
          </a:xfrm>
        </p:spPr>
        <p:txBody>
          <a:bodyPr/>
          <a:lstStyle/>
          <a:p>
            <a:pPr eaLnBrk="1" hangingPunct="1">
              <a:lnSpc>
                <a:spcPct val="150000"/>
              </a:lnSpc>
            </a:pPr>
            <a:r>
              <a:rPr lang="zh-CN" altLang="en-US" sz="2400" dirty="0">
                <a:solidFill>
                  <a:schemeClr val="accent2"/>
                </a:solidFill>
                <a:latin typeface="Times New Roman" panose="02020603050405020304" pitchFamily="18" charset="0"/>
                <a:ea typeface="黑体" panose="02010609060101010101" pitchFamily="49" charset="-122"/>
                <a:cs typeface="Times New Roman" panose="02020603050405020304" pitchFamily="18" charset="0"/>
              </a:rPr>
              <a:t>风险评估过程</a:t>
            </a:r>
            <a:endParaRPr lang="en-US" altLang="zh-CN" sz="2400" dirty="0">
              <a:solidFill>
                <a:schemeClr val="accent2"/>
              </a:solidFill>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lnSpc>
                <a:spcPct val="150000"/>
              </a:lnSpc>
            </a:pPr>
            <a:r>
              <a:rPr lang="zh-CN" altLang="en-US" sz="2000" dirty="0">
                <a:latin typeface="Times New Roman" panose="02020603050405020304" pitchFamily="18" charset="0"/>
                <a:cs typeface="Times New Roman" panose="02020603050405020304" pitchFamily="18" charset="0"/>
              </a:rPr>
              <a:t>通常把风险评估的结果用风险发生的概率以及风险发生后对项目目标的影响来表示，风险</a:t>
            </a:r>
            <a:r>
              <a:rPr lang="en-US" altLang="zh-CN" sz="2000" dirty="0">
                <a:latin typeface="Times New Roman" panose="02020603050405020304" pitchFamily="18" charset="0"/>
                <a:cs typeface="Times New Roman" panose="02020603050405020304" pitchFamily="18" charset="0"/>
              </a:rPr>
              <a:t>R</a:t>
            </a:r>
            <a:r>
              <a:rPr lang="zh-CN" altLang="en-US" sz="2000" dirty="0">
                <a:latin typeface="Times New Roman" panose="02020603050405020304" pitchFamily="18" charset="0"/>
                <a:cs typeface="Times New Roman" panose="02020603050405020304" pitchFamily="18" charset="0"/>
              </a:rPr>
              <a:t>是该风险发生的概率</a:t>
            </a:r>
            <a:r>
              <a:rPr lang="en-US" altLang="zh-CN" sz="2000" dirty="0">
                <a:latin typeface="Times New Roman" panose="02020603050405020304" pitchFamily="18" charset="0"/>
                <a:cs typeface="Times New Roman" panose="02020603050405020304" pitchFamily="18" charset="0"/>
              </a:rPr>
              <a:t>P</a:t>
            </a:r>
            <a:r>
              <a:rPr lang="zh-CN" altLang="en-US" sz="2000" dirty="0">
                <a:latin typeface="Times New Roman" panose="02020603050405020304" pitchFamily="18" charset="0"/>
                <a:cs typeface="Times New Roman" panose="02020603050405020304" pitchFamily="18" charset="0"/>
              </a:rPr>
              <a:t>和影响程度</a:t>
            </a:r>
            <a:r>
              <a:rPr lang="en-US" altLang="zh-CN" sz="2000" dirty="0">
                <a:latin typeface="Times New Roman" panose="02020603050405020304" pitchFamily="18" charset="0"/>
                <a:cs typeface="Times New Roman" panose="02020603050405020304" pitchFamily="18" charset="0"/>
              </a:rPr>
              <a:t>I</a:t>
            </a:r>
            <a:r>
              <a:rPr lang="zh-CN" altLang="en-US" sz="2000" dirty="0">
                <a:latin typeface="Times New Roman" panose="02020603050405020304" pitchFamily="18" charset="0"/>
                <a:cs typeface="Times New Roman" panose="02020603050405020304" pitchFamily="18" charset="0"/>
              </a:rPr>
              <a:t>的函数：</a:t>
            </a:r>
            <a:r>
              <a:rPr lang="en-US" altLang="zh-CN" sz="2000" dirty="0">
                <a:solidFill>
                  <a:srgbClr val="FF0000"/>
                </a:solidFill>
                <a:latin typeface="Times New Roman" panose="02020603050405020304" pitchFamily="18" charset="0"/>
                <a:cs typeface="Times New Roman" panose="02020603050405020304" pitchFamily="18" charset="0"/>
              </a:rPr>
              <a:t>R=f(P,I)</a:t>
            </a:r>
            <a:r>
              <a:rPr lang="zh-CN" altLang="en-US"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pPr lvl="1" eaLnBrk="1" hangingPunct="1">
              <a:lnSpc>
                <a:spcPct val="150000"/>
              </a:lnSpc>
            </a:pPr>
            <a:r>
              <a:rPr lang="zh-CN" altLang="en-US" sz="2000" dirty="0">
                <a:latin typeface="Times New Roman" panose="02020603050405020304" pitchFamily="18" charset="0"/>
                <a:cs typeface="Times New Roman" panose="02020603050405020304" pitchFamily="18" charset="0"/>
              </a:rPr>
              <a:t>然后建立风险表，按风险的严重性排序，确定最需要关注的前几个，一般来讲是前</a:t>
            </a:r>
            <a:r>
              <a:rPr lang="en-US" altLang="zh-CN" sz="2000" dirty="0">
                <a:latin typeface="Times New Roman" panose="02020603050405020304" pitchFamily="18" charset="0"/>
                <a:cs typeface="Times New Roman" panose="02020603050405020304" pitchFamily="18" charset="0"/>
              </a:rPr>
              <a:t>10</a:t>
            </a:r>
            <a:r>
              <a:rPr lang="zh-CN" altLang="en-US" sz="2000" dirty="0">
                <a:latin typeface="Times New Roman" panose="02020603050405020304" pitchFamily="18" charset="0"/>
                <a:cs typeface="Times New Roman" panose="02020603050405020304" pitchFamily="18" charset="0"/>
              </a:rPr>
              <a:t>个风险，简称</a:t>
            </a:r>
            <a:r>
              <a:rPr lang="en-US" altLang="zh-CN" sz="2000" dirty="0">
                <a:latin typeface="Times New Roman" panose="02020603050405020304" pitchFamily="18" charset="0"/>
                <a:cs typeface="Times New Roman" panose="02020603050405020304" pitchFamily="18" charset="0"/>
              </a:rPr>
              <a:t>TOP10</a:t>
            </a:r>
            <a:r>
              <a:rPr lang="zh-CN" altLang="en-US" sz="2000" dirty="0">
                <a:latin typeface="Times New Roman" panose="02020603050405020304" pitchFamily="18" charset="0"/>
                <a:cs typeface="Times New Roman" panose="02020603050405020304" pitchFamily="18" charset="0"/>
              </a:rPr>
              <a:t>（具体多少个可以视项目的具体情况而定）。</a:t>
            </a:r>
          </a:p>
          <a:p>
            <a:pPr eaLnBrk="1" hangingPunct="1">
              <a:lnSpc>
                <a:spcPct val="150000"/>
              </a:lnSpc>
              <a:spcBef>
                <a:spcPct val="50000"/>
              </a:spcBef>
              <a:buFont typeface="Wingdings 2" panose="05020102010507070707" pitchFamily="18" charset="2"/>
              <a:buNone/>
            </a:pPr>
            <a:endParaRPr lang="en-US" altLang="zh-CN" sz="2400" dirty="0">
              <a:solidFill>
                <a:srgbClr val="767DBE"/>
              </a:solidFill>
              <a:latin typeface="Times New Roman" panose="02020603050405020304" pitchFamily="18" charset="0"/>
              <a:cs typeface="Times New Roman" panose="02020603050405020304" pitchFamily="18" charset="0"/>
            </a:endParaRPr>
          </a:p>
          <a:p>
            <a:pPr eaLnBrk="1" hangingPunct="1">
              <a:lnSpc>
                <a:spcPct val="150000"/>
              </a:lnSpc>
              <a:spcBef>
                <a:spcPct val="50000"/>
              </a:spcBef>
              <a:buFont typeface="Wingdings 2" panose="05020102010507070707" pitchFamily="18" charset="2"/>
              <a:buNone/>
            </a:pPr>
            <a:endParaRPr lang="en-US" altLang="zh-CN" sz="2000" dirty="0">
              <a:solidFill>
                <a:srgbClr val="767DBE"/>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30453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9D9BE5D1-3945-FCBE-6160-1BFF8E37FCD7}"/>
              </a:ext>
            </a:extLst>
          </p:cNvPr>
          <p:cNvSpPr>
            <a:spLocks noGrp="1" noChangeArrowheads="1"/>
          </p:cNvSpPr>
          <p:nvPr>
            <p:ph type="title"/>
          </p:nvPr>
        </p:nvSpPr>
        <p:spPr/>
        <p:txBody>
          <a:bodyPr/>
          <a:lstStyle/>
          <a:p>
            <a:pPr eaLnBrk="1" hangingPunct="1"/>
            <a:r>
              <a:rPr kumimoji="1" lang="zh-CN" altLang="en-US"/>
              <a:t>风险评估</a:t>
            </a:r>
          </a:p>
        </p:txBody>
      </p:sp>
      <p:sp>
        <p:nvSpPr>
          <p:cNvPr id="34819" name="Rectangle 3">
            <a:extLst>
              <a:ext uri="{FF2B5EF4-FFF2-40B4-BE49-F238E27FC236}">
                <a16:creationId xmlns:a16="http://schemas.microsoft.com/office/drawing/2014/main" id="{22572059-1E55-6B56-1BBD-E6DFF74C7802}"/>
              </a:ext>
            </a:extLst>
          </p:cNvPr>
          <p:cNvSpPr>
            <a:spLocks noGrp="1" noChangeArrowheads="1"/>
          </p:cNvSpPr>
          <p:nvPr>
            <p:ph type="body" idx="1"/>
          </p:nvPr>
        </p:nvSpPr>
        <p:spPr>
          <a:xfrm>
            <a:off x="971550" y="1773238"/>
            <a:ext cx="7993063" cy="5084762"/>
          </a:xfrm>
        </p:spPr>
        <p:txBody>
          <a:bodyPr/>
          <a:lstStyle/>
          <a:p>
            <a:pPr eaLnBrk="1" hangingPunct="1">
              <a:lnSpc>
                <a:spcPct val="150000"/>
              </a:lnSpc>
            </a:pPr>
            <a:r>
              <a:rPr lang="zh-CN" altLang="en-US" sz="2000" dirty="0">
                <a:solidFill>
                  <a:schemeClr val="accent2"/>
                </a:solidFill>
                <a:ea typeface="黑体" panose="02010609060101010101" pitchFamily="49" charset="-122"/>
              </a:rPr>
              <a:t>风险评估过程具体如下</a:t>
            </a:r>
            <a:r>
              <a:rPr lang="zh-CN" altLang="en-US" dirty="0"/>
              <a:t>  </a:t>
            </a:r>
            <a:endParaRPr lang="zh-CN" altLang="en-US" sz="2000" dirty="0">
              <a:latin typeface="黑体" panose="02010609060101010101" pitchFamily="49" charset="-122"/>
            </a:endParaRPr>
          </a:p>
          <a:p>
            <a:pPr eaLnBrk="1" hangingPunct="1">
              <a:lnSpc>
                <a:spcPct val="150000"/>
              </a:lnSpc>
            </a:pPr>
            <a:r>
              <a:rPr lang="zh-CN" altLang="en-US" sz="2000" dirty="0"/>
              <a:t>（</a:t>
            </a:r>
            <a:r>
              <a:rPr lang="en-US" altLang="zh-CN" sz="2000" dirty="0"/>
              <a:t>1</a:t>
            </a:r>
            <a:r>
              <a:rPr lang="zh-CN" altLang="en-US" sz="2000" dirty="0"/>
              <a:t>）确定风险类别</a:t>
            </a:r>
            <a:endParaRPr lang="en-US" altLang="zh-CN" sz="2000" dirty="0"/>
          </a:p>
          <a:p>
            <a:pPr lvl="1" eaLnBrk="1" hangingPunct="1">
              <a:lnSpc>
                <a:spcPct val="150000"/>
              </a:lnSpc>
            </a:pPr>
            <a:r>
              <a:rPr lang="zh-CN" altLang="en-US" sz="1800" dirty="0">
                <a:latin typeface="黑体" panose="02010609060101010101" pitchFamily="49" charset="-122"/>
              </a:rPr>
              <a:t>通过整理已辨识风险，将类似的风险归为一组。</a:t>
            </a:r>
          </a:p>
          <a:p>
            <a:pPr eaLnBrk="1" hangingPunct="1"/>
            <a:r>
              <a:rPr lang="zh-CN" altLang="en-US" sz="2000" dirty="0"/>
              <a:t>（</a:t>
            </a:r>
            <a:r>
              <a:rPr lang="en-US" altLang="zh-CN" sz="2000" dirty="0"/>
              <a:t>2</a:t>
            </a:r>
            <a:r>
              <a:rPr lang="zh-CN" altLang="en-US" sz="2000" dirty="0"/>
              <a:t>）确定风险驱动因素</a:t>
            </a:r>
            <a:endParaRPr lang="en-US" altLang="zh-CN" sz="2000" dirty="0"/>
          </a:p>
          <a:p>
            <a:pPr lvl="1" eaLnBrk="1" hangingPunct="1"/>
            <a:r>
              <a:rPr lang="zh-CN" altLang="en-US" sz="1800" dirty="0"/>
              <a:t>风险驱动因素是引起软件风险的可能性和后果剧烈波动的变量。进度的驱动因素通过包括在项目</a:t>
            </a:r>
            <a:r>
              <a:rPr lang="zh-CN" altLang="en-US" sz="1800" dirty="0">
                <a:solidFill>
                  <a:srgbClr val="FF0000"/>
                </a:solidFill>
              </a:rPr>
              <a:t>关键路径的节点</a:t>
            </a:r>
            <a:r>
              <a:rPr lang="zh-CN" altLang="en-US" sz="1800" dirty="0"/>
              <a:t>当中。</a:t>
            </a:r>
          </a:p>
          <a:p>
            <a:pPr eaLnBrk="1" hangingPunct="1"/>
            <a:r>
              <a:rPr lang="zh-CN" altLang="en-US" sz="2000" dirty="0"/>
              <a:t>（</a:t>
            </a:r>
            <a:r>
              <a:rPr lang="en-US" altLang="zh-CN" sz="2000" dirty="0"/>
              <a:t>3</a:t>
            </a:r>
            <a:r>
              <a:rPr lang="zh-CN" altLang="en-US" sz="2000" dirty="0"/>
              <a:t>）判定风险来源</a:t>
            </a:r>
            <a:endParaRPr lang="en-US" altLang="zh-CN" sz="2000" dirty="0"/>
          </a:p>
          <a:p>
            <a:pPr lvl="1" eaLnBrk="1" hangingPunct="1"/>
            <a:r>
              <a:rPr lang="zh-CN" altLang="en-US" sz="1800" dirty="0"/>
              <a:t>风险来源是引起风险的内在原因。</a:t>
            </a:r>
          </a:p>
          <a:p>
            <a:pPr eaLnBrk="1" hangingPunct="1"/>
            <a:r>
              <a:rPr lang="zh-CN" altLang="en-US" sz="2000" dirty="0"/>
              <a:t>（</a:t>
            </a:r>
            <a:r>
              <a:rPr lang="en-US" altLang="zh-CN" sz="2000" dirty="0"/>
              <a:t>4</a:t>
            </a:r>
            <a:r>
              <a:rPr lang="zh-CN" altLang="en-US" sz="2000" dirty="0"/>
              <a:t>）定义风险度量准则</a:t>
            </a:r>
            <a:endParaRPr lang="en-US" altLang="zh-CN" sz="2000" dirty="0"/>
          </a:p>
          <a:p>
            <a:pPr lvl="1" eaLnBrk="1" hangingPunct="1"/>
            <a:r>
              <a:rPr lang="zh-CN" altLang="en-US" sz="1800" dirty="0"/>
              <a:t>包括可能性、后果和行动时间框架。</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A4614F7B-5A30-73BE-5160-27EFEE1BE3D8}"/>
              </a:ext>
            </a:extLst>
          </p:cNvPr>
          <p:cNvSpPr>
            <a:spLocks noGrp="1" noChangeArrowheads="1"/>
          </p:cNvSpPr>
          <p:nvPr>
            <p:ph type="title"/>
          </p:nvPr>
        </p:nvSpPr>
        <p:spPr/>
        <p:txBody>
          <a:bodyPr/>
          <a:lstStyle/>
          <a:p>
            <a:pPr eaLnBrk="1" hangingPunct="1"/>
            <a:r>
              <a:rPr kumimoji="1" lang="zh-CN" altLang="en-US"/>
              <a:t>风险评估</a:t>
            </a:r>
          </a:p>
        </p:txBody>
      </p:sp>
      <p:sp>
        <p:nvSpPr>
          <p:cNvPr id="36867" name="Rectangle 3">
            <a:extLst>
              <a:ext uri="{FF2B5EF4-FFF2-40B4-BE49-F238E27FC236}">
                <a16:creationId xmlns:a16="http://schemas.microsoft.com/office/drawing/2014/main" id="{52D3DD07-2060-6DA8-C1FC-2D7182613536}"/>
              </a:ext>
            </a:extLst>
          </p:cNvPr>
          <p:cNvSpPr>
            <a:spLocks noGrp="1" noChangeArrowheads="1"/>
          </p:cNvSpPr>
          <p:nvPr>
            <p:ph type="body" idx="1"/>
          </p:nvPr>
        </p:nvSpPr>
        <p:spPr>
          <a:xfrm>
            <a:off x="971550" y="1773238"/>
            <a:ext cx="7993063" cy="5084762"/>
          </a:xfrm>
        </p:spPr>
        <p:txBody>
          <a:bodyPr/>
          <a:lstStyle/>
          <a:p>
            <a:pPr eaLnBrk="1" hangingPunct="1">
              <a:lnSpc>
                <a:spcPct val="150000"/>
              </a:lnSpc>
            </a:pPr>
            <a:r>
              <a:rPr lang="zh-CN" altLang="en-US" sz="2000" dirty="0">
                <a:solidFill>
                  <a:schemeClr val="accent2"/>
                </a:solidFill>
                <a:ea typeface="黑体" panose="02010609060101010101" pitchFamily="49" charset="-122"/>
              </a:rPr>
              <a:t>风险评估过程如下</a:t>
            </a:r>
            <a:r>
              <a:rPr lang="zh-CN" altLang="en-US" dirty="0"/>
              <a:t>  </a:t>
            </a:r>
            <a:endParaRPr lang="zh-CN" altLang="en-US" sz="2000" dirty="0">
              <a:latin typeface="黑体" panose="02010609060101010101" pitchFamily="49" charset="-122"/>
            </a:endParaRPr>
          </a:p>
          <a:p>
            <a:pPr eaLnBrk="1" hangingPunct="1"/>
            <a:r>
              <a:rPr lang="zh-CN" altLang="en-US" sz="2000" dirty="0"/>
              <a:t>（</a:t>
            </a:r>
            <a:r>
              <a:rPr lang="en-US" altLang="zh-CN" sz="2000" dirty="0"/>
              <a:t>5</a:t>
            </a:r>
            <a:r>
              <a:rPr lang="zh-CN" altLang="en-US" sz="2000" dirty="0"/>
              <a:t>）预测风险影响</a:t>
            </a:r>
            <a:endParaRPr lang="en-US" altLang="zh-CN" sz="2000" dirty="0"/>
          </a:p>
          <a:p>
            <a:pPr lvl="1" eaLnBrk="1" hangingPunct="1"/>
            <a:r>
              <a:rPr lang="zh-CN" altLang="en-US" sz="1800" dirty="0"/>
              <a:t>风险影响（</a:t>
            </a:r>
            <a:r>
              <a:rPr lang="en-US" altLang="zh-CN" sz="1800" dirty="0"/>
              <a:t>RE</a:t>
            </a:r>
            <a:r>
              <a:rPr lang="zh-CN" altLang="en-US" sz="1800" dirty="0"/>
              <a:t>）</a:t>
            </a:r>
            <a:r>
              <a:rPr lang="en-US" altLang="zh-CN" sz="1800" dirty="0"/>
              <a:t>=</a:t>
            </a:r>
            <a:r>
              <a:rPr lang="zh-CN" altLang="en-US" sz="1800" dirty="0"/>
              <a:t>可能性（</a:t>
            </a:r>
            <a:r>
              <a:rPr lang="en-US" altLang="zh-CN" sz="1800" dirty="0"/>
              <a:t>P</a:t>
            </a:r>
            <a:r>
              <a:rPr lang="zh-CN" altLang="en-US" sz="1800" dirty="0"/>
              <a:t>）*</a:t>
            </a:r>
            <a:r>
              <a:rPr lang="en-US" altLang="zh-CN" sz="1800" dirty="0"/>
              <a:t> </a:t>
            </a:r>
            <a:r>
              <a:rPr lang="zh-CN" altLang="en-US" sz="1800" dirty="0"/>
              <a:t>后果（</a:t>
            </a:r>
            <a:r>
              <a:rPr lang="en-US" altLang="zh-CN" sz="1800" dirty="0"/>
              <a:t>C</a:t>
            </a:r>
            <a:r>
              <a:rPr lang="zh-CN" altLang="en-US" sz="1800" dirty="0"/>
              <a:t>）。可能性定义大于</a:t>
            </a:r>
            <a:r>
              <a:rPr lang="en-US" altLang="zh-CN" sz="1800" dirty="0"/>
              <a:t>0</a:t>
            </a:r>
            <a:r>
              <a:rPr lang="zh-CN" altLang="en-US" sz="1800" dirty="0"/>
              <a:t>，小于</a:t>
            </a:r>
            <a:r>
              <a:rPr lang="en-US" altLang="zh-CN" sz="1800" dirty="0"/>
              <a:t>1</a:t>
            </a:r>
            <a:r>
              <a:rPr lang="zh-CN" altLang="en-US" sz="1800" dirty="0"/>
              <a:t>。后果由风险对成本、进度和技术目标的影响来决定。它可以是经济的损失，也可以是时间的损失等。</a:t>
            </a:r>
          </a:p>
          <a:p>
            <a:pPr eaLnBrk="1" hangingPunct="1"/>
            <a:r>
              <a:rPr lang="zh-CN" altLang="en-US" sz="2000" dirty="0"/>
              <a:t>（</a:t>
            </a:r>
            <a:r>
              <a:rPr lang="en-US" altLang="zh-CN" sz="2000" dirty="0"/>
              <a:t>6</a:t>
            </a:r>
            <a:r>
              <a:rPr lang="zh-CN" altLang="en-US" sz="2000" dirty="0"/>
              <a:t>）评估风险</a:t>
            </a:r>
            <a:endParaRPr lang="en-US" altLang="zh-CN" sz="2000" dirty="0"/>
          </a:p>
          <a:p>
            <a:pPr lvl="1" eaLnBrk="1" hangingPunct="1"/>
            <a:r>
              <a:rPr lang="zh-CN" altLang="en-US" sz="1800" dirty="0"/>
              <a:t>项目中各个风险的严重程度是随着时间而动态变化的。</a:t>
            </a:r>
          </a:p>
          <a:p>
            <a:pPr eaLnBrk="1" hangingPunct="1"/>
            <a:r>
              <a:rPr lang="zh-CN" altLang="en-US" sz="2000" dirty="0"/>
              <a:t>（</a:t>
            </a:r>
            <a:r>
              <a:rPr lang="en-US" altLang="zh-CN" sz="2000" dirty="0"/>
              <a:t>7</a:t>
            </a:r>
            <a:r>
              <a:rPr lang="zh-CN" altLang="en-US" sz="2000" dirty="0"/>
              <a:t>）对风险进行排序</a:t>
            </a:r>
            <a:endParaRPr lang="en-US" altLang="zh-CN" sz="2000" dirty="0"/>
          </a:p>
          <a:p>
            <a:pPr lvl="1" eaLnBrk="1" hangingPunct="1"/>
            <a:r>
              <a:rPr lang="zh-CN" altLang="en-US" sz="1800" dirty="0"/>
              <a:t>依据评估标准确定风险排序，这样可保证高风险影响和短行动时间框架的风险能被最先处理。</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A4614F7B-5A30-73BE-5160-27EFEE1BE3D8}"/>
              </a:ext>
            </a:extLst>
          </p:cNvPr>
          <p:cNvSpPr>
            <a:spLocks noGrp="1" noChangeArrowheads="1"/>
          </p:cNvSpPr>
          <p:nvPr>
            <p:ph type="title"/>
          </p:nvPr>
        </p:nvSpPr>
        <p:spPr/>
        <p:txBody>
          <a:bodyPr/>
          <a:lstStyle/>
          <a:p>
            <a:pPr eaLnBrk="1" hangingPunct="1"/>
            <a:r>
              <a:rPr kumimoji="1" lang="zh-CN" altLang="en-US"/>
              <a:t>风险评估</a:t>
            </a:r>
          </a:p>
        </p:txBody>
      </p:sp>
      <p:sp>
        <p:nvSpPr>
          <p:cNvPr id="36867" name="Rectangle 3">
            <a:extLst>
              <a:ext uri="{FF2B5EF4-FFF2-40B4-BE49-F238E27FC236}">
                <a16:creationId xmlns:a16="http://schemas.microsoft.com/office/drawing/2014/main" id="{52D3DD07-2060-6DA8-C1FC-2D7182613536}"/>
              </a:ext>
            </a:extLst>
          </p:cNvPr>
          <p:cNvSpPr>
            <a:spLocks noGrp="1" noChangeArrowheads="1"/>
          </p:cNvSpPr>
          <p:nvPr>
            <p:ph type="body" idx="1"/>
          </p:nvPr>
        </p:nvSpPr>
        <p:spPr>
          <a:xfrm>
            <a:off x="971550" y="1773238"/>
            <a:ext cx="7993063" cy="5084762"/>
          </a:xfrm>
        </p:spPr>
        <p:txBody>
          <a:bodyPr/>
          <a:lstStyle/>
          <a:p>
            <a:pPr eaLnBrk="1" hangingPunct="1">
              <a:lnSpc>
                <a:spcPct val="150000"/>
              </a:lnSpc>
            </a:pPr>
            <a:r>
              <a:rPr lang="zh-CN" altLang="en-US" sz="2000" dirty="0">
                <a:solidFill>
                  <a:schemeClr val="accent2"/>
                </a:solidFill>
                <a:ea typeface="黑体" panose="02010609060101010101" pitchFamily="49" charset="-122"/>
              </a:rPr>
              <a:t>风险优先级变动</a:t>
            </a:r>
            <a:endParaRPr lang="zh-CN" altLang="en-US" sz="2000" dirty="0">
              <a:latin typeface="黑体" panose="02010609060101010101" pitchFamily="49" charset="-122"/>
            </a:endParaRPr>
          </a:p>
        </p:txBody>
      </p:sp>
      <p:pic>
        <p:nvPicPr>
          <p:cNvPr id="3" name="图片 2">
            <a:extLst>
              <a:ext uri="{FF2B5EF4-FFF2-40B4-BE49-F238E27FC236}">
                <a16:creationId xmlns:a16="http://schemas.microsoft.com/office/drawing/2014/main" id="{AEE78C29-208F-6BA3-985A-F91BE9451378}"/>
              </a:ext>
            </a:extLst>
          </p:cNvPr>
          <p:cNvPicPr>
            <a:picLocks noChangeAspect="1"/>
          </p:cNvPicPr>
          <p:nvPr/>
        </p:nvPicPr>
        <p:blipFill rotWithShape="1">
          <a:blip r:embed="rId3">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rcRect l="15001" t="4850" r="17809" b="6951"/>
          <a:stretch/>
        </p:blipFill>
        <p:spPr>
          <a:xfrm rot="16200000">
            <a:off x="2941772" y="1170796"/>
            <a:ext cx="3908529" cy="6840761"/>
          </a:xfrm>
          <a:prstGeom prst="rect">
            <a:avLst/>
          </a:prstGeom>
        </p:spPr>
      </p:pic>
    </p:spTree>
    <p:extLst>
      <p:ext uri="{BB962C8B-B14F-4D97-AF65-F5344CB8AC3E}">
        <p14:creationId xmlns:p14="http://schemas.microsoft.com/office/powerpoint/2010/main" val="16930536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A4614F7B-5A30-73BE-5160-27EFEE1BE3D8}"/>
              </a:ext>
            </a:extLst>
          </p:cNvPr>
          <p:cNvSpPr>
            <a:spLocks noGrp="1" noChangeArrowheads="1"/>
          </p:cNvSpPr>
          <p:nvPr>
            <p:ph type="title"/>
          </p:nvPr>
        </p:nvSpPr>
        <p:spPr/>
        <p:txBody>
          <a:bodyPr/>
          <a:lstStyle/>
          <a:p>
            <a:pPr eaLnBrk="1" hangingPunct="1"/>
            <a:r>
              <a:rPr kumimoji="1" lang="zh-CN" altLang="en-US"/>
              <a:t>风险评估</a:t>
            </a:r>
          </a:p>
        </p:txBody>
      </p:sp>
      <p:sp>
        <p:nvSpPr>
          <p:cNvPr id="36867" name="Rectangle 3">
            <a:extLst>
              <a:ext uri="{FF2B5EF4-FFF2-40B4-BE49-F238E27FC236}">
                <a16:creationId xmlns:a16="http://schemas.microsoft.com/office/drawing/2014/main" id="{52D3DD07-2060-6DA8-C1FC-2D7182613536}"/>
              </a:ext>
            </a:extLst>
          </p:cNvPr>
          <p:cNvSpPr>
            <a:spLocks noGrp="1" noChangeArrowheads="1"/>
          </p:cNvSpPr>
          <p:nvPr>
            <p:ph type="body" idx="1"/>
          </p:nvPr>
        </p:nvSpPr>
        <p:spPr>
          <a:xfrm>
            <a:off x="971550" y="1773238"/>
            <a:ext cx="7993063" cy="5084762"/>
          </a:xfrm>
        </p:spPr>
        <p:txBody>
          <a:bodyPr/>
          <a:lstStyle/>
          <a:p>
            <a:pPr eaLnBrk="1" hangingPunct="1">
              <a:lnSpc>
                <a:spcPct val="150000"/>
              </a:lnSpc>
            </a:pPr>
            <a:r>
              <a:rPr lang="zh-CN" altLang="en-US" sz="2000" dirty="0">
                <a:solidFill>
                  <a:schemeClr val="accent2"/>
                </a:solidFill>
                <a:ea typeface="黑体" panose="02010609060101010101" pitchFamily="49" charset="-122"/>
              </a:rPr>
              <a:t>风险评估过程如下</a:t>
            </a:r>
            <a:r>
              <a:rPr lang="zh-CN" altLang="en-US" dirty="0"/>
              <a:t>  </a:t>
            </a:r>
            <a:endParaRPr lang="zh-CN" altLang="en-US" sz="2000" dirty="0">
              <a:latin typeface="黑体" panose="02010609060101010101" pitchFamily="49" charset="-122"/>
            </a:endParaRPr>
          </a:p>
          <a:p>
            <a:pPr eaLnBrk="1" hangingPunct="1"/>
            <a:r>
              <a:rPr lang="zh-CN" altLang="en-US" sz="2000" dirty="0"/>
              <a:t>（</a:t>
            </a:r>
            <a:r>
              <a:rPr lang="en-US" altLang="zh-CN" sz="2000" dirty="0"/>
              <a:t>8</a:t>
            </a:r>
            <a:r>
              <a:rPr lang="zh-CN" altLang="en-US" sz="2000" dirty="0"/>
              <a:t>）将风险分析结果归档</a:t>
            </a:r>
            <a:endParaRPr lang="en-US" altLang="zh-CN" sz="2000" dirty="0"/>
          </a:p>
          <a:p>
            <a:pPr lvl="1" eaLnBrk="1" hangingPunct="1"/>
            <a:r>
              <a:rPr lang="zh-CN" altLang="en-US" sz="1800" dirty="0"/>
              <a:t>将风险结果归档，使相关人员共享</a:t>
            </a:r>
          </a:p>
        </p:txBody>
      </p:sp>
      <p:pic>
        <p:nvPicPr>
          <p:cNvPr id="3" name="图片 2">
            <a:extLst>
              <a:ext uri="{FF2B5EF4-FFF2-40B4-BE49-F238E27FC236}">
                <a16:creationId xmlns:a16="http://schemas.microsoft.com/office/drawing/2014/main" id="{568E3DFD-F280-5D1C-67C1-2E6A493563CE}"/>
              </a:ext>
            </a:extLst>
          </p:cNvPr>
          <p:cNvPicPr>
            <a:picLocks noChangeAspect="1"/>
          </p:cNvPicPr>
          <p:nvPr/>
        </p:nvPicPr>
        <p:blipFill rotWithShape="1">
          <a:blip r:embed="rId3">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rcRect l="10800" t="1701" r="34600" b="5900"/>
          <a:stretch/>
        </p:blipFill>
        <p:spPr>
          <a:xfrm rot="16200000">
            <a:off x="3239852" y="1664804"/>
            <a:ext cx="2808312" cy="6336704"/>
          </a:xfrm>
          <a:prstGeom prst="rect">
            <a:avLst/>
          </a:prstGeom>
        </p:spPr>
      </p:pic>
    </p:spTree>
    <p:extLst>
      <p:ext uri="{BB962C8B-B14F-4D97-AF65-F5344CB8AC3E}">
        <p14:creationId xmlns:p14="http://schemas.microsoft.com/office/powerpoint/2010/main" val="15271471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B5B33A18-E722-D793-3210-F003458C62A0}"/>
              </a:ext>
            </a:extLst>
          </p:cNvPr>
          <p:cNvSpPr>
            <a:spLocks noGrp="1" noChangeArrowheads="1"/>
          </p:cNvSpPr>
          <p:nvPr>
            <p:ph type="title"/>
          </p:nvPr>
        </p:nvSpPr>
        <p:spPr/>
        <p:txBody>
          <a:bodyPr/>
          <a:lstStyle/>
          <a:p>
            <a:pPr eaLnBrk="1" hangingPunct="1"/>
            <a:r>
              <a:rPr kumimoji="1" lang="zh-CN" altLang="en-US"/>
              <a:t>风险评估</a:t>
            </a:r>
          </a:p>
        </p:txBody>
      </p:sp>
      <p:sp>
        <p:nvSpPr>
          <p:cNvPr id="38915" name="Rectangle 3">
            <a:extLst>
              <a:ext uri="{FF2B5EF4-FFF2-40B4-BE49-F238E27FC236}">
                <a16:creationId xmlns:a16="http://schemas.microsoft.com/office/drawing/2014/main" id="{B8E7DF2E-FE48-1A9C-5683-37CB761B8C1A}"/>
              </a:ext>
            </a:extLst>
          </p:cNvPr>
          <p:cNvSpPr>
            <a:spLocks noGrp="1" noChangeArrowheads="1"/>
          </p:cNvSpPr>
          <p:nvPr>
            <p:ph type="body" idx="1"/>
          </p:nvPr>
        </p:nvSpPr>
        <p:spPr>
          <a:xfrm>
            <a:off x="611188" y="2060575"/>
            <a:ext cx="8353425" cy="4797425"/>
          </a:xfrm>
        </p:spPr>
        <p:txBody>
          <a:bodyPr/>
          <a:lstStyle/>
          <a:p>
            <a:pPr eaLnBrk="1" hangingPunct="1">
              <a:lnSpc>
                <a:spcPct val="130000"/>
              </a:lnSpc>
              <a:spcBef>
                <a:spcPct val="40000"/>
              </a:spcBef>
            </a:pPr>
            <a:r>
              <a:rPr lang="zh-CN" altLang="en-US" sz="2400" dirty="0">
                <a:solidFill>
                  <a:schemeClr val="accent2"/>
                </a:solidFill>
                <a:ea typeface="黑体" panose="02010609060101010101" pitchFamily="49" charset="-122"/>
              </a:rPr>
              <a:t>风险评估的方法</a:t>
            </a:r>
          </a:p>
          <a:p>
            <a:pPr eaLnBrk="1" hangingPunct="1">
              <a:lnSpc>
                <a:spcPct val="130000"/>
              </a:lnSpc>
              <a:spcBef>
                <a:spcPct val="40000"/>
              </a:spcBef>
            </a:pPr>
            <a:r>
              <a:rPr lang="zh-CN" altLang="en-US" sz="2000" dirty="0">
                <a:solidFill>
                  <a:schemeClr val="accent2"/>
                </a:solidFill>
                <a:ea typeface="黑体" panose="02010609060101010101" pitchFamily="49" charset="-122"/>
              </a:rPr>
              <a:t>定性风险评估</a:t>
            </a:r>
          </a:p>
          <a:p>
            <a:pPr eaLnBrk="1" hangingPunct="1">
              <a:lnSpc>
                <a:spcPct val="130000"/>
              </a:lnSpc>
              <a:spcBef>
                <a:spcPct val="40000"/>
              </a:spcBef>
              <a:buFont typeface="Wingdings 2" panose="05020102010507070707" pitchFamily="18" charset="2"/>
              <a:buNone/>
            </a:pPr>
            <a:r>
              <a:rPr lang="zh-CN" altLang="en-US" sz="2000" dirty="0"/>
              <a:t>     </a:t>
            </a:r>
            <a:r>
              <a:rPr lang="en-US" altLang="zh-CN" sz="2000" dirty="0">
                <a:solidFill>
                  <a:schemeClr val="accent2"/>
                </a:solidFill>
              </a:rPr>
              <a:t>——</a:t>
            </a:r>
            <a:r>
              <a:rPr lang="zh-CN" altLang="en-US" sz="2000" dirty="0"/>
              <a:t>定性风险评估主要是针对风险概率及后果进行定性的评估。</a:t>
            </a:r>
          </a:p>
          <a:p>
            <a:pPr eaLnBrk="1" hangingPunct="1">
              <a:lnSpc>
                <a:spcPct val="130000"/>
              </a:lnSpc>
              <a:spcBef>
                <a:spcPct val="40000"/>
              </a:spcBef>
            </a:pPr>
            <a:r>
              <a:rPr lang="zh-CN" altLang="en-US" sz="2000" dirty="0"/>
              <a:t>例如采用历史资料法、概率分布法、风险后果估计法等。历史资料法主要是应用历史数据进行评估的方法，通过同类历史项目的风险发生情况，进行本项目的估算。概率分布法主要是按照理论或者主观调整后的概率进行评估的一种方法。</a:t>
            </a:r>
            <a:r>
              <a:rPr lang="zh-CN" altLang="en-US" dirty="0"/>
              <a:t>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A6BADD4A-1CC7-1876-9A7E-B711E57553D5}"/>
              </a:ext>
            </a:extLst>
          </p:cNvPr>
          <p:cNvSpPr>
            <a:spLocks noGrp="1" noChangeArrowheads="1"/>
          </p:cNvSpPr>
          <p:nvPr>
            <p:ph type="title"/>
          </p:nvPr>
        </p:nvSpPr>
        <p:spPr/>
        <p:txBody>
          <a:bodyPr/>
          <a:lstStyle/>
          <a:p>
            <a:pPr eaLnBrk="1" hangingPunct="1"/>
            <a:r>
              <a:rPr kumimoji="1" lang="zh-CN" altLang="en-US"/>
              <a:t>风险评估</a:t>
            </a:r>
          </a:p>
        </p:txBody>
      </p:sp>
      <p:sp>
        <p:nvSpPr>
          <p:cNvPr id="40963" name="Rectangle 3">
            <a:extLst>
              <a:ext uri="{FF2B5EF4-FFF2-40B4-BE49-F238E27FC236}">
                <a16:creationId xmlns:a16="http://schemas.microsoft.com/office/drawing/2014/main" id="{D946FCA9-4B5B-1B09-42B4-507FEF3FBC6D}"/>
              </a:ext>
            </a:extLst>
          </p:cNvPr>
          <p:cNvSpPr>
            <a:spLocks noGrp="1" noChangeArrowheads="1"/>
          </p:cNvSpPr>
          <p:nvPr>
            <p:ph type="body" idx="1"/>
          </p:nvPr>
        </p:nvSpPr>
        <p:spPr>
          <a:xfrm>
            <a:off x="611188" y="2060575"/>
            <a:ext cx="8353425" cy="4797425"/>
          </a:xfrm>
        </p:spPr>
        <p:txBody>
          <a:bodyPr/>
          <a:lstStyle/>
          <a:p>
            <a:pPr eaLnBrk="1" hangingPunct="1">
              <a:lnSpc>
                <a:spcPct val="130000"/>
              </a:lnSpc>
              <a:spcBef>
                <a:spcPct val="40000"/>
              </a:spcBef>
            </a:pPr>
            <a:r>
              <a:rPr lang="zh-CN" altLang="en-US" sz="2400" dirty="0">
                <a:solidFill>
                  <a:schemeClr val="accent2"/>
                </a:solidFill>
                <a:ea typeface="黑体" panose="02010609060101010101" pitchFamily="49" charset="-122"/>
              </a:rPr>
              <a:t>风险评估的方法</a:t>
            </a:r>
          </a:p>
          <a:p>
            <a:pPr eaLnBrk="1" hangingPunct="1">
              <a:lnSpc>
                <a:spcPct val="130000"/>
              </a:lnSpc>
              <a:spcBef>
                <a:spcPct val="40000"/>
              </a:spcBef>
            </a:pPr>
            <a:r>
              <a:rPr lang="zh-CN" altLang="en-US" sz="2000" dirty="0">
                <a:solidFill>
                  <a:schemeClr val="accent2"/>
                </a:solidFill>
                <a:ea typeface="黑体" panose="02010609060101010101" pitchFamily="49" charset="-122"/>
              </a:rPr>
              <a:t>定性风险评估（概率分布法）</a:t>
            </a:r>
            <a:endParaRPr lang="en-US" altLang="zh-CN" sz="2000" dirty="0">
              <a:solidFill>
                <a:schemeClr val="accent2"/>
              </a:solidFill>
              <a:ea typeface="黑体" panose="02010609060101010101" pitchFamily="49" charset="-122"/>
            </a:endParaRPr>
          </a:p>
          <a:p>
            <a:pPr lvl="1" eaLnBrk="1" hangingPunct="1">
              <a:lnSpc>
                <a:spcPct val="130000"/>
              </a:lnSpc>
              <a:spcBef>
                <a:spcPct val="40000"/>
              </a:spcBef>
            </a:pPr>
            <a:r>
              <a:rPr lang="zh-CN" altLang="en-US" sz="1600" dirty="0">
                <a:ea typeface="黑体" panose="02010609060101010101" pitchFamily="49" charset="-122"/>
              </a:rPr>
              <a:t>每个风险的概率值可以由项目组成员个别估算，然后将这些值平均，得到一个有代表性的概率值。</a:t>
            </a:r>
            <a:endParaRPr lang="en-US" altLang="zh-CN" sz="1600" dirty="0">
              <a:ea typeface="黑体" panose="02010609060101010101" pitchFamily="49" charset="-122"/>
            </a:endParaRPr>
          </a:p>
          <a:p>
            <a:pPr lvl="1" eaLnBrk="1" hangingPunct="1">
              <a:lnSpc>
                <a:spcPct val="130000"/>
              </a:lnSpc>
              <a:spcBef>
                <a:spcPct val="40000"/>
              </a:spcBef>
            </a:pPr>
            <a:r>
              <a:rPr lang="zh-CN" altLang="en-US" sz="1600" dirty="0">
                <a:ea typeface="黑体" panose="02010609060101010101" pitchFamily="49" charset="-122"/>
              </a:rPr>
              <a:t>根据风险事件发生的概率度，将风险事件发生的可能性定性地分为若干等级</a:t>
            </a:r>
            <a:endParaRPr lang="en-US" altLang="zh-CN" sz="1600" dirty="0">
              <a:ea typeface="黑体" panose="02010609060101010101" pitchFamily="49" charset="-122"/>
            </a:endParaRPr>
          </a:p>
          <a:p>
            <a:pPr lvl="1" eaLnBrk="1" hangingPunct="1">
              <a:lnSpc>
                <a:spcPct val="130000"/>
              </a:lnSpc>
              <a:spcBef>
                <a:spcPct val="40000"/>
              </a:spcBef>
            </a:pPr>
            <a:r>
              <a:rPr lang="zh-CN" altLang="en-US" sz="1600" dirty="0">
                <a:ea typeface="黑体" panose="02010609060101010101" pitchFamily="49" charset="-122"/>
              </a:rPr>
              <a:t>风险后果使风险影响项目目标的严重程度，可以从无影响到无穷大影响</a:t>
            </a:r>
            <a:endParaRPr lang="en-US" altLang="zh-CN" sz="1600" dirty="0">
              <a:ea typeface="黑体" panose="02010609060101010101" pitchFamily="49" charset="-122"/>
            </a:endParaRPr>
          </a:p>
          <a:p>
            <a:pPr lvl="1" eaLnBrk="1" hangingPunct="1">
              <a:lnSpc>
                <a:spcPct val="130000"/>
              </a:lnSpc>
              <a:spcBef>
                <a:spcPct val="40000"/>
              </a:spcBef>
            </a:pPr>
            <a:r>
              <a:rPr lang="zh-CN" altLang="en-US" sz="1600" dirty="0">
                <a:ea typeface="黑体" panose="02010609060101010101" pitchFamily="49" charset="-122"/>
              </a:rPr>
              <a:t>如表</a:t>
            </a:r>
            <a:r>
              <a:rPr lang="en-US" altLang="zh-CN" sz="1600" dirty="0">
                <a:ea typeface="黑体" panose="02010609060101010101" pitchFamily="49" charset="-122"/>
              </a:rPr>
              <a:t>8-5</a:t>
            </a:r>
            <a:r>
              <a:rPr lang="zh-CN" altLang="en-US" sz="1600" dirty="0">
                <a:ea typeface="黑体" panose="02010609060101010101" pitchFamily="49" charset="-122"/>
              </a:rPr>
              <a:t>和表</a:t>
            </a:r>
            <a:r>
              <a:rPr lang="en-US" altLang="zh-CN" sz="1600" dirty="0">
                <a:ea typeface="黑体" panose="02010609060101010101" pitchFamily="49" charset="-122"/>
              </a:rPr>
              <a:t>8-6</a:t>
            </a:r>
            <a:endParaRPr lang="zh-CN" altLang="en-US" sz="1600" dirty="0">
              <a:ea typeface="黑体" panose="02010609060101010101" pitchFamily="49" charset="-122"/>
            </a:endParaRPr>
          </a:p>
        </p:txBody>
      </p:sp>
      <p:pic>
        <p:nvPicPr>
          <p:cNvPr id="40964" name="图片 1">
            <a:extLst>
              <a:ext uri="{FF2B5EF4-FFF2-40B4-BE49-F238E27FC236}">
                <a16:creationId xmlns:a16="http://schemas.microsoft.com/office/drawing/2014/main" id="{B42B70AB-AA87-2406-1B11-61A113A7A1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4800" y="5084763"/>
            <a:ext cx="2682875" cy="169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5" name="图片 2">
            <a:extLst>
              <a:ext uri="{FF2B5EF4-FFF2-40B4-BE49-F238E27FC236}">
                <a16:creationId xmlns:a16="http://schemas.microsoft.com/office/drawing/2014/main" id="{C9F4DF05-D06B-A3F5-4FA0-B31A9A743A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19700" y="5084763"/>
            <a:ext cx="2817813" cy="166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11C72386-DF74-C33E-7DB3-8F0BF8B261E1}"/>
              </a:ext>
            </a:extLst>
          </p:cNvPr>
          <p:cNvSpPr>
            <a:spLocks noGrp="1" noChangeArrowheads="1"/>
          </p:cNvSpPr>
          <p:nvPr>
            <p:ph type="title"/>
          </p:nvPr>
        </p:nvSpPr>
        <p:spPr/>
        <p:txBody>
          <a:bodyPr/>
          <a:lstStyle/>
          <a:p>
            <a:pPr eaLnBrk="1" hangingPunct="1"/>
            <a:r>
              <a:rPr kumimoji="1" lang="zh-CN" altLang="en-US"/>
              <a:t>风险评估</a:t>
            </a:r>
          </a:p>
        </p:txBody>
      </p:sp>
      <p:sp>
        <p:nvSpPr>
          <p:cNvPr id="43011" name="Rectangle 3">
            <a:extLst>
              <a:ext uri="{FF2B5EF4-FFF2-40B4-BE49-F238E27FC236}">
                <a16:creationId xmlns:a16="http://schemas.microsoft.com/office/drawing/2014/main" id="{C6B9BD40-BCF2-D90F-0E92-491A84A43255}"/>
              </a:ext>
            </a:extLst>
          </p:cNvPr>
          <p:cNvSpPr>
            <a:spLocks noGrp="1" noChangeArrowheads="1"/>
          </p:cNvSpPr>
          <p:nvPr>
            <p:ph type="body" idx="1"/>
          </p:nvPr>
        </p:nvSpPr>
        <p:spPr>
          <a:xfrm>
            <a:off x="611188" y="2060575"/>
            <a:ext cx="8353425" cy="4797425"/>
          </a:xfrm>
        </p:spPr>
        <p:txBody>
          <a:bodyPr/>
          <a:lstStyle/>
          <a:p>
            <a:pPr eaLnBrk="1" hangingPunct="1">
              <a:lnSpc>
                <a:spcPct val="130000"/>
              </a:lnSpc>
              <a:spcBef>
                <a:spcPct val="40000"/>
              </a:spcBef>
            </a:pPr>
            <a:r>
              <a:rPr lang="zh-CN" altLang="en-US" sz="2400" dirty="0">
                <a:solidFill>
                  <a:schemeClr val="accent2"/>
                </a:solidFill>
                <a:ea typeface="黑体" panose="02010609060101010101" pitchFamily="49" charset="-122"/>
              </a:rPr>
              <a:t>风险评估的方法</a:t>
            </a:r>
          </a:p>
          <a:p>
            <a:pPr eaLnBrk="1" hangingPunct="1">
              <a:lnSpc>
                <a:spcPct val="130000"/>
              </a:lnSpc>
              <a:spcBef>
                <a:spcPct val="40000"/>
              </a:spcBef>
            </a:pPr>
            <a:r>
              <a:rPr lang="zh-CN" altLang="en-US" sz="2000" dirty="0">
                <a:solidFill>
                  <a:schemeClr val="accent2"/>
                </a:solidFill>
                <a:ea typeface="黑体" panose="02010609060101010101" pitchFamily="49" charset="-122"/>
              </a:rPr>
              <a:t>定性风险评估</a:t>
            </a:r>
            <a:endParaRPr lang="en-US" altLang="zh-CN" sz="2000" dirty="0">
              <a:solidFill>
                <a:schemeClr val="accent2"/>
              </a:solidFill>
              <a:ea typeface="黑体" panose="02010609060101010101" pitchFamily="49" charset="-122"/>
            </a:endParaRPr>
          </a:p>
          <a:p>
            <a:pPr lvl="1" eaLnBrk="1" hangingPunct="1">
              <a:lnSpc>
                <a:spcPct val="130000"/>
              </a:lnSpc>
              <a:spcBef>
                <a:spcPct val="40000"/>
              </a:spcBef>
            </a:pPr>
            <a:r>
              <a:rPr lang="zh-CN" altLang="en-US" sz="1600" dirty="0">
                <a:ea typeface="黑体" panose="02010609060101010101" pitchFamily="49" charset="-122"/>
              </a:rPr>
              <a:t>将风险后果的影响和发生概率等级编制成矩阵并分别给以定性的加权指数，可形成风险评估指数矩阵。但风险评估指数通常是主观制定的，而且定性的指标有时没有实际意义（</a:t>
            </a:r>
            <a:r>
              <a:rPr lang="en-US" altLang="zh-CN" sz="1600" dirty="0">
                <a:ea typeface="黑体" panose="02010609060101010101" pitchFamily="49" charset="-122"/>
              </a:rPr>
              <a:t>1-20</a:t>
            </a:r>
            <a:r>
              <a:rPr lang="zh-CN" altLang="en-US" sz="1600" dirty="0">
                <a:ea typeface="黑体" panose="02010609060101010101" pitchFamily="49" charset="-122"/>
              </a:rPr>
              <a:t>是根据风险事件可能性和严重性水平综合而确定的，通常讲最高风险指数定位</a:t>
            </a:r>
            <a:r>
              <a:rPr lang="en-US" altLang="zh-CN" sz="1600" dirty="0">
                <a:ea typeface="黑体" panose="02010609060101010101" pitchFamily="49" charset="-122"/>
              </a:rPr>
              <a:t>1</a:t>
            </a:r>
            <a:r>
              <a:rPr lang="zh-CN" altLang="en-US" sz="1600" dirty="0">
                <a:ea typeface="黑体" panose="02010609060101010101" pitchFamily="49" charset="-122"/>
              </a:rPr>
              <a:t>，对应于风险事件是频繁发生的并是有灾难性的后果；最低风险指数定位</a:t>
            </a:r>
            <a:r>
              <a:rPr lang="en-US" altLang="zh-CN" sz="1600" dirty="0">
                <a:ea typeface="黑体" panose="02010609060101010101" pitchFamily="49" charset="-122"/>
              </a:rPr>
              <a:t>20</a:t>
            </a:r>
            <a:r>
              <a:rPr lang="zh-CN" altLang="en-US" sz="1600" dirty="0">
                <a:ea typeface="黑体" panose="02010609060101010101" pitchFamily="49" charset="-122"/>
              </a:rPr>
              <a:t>，对应于风险事件几乎不可能发生并且后果是轻微的）</a:t>
            </a:r>
          </a:p>
        </p:txBody>
      </p:sp>
      <p:pic>
        <p:nvPicPr>
          <p:cNvPr id="3" name="图片 2">
            <a:extLst>
              <a:ext uri="{FF2B5EF4-FFF2-40B4-BE49-F238E27FC236}">
                <a16:creationId xmlns:a16="http://schemas.microsoft.com/office/drawing/2014/main" id="{03686A0C-6DB5-8457-579F-E69C6F4B0328}"/>
              </a:ext>
            </a:extLst>
          </p:cNvPr>
          <p:cNvPicPr>
            <a:picLocks noChangeAspect="1"/>
          </p:cNvPicPr>
          <p:nvPr/>
        </p:nvPicPr>
        <p:blipFill rotWithShape="1">
          <a:blip r:embed="rId3">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rcRect l="26200" t="2750" r="36000" b="3801"/>
          <a:stretch/>
        </p:blipFill>
        <p:spPr>
          <a:xfrm rot="16200000">
            <a:off x="4067944" y="2601131"/>
            <a:ext cx="1944216" cy="6408712"/>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11C72386-DF74-C33E-7DB3-8F0BF8B261E1}"/>
              </a:ext>
            </a:extLst>
          </p:cNvPr>
          <p:cNvSpPr>
            <a:spLocks noGrp="1" noChangeArrowheads="1"/>
          </p:cNvSpPr>
          <p:nvPr>
            <p:ph type="title"/>
          </p:nvPr>
        </p:nvSpPr>
        <p:spPr/>
        <p:txBody>
          <a:bodyPr/>
          <a:lstStyle/>
          <a:p>
            <a:pPr eaLnBrk="1" hangingPunct="1"/>
            <a:r>
              <a:rPr kumimoji="1" lang="zh-CN" altLang="en-US"/>
              <a:t>风险评估</a:t>
            </a:r>
          </a:p>
        </p:txBody>
      </p:sp>
      <p:sp>
        <p:nvSpPr>
          <p:cNvPr id="43011" name="Rectangle 3">
            <a:extLst>
              <a:ext uri="{FF2B5EF4-FFF2-40B4-BE49-F238E27FC236}">
                <a16:creationId xmlns:a16="http://schemas.microsoft.com/office/drawing/2014/main" id="{C6B9BD40-BCF2-D90F-0E92-491A84A43255}"/>
              </a:ext>
            </a:extLst>
          </p:cNvPr>
          <p:cNvSpPr>
            <a:spLocks noGrp="1" noChangeArrowheads="1"/>
          </p:cNvSpPr>
          <p:nvPr>
            <p:ph type="body" idx="1"/>
          </p:nvPr>
        </p:nvSpPr>
        <p:spPr>
          <a:xfrm>
            <a:off x="611188" y="2060575"/>
            <a:ext cx="8353425" cy="4797425"/>
          </a:xfrm>
        </p:spPr>
        <p:txBody>
          <a:bodyPr/>
          <a:lstStyle/>
          <a:p>
            <a:pPr eaLnBrk="1" hangingPunct="1">
              <a:lnSpc>
                <a:spcPct val="130000"/>
              </a:lnSpc>
              <a:spcBef>
                <a:spcPct val="40000"/>
              </a:spcBef>
            </a:pPr>
            <a:r>
              <a:rPr lang="zh-CN" altLang="en-US" sz="2400" dirty="0">
                <a:solidFill>
                  <a:schemeClr val="accent2"/>
                </a:solidFill>
                <a:ea typeface="黑体" panose="02010609060101010101" pitchFamily="49" charset="-122"/>
              </a:rPr>
              <a:t>风险评估的方法</a:t>
            </a:r>
          </a:p>
          <a:p>
            <a:pPr eaLnBrk="1" hangingPunct="1">
              <a:lnSpc>
                <a:spcPct val="130000"/>
              </a:lnSpc>
              <a:spcBef>
                <a:spcPct val="40000"/>
              </a:spcBef>
            </a:pPr>
            <a:r>
              <a:rPr lang="zh-CN" altLang="en-US" sz="2000" dirty="0">
                <a:solidFill>
                  <a:schemeClr val="accent2"/>
                </a:solidFill>
                <a:ea typeface="黑体" panose="02010609060101010101" pitchFamily="49" charset="-122"/>
              </a:rPr>
              <a:t>定性风险评估</a:t>
            </a:r>
            <a:endParaRPr lang="en-US" altLang="zh-CN" sz="2000" dirty="0">
              <a:solidFill>
                <a:schemeClr val="accent2"/>
              </a:solidFill>
              <a:ea typeface="黑体" panose="02010609060101010101" pitchFamily="49" charset="-122"/>
            </a:endParaRPr>
          </a:p>
          <a:p>
            <a:pPr lvl="1" eaLnBrk="1" hangingPunct="1">
              <a:lnSpc>
                <a:spcPct val="130000"/>
              </a:lnSpc>
              <a:spcBef>
                <a:spcPct val="40000"/>
              </a:spcBef>
            </a:pPr>
            <a:r>
              <a:rPr lang="zh-CN" altLang="en-US" sz="1600" dirty="0">
                <a:ea typeface="黑体" panose="02010609060101010101" pitchFamily="49" charset="-122"/>
              </a:rPr>
              <a:t>当然，定性风险评估也可以采用更为简单的方法，如下表：</a:t>
            </a:r>
          </a:p>
        </p:txBody>
      </p:sp>
      <p:pic>
        <p:nvPicPr>
          <p:cNvPr id="4" name="图片 3">
            <a:extLst>
              <a:ext uri="{FF2B5EF4-FFF2-40B4-BE49-F238E27FC236}">
                <a16:creationId xmlns:a16="http://schemas.microsoft.com/office/drawing/2014/main" id="{49DC1E18-05E8-E306-86D9-C06F0B42BB39}"/>
              </a:ext>
            </a:extLst>
          </p:cNvPr>
          <p:cNvPicPr>
            <a:picLocks noChangeAspect="1"/>
          </p:cNvPicPr>
          <p:nvPr/>
        </p:nvPicPr>
        <p:blipFill rotWithShape="1">
          <a:blip r:embed="rId3">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rcRect l="27601" t="2750" r="41600"/>
          <a:stretch/>
        </p:blipFill>
        <p:spPr>
          <a:xfrm rot="16200000">
            <a:off x="3995812" y="1462472"/>
            <a:ext cx="1584176" cy="6669360"/>
          </a:xfrm>
          <a:prstGeom prst="rect">
            <a:avLst/>
          </a:prstGeom>
        </p:spPr>
      </p:pic>
    </p:spTree>
    <p:extLst>
      <p:ext uri="{BB962C8B-B14F-4D97-AF65-F5344CB8AC3E}">
        <p14:creationId xmlns:p14="http://schemas.microsoft.com/office/powerpoint/2010/main" val="3639431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11C72386-DF74-C33E-7DB3-8F0BF8B261E1}"/>
              </a:ext>
            </a:extLst>
          </p:cNvPr>
          <p:cNvSpPr>
            <a:spLocks noGrp="1" noChangeArrowheads="1"/>
          </p:cNvSpPr>
          <p:nvPr>
            <p:ph type="title"/>
          </p:nvPr>
        </p:nvSpPr>
        <p:spPr/>
        <p:txBody>
          <a:bodyPr/>
          <a:lstStyle/>
          <a:p>
            <a:pPr eaLnBrk="1" hangingPunct="1"/>
            <a:r>
              <a:rPr kumimoji="1" lang="zh-CN" altLang="en-US"/>
              <a:t>风险评估</a:t>
            </a:r>
          </a:p>
        </p:txBody>
      </p:sp>
      <p:sp>
        <p:nvSpPr>
          <p:cNvPr id="43011" name="Rectangle 3">
            <a:extLst>
              <a:ext uri="{FF2B5EF4-FFF2-40B4-BE49-F238E27FC236}">
                <a16:creationId xmlns:a16="http://schemas.microsoft.com/office/drawing/2014/main" id="{C6B9BD40-BCF2-D90F-0E92-491A84A43255}"/>
              </a:ext>
            </a:extLst>
          </p:cNvPr>
          <p:cNvSpPr>
            <a:spLocks noGrp="1" noChangeArrowheads="1"/>
          </p:cNvSpPr>
          <p:nvPr>
            <p:ph type="body" idx="1"/>
          </p:nvPr>
        </p:nvSpPr>
        <p:spPr>
          <a:xfrm>
            <a:off x="611188" y="2060575"/>
            <a:ext cx="8353425" cy="4797425"/>
          </a:xfrm>
        </p:spPr>
        <p:txBody>
          <a:bodyPr/>
          <a:lstStyle/>
          <a:p>
            <a:pPr eaLnBrk="1" hangingPunct="1">
              <a:lnSpc>
                <a:spcPct val="130000"/>
              </a:lnSpc>
              <a:spcBef>
                <a:spcPct val="40000"/>
              </a:spcBef>
            </a:pPr>
            <a:r>
              <a:rPr lang="zh-CN" altLang="en-US" sz="2400" dirty="0">
                <a:solidFill>
                  <a:schemeClr val="accent2"/>
                </a:solidFill>
                <a:ea typeface="黑体" panose="02010609060101010101" pitchFamily="49" charset="-122"/>
              </a:rPr>
              <a:t>风险评估的方法</a:t>
            </a:r>
          </a:p>
          <a:p>
            <a:pPr eaLnBrk="1" hangingPunct="1">
              <a:lnSpc>
                <a:spcPct val="130000"/>
              </a:lnSpc>
              <a:spcBef>
                <a:spcPct val="40000"/>
              </a:spcBef>
            </a:pPr>
            <a:r>
              <a:rPr lang="zh-CN" altLang="en-US" sz="2000" dirty="0">
                <a:solidFill>
                  <a:schemeClr val="accent2"/>
                </a:solidFill>
                <a:ea typeface="黑体" panose="02010609060101010101" pitchFamily="49" charset="-122"/>
              </a:rPr>
              <a:t>定性风险评估</a:t>
            </a:r>
            <a:endParaRPr lang="en-US" altLang="zh-CN" sz="2000" dirty="0">
              <a:solidFill>
                <a:schemeClr val="accent2"/>
              </a:solidFill>
              <a:ea typeface="黑体" panose="02010609060101010101" pitchFamily="49" charset="-122"/>
            </a:endParaRPr>
          </a:p>
          <a:p>
            <a:pPr lvl="1" eaLnBrk="1" hangingPunct="1">
              <a:lnSpc>
                <a:spcPct val="130000"/>
              </a:lnSpc>
              <a:spcBef>
                <a:spcPct val="40000"/>
              </a:spcBef>
            </a:pPr>
            <a:r>
              <a:rPr lang="zh-CN" altLang="en-US" sz="2000" dirty="0">
                <a:ea typeface="黑体" panose="02010609060101010101" pitchFamily="49" charset="-122"/>
              </a:rPr>
              <a:t>风险后果影响和发生概率从风险管理的角度来看各有不同的作用。一个具有</a:t>
            </a:r>
            <a:r>
              <a:rPr lang="zh-CN" altLang="en-US" sz="2000" dirty="0">
                <a:solidFill>
                  <a:srgbClr val="FF0000"/>
                </a:solidFill>
                <a:ea typeface="黑体" panose="02010609060101010101" pitchFamily="49" charset="-122"/>
              </a:rPr>
              <a:t>高影响但低概率的风险</a:t>
            </a:r>
            <a:r>
              <a:rPr lang="zh-CN" altLang="en-US" sz="2000" dirty="0">
                <a:ea typeface="黑体" panose="02010609060101010101" pitchFamily="49" charset="-122"/>
              </a:rPr>
              <a:t>因素不应当占用太多的风险管理时间，而具有</a:t>
            </a:r>
            <a:r>
              <a:rPr lang="zh-CN" altLang="en-US" sz="2000" dirty="0">
                <a:solidFill>
                  <a:srgbClr val="FF0000"/>
                </a:solidFill>
                <a:ea typeface="黑体" panose="02010609060101010101" pitchFamily="49" charset="-122"/>
              </a:rPr>
              <a:t>中到高概率、高影响的风险和具有高概率及低影响的风险</a:t>
            </a:r>
            <a:r>
              <a:rPr lang="zh-CN" altLang="en-US" sz="2000" dirty="0">
                <a:ea typeface="黑体" panose="02010609060101010101" pitchFamily="49" charset="-122"/>
              </a:rPr>
              <a:t>就应该进行风险分析。</a:t>
            </a:r>
          </a:p>
        </p:txBody>
      </p:sp>
    </p:spTree>
    <p:extLst>
      <p:ext uri="{BB962C8B-B14F-4D97-AF65-F5344CB8AC3E}">
        <p14:creationId xmlns:p14="http://schemas.microsoft.com/office/powerpoint/2010/main" val="13429060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E7261CAF-2992-0965-2DFD-3B43481A8CD1}"/>
              </a:ext>
            </a:extLst>
          </p:cNvPr>
          <p:cNvSpPr>
            <a:spLocks noGrp="1" noChangeArrowheads="1"/>
          </p:cNvSpPr>
          <p:nvPr>
            <p:ph type="title"/>
          </p:nvPr>
        </p:nvSpPr>
        <p:spPr/>
        <p:txBody>
          <a:bodyPr/>
          <a:lstStyle/>
          <a:p>
            <a:pPr eaLnBrk="1" hangingPunct="1"/>
            <a:r>
              <a:rPr lang="en-US" altLang="zh-CN"/>
              <a:t> </a:t>
            </a:r>
            <a:r>
              <a:rPr kumimoji="1" lang="zh-CN" altLang="en-US"/>
              <a:t>风险评估</a:t>
            </a:r>
          </a:p>
        </p:txBody>
      </p:sp>
      <p:sp>
        <p:nvSpPr>
          <p:cNvPr id="45059" name="Rectangle 3">
            <a:extLst>
              <a:ext uri="{FF2B5EF4-FFF2-40B4-BE49-F238E27FC236}">
                <a16:creationId xmlns:a16="http://schemas.microsoft.com/office/drawing/2014/main" id="{D57F8880-8645-7731-FBB3-8713E54E5609}"/>
              </a:ext>
            </a:extLst>
          </p:cNvPr>
          <p:cNvSpPr>
            <a:spLocks noGrp="1" noChangeArrowheads="1"/>
          </p:cNvSpPr>
          <p:nvPr>
            <p:ph type="body" idx="1"/>
          </p:nvPr>
        </p:nvSpPr>
        <p:spPr>
          <a:xfrm>
            <a:off x="539750" y="1989138"/>
            <a:ext cx="8424863" cy="4868862"/>
          </a:xfrm>
        </p:spPr>
        <p:txBody>
          <a:bodyPr/>
          <a:lstStyle/>
          <a:p>
            <a:pPr eaLnBrk="1" hangingPunct="1">
              <a:lnSpc>
                <a:spcPct val="130000"/>
              </a:lnSpc>
            </a:pPr>
            <a:r>
              <a:rPr lang="zh-CN" altLang="en-US" sz="2000" dirty="0">
                <a:solidFill>
                  <a:schemeClr val="accent2"/>
                </a:solidFill>
                <a:ea typeface="黑体" panose="02010609060101010101" pitchFamily="49" charset="-122"/>
              </a:rPr>
              <a:t>定量风险评估</a:t>
            </a:r>
          </a:p>
          <a:p>
            <a:pPr eaLnBrk="1" hangingPunct="1">
              <a:lnSpc>
                <a:spcPct val="130000"/>
              </a:lnSpc>
              <a:buFont typeface="Wingdings 2" panose="05020102010507070707" pitchFamily="18" charset="2"/>
              <a:buNone/>
            </a:pPr>
            <a:r>
              <a:rPr lang="zh-CN" altLang="en-US" sz="2000" dirty="0"/>
              <a:t>     </a:t>
            </a:r>
            <a:r>
              <a:rPr lang="en-US" altLang="zh-CN" sz="2000" dirty="0">
                <a:solidFill>
                  <a:schemeClr val="accent2"/>
                </a:solidFill>
              </a:rPr>
              <a:t>——</a:t>
            </a:r>
            <a:r>
              <a:rPr lang="zh-CN" altLang="en-US" sz="2000" dirty="0"/>
              <a:t>定量风险评估是一种广泛使用的管理决策支持技术。一般，在定性风险分析之后就可以进行定量风险分析。</a:t>
            </a:r>
          </a:p>
          <a:p>
            <a:pPr eaLnBrk="1" hangingPunct="1">
              <a:lnSpc>
                <a:spcPct val="130000"/>
              </a:lnSpc>
            </a:pPr>
            <a:r>
              <a:rPr lang="zh-CN" altLang="en-US" sz="2000" dirty="0"/>
              <a:t>定量风险分析过程的目标是量化分析每一个风险的概率及其对项目目标造成的后果，也分析项目总体风险的程度。定量风险评估可以包括以下方法：</a:t>
            </a:r>
          </a:p>
          <a:p>
            <a:pPr lvl="1" eaLnBrk="1" hangingPunct="1">
              <a:lnSpc>
                <a:spcPct val="130000"/>
              </a:lnSpc>
              <a:spcBef>
                <a:spcPct val="30000"/>
              </a:spcBef>
            </a:pPr>
            <a:r>
              <a:rPr lang="zh-CN" altLang="en-US" sz="1800" dirty="0"/>
              <a:t>访谈</a:t>
            </a:r>
          </a:p>
          <a:p>
            <a:pPr lvl="1" eaLnBrk="1" hangingPunct="1">
              <a:lnSpc>
                <a:spcPct val="130000"/>
              </a:lnSpc>
              <a:spcBef>
                <a:spcPct val="30000"/>
              </a:spcBef>
            </a:pPr>
            <a:r>
              <a:rPr lang="zh-CN" altLang="en-US" sz="1800" dirty="0"/>
              <a:t>盈亏平衡分析</a:t>
            </a:r>
          </a:p>
          <a:p>
            <a:pPr lvl="1" eaLnBrk="1" hangingPunct="1">
              <a:lnSpc>
                <a:spcPct val="130000"/>
              </a:lnSpc>
              <a:spcBef>
                <a:spcPct val="30000"/>
              </a:spcBef>
            </a:pPr>
            <a:r>
              <a:rPr lang="zh-CN" altLang="en-US" sz="1800" dirty="0"/>
              <a:t>决策树分析</a:t>
            </a:r>
          </a:p>
          <a:p>
            <a:pPr lvl="1" eaLnBrk="1" hangingPunct="1">
              <a:lnSpc>
                <a:spcPct val="130000"/>
              </a:lnSpc>
              <a:spcBef>
                <a:spcPct val="30000"/>
              </a:spcBef>
            </a:pPr>
            <a:r>
              <a:rPr lang="zh-CN" altLang="en-US" sz="1800" dirty="0"/>
              <a:t>模拟法</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F78F32CB-3925-7F21-FADE-07EAA320F240}"/>
              </a:ext>
            </a:extLst>
          </p:cNvPr>
          <p:cNvSpPr>
            <a:spLocks noGrp="1" noChangeArrowheads="1"/>
          </p:cNvSpPr>
          <p:nvPr>
            <p:ph type="title"/>
          </p:nvPr>
        </p:nvSpPr>
        <p:spPr/>
        <p:txBody>
          <a:bodyPr/>
          <a:lstStyle/>
          <a:p>
            <a:pPr eaLnBrk="1" hangingPunct="1"/>
            <a:r>
              <a:rPr lang="en-US" altLang="zh-CN"/>
              <a:t> </a:t>
            </a:r>
            <a:r>
              <a:rPr kumimoji="1" lang="zh-CN" altLang="en-US"/>
              <a:t>风险评估</a:t>
            </a:r>
          </a:p>
        </p:txBody>
      </p:sp>
      <p:sp>
        <p:nvSpPr>
          <p:cNvPr id="47107" name="Rectangle 3">
            <a:extLst>
              <a:ext uri="{FF2B5EF4-FFF2-40B4-BE49-F238E27FC236}">
                <a16:creationId xmlns:a16="http://schemas.microsoft.com/office/drawing/2014/main" id="{587B2C5D-F6A8-F982-0877-E116C1630272}"/>
              </a:ext>
            </a:extLst>
          </p:cNvPr>
          <p:cNvSpPr>
            <a:spLocks noGrp="1" noChangeArrowheads="1"/>
          </p:cNvSpPr>
          <p:nvPr>
            <p:ph type="body" idx="1"/>
          </p:nvPr>
        </p:nvSpPr>
        <p:spPr>
          <a:xfrm>
            <a:off x="539750" y="1989138"/>
            <a:ext cx="8424863" cy="4868862"/>
          </a:xfrm>
        </p:spPr>
        <p:txBody>
          <a:bodyPr/>
          <a:lstStyle/>
          <a:p>
            <a:pPr eaLnBrk="1" hangingPunct="1">
              <a:lnSpc>
                <a:spcPct val="130000"/>
              </a:lnSpc>
            </a:pPr>
            <a:r>
              <a:rPr lang="zh-CN" altLang="en-US" sz="2000" dirty="0">
                <a:solidFill>
                  <a:schemeClr val="accent2"/>
                </a:solidFill>
                <a:ea typeface="黑体" panose="02010609060101010101" pitchFamily="49" charset="-122"/>
              </a:rPr>
              <a:t>定量风险评估</a:t>
            </a:r>
          </a:p>
          <a:p>
            <a:pPr lvl="1" eaLnBrk="1" hangingPunct="1">
              <a:lnSpc>
                <a:spcPct val="130000"/>
              </a:lnSpc>
              <a:spcBef>
                <a:spcPct val="30000"/>
              </a:spcBef>
            </a:pPr>
            <a:r>
              <a:rPr lang="zh-CN" altLang="en-US" sz="1800" dirty="0"/>
              <a:t>访谈</a:t>
            </a:r>
            <a:endParaRPr lang="en-US" altLang="zh-CN" sz="1800" dirty="0"/>
          </a:p>
          <a:p>
            <a:pPr lvl="2" eaLnBrk="1" hangingPunct="1">
              <a:lnSpc>
                <a:spcPct val="130000"/>
              </a:lnSpc>
              <a:spcBef>
                <a:spcPct val="30000"/>
              </a:spcBef>
            </a:pPr>
            <a:r>
              <a:rPr lang="zh-CN" altLang="en-US" sz="1400" dirty="0"/>
              <a:t>访谈技术用于量化对项目目标造成影响的风险概率和后果，可以邀请以前参加过与本项目相类似项目的专家，运用经验做出风险度量，其结果会相当准确和可靠。</a:t>
            </a:r>
          </a:p>
          <a:p>
            <a:pPr lvl="1" eaLnBrk="1" hangingPunct="1">
              <a:lnSpc>
                <a:spcPct val="130000"/>
              </a:lnSpc>
              <a:spcBef>
                <a:spcPct val="30000"/>
              </a:spcBef>
            </a:pPr>
            <a:r>
              <a:rPr lang="zh-CN" altLang="en-US" sz="1800" dirty="0"/>
              <a:t>盈亏平衡分析</a:t>
            </a:r>
            <a:endParaRPr lang="en-US" altLang="zh-CN" sz="1800" dirty="0"/>
          </a:p>
          <a:p>
            <a:pPr lvl="2" eaLnBrk="1" hangingPunct="1">
              <a:lnSpc>
                <a:spcPct val="130000"/>
              </a:lnSpc>
              <a:spcBef>
                <a:spcPct val="30000"/>
              </a:spcBef>
            </a:pPr>
            <a:r>
              <a:rPr lang="zh-CN" altLang="en-US" sz="1400" dirty="0"/>
              <a:t>盈亏平衡分析就是要确定项目的盈亏平衡点，在平衡点收入等于成本，盈亏平衡点越低，项目盈利的机会就越大。</a:t>
            </a:r>
          </a:p>
          <a:p>
            <a:pPr lvl="1" eaLnBrk="1" hangingPunct="1">
              <a:lnSpc>
                <a:spcPct val="130000"/>
              </a:lnSpc>
              <a:spcBef>
                <a:spcPct val="30000"/>
              </a:spcBef>
            </a:pPr>
            <a:r>
              <a:rPr lang="zh-CN" altLang="en-US" sz="1800" dirty="0"/>
              <a:t>决策树分析</a:t>
            </a:r>
            <a:endParaRPr lang="en-US" altLang="zh-CN" sz="1800" dirty="0"/>
          </a:p>
          <a:p>
            <a:pPr lvl="2" eaLnBrk="1" hangingPunct="1">
              <a:lnSpc>
                <a:spcPct val="130000"/>
              </a:lnSpc>
              <a:spcBef>
                <a:spcPct val="30000"/>
              </a:spcBef>
            </a:pPr>
            <a:r>
              <a:rPr lang="zh-CN" altLang="en-US" sz="1400" dirty="0"/>
              <a:t>使一种形象化的图表分析方法，提供可选择的行动方案和行动方案之间的关系，后果和概率，为项目经理提供最佳方案的依据。</a:t>
            </a:r>
          </a:p>
          <a:p>
            <a:pPr lvl="1" eaLnBrk="1" hangingPunct="1">
              <a:lnSpc>
                <a:spcPct val="130000"/>
              </a:lnSpc>
              <a:spcBef>
                <a:spcPct val="30000"/>
              </a:spcBef>
            </a:pPr>
            <a:r>
              <a:rPr lang="zh-CN" altLang="en-US" sz="1800" dirty="0"/>
              <a:t>模拟法</a:t>
            </a:r>
            <a:endParaRPr lang="en-US" altLang="zh-CN" sz="1800" dirty="0"/>
          </a:p>
          <a:p>
            <a:pPr lvl="2" eaLnBrk="1" hangingPunct="1">
              <a:lnSpc>
                <a:spcPct val="130000"/>
              </a:lnSpc>
              <a:spcBef>
                <a:spcPct val="30000"/>
              </a:spcBef>
            </a:pPr>
            <a:r>
              <a:rPr lang="zh-CN" altLang="en-US" sz="1400" dirty="0"/>
              <a:t>模拟法使运用概率论及数理统计方法来预测和研究各种不确定因素对软件项目投资价值指标影响的一种定量分析。</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DA8ACA95-65C4-3048-917F-D7262DDA8E39}"/>
              </a:ext>
            </a:extLst>
          </p:cNvPr>
          <p:cNvSpPr>
            <a:spLocks noGrp="1" noChangeArrowheads="1"/>
          </p:cNvSpPr>
          <p:nvPr>
            <p:ph type="title"/>
          </p:nvPr>
        </p:nvSpPr>
        <p:spPr/>
        <p:txBody>
          <a:bodyPr/>
          <a:lstStyle/>
          <a:p>
            <a:pPr eaLnBrk="1" hangingPunct="1"/>
            <a:r>
              <a:rPr lang="zh-CN" altLang="en-US"/>
              <a:t>本章内容提要</a:t>
            </a:r>
          </a:p>
        </p:txBody>
      </p:sp>
      <p:grpSp>
        <p:nvGrpSpPr>
          <p:cNvPr id="49155" name="Group 3">
            <a:extLst>
              <a:ext uri="{FF2B5EF4-FFF2-40B4-BE49-F238E27FC236}">
                <a16:creationId xmlns:a16="http://schemas.microsoft.com/office/drawing/2014/main" id="{007015FE-AB60-EDE5-31C1-A9A4F6C1BEBC}"/>
              </a:ext>
            </a:extLst>
          </p:cNvPr>
          <p:cNvGrpSpPr>
            <a:grpSpLocks/>
          </p:cNvGrpSpPr>
          <p:nvPr/>
        </p:nvGrpSpPr>
        <p:grpSpPr bwMode="auto">
          <a:xfrm>
            <a:off x="969963" y="2566988"/>
            <a:ext cx="5689600" cy="3238500"/>
            <a:chOff x="385" y="1451"/>
            <a:chExt cx="3584" cy="2040"/>
          </a:xfrm>
        </p:grpSpPr>
        <p:grpSp>
          <p:nvGrpSpPr>
            <p:cNvPr id="49156" name="Group 4">
              <a:extLst>
                <a:ext uri="{FF2B5EF4-FFF2-40B4-BE49-F238E27FC236}">
                  <a16:creationId xmlns:a16="http://schemas.microsoft.com/office/drawing/2014/main" id="{6C83B1BD-C270-89BC-43A1-9083871C830A}"/>
                </a:ext>
              </a:extLst>
            </p:cNvPr>
            <p:cNvGrpSpPr>
              <a:grpSpLocks/>
            </p:cNvGrpSpPr>
            <p:nvPr/>
          </p:nvGrpSpPr>
          <p:grpSpPr bwMode="auto">
            <a:xfrm>
              <a:off x="385" y="1451"/>
              <a:ext cx="3572" cy="230"/>
              <a:chOff x="385" y="1430"/>
              <a:chExt cx="3572" cy="363"/>
            </a:xfrm>
          </p:grpSpPr>
          <p:sp>
            <p:nvSpPr>
              <p:cNvPr id="49186" name="AutoShape 5">
                <a:extLst>
                  <a:ext uri="{FF2B5EF4-FFF2-40B4-BE49-F238E27FC236}">
                    <a16:creationId xmlns:a16="http://schemas.microsoft.com/office/drawing/2014/main" id="{F63F6703-ABA8-3E7B-5B95-8959F80C0CCD}"/>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49187" name="Text Box 6">
                <a:extLst>
                  <a:ext uri="{FF2B5EF4-FFF2-40B4-BE49-F238E27FC236}">
                    <a16:creationId xmlns:a16="http://schemas.microsoft.com/office/drawing/2014/main" id="{92C9E97E-81D6-89BA-40C7-630BC09C75B7}"/>
                  </a:ext>
                </a:extLst>
              </p:cNvPr>
              <p:cNvSpPr txBox="1">
                <a:spLocks noChangeArrowheads="1"/>
              </p:cNvSpPr>
              <p:nvPr/>
            </p:nvSpPr>
            <p:spPr bwMode="auto">
              <a:xfrm>
                <a:off x="626" y="1430"/>
                <a:ext cx="3099"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软件项目风险管理概述</a:t>
                </a:r>
                <a:r>
                  <a:rPr lang="zh-CN" altLang="en-US" sz="1800">
                    <a:solidFill>
                      <a:schemeClr val="bg1"/>
                    </a:solidFill>
                  </a:rPr>
                  <a:t>合同管理概述</a:t>
                </a:r>
                <a:r>
                  <a:rPr lang="zh-CN" altLang="en-US" sz="1200">
                    <a:solidFill>
                      <a:schemeClr val="bg1"/>
                    </a:solidFill>
                  </a:rPr>
                  <a:t> </a:t>
                </a:r>
                <a:r>
                  <a:rPr lang="zh-CN" altLang="en-US" sz="2400" b="0">
                    <a:latin typeface="Times New Roman" panose="02020603050405020304" pitchFamily="18" charset="0"/>
                  </a:rPr>
                  <a:t> </a:t>
                </a:r>
              </a:p>
            </p:txBody>
          </p:sp>
          <p:sp>
            <p:nvSpPr>
              <p:cNvPr id="49188" name="Rectangle 7">
                <a:extLst>
                  <a:ext uri="{FF2B5EF4-FFF2-40B4-BE49-F238E27FC236}">
                    <a16:creationId xmlns:a16="http://schemas.microsoft.com/office/drawing/2014/main" id="{1D84B0DA-76C2-9ADE-D2A6-3067F7417CFE}"/>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8.1</a:t>
                </a:r>
                <a:endParaRPr lang="en-US" altLang="zh-CN" sz="1800">
                  <a:solidFill>
                    <a:srgbClr val="000000"/>
                  </a:solidFill>
                </a:endParaRPr>
              </a:p>
            </p:txBody>
          </p:sp>
        </p:grpSp>
        <p:grpSp>
          <p:nvGrpSpPr>
            <p:cNvPr id="49157" name="Group 8">
              <a:extLst>
                <a:ext uri="{FF2B5EF4-FFF2-40B4-BE49-F238E27FC236}">
                  <a16:creationId xmlns:a16="http://schemas.microsoft.com/office/drawing/2014/main" id="{D0613A8F-63FC-D778-E5EE-00C70D615F97}"/>
                </a:ext>
              </a:extLst>
            </p:cNvPr>
            <p:cNvGrpSpPr>
              <a:grpSpLocks/>
            </p:cNvGrpSpPr>
            <p:nvPr/>
          </p:nvGrpSpPr>
          <p:grpSpPr bwMode="auto">
            <a:xfrm>
              <a:off x="385" y="1706"/>
              <a:ext cx="3572" cy="230"/>
              <a:chOff x="385" y="1801"/>
              <a:chExt cx="3572" cy="363"/>
            </a:xfrm>
          </p:grpSpPr>
          <p:grpSp>
            <p:nvGrpSpPr>
              <p:cNvPr id="49182" name="Group 9">
                <a:extLst>
                  <a:ext uri="{FF2B5EF4-FFF2-40B4-BE49-F238E27FC236}">
                    <a16:creationId xmlns:a16="http://schemas.microsoft.com/office/drawing/2014/main" id="{8AFAC12F-DA34-84AB-8A62-D4540FA365D9}"/>
                  </a:ext>
                </a:extLst>
              </p:cNvPr>
              <p:cNvGrpSpPr>
                <a:grpSpLocks/>
              </p:cNvGrpSpPr>
              <p:nvPr/>
            </p:nvGrpSpPr>
            <p:grpSpPr bwMode="auto">
              <a:xfrm>
                <a:off x="464" y="1801"/>
                <a:ext cx="3493" cy="363"/>
                <a:chOff x="464" y="1801"/>
                <a:chExt cx="3493" cy="363"/>
              </a:xfrm>
            </p:grpSpPr>
            <p:sp>
              <p:nvSpPr>
                <p:cNvPr id="49184" name="AutoShape 10">
                  <a:extLst>
                    <a:ext uri="{FF2B5EF4-FFF2-40B4-BE49-F238E27FC236}">
                      <a16:creationId xmlns:a16="http://schemas.microsoft.com/office/drawing/2014/main" id="{AC072E83-1566-C7B2-34CE-98CA423AE0B8}"/>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49185" name="Text Box 11">
                  <a:extLst>
                    <a:ext uri="{FF2B5EF4-FFF2-40B4-BE49-F238E27FC236}">
                      <a16:creationId xmlns:a16="http://schemas.microsoft.com/office/drawing/2014/main" id="{1017E72A-B2C2-5E91-7984-0C1825C1000B}"/>
                    </a:ext>
                  </a:extLst>
                </p:cNvPr>
                <p:cNvSpPr txBox="1">
                  <a:spLocks noChangeArrowheads="1"/>
                </p:cNvSpPr>
                <p:nvPr/>
              </p:nvSpPr>
              <p:spPr bwMode="auto">
                <a:xfrm>
                  <a:off x="626" y="1801"/>
                  <a:ext cx="3099"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风险识别</a:t>
                  </a:r>
                  <a:r>
                    <a:rPr lang="zh-CN" altLang="en-US" sz="2400" b="0">
                      <a:latin typeface="Times New Roman" panose="02020603050405020304" pitchFamily="18" charset="0"/>
                    </a:rPr>
                    <a:t> </a:t>
                  </a:r>
                </a:p>
              </p:txBody>
            </p:sp>
          </p:grpSp>
          <p:sp>
            <p:nvSpPr>
              <p:cNvPr id="49183" name="Rectangle 12">
                <a:extLst>
                  <a:ext uri="{FF2B5EF4-FFF2-40B4-BE49-F238E27FC236}">
                    <a16:creationId xmlns:a16="http://schemas.microsoft.com/office/drawing/2014/main" id="{31E5EBC8-0478-1730-23C7-BB2823EDC9F6}"/>
                  </a:ext>
                </a:extLst>
              </p:cNvPr>
              <p:cNvSpPr>
                <a:spLocks noChangeArrowheads="1"/>
              </p:cNvSpPr>
              <p:nvPr/>
            </p:nvSpPr>
            <p:spPr bwMode="auto">
              <a:xfrm>
                <a:off x="385" y="1915"/>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8.2</a:t>
                </a:r>
                <a:endParaRPr lang="en-US" altLang="zh-CN" sz="1800">
                  <a:solidFill>
                    <a:srgbClr val="000000"/>
                  </a:solidFill>
                </a:endParaRPr>
              </a:p>
            </p:txBody>
          </p:sp>
        </p:grpSp>
        <p:grpSp>
          <p:nvGrpSpPr>
            <p:cNvPr id="49158" name="Group 13">
              <a:extLst>
                <a:ext uri="{FF2B5EF4-FFF2-40B4-BE49-F238E27FC236}">
                  <a16:creationId xmlns:a16="http://schemas.microsoft.com/office/drawing/2014/main" id="{B2FA57D9-8E5F-29B0-383D-088A552B54FD}"/>
                </a:ext>
              </a:extLst>
            </p:cNvPr>
            <p:cNvGrpSpPr>
              <a:grpSpLocks/>
            </p:cNvGrpSpPr>
            <p:nvPr/>
          </p:nvGrpSpPr>
          <p:grpSpPr bwMode="auto">
            <a:xfrm>
              <a:off x="385" y="1979"/>
              <a:ext cx="3584" cy="230"/>
              <a:chOff x="385" y="2187"/>
              <a:chExt cx="3584" cy="363"/>
            </a:xfrm>
          </p:grpSpPr>
          <p:sp>
            <p:nvSpPr>
              <p:cNvPr id="49179" name="AutoShape 14">
                <a:extLst>
                  <a:ext uri="{FF2B5EF4-FFF2-40B4-BE49-F238E27FC236}">
                    <a16:creationId xmlns:a16="http://schemas.microsoft.com/office/drawing/2014/main" id="{F323443B-C9EC-8D50-8123-DC56F53DD6E4}"/>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49180" name="Text Box 15">
                <a:extLst>
                  <a:ext uri="{FF2B5EF4-FFF2-40B4-BE49-F238E27FC236}">
                    <a16:creationId xmlns:a16="http://schemas.microsoft.com/office/drawing/2014/main" id="{D89C82B7-CFFD-AA54-899D-EF0245D3CC60}"/>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风险评估</a:t>
                </a:r>
                <a:r>
                  <a:rPr lang="zh-CN" altLang="en-US" sz="2400" b="0">
                    <a:latin typeface="Times New Roman" panose="02020603050405020304" pitchFamily="18" charset="0"/>
                  </a:rPr>
                  <a:t> </a:t>
                </a:r>
              </a:p>
            </p:txBody>
          </p:sp>
          <p:sp>
            <p:nvSpPr>
              <p:cNvPr id="49181" name="Rectangle 16">
                <a:extLst>
                  <a:ext uri="{FF2B5EF4-FFF2-40B4-BE49-F238E27FC236}">
                    <a16:creationId xmlns:a16="http://schemas.microsoft.com/office/drawing/2014/main" id="{71B49A58-B273-6F6C-930C-639FFA1B4C9B}"/>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8.3</a:t>
                </a:r>
                <a:endParaRPr lang="en-US" altLang="zh-CN" sz="1800">
                  <a:solidFill>
                    <a:srgbClr val="000000"/>
                  </a:solidFill>
                </a:endParaRPr>
              </a:p>
            </p:txBody>
          </p:sp>
        </p:grpSp>
        <p:grpSp>
          <p:nvGrpSpPr>
            <p:cNvPr id="49159" name="Group 17">
              <a:extLst>
                <a:ext uri="{FF2B5EF4-FFF2-40B4-BE49-F238E27FC236}">
                  <a16:creationId xmlns:a16="http://schemas.microsoft.com/office/drawing/2014/main" id="{E461B847-9C5C-1F45-DC58-1B03070458C2}"/>
                </a:ext>
              </a:extLst>
            </p:cNvPr>
            <p:cNvGrpSpPr>
              <a:grpSpLocks/>
            </p:cNvGrpSpPr>
            <p:nvPr/>
          </p:nvGrpSpPr>
          <p:grpSpPr bwMode="auto">
            <a:xfrm>
              <a:off x="385" y="2251"/>
              <a:ext cx="3584" cy="198"/>
              <a:chOff x="385" y="2209"/>
              <a:chExt cx="3584" cy="313"/>
            </a:xfrm>
          </p:grpSpPr>
          <p:sp>
            <p:nvSpPr>
              <p:cNvPr id="49176" name="AutoShape 18">
                <a:extLst>
                  <a:ext uri="{FF2B5EF4-FFF2-40B4-BE49-F238E27FC236}">
                    <a16:creationId xmlns:a16="http://schemas.microsoft.com/office/drawing/2014/main" id="{D0C278F9-CE85-2832-B5A8-77133BB8C606}"/>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49177" name="Text Box 19">
                <a:extLst>
                  <a:ext uri="{FF2B5EF4-FFF2-40B4-BE49-F238E27FC236}">
                    <a16:creationId xmlns:a16="http://schemas.microsoft.com/office/drawing/2014/main" id="{10ED38BE-38B4-706A-8B58-6D7F801820DB}"/>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风险</a:t>
                </a:r>
                <a:r>
                  <a:rPr lang="zh-CN" altLang="en-US" sz="2000">
                    <a:solidFill>
                      <a:schemeClr val="tx2"/>
                    </a:solidFill>
                    <a:latin typeface="黑体" panose="02010609060101010101" pitchFamily="49" charset="-122"/>
                    <a:ea typeface="黑体" panose="02010609060101010101" pitchFamily="49" charset="-122"/>
                  </a:rPr>
                  <a:t>计划</a:t>
                </a:r>
              </a:p>
            </p:txBody>
          </p:sp>
          <p:sp>
            <p:nvSpPr>
              <p:cNvPr id="49178" name="Rectangle 20">
                <a:extLst>
                  <a:ext uri="{FF2B5EF4-FFF2-40B4-BE49-F238E27FC236}">
                    <a16:creationId xmlns:a16="http://schemas.microsoft.com/office/drawing/2014/main" id="{F05EAD5A-5AD5-93EF-F084-76769AEEF28D}"/>
                  </a:ext>
                </a:extLst>
              </p:cNvPr>
              <p:cNvSpPr>
                <a:spLocks noChangeArrowheads="1"/>
              </p:cNvSpPr>
              <p:nvPr/>
            </p:nvSpPr>
            <p:spPr bwMode="auto">
              <a:xfrm>
                <a:off x="385" y="2282"/>
                <a:ext cx="211" cy="164"/>
              </a:xfrm>
              <a:prstGeom prst="rect">
                <a:avLst/>
              </a:prstGeom>
              <a:solidFill>
                <a:schemeClr val="accent2"/>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8.4</a:t>
                </a:r>
                <a:endParaRPr lang="en-US" altLang="zh-CN" sz="1800">
                  <a:solidFill>
                    <a:srgbClr val="000000"/>
                  </a:solidFill>
                </a:endParaRPr>
              </a:p>
            </p:txBody>
          </p:sp>
        </p:grpSp>
        <p:grpSp>
          <p:nvGrpSpPr>
            <p:cNvPr id="49160" name="Group 21">
              <a:extLst>
                <a:ext uri="{FF2B5EF4-FFF2-40B4-BE49-F238E27FC236}">
                  <a16:creationId xmlns:a16="http://schemas.microsoft.com/office/drawing/2014/main" id="{3E077472-9068-5DDB-4B96-929F9053655A}"/>
                </a:ext>
              </a:extLst>
            </p:cNvPr>
            <p:cNvGrpSpPr>
              <a:grpSpLocks/>
            </p:cNvGrpSpPr>
            <p:nvPr/>
          </p:nvGrpSpPr>
          <p:grpSpPr bwMode="auto">
            <a:xfrm>
              <a:off x="385" y="2478"/>
              <a:ext cx="3584" cy="230"/>
              <a:chOff x="385" y="2187"/>
              <a:chExt cx="3584" cy="363"/>
            </a:xfrm>
          </p:grpSpPr>
          <p:sp>
            <p:nvSpPr>
              <p:cNvPr id="49173" name="AutoShape 22">
                <a:extLst>
                  <a:ext uri="{FF2B5EF4-FFF2-40B4-BE49-F238E27FC236}">
                    <a16:creationId xmlns:a16="http://schemas.microsoft.com/office/drawing/2014/main" id="{CD4FEFBA-6395-B623-2691-1EB3444830C7}"/>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49174" name="Text Box 23">
                <a:extLst>
                  <a:ext uri="{FF2B5EF4-FFF2-40B4-BE49-F238E27FC236}">
                    <a16:creationId xmlns:a16="http://schemas.microsoft.com/office/drawing/2014/main" id="{AC8BE6FF-9BF3-6D4A-9270-30331BA45D0E}"/>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风险控制与管理</a:t>
                </a:r>
                <a:r>
                  <a:rPr lang="zh-CN" altLang="en-US" sz="2400" b="0">
                    <a:latin typeface="Times New Roman" panose="02020603050405020304" pitchFamily="18" charset="0"/>
                  </a:rPr>
                  <a:t> </a:t>
                </a:r>
              </a:p>
            </p:txBody>
          </p:sp>
          <p:sp>
            <p:nvSpPr>
              <p:cNvPr id="49175" name="Rectangle 24">
                <a:extLst>
                  <a:ext uri="{FF2B5EF4-FFF2-40B4-BE49-F238E27FC236}">
                    <a16:creationId xmlns:a16="http://schemas.microsoft.com/office/drawing/2014/main" id="{88814733-45AB-97C9-5808-15A1D58AAF69}"/>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8.5</a:t>
                </a:r>
                <a:endParaRPr lang="en-US" altLang="zh-CN" sz="1800">
                  <a:solidFill>
                    <a:srgbClr val="000000"/>
                  </a:solidFill>
                </a:endParaRPr>
              </a:p>
            </p:txBody>
          </p:sp>
        </p:grpSp>
        <p:grpSp>
          <p:nvGrpSpPr>
            <p:cNvPr id="49161" name="Group 25">
              <a:extLst>
                <a:ext uri="{FF2B5EF4-FFF2-40B4-BE49-F238E27FC236}">
                  <a16:creationId xmlns:a16="http://schemas.microsoft.com/office/drawing/2014/main" id="{CF8514C7-ACF0-3524-53E6-5AF2EFB1E437}"/>
                </a:ext>
              </a:extLst>
            </p:cNvPr>
            <p:cNvGrpSpPr>
              <a:grpSpLocks/>
            </p:cNvGrpSpPr>
            <p:nvPr/>
          </p:nvGrpSpPr>
          <p:grpSpPr bwMode="auto">
            <a:xfrm>
              <a:off x="385" y="2746"/>
              <a:ext cx="3584" cy="230"/>
              <a:chOff x="385" y="2187"/>
              <a:chExt cx="3584" cy="363"/>
            </a:xfrm>
          </p:grpSpPr>
          <p:sp>
            <p:nvSpPr>
              <p:cNvPr id="49170" name="AutoShape 26">
                <a:extLst>
                  <a:ext uri="{FF2B5EF4-FFF2-40B4-BE49-F238E27FC236}">
                    <a16:creationId xmlns:a16="http://schemas.microsoft.com/office/drawing/2014/main" id="{04A23624-C052-00B3-7B64-4514DF9DBE4D}"/>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49171" name="Text Box 27">
                <a:extLst>
                  <a:ext uri="{FF2B5EF4-FFF2-40B4-BE49-F238E27FC236}">
                    <a16:creationId xmlns:a16="http://schemas.microsoft.com/office/drawing/2014/main" id="{CE70F5F7-35E4-03D1-3DDB-CB4F4B81EA22}"/>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案例分析</a:t>
                </a:r>
                <a:r>
                  <a:rPr lang="zh-CN" altLang="en-US" sz="2400" b="0">
                    <a:latin typeface="Times New Roman" panose="02020603050405020304" pitchFamily="18" charset="0"/>
                  </a:rPr>
                  <a:t> </a:t>
                </a:r>
              </a:p>
            </p:txBody>
          </p:sp>
          <p:sp>
            <p:nvSpPr>
              <p:cNvPr id="49172" name="Rectangle 28">
                <a:extLst>
                  <a:ext uri="{FF2B5EF4-FFF2-40B4-BE49-F238E27FC236}">
                    <a16:creationId xmlns:a16="http://schemas.microsoft.com/office/drawing/2014/main" id="{3E687C89-A8D2-5E0F-2059-DCAB3DBD6630}"/>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8.6</a:t>
                </a:r>
                <a:endParaRPr lang="en-US" altLang="zh-CN" sz="1800">
                  <a:solidFill>
                    <a:srgbClr val="000000"/>
                  </a:solidFill>
                </a:endParaRPr>
              </a:p>
            </p:txBody>
          </p:sp>
        </p:grpSp>
        <p:grpSp>
          <p:nvGrpSpPr>
            <p:cNvPr id="49162" name="Group 29">
              <a:extLst>
                <a:ext uri="{FF2B5EF4-FFF2-40B4-BE49-F238E27FC236}">
                  <a16:creationId xmlns:a16="http://schemas.microsoft.com/office/drawing/2014/main" id="{1B82D74C-F9D3-7FAA-0E33-4516D6D232D1}"/>
                </a:ext>
              </a:extLst>
            </p:cNvPr>
            <p:cNvGrpSpPr>
              <a:grpSpLocks/>
            </p:cNvGrpSpPr>
            <p:nvPr/>
          </p:nvGrpSpPr>
          <p:grpSpPr bwMode="auto">
            <a:xfrm>
              <a:off x="385" y="3019"/>
              <a:ext cx="3584" cy="230"/>
              <a:chOff x="385" y="2187"/>
              <a:chExt cx="3584" cy="363"/>
            </a:xfrm>
          </p:grpSpPr>
          <p:sp>
            <p:nvSpPr>
              <p:cNvPr id="49167" name="AutoShape 30">
                <a:extLst>
                  <a:ext uri="{FF2B5EF4-FFF2-40B4-BE49-F238E27FC236}">
                    <a16:creationId xmlns:a16="http://schemas.microsoft.com/office/drawing/2014/main" id="{A7B0B41F-A385-1575-59ED-3FEA8F3DA80D}"/>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49168" name="Text Box 31">
                <a:extLst>
                  <a:ext uri="{FF2B5EF4-FFF2-40B4-BE49-F238E27FC236}">
                    <a16:creationId xmlns:a16="http://schemas.microsoft.com/office/drawing/2014/main" id="{38D46EBD-199D-3E58-E86D-4B6AC2E5DC50}"/>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本章小结</a:t>
                </a:r>
                <a:r>
                  <a:rPr lang="zh-CN" altLang="en-US" sz="2400" b="0">
                    <a:latin typeface="Times New Roman" panose="02020603050405020304" pitchFamily="18" charset="0"/>
                  </a:rPr>
                  <a:t> </a:t>
                </a:r>
              </a:p>
            </p:txBody>
          </p:sp>
          <p:sp>
            <p:nvSpPr>
              <p:cNvPr id="49169" name="Rectangle 32">
                <a:extLst>
                  <a:ext uri="{FF2B5EF4-FFF2-40B4-BE49-F238E27FC236}">
                    <a16:creationId xmlns:a16="http://schemas.microsoft.com/office/drawing/2014/main" id="{F19BCEC5-185B-53D9-0150-B39F1E5CD796}"/>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8.7</a:t>
                </a:r>
                <a:endParaRPr lang="en-US" altLang="zh-CN" sz="1800">
                  <a:solidFill>
                    <a:srgbClr val="000000"/>
                  </a:solidFill>
                </a:endParaRPr>
              </a:p>
            </p:txBody>
          </p:sp>
        </p:grpSp>
        <p:grpSp>
          <p:nvGrpSpPr>
            <p:cNvPr id="49163" name="Group 33">
              <a:extLst>
                <a:ext uri="{FF2B5EF4-FFF2-40B4-BE49-F238E27FC236}">
                  <a16:creationId xmlns:a16="http://schemas.microsoft.com/office/drawing/2014/main" id="{30A283B7-043A-C9AE-01E2-E0AC6C5BE3CE}"/>
                </a:ext>
              </a:extLst>
            </p:cNvPr>
            <p:cNvGrpSpPr>
              <a:grpSpLocks/>
            </p:cNvGrpSpPr>
            <p:nvPr/>
          </p:nvGrpSpPr>
          <p:grpSpPr bwMode="auto">
            <a:xfrm>
              <a:off x="385" y="3294"/>
              <a:ext cx="3584" cy="197"/>
              <a:chOff x="385" y="2209"/>
              <a:chExt cx="3584" cy="311"/>
            </a:xfrm>
          </p:grpSpPr>
          <p:sp>
            <p:nvSpPr>
              <p:cNvPr id="49164" name="AutoShape 34">
                <a:extLst>
                  <a:ext uri="{FF2B5EF4-FFF2-40B4-BE49-F238E27FC236}">
                    <a16:creationId xmlns:a16="http://schemas.microsoft.com/office/drawing/2014/main" id="{4AE9840F-F855-71E1-2993-4D453F89E920}"/>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49165" name="Text Box 35">
                <a:extLst>
                  <a:ext uri="{FF2B5EF4-FFF2-40B4-BE49-F238E27FC236}">
                    <a16:creationId xmlns:a16="http://schemas.microsoft.com/office/drawing/2014/main" id="{18906B98-109C-6B38-FE80-C0EEC84AFDCD}"/>
                  </a:ext>
                </a:extLst>
              </p:cNvPr>
              <p:cNvSpPr txBox="1">
                <a:spLocks noChangeArrowheads="1"/>
              </p:cNvSpPr>
              <p:nvPr/>
            </p:nvSpPr>
            <p:spPr bwMode="auto">
              <a:xfrm>
                <a:off x="626" y="2217"/>
                <a:ext cx="3110"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黑体" panose="02010609060101010101" pitchFamily="49" charset="-122"/>
                    <a:ea typeface="黑体" panose="02010609060101010101" pitchFamily="49" charset="-122"/>
                  </a:rPr>
                  <a:t>复习思考题</a:t>
                </a:r>
              </a:p>
            </p:txBody>
          </p:sp>
          <p:sp>
            <p:nvSpPr>
              <p:cNvPr id="49166" name="Rectangle 36">
                <a:extLst>
                  <a:ext uri="{FF2B5EF4-FFF2-40B4-BE49-F238E27FC236}">
                    <a16:creationId xmlns:a16="http://schemas.microsoft.com/office/drawing/2014/main" id="{58D4C9B6-2BE4-E425-FF8C-3D0DCE09952C}"/>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8.8</a:t>
                </a:r>
                <a:endParaRPr lang="en-US" altLang="zh-CN" sz="1800">
                  <a:solidFill>
                    <a:srgbClr val="000000"/>
                  </a:solidFill>
                </a:endParaRPr>
              </a:p>
            </p:txBody>
          </p:sp>
        </p:gr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DEA065C2-B961-070F-6252-A869FBA4FD95}"/>
              </a:ext>
            </a:extLst>
          </p:cNvPr>
          <p:cNvSpPr>
            <a:spLocks noGrp="1" noChangeArrowheads="1"/>
          </p:cNvSpPr>
          <p:nvPr>
            <p:ph type="title"/>
          </p:nvPr>
        </p:nvSpPr>
        <p:spPr/>
        <p:txBody>
          <a:bodyPr/>
          <a:lstStyle/>
          <a:p>
            <a:pPr eaLnBrk="1" hangingPunct="1"/>
            <a:r>
              <a:rPr lang="en-US" altLang="zh-CN"/>
              <a:t>8.4  </a:t>
            </a:r>
            <a:r>
              <a:rPr kumimoji="1" lang="zh-CN" altLang="en-US"/>
              <a:t>风险计划</a:t>
            </a:r>
          </a:p>
        </p:txBody>
      </p:sp>
      <p:sp>
        <p:nvSpPr>
          <p:cNvPr id="51203" name="Rectangle 3">
            <a:extLst>
              <a:ext uri="{FF2B5EF4-FFF2-40B4-BE49-F238E27FC236}">
                <a16:creationId xmlns:a16="http://schemas.microsoft.com/office/drawing/2014/main" id="{9021A64C-A7A3-A359-C919-BB529D9FB3AB}"/>
              </a:ext>
            </a:extLst>
          </p:cNvPr>
          <p:cNvSpPr>
            <a:spLocks noGrp="1" noChangeArrowheads="1"/>
          </p:cNvSpPr>
          <p:nvPr>
            <p:ph type="body" idx="1"/>
          </p:nvPr>
        </p:nvSpPr>
        <p:spPr>
          <a:xfrm>
            <a:off x="539750" y="1989138"/>
            <a:ext cx="8424863" cy="4868862"/>
          </a:xfrm>
        </p:spPr>
        <p:txBody>
          <a:bodyPr/>
          <a:lstStyle/>
          <a:p>
            <a:pPr eaLnBrk="1" hangingPunct="1">
              <a:lnSpc>
                <a:spcPct val="130000"/>
              </a:lnSpc>
              <a:spcBef>
                <a:spcPct val="45000"/>
              </a:spcBef>
            </a:pPr>
            <a:r>
              <a:rPr lang="en-US" altLang="zh-CN" sz="2000" dirty="0"/>
              <a:t> </a:t>
            </a:r>
            <a:r>
              <a:rPr lang="zh-CN" altLang="en-US" sz="2400" dirty="0">
                <a:solidFill>
                  <a:schemeClr val="accent2"/>
                </a:solidFill>
                <a:ea typeface="黑体" panose="02010609060101010101" pitchFamily="49" charset="-122"/>
              </a:rPr>
              <a:t>风险计划</a:t>
            </a:r>
          </a:p>
          <a:p>
            <a:pPr eaLnBrk="1" hangingPunct="1">
              <a:lnSpc>
                <a:spcPct val="130000"/>
              </a:lnSpc>
              <a:spcBef>
                <a:spcPct val="45000"/>
              </a:spcBef>
              <a:buFont typeface="Wingdings 2" panose="05020102010507070707" pitchFamily="18" charset="2"/>
              <a:buNone/>
            </a:pPr>
            <a:r>
              <a:rPr lang="zh-CN" altLang="en-US" sz="2000" dirty="0"/>
              <a:t>     </a:t>
            </a:r>
            <a:r>
              <a:rPr lang="en-US" altLang="zh-CN" sz="2000" dirty="0">
                <a:solidFill>
                  <a:schemeClr val="accent2"/>
                </a:solidFill>
              </a:rPr>
              <a:t>——</a:t>
            </a:r>
            <a:r>
              <a:rPr lang="zh-CN" altLang="en-US" sz="2000" dirty="0"/>
              <a:t>针对风险分析的结果，为提高实现项目目标的机会并降低风险的负面影响而制定风险应对策略和应对措施的过程，即通过制定一系列的行动和策略来对付、减少以至于消灭风险事件。</a:t>
            </a:r>
          </a:p>
          <a:p>
            <a:pPr eaLnBrk="1" hangingPunct="1">
              <a:lnSpc>
                <a:spcPct val="130000"/>
              </a:lnSpc>
              <a:spcBef>
                <a:spcPct val="45000"/>
              </a:spcBef>
            </a:pPr>
            <a:r>
              <a:rPr lang="zh-CN" altLang="en-US" sz="2000" dirty="0">
                <a:solidFill>
                  <a:schemeClr val="accent2"/>
                </a:solidFill>
                <a:ea typeface="黑体" panose="02010609060101010101" pitchFamily="49" charset="-122"/>
              </a:rPr>
              <a:t>降低风险的主要策略</a:t>
            </a:r>
            <a:r>
              <a:rPr lang="zh-CN" altLang="en-US" sz="2000" dirty="0"/>
              <a:t>   </a:t>
            </a:r>
            <a:r>
              <a:rPr lang="zh-CN" altLang="en-US" sz="2000" dirty="0">
                <a:solidFill>
                  <a:srgbClr val="FF0000"/>
                </a:solidFill>
              </a:rPr>
              <a:t>回避风险、转移风险、损失控制以及自留风险</a:t>
            </a:r>
            <a:r>
              <a:rPr lang="zh-CN" altLang="en-US" sz="2000" dirty="0"/>
              <a:t>。</a:t>
            </a:r>
          </a:p>
          <a:p>
            <a:pPr eaLnBrk="1" hangingPunct="1">
              <a:lnSpc>
                <a:spcPct val="130000"/>
              </a:lnSpc>
              <a:spcBef>
                <a:spcPct val="45000"/>
              </a:spcBef>
            </a:pPr>
            <a:r>
              <a:rPr lang="zh-CN" altLang="en-US" sz="2000" dirty="0">
                <a:solidFill>
                  <a:schemeClr val="accent2"/>
                </a:solidFill>
                <a:ea typeface="黑体" panose="02010609060101010101" pitchFamily="49" charset="-122"/>
              </a:rPr>
              <a:t>风险计划的结果  </a:t>
            </a:r>
            <a:r>
              <a:rPr lang="zh-CN" altLang="en-US" sz="2000" dirty="0"/>
              <a:t>项目风险计划或风险管理方案。 风险计划应该提供一个风险分析表，包括：项目风险的来源、类型，项目风险发生的可能时间、范围，项目风险事件带来的损失，以及项目风险可能影响的范围等。</a:t>
            </a:r>
            <a:r>
              <a:rPr lang="zh-CN" altLang="en-US" dirty="0"/>
              <a:t>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116745B5-BFC5-0005-44F9-CA916E18C01D}"/>
              </a:ext>
            </a:extLst>
          </p:cNvPr>
          <p:cNvSpPr>
            <a:spLocks noGrp="1" noChangeArrowheads="1"/>
          </p:cNvSpPr>
          <p:nvPr>
            <p:ph type="title"/>
          </p:nvPr>
        </p:nvSpPr>
        <p:spPr/>
        <p:txBody>
          <a:bodyPr/>
          <a:lstStyle/>
          <a:p>
            <a:pPr eaLnBrk="1" hangingPunct="1"/>
            <a:r>
              <a:rPr lang="en-US" altLang="zh-CN"/>
              <a:t>8.4  </a:t>
            </a:r>
            <a:r>
              <a:rPr kumimoji="1" lang="zh-CN" altLang="en-US"/>
              <a:t>风险计划</a:t>
            </a:r>
          </a:p>
        </p:txBody>
      </p:sp>
      <p:sp>
        <p:nvSpPr>
          <p:cNvPr id="53251" name="Rectangle 3">
            <a:extLst>
              <a:ext uri="{FF2B5EF4-FFF2-40B4-BE49-F238E27FC236}">
                <a16:creationId xmlns:a16="http://schemas.microsoft.com/office/drawing/2014/main" id="{9C2E28B0-003E-1C9D-141B-CB97A430F66D}"/>
              </a:ext>
            </a:extLst>
          </p:cNvPr>
          <p:cNvSpPr>
            <a:spLocks noGrp="1" noChangeArrowheads="1"/>
          </p:cNvSpPr>
          <p:nvPr>
            <p:ph type="body" idx="1"/>
          </p:nvPr>
        </p:nvSpPr>
        <p:spPr>
          <a:xfrm>
            <a:off x="539750" y="1989138"/>
            <a:ext cx="8424863" cy="4868862"/>
          </a:xfrm>
        </p:spPr>
        <p:txBody>
          <a:bodyPr/>
          <a:lstStyle/>
          <a:p>
            <a:pPr eaLnBrk="1" hangingPunct="1">
              <a:lnSpc>
                <a:spcPct val="130000"/>
              </a:lnSpc>
              <a:spcBef>
                <a:spcPct val="45000"/>
              </a:spcBef>
            </a:pPr>
            <a:r>
              <a:rPr lang="en-US" altLang="zh-CN" sz="2000" dirty="0"/>
              <a:t> </a:t>
            </a:r>
            <a:r>
              <a:rPr lang="zh-CN" altLang="en-US" sz="2400" dirty="0">
                <a:solidFill>
                  <a:schemeClr val="accent2"/>
                </a:solidFill>
                <a:ea typeface="黑体" panose="02010609060101010101" pitchFamily="49" charset="-122"/>
              </a:rPr>
              <a:t>风险计划</a:t>
            </a:r>
            <a:r>
              <a:rPr lang="zh-CN" altLang="en-US" sz="2000" dirty="0"/>
              <a:t>。</a:t>
            </a:r>
          </a:p>
          <a:p>
            <a:pPr eaLnBrk="1" hangingPunct="1">
              <a:lnSpc>
                <a:spcPct val="130000"/>
              </a:lnSpc>
              <a:spcBef>
                <a:spcPct val="45000"/>
              </a:spcBef>
            </a:pPr>
            <a:r>
              <a:rPr lang="zh-CN" altLang="en-US" sz="2000" dirty="0"/>
              <a:t>回避风险</a:t>
            </a:r>
            <a:endParaRPr lang="en-US" altLang="zh-CN" sz="2000" dirty="0"/>
          </a:p>
          <a:p>
            <a:pPr lvl="1" eaLnBrk="1" hangingPunct="1">
              <a:lnSpc>
                <a:spcPct val="130000"/>
              </a:lnSpc>
              <a:spcBef>
                <a:spcPct val="45000"/>
              </a:spcBef>
            </a:pPr>
            <a:r>
              <a:rPr lang="zh-CN" altLang="en-US" sz="1800" dirty="0"/>
              <a:t>对可能发生的风险尽可能地规避，可以采用</a:t>
            </a:r>
            <a:r>
              <a:rPr lang="zh-CN" altLang="en-US" sz="1800" dirty="0">
                <a:solidFill>
                  <a:srgbClr val="FF0000"/>
                </a:solidFill>
              </a:rPr>
              <a:t>主动放弃或拒绝使用导致风险的方案来规避风险，可以直接消除风险损失</a:t>
            </a:r>
            <a:endParaRPr lang="en-US" altLang="zh-CN" sz="1800" dirty="0">
              <a:solidFill>
                <a:srgbClr val="FF0000"/>
              </a:solidFill>
            </a:endParaRPr>
          </a:p>
          <a:p>
            <a:pPr lvl="1" eaLnBrk="1" hangingPunct="1">
              <a:lnSpc>
                <a:spcPct val="130000"/>
              </a:lnSpc>
              <a:spcBef>
                <a:spcPct val="45000"/>
              </a:spcBef>
            </a:pPr>
            <a:r>
              <a:rPr lang="zh-CN" altLang="en-US" sz="1800" dirty="0"/>
              <a:t>具有简单、易行、全面、彻底的优点，能将风险的的发生概率保持为零，因为已经将风险的起因消除了，从而保证了项目的安全运行。</a:t>
            </a:r>
            <a:endParaRPr lang="en-US" altLang="zh-CN" sz="1800" dirty="0"/>
          </a:p>
          <a:p>
            <a:pPr eaLnBrk="1" hangingPunct="1">
              <a:lnSpc>
                <a:spcPct val="130000"/>
              </a:lnSpc>
              <a:spcBef>
                <a:spcPct val="45000"/>
              </a:spcBef>
            </a:pPr>
            <a:r>
              <a:rPr lang="zh-CN" altLang="en-US" sz="2000" dirty="0"/>
              <a:t>转移风险</a:t>
            </a:r>
            <a:endParaRPr lang="en-US" altLang="zh-CN" sz="2000" dirty="0"/>
          </a:p>
          <a:p>
            <a:pPr lvl="1" eaLnBrk="1" hangingPunct="1">
              <a:lnSpc>
                <a:spcPct val="130000"/>
              </a:lnSpc>
              <a:spcBef>
                <a:spcPct val="45000"/>
              </a:spcBef>
            </a:pPr>
            <a:r>
              <a:rPr lang="zh-CN" altLang="en-US" sz="1800" dirty="0"/>
              <a:t>一些单位或个人为避免承担风险损失，而有意识地将损失或与损失有改观的财务后果</a:t>
            </a:r>
            <a:r>
              <a:rPr lang="zh-CN" altLang="en-US" sz="1800" dirty="0">
                <a:solidFill>
                  <a:srgbClr val="FF0000"/>
                </a:solidFill>
              </a:rPr>
              <a:t>转嫁给另外的单位或个人去承担</a:t>
            </a:r>
            <a:r>
              <a:rPr lang="zh-CN" altLang="en-US" sz="1800" dirty="0"/>
              <a:t>。例如外包。</a:t>
            </a:r>
            <a:endParaRPr lang="en-US" altLang="zh-CN" sz="1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90FFBA6C-12DA-F54E-90B4-71956C62AED1}"/>
              </a:ext>
            </a:extLst>
          </p:cNvPr>
          <p:cNvSpPr>
            <a:spLocks noGrp="1" noChangeArrowheads="1"/>
          </p:cNvSpPr>
          <p:nvPr>
            <p:ph type="title"/>
          </p:nvPr>
        </p:nvSpPr>
        <p:spPr/>
        <p:txBody>
          <a:bodyPr/>
          <a:lstStyle/>
          <a:p>
            <a:pPr eaLnBrk="1" hangingPunct="1"/>
            <a:r>
              <a:rPr lang="en-US" altLang="zh-CN"/>
              <a:t>8.4  </a:t>
            </a:r>
            <a:r>
              <a:rPr kumimoji="1" lang="zh-CN" altLang="en-US"/>
              <a:t>风险计划</a:t>
            </a:r>
          </a:p>
        </p:txBody>
      </p:sp>
      <p:sp>
        <p:nvSpPr>
          <p:cNvPr id="55299" name="Rectangle 3">
            <a:extLst>
              <a:ext uri="{FF2B5EF4-FFF2-40B4-BE49-F238E27FC236}">
                <a16:creationId xmlns:a16="http://schemas.microsoft.com/office/drawing/2014/main" id="{67470E40-D564-EBF3-4D25-EE669154D011}"/>
              </a:ext>
            </a:extLst>
          </p:cNvPr>
          <p:cNvSpPr>
            <a:spLocks noGrp="1" noChangeArrowheads="1"/>
          </p:cNvSpPr>
          <p:nvPr>
            <p:ph type="body" idx="1"/>
          </p:nvPr>
        </p:nvSpPr>
        <p:spPr>
          <a:xfrm>
            <a:off x="539750" y="1989138"/>
            <a:ext cx="8424863" cy="4868862"/>
          </a:xfrm>
        </p:spPr>
        <p:txBody>
          <a:bodyPr/>
          <a:lstStyle/>
          <a:p>
            <a:pPr eaLnBrk="1" hangingPunct="1">
              <a:lnSpc>
                <a:spcPct val="130000"/>
              </a:lnSpc>
              <a:spcBef>
                <a:spcPct val="45000"/>
              </a:spcBef>
            </a:pPr>
            <a:r>
              <a:rPr lang="en-US" altLang="zh-CN" sz="2000" dirty="0"/>
              <a:t> </a:t>
            </a:r>
            <a:r>
              <a:rPr lang="zh-CN" altLang="en-US" sz="2400" dirty="0">
                <a:solidFill>
                  <a:schemeClr val="accent2"/>
                </a:solidFill>
                <a:ea typeface="黑体" panose="02010609060101010101" pitchFamily="49" charset="-122"/>
              </a:rPr>
              <a:t>风险计划</a:t>
            </a:r>
            <a:r>
              <a:rPr lang="zh-CN" altLang="en-US" sz="2000" dirty="0"/>
              <a:t>。</a:t>
            </a:r>
          </a:p>
          <a:p>
            <a:pPr eaLnBrk="1" hangingPunct="1">
              <a:lnSpc>
                <a:spcPct val="130000"/>
              </a:lnSpc>
              <a:spcBef>
                <a:spcPct val="45000"/>
              </a:spcBef>
            </a:pPr>
            <a:r>
              <a:rPr lang="zh-CN" altLang="en-US" sz="2000" dirty="0"/>
              <a:t>损失控制</a:t>
            </a:r>
            <a:endParaRPr lang="en-US" altLang="zh-CN" sz="2000" dirty="0"/>
          </a:p>
          <a:p>
            <a:pPr lvl="1" eaLnBrk="1" hangingPunct="1">
              <a:lnSpc>
                <a:spcPct val="130000"/>
              </a:lnSpc>
              <a:spcBef>
                <a:spcPct val="45000"/>
              </a:spcBef>
            </a:pPr>
            <a:r>
              <a:rPr lang="zh-CN" altLang="en-US" sz="1800" dirty="0"/>
              <a:t>在风险发生前消除风险可能发生的根源并降低风险事件发生的概率，在风险事件发生后降低损失的程度。因此，损失控制的基本点是消除风险因素和减少风险损失。</a:t>
            </a:r>
            <a:endParaRPr lang="en-US" altLang="zh-CN" sz="1800" dirty="0"/>
          </a:p>
          <a:p>
            <a:pPr eaLnBrk="1" hangingPunct="1">
              <a:lnSpc>
                <a:spcPct val="130000"/>
              </a:lnSpc>
              <a:spcBef>
                <a:spcPct val="45000"/>
              </a:spcBef>
            </a:pPr>
            <a:r>
              <a:rPr lang="zh-CN" altLang="en-US" sz="2000" dirty="0"/>
              <a:t>自留风险</a:t>
            </a:r>
            <a:endParaRPr lang="en-US" altLang="zh-CN" sz="2000" dirty="0"/>
          </a:p>
          <a:p>
            <a:pPr lvl="1" eaLnBrk="1" hangingPunct="1">
              <a:lnSpc>
                <a:spcPct val="130000"/>
              </a:lnSpc>
              <a:spcBef>
                <a:spcPct val="45000"/>
              </a:spcBef>
            </a:pPr>
            <a:r>
              <a:rPr lang="zh-CN" altLang="en-US" sz="1800" dirty="0"/>
              <a:t>又称承担风险，它是一种由项目组织自己承担风险事件所致损失的措施。这种承担可以是积极的（如制定预防性计划来防备风险事件的发生），一般是经过合理判断和谨慎研究后决定承担风险。</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8C9E554B-BA44-C513-34DB-4A47070093B8}"/>
              </a:ext>
            </a:extLst>
          </p:cNvPr>
          <p:cNvSpPr>
            <a:spLocks noGrp="1" noChangeArrowheads="1"/>
          </p:cNvSpPr>
          <p:nvPr>
            <p:ph type="title"/>
          </p:nvPr>
        </p:nvSpPr>
        <p:spPr/>
        <p:txBody>
          <a:bodyPr/>
          <a:lstStyle/>
          <a:p>
            <a:pPr eaLnBrk="1" hangingPunct="1"/>
            <a:r>
              <a:rPr lang="en-US" altLang="zh-CN"/>
              <a:t>8.4  </a:t>
            </a:r>
            <a:r>
              <a:rPr kumimoji="1" lang="zh-CN" altLang="en-US"/>
              <a:t>风险计划</a:t>
            </a:r>
          </a:p>
        </p:txBody>
      </p:sp>
      <p:sp>
        <p:nvSpPr>
          <p:cNvPr id="57347" name="Rectangle 3">
            <a:extLst>
              <a:ext uri="{FF2B5EF4-FFF2-40B4-BE49-F238E27FC236}">
                <a16:creationId xmlns:a16="http://schemas.microsoft.com/office/drawing/2014/main" id="{57B1BC0F-4988-FF31-B38D-7642DC5EE83D}"/>
              </a:ext>
            </a:extLst>
          </p:cNvPr>
          <p:cNvSpPr>
            <a:spLocks noGrp="1" noChangeArrowheads="1"/>
          </p:cNvSpPr>
          <p:nvPr>
            <p:ph type="body" idx="1"/>
          </p:nvPr>
        </p:nvSpPr>
        <p:spPr>
          <a:xfrm>
            <a:off x="539750" y="1989138"/>
            <a:ext cx="8424863" cy="4868862"/>
          </a:xfrm>
        </p:spPr>
        <p:txBody>
          <a:bodyPr/>
          <a:lstStyle/>
          <a:p>
            <a:pPr eaLnBrk="1" hangingPunct="1">
              <a:lnSpc>
                <a:spcPct val="130000"/>
              </a:lnSpc>
              <a:spcBef>
                <a:spcPct val="45000"/>
              </a:spcBef>
            </a:pPr>
            <a:r>
              <a:rPr lang="en-US" altLang="zh-CN" sz="2000" dirty="0"/>
              <a:t> </a:t>
            </a:r>
            <a:r>
              <a:rPr lang="zh-CN" altLang="en-US" sz="2400" dirty="0">
                <a:solidFill>
                  <a:schemeClr val="accent2"/>
                </a:solidFill>
                <a:ea typeface="黑体" panose="02010609060101010101" pitchFamily="49" charset="-122"/>
              </a:rPr>
              <a:t>风险计划</a:t>
            </a:r>
          </a:p>
          <a:p>
            <a:pPr eaLnBrk="1" hangingPunct="1">
              <a:lnSpc>
                <a:spcPct val="130000"/>
              </a:lnSpc>
              <a:spcBef>
                <a:spcPct val="45000"/>
              </a:spcBef>
            </a:pPr>
            <a:r>
              <a:rPr lang="zh-CN" altLang="en-US" sz="2000" dirty="0">
                <a:solidFill>
                  <a:schemeClr val="accent2"/>
                </a:solidFill>
                <a:ea typeface="黑体" panose="02010609060101010101" pitchFamily="49" charset="-122"/>
              </a:rPr>
              <a:t>风险管理方案  </a:t>
            </a:r>
            <a:endParaRPr lang="en-US" altLang="zh-CN" sz="2000" dirty="0">
              <a:solidFill>
                <a:schemeClr val="accent2"/>
              </a:solidFill>
              <a:ea typeface="黑体" panose="02010609060101010101" pitchFamily="49" charset="-122"/>
            </a:endParaRPr>
          </a:p>
          <a:p>
            <a:pPr lvl="1" eaLnBrk="1" hangingPunct="1">
              <a:lnSpc>
                <a:spcPct val="130000"/>
              </a:lnSpc>
              <a:spcBef>
                <a:spcPct val="45000"/>
              </a:spcBef>
            </a:pPr>
            <a:r>
              <a:rPr lang="zh-CN" altLang="en-US" sz="1700" dirty="0">
                <a:ea typeface="黑体" panose="02010609060101010101" pitchFamily="49" charset="-122"/>
              </a:rPr>
              <a:t>风险计划的结果是生成一个项目风险计划或者说风险管理方案。在整个项目进程中都应将管理风险的程序记录在风险管理方案里。</a:t>
            </a:r>
            <a:r>
              <a:rPr lang="zh-CN" altLang="en-US" sz="1700" dirty="0">
                <a:solidFill>
                  <a:srgbClr val="FF0000"/>
                </a:solidFill>
                <a:ea typeface="黑体" panose="02010609060101010101" pitchFamily="49" charset="-122"/>
              </a:rPr>
              <a:t>除了记录风险识别和风险量化程序的结果外，还应记录谁对处理某些风险负责，怎样保留初步风险识别和风险量化的输出项，预防性计划怎么样实施，以及储备如何分配等</a:t>
            </a:r>
            <a:r>
              <a:rPr lang="zh-CN" altLang="en-US" sz="1700" dirty="0">
                <a:ea typeface="黑体" panose="02010609060101010101" pitchFamily="49" charset="-122"/>
              </a:rPr>
              <a:t>。</a:t>
            </a:r>
            <a:endParaRPr lang="en-US" altLang="zh-CN" sz="1700" dirty="0">
              <a:ea typeface="黑体" panose="02010609060101010101" pitchFamily="49" charset="-122"/>
            </a:endParaRPr>
          </a:p>
          <a:p>
            <a:pPr lvl="1" eaLnBrk="1" hangingPunct="1">
              <a:lnSpc>
                <a:spcPct val="130000"/>
              </a:lnSpc>
              <a:spcBef>
                <a:spcPct val="45000"/>
              </a:spcBef>
            </a:pPr>
            <a:r>
              <a:rPr lang="zh-CN" altLang="en-US" sz="1700" dirty="0">
                <a:solidFill>
                  <a:srgbClr val="FF0000"/>
                </a:solidFill>
                <a:ea typeface="黑体" panose="02010609060101010101" pitchFamily="49" charset="-122"/>
              </a:rPr>
              <a:t>可以是正式的或非正式的</a:t>
            </a:r>
            <a:r>
              <a:rPr lang="zh-CN" altLang="en-US" sz="1700" dirty="0">
                <a:ea typeface="黑体" panose="02010609060101010101" pitchFamily="49" charset="-122"/>
              </a:rPr>
              <a:t>，可以是细致入微的或框架性的，这主要依据项目而定。</a:t>
            </a:r>
            <a:endParaRPr lang="en-US" altLang="zh-CN" sz="1700" dirty="0">
              <a:ea typeface="黑体" panose="02010609060101010101" pitchFamily="49" charset="-122"/>
            </a:endParaRPr>
          </a:p>
          <a:p>
            <a:pPr lvl="1" eaLnBrk="1" hangingPunct="1">
              <a:lnSpc>
                <a:spcPct val="130000"/>
              </a:lnSpc>
              <a:spcBef>
                <a:spcPct val="45000"/>
              </a:spcBef>
            </a:pPr>
            <a:r>
              <a:rPr lang="zh-CN" altLang="en-US" sz="1700" dirty="0">
                <a:ea typeface="黑体" panose="02010609060101010101" pitchFamily="49" charset="-122"/>
              </a:rPr>
              <a:t>风险计划的结果应该提供一个风险分析表，包括项目风险的来源和类型，项目风险发生的可能时间和范围，项目风险事件带来的损失，以及项目风险可能影响的范围等。</a:t>
            </a:r>
            <a:endParaRPr lang="en-US" altLang="zh-CN" sz="1700" dirty="0">
              <a:ea typeface="黑体" panose="02010609060101010101" pitchFamily="49" charset="-122"/>
            </a:endParaRPr>
          </a:p>
          <a:p>
            <a:pPr lvl="1" eaLnBrk="1" hangingPunct="1">
              <a:lnSpc>
                <a:spcPct val="130000"/>
              </a:lnSpc>
              <a:spcBef>
                <a:spcPct val="45000"/>
              </a:spcBef>
            </a:pPr>
            <a:endParaRPr lang="zh-CN" altLang="en-US" sz="1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D775CC73-9213-CFE1-228F-046551894D8C}"/>
              </a:ext>
            </a:extLst>
          </p:cNvPr>
          <p:cNvSpPr>
            <a:spLocks noGrp="1" noChangeArrowheads="1"/>
          </p:cNvSpPr>
          <p:nvPr>
            <p:ph type="title"/>
          </p:nvPr>
        </p:nvSpPr>
        <p:spPr/>
        <p:txBody>
          <a:bodyPr/>
          <a:lstStyle/>
          <a:p>
            <a:pPr eaLnBrk="1" hangingPunct="1"/>
            <a:r>
              <a:rPr lang="zh-CN" altLang="en-US"/>
              <a:t>本章内容提要</a:t>
            </a:r>
          </a:p>
        </p:txBody>
      </p:sp>
      <p:grpSp>
        <p:nvGrpSpPr>
          <p:cNvPr id="59395" name="Group 3">
            <a:extLst>
              <a:ext uri="{FF2B5EF4-FFF2-40B4-BE49-F238E27FC236}">
                <a16:creationId xmlns:a16="http://schemas.microsoft.com/office/drawing/2014/main" id="{DCAF85D0-482B-E70E-C0C1-F021B4EDD3D7}"/>
              </a:ext>
            </a:extLst>
          </p:cNvPr>
          <p:cNvGrpSpPr>
            <a:grpSpLocks/>
          </p:cNvGrpSpPr>
          <p:nvPr/>
        </p:nvGrpSpPr>
        <p:grpSpPr bwMode="auto">
          <a:xfrm>
            <a:off x="969963" y="2566988"/>
            <a:ext cx="5689600" cy="3238500"/>
            <a:chOff x="385" y="1451"/>
            <a:chExt cx="3584" cy="2040"/>
          </a:xfrm>
        </p:grpSpPr>
        <p:grpSp>
          <p:nvGrpSpPr>
            <p:cNvPr id="59396" name="Group 4">
              <a:extLst>
                <a:ext uri="{FF2B5EF4-FFF2-40B4-BE49-F238E27FC236}">
                  <a16:creationId xmlns:a16="http://schemas.microsoft.com/office/drawing/2014/main" id="{53EA7CCD-D3B9-F4B2-F19D-5913B7A105A5}"/>
                </a:ext>
              </a:extLst>
            </p:cNvPr>
            <p:cNvGrpSpPr>
              <a:grpSpLocks/>
            </p:cNvGrpSpPr>
            <p:nvPr/>
          </p:nvGrpSpPr>
          <p:grpSpPr bwMode="auto">
            <a:xfrm>
              <a:off x="385" y="1451"/>
              <a:ext cx="3572" cy="230"/>
              <a:chOff x="385" y="1430"/>
              <a:chExt cx="3572" cy="363"/>
            </a:xfrm>
          </p:grpSpPr>
          <p:sp>
            <p:nvSpPr>
              <p:cNvPr id="59426" name="AutoShape 5">
                <a:extLst>
                  <a:ext uri="{FF2B5EF4-FFF2-40B4-BE49-F238E27FC236}">
                    <a16:creationId xmlns:a16="http://schemas.microsoft.com/office/drawing/2014/main" id="{75E4BA6F-B7A9-5BFE-3785-640F3C28C573}"/>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59427" name="Text Box 6">
                <a:extLst>
                  <a:ext uri="{FF2B5EF4-FFF2-40B4-BE49-F238E27FC236}">
                    <a16:creationId xmlns:a16="http://schemas.microsoft.com/office/drawing/2014/main" id="{0E270483-AEC0-1049-A84E-92CCE8DCC0D4}"/>
                  </a:ext>
                </a:extLst>
              </p:cNvPr>
              <p:cNvSpPr txBox="1">
                <a:spLocks noChangeArrowheads="1"/>
              </p:cNvSpPr>
              <p:nvPr/>
            </p:nvSpPr>
            <p:spPr bwMode="auto">
              <a:xfrm>
                <a:off x="626" y="1430"/>
                <a:ext cx="3099"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软件项目风险管理概述</a:t>
                </a:r>
                <a:r>
                  <a:rPr lang="zh-CN" altLang="en-US" sz="1800">
                    <a:solidFill>
                      <a:schemeClr val="bg1"/>
                    </a:solidFill>
                  </a:rPr>
                  <a:t>合同管理概述</a:t>
                </a:r>
                <a:r>
                  <a:rPr lang="zh-CN" altLang="en-US" sz="1200">
                    <a:solidFill>
                      <a:schemeClr val="bg1"/>
                    </a:solidFill>
                  </a:rPr>
                  <a:t> </a:t>
                </a:r>
                <a:r>
                  <a:rPr lang="zh-CN" altLang="en-US" sz="2400" b="0">
                    <a:latin typeface="Times New Roman" panose="02020603050405020304" pitchFamily="18" charset="0"/>
                  </a:rPr>
                  <a:t> </a:t>
                </a:r>
              </a:p>
            </p:txBody>
          </p:sp>
          <p:sp>
            <p:nvSpPr>
              <p:cNvPr id="59428" name="Rectangle 7">
                <a:extLst>
                  <a:ext uri="{FF2B5EF4-FFF2-40B4-BE49-F238E27FC236}">
                    <a16:creationId xmlns:a16="http://schemas.microsoft.com/office/drawing/2014/main" id="{822DACDC-BFBE-000F-2F23-216F0B8C70E7}"/>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8.1</a:t>
                </a:r>
                <a:endParaRPr lang="en-US" altLang="zh-CN" sz="1800">
                  <a:solidFill>
                    <a:srgbClr val="000000"/>
                  </a:solidFill>
                </a:endParaRPr>
              </a:p>
            </p:txBody>
          </p:sp>
        </p:grpSp>
        <p:grpSp>
          <p:nvGrpSpPr>
            <p:cNvPr id="59397" name="Group 8">
              <a:extLst>
                <a:ext uri="{FF2B5EF4-FFF2-40B4-BE49-F238E27FC236}">
                  <a16:creationId xmlns:a16="http://schemas.microsoft.com/office/drawing/2014/main" id="{8B796962-CDB4-EE2C-5833-85140B295971}"/>
                </a:ext>
              </a:extLst>
            </p:cNvPr>
            <p:cNvGrpSpPr>
              <a:grpSpLocks/>
            </p:cNvGrpSpPr>
            <p:nvPr/>
          </p:nvGrpSpPr>
          <p:grpSpPr bwMode="auto">
            <a:xfrm>
              <a:off x="385" y="1706"/>
              <a:ext cx="3572" cy="230"/>
              <a:chOff x="385" y="1801"/>
              <a:chExt cx="3572" cy="363"/>
            </a:xfrm>
          </p:grpSpPr>
          <p:grpSp>
            <p:nvGrpSpPr>
              <p:cNvPr id="59422" name="Group 9">
                <a:extLst>
                  <a:ext uri="{FF2B5EF4-FFF2-40B4-BE49-F238E27FC236}">
                    <a16:creationId xmlns:a16="http://schemas.microsoft.com/office/drawing/2014/main" id="{D5C2A349-B52B-BEB1-A6FF-8E2DC812AB04}"/>
                  </a:ext>
                </a:extLst>
              </p:cNvPr>
              <p:cNvGrpSpPr>
                <a:grpSpLocks/>
              </p:cNvGrpSpPr>
              <p:nvPr/>
            </p:nvGrpSpPr>
            <p:grpSpPr bwMode="auto">
              <a:xfrm>
                <a:off x="464" y="1801"/>
                <a:ext cx="3493" cy="363"/>
                <a:chOff x="464" y="1801"/>
                <a:chExt cx="3493" cy="363"/>
              </a:xfrm>
            </p:grpSpPr>
            <p:sp>
              <p:nvSpPr>
                <p:cNvPr id="59424" name="AutoShape 10">
                  <a:extLst>
                    <a:ext uri="{FF2B5EF4-FFF2-40B4-BE49-F238E27FC236}">
                      <a16:creationId xmlns:a16="http://schemas.microsoft.com/office/drawing/2014/main" id="{B123DA2A-AEAA-5DBE-F374-3B7BCB5316ED}"/>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59425" name="Text Box 11">
                  <a:extLst>
                    <a:ext uri="{FF2B5EF4-FFF2-40B4-BE49-F238E27FC236}">
                      <a16:creationId xmlns:a16="http://schemas.microsoft.com/office/drawing/2014/main" id="{C8D20DAC-17C6-ADC4-4646-258E712E7B52}"/>
                    </a:ext>
                  </a:extLst>
                </p:cNvPr>
                <p:cNvSpPr txBox="1">
                  <a:spLocks noChangeArrowheads="1"/>
                </p:cNvSpPr>
                <p:nvPr/>
              </p:nvSpPr>
              <p:spPr bwMode="auto">
                <a:xfrm>
                  <a:off x="626" y="1801"/>
                  <a:ext cx="3099"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风险识别</a:t>
                  </a:r>
                  <a:r>
                    <a:rPr lang="zh-CN" altLang="en-US" sz="2400" b="0">
                      <a:latin typeface="Times New Roman" panose="02020603050405020304" pitchFamily="18" charset="0"/>
                    </a:rPr>
                    <a:t> </a:t>
                  </a:r>
                </a:p>
              </p:txBody>
            </p:sp>
          </p:grpSp>
          <p:sp>
            <p:nvSpPr>
              <p:cNvPr id="59423" name="Rectangle 12">
                <a:extLst>
                  <a:ext uri="{FF2B5EF4-FFF2-40B4-BE49-F238E27FC236}">
                    <a16:creationId xmlns:a16="http://schemas.microsoft.com/office/drawing/2014/main" id="{46F843B4-4C62-951E-34EA-BC24EC5F8CCA}"/>
                  </a:ext>
                </a:extLst>
              </p:cNvPr>
              <p:cNvSpPr>
                <a:spLocks noChangeArrowheads="1"/>
              </p:cNvSpPr>
              <p:nvPr/>
            </p:nvSpPr>
            <p:spPr bwMode="auto">
              <a:xfrm>
                <a:off x="385" y="1915"/>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8.2</a:t>
                </a:r>
                <a:endParaRPr lang="en-US" altLang="zh-CN" sz="1800">
                  <a:solidFill>
                    <a:srgbClr val="000000"/>
                  </a:solidFill>
                </a:endParaRPr>
              </a:p>
            </p:txBody>
          </p:sp>
        </p:grpSp>
        <p:grpSp>
          <p:nvGrpSpPr>
            <p:cNvPr id="59398" name="Group 13">
              <a:extLst>
                <a:ext uri="{FF2B5EF4-FFF2-40B4-BE49-F238E27FC236}">
                  <a16:creationId xmlns:a16="http://schemas.microsoft.com/office/drawing/2014/main" id="{50D72442-4EC3-9ECF-1905-AA2A5ED03A2C}"/>
                </a:ext>
              </a:extLst>
            </p:cNvPr>
            <p:cNvGrpSpPr>
              <a:grpSpLocks/>
            </p:cNvGrpSpPr>
            <p:nvPr/>
          </p:nvGrpSpPr>
          <p:grpSpPr bwMode="auto">
            <a:xfrm>
              <a:off x="385" y="1979"/>
              <a:ext cx="3584" cy="230"/>
              <a:chOff x="385" y="2187"/>
              <a:chExt cx="3584" cy="363"/>
            </a:xfrm>
          </p:grpSpPr>
          <p:sp>
            <p:nvSpPr>
              <p:cNvPr id="59419" name="AutoShape 14">
                <a:extLst>
                  <a:ext uri="{FF2B5EF4-FFF2-40B4-BE49-F238E27FC236}">
                    <a16:creationId xmlns:a16="http://schemas.microsoft.com/office/drawing/2014/main" id="{828D4BB2-8587-1DAE-2750-BF4538A69064}"/>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59420" name="Text Box 15">
                <a:extLst>
                  <a:ext uri="{FF2B5EF4-FFF2-40B4-BE49-F238E27FC236}">
                    <a16:creationId xmlns:a16="http://schemas.microsoft.com/office/drawing/2014/main" id="{FF9EDDA1-7B3F-087B-958E-51652BDCFC17}"/>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风险评估</a:t>
                </a:r>
                <a:r>
                  <a:rPr lang="zh-CN" altLang="en-US" sz="2400" b="0">
                    <a:latin typeface="Times New Roman" panose="02020603050405020304" pitchFamily="18" charset="0"/>
                  </a:rPr>
                  <a:t> </a:t>
                </a:r>
              </a:p>
            </p:txBody>
          </p:sp>
          <p:sp>
            <p:nvSpPr>
              <p:cNvPr id="59421" name="Rectangle 16">
                <a:extLst>
                  <a:ext uri="{FF2B5EF4-FFF2-40B4-BE49-F238E27FC236}">
                    <a16:creationId xmlns:a16="http://schemas.microsoft.com/office/drawing/2014/main" id="{58F15623-D6F7-3533-205D-33F32435D735}"/>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8.3</a:t>
                </a:r>
                <a:endParaRPr lang="en-US" altLang="zh-CN" sz="1800">
                  <a:solidFill>
                    <a:srgbClr val="000000"/>
                  </a:solidFill>
                </a:endParaRPr>
              </a:p>
            </p:txBody>
          </p:sp>
        </p:grpSp>
        <p:grpSp>
          <p:nvGrpSpPr>
            <p:cNvPr id="59399" name="Group 17">
              <a:extLst>
                <a:ext uri="{FF2B5EF4-FFF2-40B4-BE49-F238E27FC236}">
                  <a16:creationId xmlns:a16="http://schemas.microsoft.com/office/drawing/2014/main" id="{24B2030D-6B5F-01D3-0A5C-ADEEB3F56FC1}"/>
                </a:ext>
              </a:extLst>
            </p:cNvPr>
            <p:cNvGrpSpPr>
              <a:grpSpLocks/>
            </p:cNvGrpSpPr>
            <p:nvPr/>
          </p:nvGrpSpPr>
          <p:grpSpPr bwMode="auto">
            <a:xfrm>
              <a:off x="385" y="2251"/>
              <a:ext cx="3584" cy="198"/>
              <a:chOff x="385" y="2209"/>
              <a:chExt cx="3584" cy="313"/>
            </a:xfrm>
          </p:grpSpPr>
          <p:sp>
            <p:nvSpPr>
              <p:cNvPr id="59416" name="AutoShape 18">
                <a:extLst>
                  <a:ext uri="{FF2B5EF4-FFF2-40B4-BE49-F238E27FC236}">
                    <a16:creationId xmlns:a16="http://schemas.microsoft.com/office/drawing/2014/main" id="{C4707C24-81F9-82EC-D20D-B636ED661D16}"/>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59417" name="Text Box 19">
                <a:extLst>
                  <a:ext uri="{FF2B5EF4-FFF2-40B4-BE49-F238E27FC236}">
                    <a16:creationId xmlns:a16="http://schemas.microsoft.com/office/drawing/2014/main" id="{FF39E2FE-E188-6C05-FB4E-F0922219A928}"/>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风险</a:t>
                </a:r>
                <a:r>
                  <a:rPr lang="zh-CN" altLang="en-US" sz="2000">
                    <a:solidFill>
                      <a:schemeClr val="tx2"/>
                    </a:solidFill>
                    <a:latin typeface="黑体" panose="02010609060101010101" pitchFamily="49" charset="-122"/>
                    <a:ea typeface="黑体" panose="02010609060101010101" pitchFamily="49" charset="-122"/>
                  </a:rPr>
                  <a:t>计划</a:t>
                </a:r>
              </a:p>
            </p:txBody>
          </p:sp>
          <p:sp>
            <p:nvSpPr>
              <p:cNvPr id="59418" name="Rectangle 20">
                <a:extLst>
                  <a:ext uri="{FF2B5EF4-FFF2-40B4-BE49-F238E27FC236}">
                    <a16:creationId xmlns:a16="http://schemas.microsoft.com/office/drawing/2014/main" id="{A0A79851-2CAF-569B-B116-44E7C5429BF3}"/>
                  </a:ext>
                </a:extLst>
              </p:cNvPr>
              <p:cNvSpPr>
                <a:spLocks noChangeArrowheads="1"/>
              </p:cNvSpPr>
              <p:nvPr/>
            </p:nvSpPr>
            <p:spPr bwMode="auto">
              <a:xfrm>
                <a:off x="385" y="2282"/>
                <a:ext cx="211" cy="164"/>
              </a:xfrm>
              <a:prstGeom prst="rect">
                <a:avLst/>
              </a:prstGeom>
              <a:solidFill>
                <a:schemeClr val="tx1"/>
              </a:solidFill>
              <a:ln w="6350">
                <a:solidFill>
                  <a:schemeClr val="accent2"/>
                </a:solidFill>
                <a:miter lim="800000"/>
                <a:headEnd/>
                <a:tailEnd/>
              </a:ln>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8.4</a:t>
                </a:r>
                <a:endParaRPr lang="en-US" altLang="zh-CN" sz="1800">
                  <a:solidFill>
                    <a:srgbClr val="000000"/>
                  </a:solidFill>
                </a:endParaRPr>
              </a:p>
            </p:txBody>
          </p:sp>
        </p:grpSp>
        <p:grpSp>
          <p:nvGrpSpPr>
            <p:cNvPr id="59400" name="Group 21">
              <a:extLst>
                <a:ext uri="{FF2B5EF4-FFF2-40B4-BE49-F238E27FC236}">
                  <a16:creationId xmlns:a16="http://schemas.microsoft.com/office/drawing/2014/main" id="{C322D9C8-587D-D250-53D2-B3686FEE767E}"/>
                </a:ext>
              </a:extLst>
            </p:cNvPr>
            <p:cNvGrpSpPr>
              <a:grpSpLocks/>
            </p:cNvGrpSpPr>
            <p:nvPr/>
          </p:nvGrpSpPr>
          <p:grpSpPr bwMode="auto">
            <a:xfrm>
              <a:off x="385" y="2478"/>
              <a:ext cx="3584" cy="230"/>
              <a:chOff x="385" y="2187"/>
              <a:chExt cx="3584" cy="363"/>
            </a:xfrm>
          </p:grpSpPr>
          <p:sp>
            <p:nvSpPr>
              <p:cNvPr id="59413" name="AutoShape 22">
                <a:extLst>
                  <a:ext uri="{FF2B5EF4-FFF2-40B4-BE49-F238E27FC236}">
                    <a16:creationId xmlns:a16="http://schemas.microsoft.com/office/drawing/2014/main" id="{6C309BBB-F0F9-3EF5-98A0-FA8D4E59E80C}"/>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59414" name="Text Box 23">
                <a:extLst>
                  <a:ext uri="{FF2B5EF4-FFF2-40B4-BE49-F238E27FC236}">
                    <a16:creationId xmlns:a16="http://schemas.microsoft.com/office/drawing/2014/main" id="{DD144D0A-6C82-EDE7-EDDA-46769E410BB3}"/>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风险控制与管理</a:t>
                </a:r>
                <a:r>
                  <a:rPr lang="zh-CN" altLang="en-US" sz="2400" b="0">
                    <a:latin typeface="Times New Roman" panose="02020603050405020304" pitchFamily="18" charset="0"/>
                  </a:rPr>
                  <a:t> </a:t>
                </a:r>
              </a:p>
            </p:txBody>
          </p:sp>
          <p:sp>
            <p:nvSpPr>
              <p:cNvPr id="59415" name="Rectangle 24">
                <a:extLst>
                  <a:ext uri="{FF2B5EF4-FFF2-40B4-BE49-F238E27FC236}">
                    <a16:creationId xmlns:a16="http://schemas.microsoft.com/office/drawing/2014/main" id="{5728A4B6-1094-B81D-3BC3-4476D85A2358}"/>
                  </a:ext>
                </a:extLst>
              </p:cNvPr>
              <p:cNvSpPr>
                <a:spLocks noChangeArrowheads="1"/>
              </p:cNvSpPr>
              <p:nvPr/>
            </p:nvSpPr>
            <p:spPr bwMode="auto">
              <a:xfrm>
                <a:off x="385" y="2282"/>
                <a:ext cx="211" cy="164"/>
              </a:xfrm>
              <a:prstGeom prst="rect">
                <a:avLst/>
              </a:prstGeom>
              <a:solidFill>
                <a:schemeClr val="accent2"/>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8.5</a:t>
                </a:r>
                <a:endParaRPr lang="en-US" altLang="zh-CN" sz="1800">
                  <a:solidFill>
                    <a:srgbClr val="000000"/>
                  </a:solidFill>
                </a:endParaRPr>
              </a:p>
            </p:txBody>
          </p:sp>
        </p:grpSp>
        <p:grpSp>
          <p:nvGrpSpPr>
            <p:cNvPr id="59401" name="Group 25">
              <a:extLst>
                <a:ext uri="{FF2B5EF4-FFF2-40B4-BE49-F238E27FC236}">
                  <a16:creationId xmlns:a16="http://schemas.microsoft.com/office/drawing/2014/main" id="{34215A81-426D-C829-7E99-10489E3DB523}"/>
                </a:ext>
              </a:extLst>
            </p:cNvPr>
            <p:cNvGrpSpPr>
              <a:grpSpLocks/>
            </p:cNvGrpSpPr>
            <p:nvPr/>
          </p:nvGrpSpPr>
          <p:grpSpPr bwMode="auto">
            <a:xfrm>
              <a:off x="385" y="2746"/>
              <a:ext cx="3584" cy="230"/>
              <a:chOff x="385" y="2187"/>
              <a:chExt cx="3584" cy="363"/>
            </a:xfrm>
          </p:grpSpPr>
          <p:sp>
            <p:nvSpPr>
              <p:cNvPr id="59410" name="AutoShape 26">
                <a:extLst>
                  <a:ext uri="{FF2B5EF4-FFF2-40B4-BE49-F238E27FC236}">
                    <a16:creationId xmlns:a16="http://schemas.microsoft.com/office/drawing/2014/main" id="{274C7398-71A1-2164-D583-283D2FFA06AA}"/>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59411" name="Text Box 27">
                <a:extLst>
                  <a:ext uri="{FF2B5EF4-FFF2-40B4-BE49-F238E27FC236}">
                    <a16:creationId xmlns:a16="http://schemas.microsoft.com/office/drawing/2014/main" id="{4104CE1B-EF1E-CD02-F4D9-3628F11AEF9A}"/>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案例分析</a:t>
                </a:r>
                <a:r>
                  <a:rPr lang="zh-CN" altLang="en-US" sz="2400" b="0">
                    <a:latin typeface="Times New Roman" panose="02020603050405020304" pitchFamily="18" charset="0"/>
                  </a:rPr>
                  <a:t> </a:t>
                </a:r>
              </a:p>
            </p:txBody>
          </p:sp>
          <p:sp>
            <p:nvSpPr>
              <p:cNvPr id="59412" name="Rectangle 28">
                <a:extLst>
                  <a:ext uri="{FF2B5EF4-FFF2-40B4-BE49-F238E27FC236}">
                    <a16:creationId xmlns:a16="http://schemas.microsoft.com/office/drawing/2014/main" id="{44295E41-E44C-038C-65DA-BCA58297ACF3}"/>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8.6</a:t>
                </a:r>
                <a:endParaRPr lang="en-US" altLang="zh-CN" sz="1800">
                  <a:solidFill>
                    <a:srgbClr val="000000"/>
                  </a:solidFill>
                </a:endParaRPr>
              </a:p>
            </p:txBody>
          </p:sp>
        </p:grpSp>
        <p:grpSp>
          <p:nvGrpSpPr>
            <p:cNvPr id="59402" name="Group 29">
              <a:extLst>
                <a:ext uri="{FF2B5EF4-FFF2-40B4-BE49-F238E27FC236}">
                  <a16:creationId xmlns:a16="http://schemas.microsoft.com/office/drawing/2014/main" id="{6C95536A-70E6-85A9-D808-C732F3CBD291}"/>
                </a:ext>
              </a:extLst>
            </p:cNvPr>
            <p:cNvGrpSpPr>
              <a:grpSpLocks/>
            </p:cNvGrpSpPr>
            <p:nvPr/>
          </p:nvGrpSpPr>
          <p:grpSpPr bwMode="auto">
            <a:xfrm>
              <a:off x="385" y="3019"/>
              <a:ext cx="3584" cy="230"/>
              <a:chOff x="385" y="2187"/>
              <a:chExt cx="3584" cy="363"/>
            </a:xfrm>
          </p:grpSpPr>
          <p:sp>
            <p:nvSpPr>
              <p:cNvPr id="59407" name="AutoShape 30">
                <a:extLst>
                  <a:ext uri="{FF2B5EF4-FFF2-40B4-BE49-F238E27FC236}">
                    <a16:creationId xmlns:a16="http://schemas.microsoft.com/office/drawing/2014/main" id="{5C80CC4E-E13A-A1BA-917F-1BE1E935B3D7}"/>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59408" name="Text Box 31">
                <a:extLst>
                  <a:ext uri="{FF2B5EF4-FFF2-40B4-BE49-F238E27FC236}">
                    <a16:creationId xmlns:a16="http://schemas.microsoft.com/office/drawing/2014/main" id="{B04EF4F6-FD0C-A80F-C181-B83E11F289BB}"/>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本章小结</a:t>
                </a:r>
                <a:r>
                  <a:rPr lang="zh-CN" altLang="en-US" sz="2400" b="0">
                    <a:latin typeface="Times New Roman" panose="02020603050405020304" pitchFamily="18" charset="0"/>
                  </a:rPr>
                  <a:t> </a:t>
                </a:r>
              </a:p>
            </p:txBody>
          </p:sp>
          <p:sp>
            <p:nvSpPr>
              <p:cNvPr id="59409" name="Rectangle 32">
                <a:extLst>
                  <a:ext uri="{FF2B5EF4-FFF2-40B4-BE49-F238E27FC236}">
                    <a16:creationId xmlns:a16="http://schemas.microsoft.com/office/drawing/2014/main" id="{FAFF4AB4-50F0-789E-91E2-E0BFF71D8F19}"/>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8.7</a:t>
                </a:r>
                <a:endParaRPr lang="en-US" altLang="zh-CN" sz="1800">
                  <a:solidFill>
                    <a:srgbClr val="000000"/>
                  </a:solidFill>
                </a:endParaRPr>
              </a:p>
            </p:txBody>
          </p:sp>
        </p:grpSp>
        <p:grpSp>
          <p:nvGrpSpPr>
            <p:cNvPr id="59403" name="Group 33">
              <a:extLst>
                <a:ext uri="{FF2B5EF4-FFF2-40B4-BE49-F238E27FC236}">
                  <a16:creationId xmlns:a16="http://schemas.microsoft.com/office/drawing/2014/main" id="{78230BB1-98E7-BA3B-55B4-00B70390C823}"/>
                </a:ext>
              </a:extLst>
            </p:cNvPr>
            <p:cNvGrpSpPr>
              <a:grpSpLocks/>
            </p:cNvGrpSpPr>
            <p:nvPr/>
          </p:nvGrpSpPr>
          <p:grpSpPr bwMode="auto">
            <a:xfrm>
              <a:off x="385" y="3294"/>
              <a:ext cx="3584" cy="197"/>
              <a:chOff x="385" y="2209"/>
              <a:chExt cx="3584" cy="311"/>
            </a:xfrm>
          </p:grpSpPr>
          <p:sp>
            <p:nvSpPr>
              <p:cNvPr id="59404" name="AutoShape 34">
                <a:extLst>
                  <a:ext uri="{FF2B5EF4-FFF2-40B4-BE49-F238E27FC236}">
                    <a16:creationId xmlns:a16="http://schemas.microsoft.com/office/drawing/2014/main" id="{7F9489A9-46CD-BAEF-0AB3-0ADA01E49508}"/>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59405" name="Text Box 35">
                <a:extLst>
                  <a:ext uri="{FF2B5EF4-FFF2-40B4-BE49-F238E27FC236}">
                    <a16:creationId xmlns:a16="http://schemas.microsoft.com/office/drawing/2014/main" id="{DD81EB71-8FB7-3D15-7BA8-054EB6B03CF7}"/>
                  </a:ext>
                </a:extLst>
              </p:cNvPr>
              <p:cNvSpPr txBox="1">
                <a:spLocks noChangeArrowheads="1"/>
              </p:cNvSpPr>
              <p:nvPr/>
            </p:nvSpPr>
            <p:spPr bwMode="auto">
              <a:xfrm>
                <a:off x="626" y="2217"/>
                <a:ext cx="3110"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黑体" panose="02010609060101010101" pitchFamily="49" charset="-122"/>
                    <a:ea typeface="黑体" panose="02010609060101010101" pitchFamily="49" charset="-122"/>
                  </a:rPr>
                  <a:t>复习思考题</a:t>
                </a:r>
              </a:p>
            </p:txBody>
          </p:sp>
          <p:sp>
            <p:nvSpPr>
              <p:cNvPr id="59406" name="Rectangle 36">
                <a:extLst>
                  <a:ext uri="{FF2B5EF4-FFF2-40B4-BE49-F238E27FC236}">
                    <a16:creationId xmlns:a16="http://schemas.microsoft.com/office/drawing/2014/main" id="{3027F07E-8ED4-F83D-8927-629D668D1A14}"/>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8.8</a:t>
                </a:r>
                <a:endParaRPr lang="en-US" altLang="zh-CN" sz="1800">
                  <a:solidFill>
                    <a:srgbClr val="000000"/>
                  </a:solidFill>
                </a:endParaRPr>
              </a:p>
            </p:txBody>
          </p:sp>
        </p:gr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3207627E-D1DD-F51F-AD95-34AD6ADDAB76}"/>
              </a:ext>
            </a:extLst>
          </p:cNvPr>
          <p:cNvSpPr>
            <a:spLocks noGrp="1" noChangeArrowheads="1"/>
          </p:cNvSpPr>
          <p:nvPr>
            <p:ph type="title"/>
          </p:nvPr>
        </p:nvSpPr>
        <p:spPr/>
        <p:txBody>
          <a:bodyPr/>
          <a:lstStyle/>
          <a:p>
            <a:pPr eaLnBrk="1" hangingPunct="1"/>
            <a:r>
              <a:rPr lang="en-US" altLang="zh-CN"/>
              <a:t>8.5  </a:t>
            </a:r>
            <a:r>
              <a:rPr kumimoji="1" lang="zh-CN" altLang="en-US"/>
              <a:t>风险控制与管理</a:t>
            </a:r>
          </a:p>
        </p:txBody>
      </p:sp>
      <p:sp>
        <p:nvSpPr>
          <p:cNvPr id="61443" name="Rectangle 3">
            <a:extLst>
              <a:ext uri="{FF2B5EF4-FFF2-40B4-BE49-F238E27FC236}">
                <a16:creationId xmlns:a16="http://schemas.microsoft.com/office/drawing/2014/main" id="{8AEB825E-C92A-65BA-7632-E1DBE335960F}"/>
              </a:ext>
            </a:extLst>
          </p:cNvPr>
          <p:cNvSpPr>
            <a:spLocks noGrp="1" noChangeArrowheads="1"/>
          </p:cNvSpPr>
          <p:nvPr>
            <p:ph type="body" idx="1"/>
          </p:nvPr>
        </p:nvSpPr>
        <p:spPr>
          <a:xfrm>
            <a:off x="468313" y="2060575"/>
            <a:ext cx="8496300" cy="4797425"/>
          </a:xfrm>
        </p:spPr>
        <p:txBody>
          <a:bodyPr/>
          <a:lstStyle/>
          <a:p>
            <a:pPr eaLnBrk="1" hangingPunct="1">
              <a:lnSpc>
                <a:spcPct val="130000"/>
              </a:lnSpc>
            </a:pPr>
            <a:r>
              <a:rPr lang="zh-CN" altLang="en-US" sz="2400">
                <a:solidFill>
                  <a:schemeClr val="accent2"/>
                </a:solidFill>
                <a:ea typeface="黑体" panose="02010609060101010101" pitchFamily="49" charset="-122"/>
              </a:rPr>
              <a:t>风险控制</a:t>
            </a:r>
          </a:p>
          <a:p>
            <a:pPr eaLnBrk="1" hangingPunct="1">
              <a:lnSpc>
                <a:spcPct val="130000"/>
              </a:lnSpc>
              <a:buFont typeface="Wingdings 2" panose="05020102010507070707" pitchFamily="18" charset="2"/>
              <a:buNone/>
            </a:pPr>
            <a:r>
              <a:rPr lang="zh-CN" altLang="en-US" sz="2000"/>
              <a:t>     </a:t>
            </a:r>
            <a:r>
              <a:rPr lang="en-US" altLang="zh-CN" sz="2000">
                <a:solidFill>
                  <a:schemeClr val="accent2"/>
                </a:solidFill>
              </a:rPr>
              <a:t>——</a:t>
            </a:r>
            <a:r>
              <a:rPr lang="zh-CN" altLang="en-US" sz="2000"/>
              <a:t>通过对风险的规划和对项目全过程的控制，保证风险管理能达到预期的目标。</a:t>
            </a:r>
          </a:p>
          <a:p>
            <a:pPr eaLnBrk="1" hangingPunct="1">
              <a:lnSpc>
                <a:spcPct val="130000"/>
              </a:lnSpc>
            </a:pPr>
            <a:r>
              <a:rPr lang="zh-CN" altLang="en-US" sz="2000"/>
              <a:t>风险控制是项目实施过程的一个重要工作，其目的是核对风险管理的策略和实施的实际效果是否与预见相同，同时获取反馈信息，改善风险计划和管理。</a:t>
            </a:r>
          </a:p>
          <a:p>
            <a:pPr eaLnBrk="1" hangingPunct="1">
              <a:lnSpc>
                <a:spcPct val="130000"/>
              </a:lnSpc>
            </a:pPr>
            <a:r>
              <a:rPr lang="zh-CN" altLang="en-US" sz="2000"/>
              <a:t>风险管理描述的是整个项目生存期中</a:t>
            </a:r>
            <a:r>
              <a:rPr lang="zh-CN" altLang="en-US" sz="2000">
                <a:solidFill>
                  <a:srgbClr val="FF0000"/>
                </a:solidFill>
              </a:rPr>
              <a:t>风险识别、风险评估、风险规划和风险控制</a:t>
            </a:r>
            <a:r>
              <a:rPr lang="zh-CN" altLang="en-US" sz="2000"/>
              <a:t>是如何架构和执行的。在项目的进行过程中，需要不断地进行风险控制。</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9A6E1585-B2BD-9A18-1B30-D3E8ABF575A4}"/>
              </a:ext>
            </a:extLst>
          </p:cNvPr>
          <p:cNvSpPr>
            <a:spLocks noGrp="1" noChangeArrowheads="1"/>
          </p:cNvSpPr>
          <p:nvPr>
            <p:ph type="title"/>
          </p:nvPr>
        </p:nvSpPr>
        <p:spPr/>
        <p:txBody>
          <a:bodyPr/>
          <a:lstStyle/>
          <a:p>
            <a:pPr eaLnBrk="1" hangingPunct="1"/>
            <a:r>
              <a:rPr lang="zh-CN" altLang="en-US"/>
              <a:t>本章内容提要</a:t>
            </a:r>
          </a:p>
        </p:txBody>
      </p:sp>
      <p:grpSp>
        <p:nvGrpSpPr>
          <p:cNvPr id="63491" name="Group 3">
            <a:extLst>
              <a:ext uri="{FF2B5EF4-FFF2-40B4-BE49-F238E27FC236}">
                <a16:creationId xmlns:a16="http://schemas.microsoft.com/office/drawing/2014/main" id="{66374997-BDE1-B9A8-3404-1A2773712C94}"/>
              </a:ext>
            </a:extLst>
          </p:cNvPr>
          <p:cNvGrpSpPr>
            <a:grpSpLocks/>
          </p:cNvGrpSpPr>
          <p:nvPr/>
        </p:nvGrpSpPr>
        <p:grpSpPr bwMode="auto">
          <a:xfrm>
            <a:off x="969963" y="2566988"/>
            <a:ext cx="5689600" cy="3238500"/>
            <a:chOff x="385" y="1451"/>
            <a:chExt cx="3584" cy="2040"/>
          </a:xfrm>
        </p:grpSpPr>
        <p:grpSp>
          <p:nvGrpSpPr>
            <p:cNvPr id="63492" name="Group 4">
              <a:extLst>
                <a:ext uri="{FF2B5EF4-FFF2-40B4-BE49-F238E27FC236}">
                  <a16:creationId xmlns:a16="http://schemas.microsoft.com/office/drawing/2014/main" id="{39C82E1E-4ED5-E439-F769-A6ECA8BEC838}"/>
                </a:ext>
              </a:extLst>
            </p:cNvPr>
            <p:cNvGrpSpPr>
              <a:grpSpLocks/>
            </p:cNvGrpSpPr>
            <p:nvPr/>
          </p:nvGrpSpPr>
          <p:grpSpPr bwMode="auto">
            <a:xfrm>
              <a:off x="385" y="1451"/>
              <a:ext cx="3572" cy="230"/>
              <a:chOff x="385" y="1430"/>
              <a:chExt cx="3572" cy="363"/>
            </a:xfrm>
          </p:grpSpPr>
          <p:sp>
            <p:nvSpPr>
              <p:cNvPr id="63522" name="AutoShape 5">
                <a:extLst>
                  <a:ext uri="{FF2B5EF4-FFF2-40B4-BE49-F238E27FC236}">
                    <a16:creationId xmlns:a16="http://schemas.microsoft.com/office/drawing/2014/main" id="{E498B795-1B2C-5F8D-9027-DB1209B2FA98}"/>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63523" name="Text Box 6">
                <a:extLst>
                  <a:ext uri="{FF2B5EF4-FFF2-40B4-BE49-F238E27FC236}">
                    <a16:creationId xmlns:a16="http://schemas.microsoft.com/office/drawing/2014/main" id="{B505CDC9-50BC-EA8B-01B3-D0EB56A5A6CD}"/>
                  </a:ext>
                </a:extLst>
              </p:cNvPr>
              <p:cNvSpPr txBox="1">
                <a:spLocks noChangeArrowheads="1"/>
              </p:cNvSpPr>
              <p:nvPr/>
            </p:nvSpPr>
            <p:spPr bwMode="auto">
              <a:xfrm>
                <a:off x="626" y="1430"/>
                <a:ext cx="3099"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软件项目风险管理概述</a:t>
                </a:r>
                <a:r>
                  <a:rPr lang="zh-CN" altLang="en-US" sz="1800">
                    <a:solidFill>
                      <a:schemeClr val="bg1"/>
                    </a:solidFill>
                  </a:rPr>
                  <a:t>合同管理概述</a:t>
                </a:r>
                <a:r>
                  <a:rPr lang="zh-CN" altLang="en-US" sz="1200">
                    <a:solidFill>
                      <a:schemeClr val="bg1"/>
                    </a:solidFill>
                  </a:rPr>
                  <a:t> </a:t>
                </a:r>
                <a:r>
                  <a:rPr lang="zh-CN" altLang="en-US" sz="2400" b="0">
                    <a:latin typeface="Times New Roman" panose="02020603050405020304" pitchFamily="18" charset="0"/>
                  </a:rPr>
                  <a:t> </a:t>
                </a:r>
              </a:p>
            </p:txBody>
          </p:sp>
          <p:sp>
            <p:nvSpPr>
              <p:cNvPr id="63524" name="Rectangle 7">
                <a:extLst>
                  <a:ext uri="{FF2B5EF4-FFF2-40B4-BE49-F238E27FC236}">
                    <a16:creationId xmlns:a16="http://schemas.microsoft.com/office/drawing/2014/main" id="{6553E8E4-E47C-C445-464D-490286E809ED}"/>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8.1</a:t>
                </a:r>
                <a:endParaRPr lang="en-US" altLang="zh-CN" sz="1800">
                  <a:solidFill>
                    <a:srgbClr val="000000"/>
                  </a:solidFill>
                </a:endParaRPr>
              </a:p>
            </p:txBody>
          </p:sp>
        </p:grpSp>
        <p:grpSp>
          <p:nvGrpSpPr>
            <p:cNvPr id="63493" name="Group 8">
              <a:extLst>
                <a:ext uri="{FF2B5EF4-FFF2-40B4-BE49-F238E27FC236}">
                  <a16:creationId xmlns:a16="http://schemas.microsoft.com/office/drawing/2014/main" id="{B8B662FF-66E3-984F-83F5-0DD65EE107E9}"/>
                </a:ext>
              </a:extLst>
            </p:cNvPr>
            <p:cNvGrpSpPr>
              <a:grpSpLocks/>
            </p:cNvGrpSpPr>
            <p:nvPr/>
          </p:nvGrpSpPr>
          <p:grpSpPr bwMode="auto">
            <a:xfrm>
              <a:off x="385" y="1706"/>
              <a:ext cx="3572" cy="230"/>
              <a:chOff x="385" y="1801"/>
              <a:chExt cx="3572" cy="363"/>
            </a:xfrm>
          </p:grpSpPr>
          <p:grpSp>
            <p:nvGrpSpPr>
              <p:cNvPr id="63518" name="Group 9">
                <a:extLst>
                  <a:ext uri="{FF2B5EF4-FFF2-40B4-BE49-F238E27FC236}">
                    <a16:creationId xmlns:a16="http://schemas.microsoft.com/office/drawing/2014/main" id="{FCF1C792-D763-BDEB-5502-6AEE2B70584A}"/>
                  </a:ext>
                </a:extLst>
              </p:cNvPr>
              <p:cNvGrpSpPr>
                <a:grpSpLocks/>
              </p:cNvGrpSpPr>
              <p:nvPr/>
            </p:nvGrpSpPr>
            <p:grpSpPr bwMode="auto">
              <a:xfrm>
                <a:off x="464" y="1801"/>
                <a:ext cx="3493" cy="363"/>
                <a:chOff x="464" y="1801"/>
                <a:chExt cx="3493" cy="363"/>
              </a:xfrm>
            </p:grpSpPr>
            <p:sp>
              <p:nvSpPr>
                <p:cNvPr id="63520" name="AutoShape 10">
                  <a:extLst>
                    <a:ext uri="{FF2B5EF4-FFF2-40B4-BE49-F238E27FC236}">
                      <a16:creationId xmlns:a16="http://schemas.microsoft.com/office/drawing/2014/main" id="{BE42F7E3-0947-EA47-8A00-07D9F32C9A08}"/>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63521" name="Text Box 11">
                  <a:extLst>
                    <a:ext uri="{FF2B5EF4-FFF2-40B4-BE49-F238E27FC236}">
                      <a16:creationId xmlns:a16="http://schemas.microsoft.com/office/drawing/2014/main" id="{79AC1619-E055-C4E5-C9F7-BC5E5AE58206}"/>
                    </a:ext>
                  </a:extLst>
                </p:cNvPr>
                <p:cNvSpPr txBox="1">
                  <a:spLocks noChangeArrowheads="1"/>
                </p:cNvSpPr>
                <p:nvPr/>
              </p:nvSpPr>
              <p:spPr bwMode="auto">
                <a:xfrm>
                  <a:off x="626" y="1801"/>
                  <a:ext cx="3099"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风险识别</a:t>
                  </a:r>
                  <a:r>
                    <a:rPr lang="zh-CN" altLang="en-US" sz="2400" b="0">
                      <a:latin typeface="Times New Roman" panose="02020603050405020304" pitchFamily="18" charset="0"/>
                    </a:rPr>
                    <a:t> </a:t>
                  </a:r>
                </a:p>
              </p:txBody>
            </p:sp>
          </p:grpSp>
          <p:sp>
            <p:nvSpPr>
              <p:cNvPr id="63519" name="Rectangle 12">
                <a:extLst>
                  <a:ext uri="{FF2B5EF4-FFF2-40B4-BE49-F238E27FC236}">
                    <a16:creationId xmlns:a16="http://schemas.microsoft.com/office/drawing/2014/main" id="{9FB84134-743B-5BB6-A6B3-3898B1CF7E0E}"/>
                  </a:ext>
                </a:extLst>
              </p:cNvPr>
              <p:cNvSpPr>
                <a:spLocks noChangeArrowheads="1"/>
              </p:cNvSpPr>
              <p:nvPr/>
            </p:nvSpPr>
            <p:spPr bwMode="auto">
              <a:xfrm>
                <a:off x="385" y="1915"/>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8.2</a:t>
                </a:r>
                <a:endParaRPr lang="en-US" altLang="zh-CN" sz="1800">
                  <a:solidFill>
                    <a:srgbClr val="000000"/>
                  </a:solidFill>
                </a:endParaRPr>
              </a:p>
            </p:txBody>
          </p:sp>
        </p:grpSp>
        <p:grpSp>
          <p:nvGrpSpPr>
            <p:cNvPr id="63494" name="Group 13">
              <a:extLst>
                <a:ext uri="{FF2B5EF4-FFF2-40B4-BE49-F238E27FC236}">
                  <a16:creationId xmlns:a16="http://schemas.microsoft.com/office/drawing/2014/main" id="{6C2D6049-4E01-7AC4-9CC7-8DBC0AE83BDC}"/>
                </a:ext>
              </a:extLst>
            </p:cNvPr>
            <p:cNvGrpSpPr>
              <a:grpSpLocks/>
            </p:cNvGrpSpPr>
            <p:nvPr/>
          </p:nvGrpSpPr>
          <p:grpSpPr bwMode="auto">
            <a:xfrm>
              <a:off x="385" y="1979"/>
              <a:ext cx="3584" cy="230"/>
              <a:chOff x="385" y="2187"/>
              <a:chExt cx="3584" cy="363"/>
            </a:xfrm>
          </p:grpSpPr>
          <p:sp>
            <p:nvSpPr>
              <p:cNvPr id="63515" name="AutoShape 14">
                <a:extLst>
                  <a:ext uri="{FF2B5EF4-FFF2-40B4-BE49-F238E27FC236}">
                    <a16:creationId xmlns:a16="http://schemas.microsoft.com/office/drawing/2014/main" id="{3117BF9B-905C-7AEE-1846-32FEC2C86ACD}"/>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63516" name="Text Box 15">
                <a:extLst>
                  <a:ext uri="{FF2B5EF4-FFF2-40B4-BE49-F238E27FC236}">
                    <a16:creationId xmlns:a16="http://schemas.microsoft.com/office/drawing/2014/main" id="{1782E623-B0CD-7608-CAE5-11A9E191F6E6}"/>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风险评估</a:t>
                </a:r>
                <a:r>
                  <a:rPr lang="zh-CN" altLang="en-US" sz="2400" b="0">
                    <a:latin typeface="Times New Roman" panose="02020603050405020304" pitchFamily="18" charset="0"/>
                  </a:rPr>
                  <a:t> </a:t>
                </a:r>
              </a:p>
            </p:txBody>
          </p:sp>
          <p:sp>
            <p:nvSpPr>
              <p:cNvPr id="63517" name="Rectangle 16">
                <a:extLst>
                  <a:ext uri="{FF2B5EF4-FFF2-40B4-BE49-F238E27FC236}">
                    <a16:creationId xmlns:a16="http://schemas.microsoft.com/office/drawing/2014/main" id="{6FC0AE6F-EC17-9EDF-A18E-E0D551C10DE5}"/>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8.3</a:t>
                </a:r>
                <a:endParaRPr lang="en-US" altLang="zh-CN" sz="1800">
                  <a:solidFill>
                    <a:srgbClr val="000000"/>
                  </a:solidFill>
                </a:endParaRPr>
              </a:p>
            </p:txBody>
          </p:sp>
        </p:grpSp>
        <p:grpSp>
          <p:nvGrpSpPr>
            <p:cNvPr id="63495" name="Group 17">
              <a:extLst>
                <a:ext uri="{FF2B5EF4-FFF2-40B4-BE49-F238E27FC236}">
                  <a16:creationId xmlns:a16="http://schemas.microsoft.com/office/drawing/2014/main" id="{5413F0BA-5BAD-0C78-46C3-0FDECCD16829}"/>
                </a:ext>
              </a:extLst>
            </p:cNvPr>
            <p:cNvGrpSpPr>
              <a:grpSpLocks/>
            </p:cNvGrpSpPr>
            <p:nvPr/>
          </p:nvGrpSpPr>
          <p:grpSpPr bwMode="auto">
            <a:xfrm>
              <a:off x="385" y="2251"/>
              <a:ext cx="3584" cy="198"/>
              <a:chOff x="385" y="2209"/>
              <a:chExt cx="3584" cy="313"/>
            </a:xfrm>
          </p:grpSpPr>
          <p:sp>
            <p:nvSpPr>
              <p:cNvPr id="63512" name="AutoShape 18">
                <a:extLst>
                  <a:ext uri="{FF2B5EF4-FFF2-40B4-BE49-F238E27FC236}">
                    <a16:creationId xmlns:a16="http://schemas.microsoft.com/office/drawing/2014/main" id="{92FEB989-9885-C9EA-69D9-C42CCD295282}"/>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63513" name="Text Box 19">
                <a:extLst>
                  <a:ext uri="{FF2B5EF4-FFF2-40B4-BE49-F238E27FC236}">
                    <a16:creationId xmlns:a16="http://schemas.microsoft.com/office/drawing/2014/main" id="{608DF08D-FD59-B8AD-3E3A-E9CC0A9F40DA}"/>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风险</a:t>
                </a:r>
                <a:r>
                  <a:rPr lang="zh-CN" altLang="en-US" sz="2000">
                    <a:solidFill>
                      <a:schemeClr val="tx2"/>
                    </a:solidFill>
                    <a:latin typeface="黑体" panose="02010609060101010101" pitchFamily="49" charset="-122"/>
                    <a:ea typeface="黑体" panose="02010609060101010101" pitchFamily="49" charset="-122"/>
                  </a:rPr>
                  <a:t>计划</a:t>
                </a:r>
              </a:p>
            </p:txBody>
          </p:sp>
          <p:sp>
            <p:nvSpPr>
              <p:cNvPr id="63514" name="Rectangle 20">
                <a:extLst>
                  <a:ext uri="{FF2B5EF4-FFF2-40B4-BE49-F238E27FC236}">
                    <a16:creationId xmlns:a16="http://schemas.microsoft.com/office/drawing/2014/main" id="{E78263DB-E3AF-67C3-4B52-21761652CC09}"/>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8.4</a:t>
                </a:r>
                <a:endParaRPr lang="en-US" altLang="zh-CN" sz="1800">
                  <a:solidFill>
                    <a:srgbClr val="000000"/>
                  </a:solidFill>
                </a:endParaRPr>
              </a:p>
            </p:txBody>
          </p:sp>
        </p:grpSp>
        <p:grpSp>
          <p:nvGrpSpPr>
            <p:cNvPr id="63496" name="Group 21">
              <a:extLst>
                <a:ext uri="{FF2B5EF4-FFF2-40B4-BE49-F238E27FC236}">
                  <a16:creationId xmlns:a16="http://schemas.microsoft.com/office/drawing/2014/main" id="{BCB43C0C-852F-5C98-4F42-A0EAEEEBBB90}"/>
                </a:ext>
              </a:extLst>
            </p:cNvPr>
            <p:cNvGrpSpPr>
              <a:grpSpLocks/>
            </p:cNvGrpSpPr>
            <p:nvPr/>
          </p:nvGrpSpPr>
          <p:grpSpPr bwMode="auto">
            <a:xfrm>
              <a:off x="385" y="2478"/>
              <a:ext cx="3584" cy="230"/>
              <a:chOff x="385" y="2187"/>
              <a:chExt cx="3584" cy="363"/>
            </a:xfrm>
          </p:grpSpPr>
          <p:sp>
            <p:nvSpPr>
              <p:cNvPr id="63509" name="AutoShape 22">
                <a:extLst>
                  <a:ext uri="{FF2B5EF4-FFF2-40B4-BE49-F238E27FC236}">
                    <a16:creationId xmlns:a16="http://schemas.microsoft.com/office/drawing/2014/main" id="{8A2F35A9-CB6E-346C-F64F-D0AAC9C559E1}"/>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63510" name="Text Box 23">
                <a:extLst>
                  <a:ext uri="{FF2B5EF4-FFF2-40B4-BE49-F238E27FC236}">
                    <a16:creationId xmlns:a16="http://schemas.microsoft.com/office/drawing/2014/main" id="{5B50DA76-6397-B224-B40E-CC720C2EC90A}"/>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风险控制与管理</a:t>
                </a:r>
                <a:r>
                  <a:rPr lang="zh-CN" altLang="en-US" sz="2400" b="0">
                    <a:latin typeface="Times New Roman" panose="02020603050405020304" pitchFamily="18" charset="0"/>
                  </a:rPr>
                  <a:t> </a:t>
                </a:r>
              </a:p>
            </p:txBody>
          </p:sp>
          <p:sp>
            <p:nvSpPr>
              <p:cNvPr id="63511" name="Rectangle 24">
                <a:extLst>
                  <a:ext uri="{FF2B5EF4-FFF2-40B4-BE49-F238E27FC236}">
                    <a16:creationId xmlns:a16="http://schemas.microsoft.com/office/drawing/2014/main" id="{50D96634-9CE1-3526-1446-BFA8B169D27B}"/>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8.5</a:t>
                </a:r>
                <a:endParaRPr lang="en-US" altLang="zh-CN" sz="1800">
                  <a:solidFill>
                    <a:srgbClr val="000000"/>
                  </a:solidFill>
                </a:endParaRPr>
              </a:p>
            </p:txBody>
          </p:sp>
        </p:grpSp>
        <p:grpSp>
          <p:nvGrpSpPr>
            <p:cNvPr id="63497" name="Group 25">
              <a:extLst>
                <a:ext uri="{FF2B5EF4-FFF2-40B4-BE49-F238E27FC236}">
                  <a16:creationId xmlns:a16="http://schemas.microsoft.com/office/drawing/2014/main" id="{02535F6C-CF3C-3D4A-5A41-FE383972784C}"/>
                </a:ext>
              </a:extLst>
            </p:cNvPr>
            <p:cNvGrpSpPr>
              <a:grpSpLocks/>
            </p:cNvGrpSpPr>
            <p:nvPr/>
          </p:nvGrpSpPr>
          <p:grpSpPr bwMode="auto">
            <a:xfrm>
              <a:off x="385" y="2746"/>
              <a:ext cx="3584" cy="230"/>
              <a:chOff x="385" y="2187"/>
              <a:chExt cx="3584" cy="363"/>
            </a:xfrm>
          </p:grpSpPr>
          <p:sp>
            <p:nvSpPr>
              <p:cNvPr id="63506" name="AutoShape 26">
                <a:extLst>
                  <a:ext uri="{FF2B5EF4-FFF2-40B4-BE49-F238E27FC236}">
                    <a16:creationId xmlns:a16="http://schemas.microsoft.com/office/drawing/2014/main" id="{7C726E8C-983C-623D-38F0-5F6F73ADDC75}"/>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63507" name="Text Box 27">
                <a:extLst>
                  <a:ext uri="{FF2B5EF4-FFF2-40B4-BE49-F238E27FC236}">
                    <a16:creationId xmlns:a16="http://schemas.microsoft.com/office/drawing/2014/main" id="{C8599793-F2D7-7A23-902F-E58DCBDE00F3}"/>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案例分析</a:t>
                </a:r>
                <a:r>
                  <a:rPr lang="zh-CN" altLang="en-US" sz="2400" b="0">
                    <a:latin typeface="Times New Roman" panose="02020603050405020304" pitchFamily="18" charset="0"/>
                  </a:rPr>
                  <a:t> </a:t>
                </a:r>
              </a:p>
            </p:txBody>
          </p:sp>
          <p:sp>
            <p:nvSpPr>
              <p:cNvPr id="63508" name="Rectangle 28">
                <a:extLst>
                  <a:ext uri="{FF2B5EF4-FFF2-40B4-BE49-F238E27FC236}">
                    <a16:creationId xmlns:a16="http://schemas.microsoft.com/office/drawing/2014/main" id="{E348C69A-CB9B-DE09-78EB-2CCAA828DEF4}"/>
                  </a:ext>
                </a:extLst>
              </p:cNvPr>
              <p:cNvSpPr>
                <a:spLocks noChangeArrowheads="1"/>
              </p:cNvSpPr>
              <p:nvPr/>
            </p:nvSpPr>
            <p:spPr bwMode="auto">
              <a:xfrm>
                <a:off x="385" y="2282"/>
                <a:ext cx="211" cy="164"/>
              </a:xfrm>
              <a:prstGeom prst="rect">
                <a:avLst/>
              </a:prstGeom>
              <a:solidFill>
                <a:schemeClr val="accent2"/>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8.6</a:t>
                </a:r>
                <a:endParaRPr lang="en-US" altLang="zh-CN" sz="1800">
                  <a:solidFill>
                    <a:srgbClr val="000000"/>
                  </a:solidFill>
                </a:endParaRPr>
              </a:p>
            </p:txBody>
          </p:sp>
        </p:grpSp>
        <p:grpSp>
          <p:nvGrpSpPr>
            <p:cNvPr id="63498" name="Group 29">
              <a:extLst>
                <a:ext uri="{FF2B5EF4-FFF2-40B4-BE49-F238E27FC236}">
                  <a16:creationId xmlns:a16="http://schemas.microsoft.com/office/drawing/2014/main" id="{E34B32D0-AC5B-C51B-530C-4AFA58066A64}"/>
                </a:ext>
              </a:extLst>
            </p:cNvPr>
            <p:cNvGrpSpPr>
              <a:grpSpLocks/>
            </p:cNvGrpSpPr>
            <p:nvPr/>
          </p:nvGrpSpPr>
          <p:grpSpPr bwMode="auto">
            <a:xfrm>
              <a:off x="385" y="3019"/>
              <a:ext cx="3584" cy="230"/>
              <a:chOff x="385" y="2187"/>
              <a:chExt cx="3584" cy="363"/>
            </a:xfrm>
          </p:grpSpPr>
          <p:sp>
            <p:nvSpPr>
              <p:cNvPr id="63503" name="AutoShape 30">
                <a:extLst>
                  <a:ext uri="{FF2B5EF4-FFF2-40B4-BE49-F238E27FC236}">
                    <a16:creationId xmlns:a16="http://schemas.microsoft.com/office/drawing/2014/main" id="{5FC8247D-BBBD-3A70-C47E-C6195C926A2A}"/>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63504" name="Text Box 31">
                <a:extLst>
                  <a:ext uri="{FF2B5EF4-FFF2-40B4-BE49-F238E27FC236}">
                    <a16:creationId xmlns:a16="http://schemas.microsoft.com/office/drawing/2014/main" id="{7B4A5B3D-5A84-F989-768A-B882EB5EA2B2}"/>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本章小结</a:t>
                </a:r>
                <a:r>
                  <a:rPr lang="zh-CN" altLang="en-US" sz="2400" b="0">
                    <a:latin typeface="Times New Roman" panose="02020603050405020304" pitchFamily="18" charset="0"/>
                  </a:rPr>
                  <a:t> </a:t>
                </a:r>
              </a:p>
            </p:txBody>
          </p:sp>
          <p:sp>
            <p:nvSpPr>
              <p:cNvPr id="63505" name="Rectangle 32">
                <a:extLst>
                  <a:ext uri="{FF2B5EF4-FFF2-40B4-BE49-F238E27FC236}">
                    <a16:creationId xmlns:a16="http://schemas.microsoft.com/office/drawing/2014/main" id="{FD8E87DD-DD1B-BBE9-6233-C7310A8832D6}"/>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8.7</a:t>
                </a:r>
                <a:endParaRPr lang="en-US" altLang="zh-CN" sz="1800">
                  <a:solidFill>
                    <a:srgbClr val="000000"/>
                  </a:solidFill>
                </a:endParaRPr>
              </a:p>
            </p:txBody>
          </p:sp>
        </p:grpSp>
        <p:grpSp>
          <p:nvGrpSpPr>
            <p:cNvPr id="63499" name="Group 33">
              <a:extLst>
                <a:ext uri="{FF2B5EF4-FFF2-40B4-BE49-F238E27FC236}">
                  <a16:creationId xmlns:a16="http://schemas.microsoft.com/office/drawing/2014/main" id="{02D3106F-EE66-83AE-1D3F-45CBF77D8968}"/>
                </a:ext>
              </a:extLst>
            </p:cNvPr>
            <p:cNvGrpSpPr>
              <a:grpSpLocks/>
            </p:cNvGrpSpPr>
            <p:nvPr/>
          </p:nvGrpSpPr>
          <p:grpSpPr bwMode="auto">
            <a:xfrm>
              <a:off x="385" y="3294"/>
              <a:ext cx="3584" cy="197"/>
              <a:chOff x="385" y="2209"/>
              <a:chExt cx="3584" cy="311"/>
            </a:xfrm>
          </p:grpSpPr>
          <p:sp>
            <p:nvSpPr>
              <p:cNvPr id="63500" name="AutoShape 34">
                <a:extLst>
                  <a:ext uri="{FF2B5EF4-FFF2-40B4-BE49-F238E27FC236}">
                    <a16:creationId xmlns:a16="http://schemas.microsoft.com/office/drawing/2014/main" id="{4CF7BBE7-4573-76B7-3044-6D0B9AB9AE11}"/>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63501" name="Text Box 35">
                <a:extLst>
                  <a:ext uri="{FF2B5EF4-FFF2-40B4-BE49-F238E27FC236}">
                    <a16:creationId xmlns:a16="http://schemas.microsoft.com/office/drawing/2014/main" id="{7A08DD12-773D-3188-37D5-457D62EA026D}"/>
                  </a:ext>
                </a:extLst>
              </p:cNvPr>
              <p:cNvSpPr txBox="1">
                <a:spLocks noChangeArrowheads="1"/>
              </p:cNvSpPr>
              <p:nvPr/>
            </p:nvSpPr>
            <p:spPr bwMode="auto">
              <a:xfrm>
                <a:off x="626" y="2217"/>
                <a:ext cx="3110"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黑体" panose="02010609060101010101" pitchFamily="49" charset="-122"/>
                    <a:ea typeface="黑体" panose="02010609060101010101" pitchFamily="49" charset="-122"/>
                  </a:rPr>
                  <a:t>复习思考题</a:t>
                </a:r>
              </a:p>
            </p:txBody>
          </p:sp>
          <p:sp>
            <p:nvSpPr>
              <p:cNvPr id="63502" name="Rectangle 36">
                <a:extLst>
                  <a:ext uri="{FF2B5EF4-FFF2-40B4-BE49-F238E27FC236}">
                    <a16:creationId xmlns:a16="http://schemas.microsoft.com/office/drawing/2014/main" id="{DBDAFFE8-C6EA-39C6-A9E6-74832F271377}"/>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8.8</a:t>
                </a:r>
                <a:endParaRPr lang="en-US" altLang="zh-CN" sz="1800">
                  <a:solidFill>
                    <a:srgbClr val="000000"/>
                  </a:solidFill>
                </a:endParaRPr>
              </a:p>
            </p:txBody>
          </p:sp>
        </p:gr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34E56DCF-76A7-7041-9293-FD89AFC01061}"/>
              </a:ext>
            </a:extLst>
          </p:cNvPr>
          <p:cNvSpPr>
            <a:spLocks noGrp="1" noChangeArrowheads="1"/>
          </p:cNvSpPr>
          <p:nvPr>
            <p:ph type="title"/>
          </p:nvPr>
        </p:nvSpPr>
        <p:spPr/>
        <p:txBody>
          <a:bodyPr/>
          <a:lstStyle/>
          <a:p>
            <a:pPr eaLnBrk="1" hangingPunct="1"/>
            <a:r>
              <a:rPr lang="en-US" altLang="zh-CN"/>
              <a:t>8.6  </a:t>
            </a:r>
            <a:r>
              <a:rPr lang="zh-CN" altLang="en-US"/>
              <a:t>案例分析</a:t>
            </a:r>
            <a:endParaRPr kumimoji="1" lang="zh-CN" altLang="en-US"/>
          </a:p>
        </p:txBody>
      </p:sp>
      <p:sp>
        <p:nvSpPr>
          <p:cNvPr id="65539" name="Rectangle 3">
            <a:extLst>
              <a:ext uri="{FF2B5EF4-FFF2-40B4-BE49-F238E27FC236}">
                <a16:creationId xmlns:a16="http://schemas.microsoft.com/office/drawing/2014/main" id="{BF469834-B449-B1DA-D94D-ED1AF9530F78}"/>
              </a:ext>
            </a:extLst>
          </p:cNvPr>
          <p:cNvSpPr>
            <a:spLocks noGrp="1" noChangeArrowheads="1"/>
          </p:cNvSpPr>
          <p:nvPr>
            <p:ph type="body" idx="1"/>
          </p:nvPr>
        </p:nvSpPr>
        <p:spPr>
          <a:xfrm>
            <a:off x="395288" y="1989138"/>
            <a:ext cx="8748712" cy="4103687"/>
          </a:xfrm>
          <a:solidFill>
            <a:srgbClr val="FFFF99"/>
          </a:solidFill>
        </p:spPr>
        <p:txBody>
          <a:bodyPr/>
          <a:lstStyle/>
          <a:p>
            <a:pPr eaLnBrk="1" hangingPunct="1">
              <a:lnSpc>
                <a:spcPct val="130000"/>
              </a:lnSpc>
            </a:pPr>
            <a:r>
              <a:rPr lang="zh-CN" altLang="en-US" sz="1800"/>
              <a:t>以一个教育管理系统项目为例。某</a:t>
            </a:r>
            <a:r>
              <a:rPr lang="zh-CN" altLang="en-US" sz="1800">
                <a:solidFill>
                  <a:srgbClr val="FF0000"/>
                </a:solidFill>
              </a:rPr>
              <a:t>教育管理系统项目</a:t>
            </a:r>
            <a:r>
              <a:rPr lang="zh-CN" altLang="en-US" sz="1800"/>
              <a:t>是一个基于</a:t>
            </a:r>
            <a:r>
              <a:rPr lang="en-US" altLang="zh-CN" sz="1800"/>
              <a:t>J2EE</a:t>
            </a:r>
            <a:r>
              <a:rPr lang="zh-CN" altLang="en-US" sz="1800"/>
              <a:t>技术的</a:t>
            </a:r>
            <a:r>
              <a:rPr lang="en-US" altLang="zh-CN" sz="1800">
                <a:solidFill>
                  <a:srgbClr val="FF0000"/>
                </a:solidFill>
              </a:rPr>
              <a:t>Web</a:t>
            </a:r>
            <a:r>
              <a:rPr lang="zh-CN" altLang="en-US" sz="1800">
                <a:solidFill>
                  <a:srgbClr val="FF0000"/>
                </a:solidFill>
              </a:rPr>
              <a:t>应用</a:t>
            </a:r>
            <a:r>
              <a:rPr lang="zh-CN" altLang="en-US" sz="1800"/>
              <a:t>项目。它主要为个公司或者一个部门的所有员工</a:t>
            </a:r>
            <a:r>
              <a:rPr lang="zh-CN" altLang="en-US" sz="1800">
                <a:solidFill>
                  <a:srgbClr val="FF0000"/>
                </a:solidFill>
              </a:rPr>
              <a:t>提供教育培训的管理</a:t>
            </a:r>
            <a:r>
              <a:rPr lang="zh-CN" altLang="en-US" sz="1800"/>
              <a:t>。这个项目的需求来自一家大型公司，我们要在</a:t>
            </a:r>
            <a:r>
              <a:rPr lang="zh-CN" altLang="en-US" sz="1800">
                <a:solidFill>
                  <a:srgbClr val="FF0000"/>
                </a:solidFill>
              </a:rPr>
              <a:t>规定期限内提交产品</a:t>
            </a:r>
            <a:r>
              <a:rPr lang="zh-CN" altLang="en-US" sz="1800"/>
              <a:t>，</a:t>
            </a:r>
            <a:r>
              <a:rPr lang="zh-CN" altLang="en-US" sz="1800">
                <a:solidFill>
                  <a:srgbClr val="FF0000"/>
                </a:solidFill>
              </a:rPr>
              <a:t>并保证软件的质量</a:t>
            </a:r>
            <a:r>
              <a:rPr lang="zh-CN" altLang="en-US" sz="1800"/>
              <a:t>。这里我们将探讨</a:t>
            </a:r>
            <a:r>
              <a:rPr lang="zh-CN" altLang="en-US" sz="1800">
                <a:solidFill>
                  <a:srgbClr val="FF0000"/>
                </a:solidFill>
              </a:rPr>
              <a:t>软件项目风险管理</a:t>
            </a:r>
            <a:r>
              <a:rPr lang="zh-CN" altLang="en-US" sz="1800"/>
              <a:t>等内容在软件项目管理中的具体应用，总结出一些有价值的软件项目管理经验，为以后在软件项目中实施项目管理提供了有益的借鉴。教育管理系统项目项目被</a:t>
            </a:r>
            <a:r>
              <a:rPr lang="zh-CN" altLang="en-US" sz="1800">
                <a:solidFill>
                  <a:srgbClr val="FF0000"/>
                </a:solidFill>
              </a:rPr>
              <a:t>划分成多个较小的模块或单元</a:t>
            </a:r>
            <a:r>
              <a:rPr lang="zh-CN" altLang="en-US" sz="1800"/>
              <a:t>，分配给项目的各个小组的成员，</a:t>
            </a:r>
            <a:r>
              <a:rPr lang="zh-CN" altLang="en-US" sz="1800">
                <a:solidFill>
                  <a:srgbClr val="FF0000"/>
                </a:solidFill>
              </a:rPr>
              <a:t>每个小组成员承担一个或几个任务</a:t>
            </a:r>
            <a:r>
              <a:rPr lang="zh-CN" altLang="en-US" sz="1800"/>
              <a:t>。首先是子系统和模块的分解，子系统和模块的分解着重于功能，本系统的分解，依据需求所要求的三个角色的不同操作进行划分。系统被划分</a:t>
            </a:r>
            <a:r>
              <a:rPr lang="zh-CN" altLang="en-US" sz="1800">
                <a:solidFill>
                  <a:srgbClr val="FF0000"/>
                </a:solidFill>
              </a:rPr>
              <a:t>员工操作子系统、部门领导管理子系统以及系统管理员子系统</a:t>
            </a:r>
            <a:r>
              <a:rPr lang="zh-CN" altLang="en-US" sz="1800"/>
              <a:t>这样三个子系统。然后，根据功能，将各个子系统又划分成几个模块。整个教育管理系统的功能划分如图</a:t>
            </a:r>
            <a:r>
              <a:rPr lang="en-US" altLang="zh-CN" sz="1800"/>
              <a:t>7-1</a:t>
            </a:r>
            <a:r>
              <a:rPr lang="zh-CN" altLang="en-US" sz="1800"/>
              <a:t>所示。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FA3B82D7-6CDC-0C10-0304-1DC9ACD079C2}"/>
              </a:ext>
            </a:extLst>
          </p:cNvPr>
          <p:cNvSpPr>
            <a:spLocks noGrp="1" noChangeArrowheads="1"/>
          </p:cNvSpPr>
          <p:nvPr>
            <p:ph type="title"/>
          </p:nvPr>
        </p:nvSpPr>
        <p:spPr/>
        <p:txBody>
          <a:bodyPr/>
          <a:lstStyle/>
          <a:p>
            <a:pPr eaLnBrk="1" hangingPunct="1"/>
            <a:r>
              <a:rPr lang="en-US" altLang="zh-CN"/>
              <a:t> </a:t>
            </a:r>
            <a:r>
              <a:rPr lang="zh-CN" altLang="en-US"/>
              <a:t>案例分析</a:t>
            </a:r>
          </a:p>
        </p:txBody>
      </p:sp>
      <p:pic>
        <p:nvPicPr>
          <p:cNvPr id="67587" name="Picture 4" descr="table7-1">
            <a:extLst>
              <a:ext uri="{FF2B5EF4-FFF2-40B4-BE49-F238E27FC236}">
                <a16:creationId xmlns:a16="http://schemas.microsoft.com/office/drawing/2014/main" id="{2713F813-B11F-44C0-9CFE-FAD65B955F7E}"/>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684213" y="2133600"/>
            <a:ext cx="7991475" cy="4175125"/>
          </a:xfrm>
          <a:solidFill>
            <a:srgbClr val="C6A30C"/>
          </a:solidFill>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7F8C9049-F773-439B-008E-135A0C3EC8E5}"/>
              </a:ext>
            </a:extLst>
          </p:cNvPr>
          <p:cNvSpPr>
            <a:spLocks noGrp="1" noChangeArrowheads="1"/>
          </p:cNvSpPr>
          <p:nvPr>
            <p:ph type="title"/>
          </p:nvPr>
        </p:nvSpPr>
        <p:spPr/>
        <p:txBody>
          <a:bodyPr/>
          <a:lstStyle/>
          <a:p>
            <a:pPr eaLnBrk="1" hangingPunct="1"/>
            <a:r>
              <a:rPr lang="en-US" altLang="zh-CN"/>
              <a:t> </a:t>
            </a:r>
            <a:r>
              <a:rPr lang="zh-CN" altLang="en-US"/>
              <a:t>案例分析</a:t>
            </a:r>
          </a:p>
        </p:txBody>
      </p:sp>
      <p:sp>
        <p:nvSpPr>
          <p:cNvPr id="69635" name="Rectangle 3">
            <a:extLst>
              <a:ext uri="{FF2B5EF4-FFF2-40B4-BE49-F238E27FC236}">
                <a16:creationId xmlns:a16="http://schemas.microsoft.com/office/drawing/2014/main" id="{DA60001A-C8D2-4E8F-02DA-A64E725D7B52}"/>
              </a:ext>
            </a:extLst>
          </p:cNvPr>
          <p:cNvSpPr>
            <a:spLocks noGrp="1" noChangeArrowheads="1"/>
          </p:cNvSpPr>
          <p:nvPr>
            <p:ph type="body" idx="1"/>
          </p:nvPr>
        </p:nvSpPr>
        <p:spPr>
          <a:xfrm>
            <a:off x="468313" y="2420938"/>
            <a:ext cx="8567737" cy="3168650"/>
          </a:xfrm>
          <a:solidFill>
            <a:srgbClr val="CC6600"/>
          </a:solidFill>
        </p:spPr>
        <p:txBody>
          <a:bodyPr/>
          <a:lstStyle/>
          <a:p>
            <a:pPr eaLnBrk="1" hangingPunct="1">
              <a:lnSpc>
                <a:spcPct val="130000"/>
              </a:lnSpc>
            </a:pPr>
            <a:r>
              <a:rPr lang="zh-CN" altLang="en-US" sz="2000">
                <a:solidFill>
                  <a:schemeClr val="bg1"/>
                </a:solidFill>
              </a:rPr>
              <a:t>由于风险是在项目开始之后才开始对项目的开发起负面的影响，所以风险分析的不足，或是风险回避措施不得力，都很有可能造成软件开发的失败。风险分析是在事前的一种估计，凭借一定的技术手段和丰富的经验，基本能够对项目的风险做出比较准确的估计，经过慎重的考虑提出可行的风险回避措施，是避免损失的重要环节。下面主要关注</a:t>
            </a:r>
            <a:r>
              <a:rPr lang="zh-CN" altLang="en-US" sz="2000"/>
              <a:t>软件开发中的主要风险</a:t>
            </a:r>
            <a:r>
              <a:rPr lang="zh-CN" altLang="en-US" sz="2000">
                <a:solidFill>
                  <a:schemeClr val="bg1"/>
                </a:solidFill>
              </a:rPr>
              <a:t>，但是这只是项目风险中的一部分，在资金、预算、合同等方面都存在风险。</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8400B822-8BC7-DE5E-26B2-C0EA5DC65503}"/>
              </a:ext>
            </a:extLst>
          </p:cNvPr>
          <p:cNvSpPr>
            <a:spLocks noGrp="1" noChangeArrowheads="1"/>
          </p:cNvSpPr>
          <p:nvPr>
            <p:ph type="title"/>
          </p:nvPr>
        </p:nvSpPr>
        <p:spPr/>
        <p:txBody>
          <a:bodyPr/>
          <a:lstStyle/>
          <a:p>
            <a:pPr eaLnBrk="1" hangingPunct="1"/>
            <a:r>
              <a:rPr lang="zh-CN" altLang="en-US"/>
              <a:t>案例分析</a:t>
            </a:r>
          </a:p>
        </p:txBody>
      </p:sp>
      <p:sp>
        <p:nvSpPr>
          <p:cNvPr id="71683" name="Rectangle 3">
            <a:extLst>
              <a:ext uri="{FF2B5EF4-FFF2-40B4-BE49-F238E27FC236}">
                <a16:creationId xmlns:a16="http://schemas.microsoft.com/office/drawing/2014/main" id="{B4B52EEA-6F6A-3A89-B4A4-18896FCE52A0}"/>
              </a:ext>
            </a:extLst>
          </p:cNvPr>
          <p:cNvSpPr>
            <a:spLocks noGrp="1" noChangeArrowheads="1"/>
          </p:cNvSpPr>
          <p:nvPr>
            <p:ph type="body" idx="1"/>
          </p:nvPr>
        </p:nvSpPr>
        <p:spPr>
          <a:xfrm>
            <a:off x="323850" y="2060575"/>
            <a:ext cx="8640763" cy="4797425"/>
          </a:xfrm>
        </p:spPr>
        <p:txBody>
          <a:bodyPr/>
          <a:lstStyle/>
          <a:p>
            <a:pPr eaLnBrk="1" hangingPunct="1">
              <a:lnSpc>
                <a:spcPct val="120000"/>
              </a:lnSpc>
            </a:pPr>
            <a:r>
              <a:rPr lang="en-US" altLang="zh-CN" sz="2000"/>
              <a:t> </a:t>
            </a:r>
            <a:r>
              <a:rPr lang="zh-CN" altLang="en-US" sz="2000"/>
              <a:t>项目过程中在几乎每个阶段都会出现风险。因此，正确评估每个阶段可能的风险是保证项目按时按质完成的重要环节。软件在</a:t>
            </a:r>
            <a:r>
              <a:rPr lang="zh-CN" altLang="en-US" sz="2000">
                <a:solidFill>
                  <a:srgbClr val="FF0000"/>
                </a:solidFill>
              </a:rPr>
              <a:t>需求分析阶段、设计阶段、实现阶段以及测试维护阶段</a:t>
            </a:r>
            <a:r>
              <a:rPr lang="zh-CN" altLang="en-US" sz="2000"/>
              <a:t>等，会出现不同的风险。</a:t>
            </a:r>
          </a:p>
          <a:p>
            <a:pPr eaLnBrk="1" hangingPunct="1">
              <a:lnSpc>
                <a:spcPct val="120000"/>
              </a:lnSpc>
            </a:pPr>
            <a:r>
              <a:rPr lang="zh-CN" altLang="en-US" sz="2000">
                <a:solidFill>
                  <a:schemeClr val="accent2"/>
                </a:solidFill>
                <a:ea typeface="黑体" panose="02010609060101010101" pitchFamily="49" charset="-122"/>
              </a:rPr>
              <a:t>需求分析阶段的风险</a:t>
            </a:r>
          </a:p>
          <a:p>
            <a:pPr eaLnBrk="1" hangingPunct="1">
              <a:lnSpc>
                <a:spcPct val="120000"/>
              </a:lnSpc>
            </a:pPr>
            <a:r>
              <a:rPr lang="zh-CN" altLang="en-US" sz="2000"/>
              <a:t> 软件的开发是以用户的需求开始，在大多数情况下，用户需求要靠软件开发方的引导才能保证需求的完整，再以书面的形式形成 </a:t>
            </a:r>
            <a:r>
              <a:rPr lang="en-US" altLang="zh-CN" sz="2000"/>
              <a:t>《</a:t>
            </a:r>
            <a:r>
              <a:rPr lang="zh-CN" altLang="en-US" sz="2000"/>
              <a:t>用户需求</a:t>
            </a:r>
            <a:r>
              <a:rPr lang="en-US" altLang="zh-CN" sz="2000"/>
              <a:t>》</a:t>
            </a:r>
            <a:r>
              <a:rPr lang="zh-CN" altLang="en-US" sz="2000"/>
              <a:t>这一重要的文档。需求分析更多的是开发方确认需求的可行性和一致性的过程，在此阶段需要和用户进行广泛的交流和确认。</a:t>
            </a:r>
            <a:r>
              <a:rPr lang="zh-CN" altLang="en-US" sz="2000">
                <a:solidFill>
                  <a:srgbClr val="FF0000"/>
                </a:solidFill>
              </a:rPr>
              <a:t>需求和需求分析的任何疏漏</a:t>
            </a:r>
            <a:r>
              <a:rPr lang="zh-CN" altLang="en-US" sz="2000"/>
              <a:t>造成的损失会在软件系统的后续阶段被一级级地放大，因此本阶段的风险最大。</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5ED71E3C-E28D-12EA-D579-C53841CE3662}"/>
              </a:ext>
            </a:extLst>
          </p:cNvPr>
          <p:cNvSpPr>
            <a:spLocks noGrp="1" noChangeArrowheads="1"/>
          </p:cNvSpPr>
          <p:nvPr>
            <p:ph type="title"/>
          </p:nvPr>
        </p:nvSpPr>
        <p:spPr/>
        <p:txBody>
          <a:bodyPr/>
          <a:lstStyle/>
          <a:p>
            <a:pPr eaLnBrk="1" hangingPunct="1"/>
            <a:r>
              <a:rPr lang="zh-CN" altLang="en-US"/>
              <a:t>案例分析</a:t>
            </a:r>
          </a:p>
        </p:txBody>
      </p:sp>
      <p:sp>
        <p:nvSpPr>
          <p:cNvPr id="73731" name="Rectangle 3">
            <a:extLst>
              <a:ext uri="{FF2B5EF4-FFF2-40B4-BE49-F238E27FC236}">
                <a16:creationId xmlns:a16="http://schemas.microsoft.com/office/drawing/2014/main" id="{99971558-225D-16DC-599E-B1B6009DE858}"/>
              </a:ext>
            </a:extLst>
          </p:cNvPr>
          <p:cNvSpPr>
            <a:spLocks noGrp="1" noChangeArrowheads="1"/>
          </p:cNvSpPr>
          <p:nvPr>
            <p:ph type="body" idx="1"/>
          </p:nvPr>
        </p:nvSpPr>
        <p:spPr>
          <a:xfrm>
            <a:off x="395288" y="1916113"/>
            <a:ext cx="8569325" cy="4941887"/>
          </a:xfrm>
        </p:spPr>
        <p:txBody>
          <a:bodyPr/>
          <a:lstStyle/>
          <a:p>
            <a:pPr eaLnBrk="1" hangingPunct="1">
              <a:lnSpc>
                <a:spcPct val="120000"/>
              </a:lnSpc>
            </a:pPr>
            <a:r>
              <a:rPr lang="zh-CN" altLang="en-US" sz="2000" dirty="0">
                <a:solidFill>
                  <a:schemeClr val="accent2"/>
                </a:solidFill>
                <a:ea typeface="黑体" panose="02010609060101010101" pitchFamily="49" charset="-122"/>
              </a:rPr>
              <a:t>设计阶段的风险</a:t>
            </a:r>
          </a:p>
          <a:p>
            <a:pPr eaLnBrk="1" hangingPunct="1">
              <a:lnSpc>
                <a:spcPct val="120000"/>
              </a:lnSpc>
            </a:pPr>
            <a:r>
              <a:rPr lang="zh-CN" altLang="en-US" sz="2000" dirty="0"/>
              <a:t>设计的主要目的在于软件的功能正确的反映了需求。可见</a:t>
            </a:r>
            <a:r>
              <a:rPr lang="zh-CN" altLang="en-US" sz="2000" dirty="0">
                <a:solidFill>
                  <a:srgbClr val="FF0000"/>
                </a:solidFill>
              </a:rPr>
              <a:t>需求的不完整和对需求分析的不完整和错误，在设计阶段被成倍地放大</a:t>
            </a:r>
            <a:r>
              <a:rPr lang="zh-CN" altLang="en-US" sz="2000" dirty="0"/>
              <a:t>。设计阶段的主要任务是完成系统体系结构的定义，使之能够完成需求阶段的即定目标</a:t>
            </a:r>
            <a:r>
              <a:rPr lang="en-US" altLang="zh-CN" sz="2000" dirty="0"/>
              <a:t>;</a:t>
            </a:r>
            <a:r>
              <a:rPr lang="zh-CN" altLang="en-US" sz="2000" dirty="0"/>
              <a:t>另一方面也是检验需求的一致性和需求分析的完整性和正确性。</a:t>
            </a:r>
          </a:p>
          <a:p>
            <a:pPr eaLnBrk="1" hangingPunct="1">
              <a:lnSpc>
                <a:spcPct val="120000"/>
              </a:lnSpc>
            </a:pPr>
            <a:r>
              <a:rPr lang="zh-CN" altLang="en-US" sz="2000" dirty="0"/>
              <a:t>设计本身的风险主要来自于系统分析人员。分析人员在设计系统结构时过于定制，</a:t>
            </a:r>
            <a:r>
              <a:rPr lang="zh-CN" altLang="en-US" sz="2000" dirty="0">
                <a:solidFill>
                  <a:srgbClr val="FF0000"/>
                </a:solidFill>
              </a:rPr>
              <a:t>系统的可扩展性较弱，会给后期维护带来巨大的负担</a:t>
            </a:r>
            <a:r>
              <a:rPr lang="zh-CN" altLang="en-US" sz="2000" dirty="0"/>
              <a:t>，和维护成本的激增。</a:t>
            </a:r>
            <a:r>
              <a:rPr lang="zh-CN" altLang="en-US" dirty="0"/>
              <a:t> </a:t>
            </a:r>
          </a:p>
          <a:p>
            <a:pPr eaLnBrk="1" hangingPunct="1">
              <a:lnSpc>
                <a:spcPct val="120000"/>
              </a:lnSpc>
            </a:pPr>
            <a:r>
              <a:rPr lang="zh-CN" altLang="en-US" sz="2000" dirty="0"/>
              <a:t>设计阶段蕴涵的</a:t>
            </a:r>
            <a:r>
              <a:rPr lang="zh-CN" altLang="en-US" sz="2000" dirty="0">
                <a:solidFill>
                  <a:srgbClr val="FF0000"/>
                </a:solidFill>
              </a:rPr>
              <a:t>另一种风险来自于设计文档</a:t>
            </a:r>
            <a:r>
              <a:rPr lang="zh-CN" altLang="en-US" sz="2000" dirty="0"/>
              <a:t>。文档的不健全不仅会造成实现阶段的困难，更会在后期的测试和维护造成灾难性的后果，例如根本无法对软件系统进行版本升级，甚至是发现的简单错误都无从更正。</a:t>
            </a:r>
            <a:r>
              <a:rPr lang="zh-CN" altLang="en-US" dirty="0"/>
              <a:t>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66385CE8-A37E-A908-13C0-1DFF727DC5B3}"/>
              </a:ext>
            </a:extLst>
          </p:cNvPr>
          <p:cNvSpPr>
            <a:spLocks noGrp="1" noChangeArrowheads="1"/>
          </p:cNvSpPr>
          <p:nvPr>
            <p:ph type="title"/>
          </p:nvPr>
        </p:nvSpPr>
        <p:spPr/>
        <p:txBody>
          <a:bodyPr/>
          <a:lstStyle/>
          <a:p>
            <a:pPr eaLnBrk="1" hangingPunct="1"/>
            <a:r>
              <a:rPr lang="en-US" altLang="zh-CN"/>
              <a:t> </a:t>
            </a:r>
            <a:r>
              <a:rPr lang="zh-CN" altLang="en-US"/>
              <a:t>案例分析</a:t>
            </a:r>
          </a:p>
        </p:txBody>
      </p:sp>
      <p:sp>
        <p:nvSpPr>
          <p:cNvPr id="75779" name="Rectangle 3">
            <a:extLst>
              <a:ext uri="{FF2B5EF4-FFF2-40B4-BE49-F238E27FC236}">
                <a16:creationId xmlns:a16="http://schemas.microsoft.com/office/drawing/2014/main" id="{5DD96855-C8E3-4C50-C5C9-B4DC81C2C7C3}"/>
              </a:ext>
            </a:extLst>
          </p:cNvPr>
          <p:cNvSpPr>
            <a:spLocks noGrp="1" noChangeArrowheads="1"/>
          </p:cNvSpPr>
          <p:nvPr>
            <p:ph type="body" idx="1"/>
          </p:nvPr>
        </p:nvSpPr>
        <p:spPr>
          <a:xfrm>
            <a:off x="179388" y="1844675"/>
            <a:ext cx="8785225" cy="5013325"/>
          </a:xfrm>
        </p:spPr>
        <p:txBody>
          <a:bodyPr/>
          <a:lstStyle/>
          <a:p>
            <a:pPr eaLnBrk="1" hangingPunct="1">
              <a:lnSpc>
                <a:spcPct val="120000"/>
              </a:lnSpc>
            </a:pPr>
            <a:r>
              <a:rPr lang="zh-CN" altLang="en-US" sz="2000">
                <a:solidFill>
                  <a:schemeClr val="accent2"/>
                </a:solidFill>
                <a:ea typeface="黑体" panose="02010609060101010101" pitchFamily="49" charset="-122"/>
              </a:rPr>
              <a:t>开发测试阶段的风险</a:t>
            </a:r>
          </a:p>
          <a:p>
            <a:pPr eaLnBrk="1" hangingPunct="1">
              <a:lnSpc>
                <a:spcPct val="120000"/>
              </a:lnSpc>
            </a:pPr>
            <a:r>
              <a:rPr lang="zh-CN" altLang="en-US" sz="2000"/>
              <a:t>软件的实现从某种意义上讲是软件代码的生产。原代码本身也是文档的一部分，同时它又是将来运行于计算机系统之上的实体。</a:t>
            </a:r>
            <a:r>
              <a:rPr lang="zh-CN" altLang="en-US" sz="2000">
                <a:solidFill>
                  <a:srgbClr val="FF0000"/>
                </a:solidFill>
              </a:rPr>
              <a:t>源代码书写的规范性，可读性是该阶段的主要风险来源</a:t>
            </a:r>
            <a:r>
              <a:rPr lang="zh-CN" altLang="en-US" sz="2000"/>
              <a:t>。规范的代码生产会把属于程序员自身个性风格的成分引入代码的比例降到最低限度，从而减小了系统整合的风险。</a:t>
            </a:r>
          </a:p>
          <a:p>
            <a:pPr eaLnBrk="1" hangingPunct="1">
              <a:lnSpc>
                <a:spcPct val="120000"/>
              </a:lnSpc>
            </a:pPr>
            <a:r>
              <a:rPr lang="zh-CN" altLang="en-US" sz="2000">
                <a:solidFill>
                  <a:schemeClr val="accent2"/>
                </a:solidFill>
                <a:ea typeface="黑体" panose="02010609060101010101" pitchFamily="49" charset="-122"/>
              </a:rPr>
              <a:t>维护阶段的风险</a:t>
            </a:r>
          </a:p>
          <a:p>
            <a:pPr eaLnBrk="1" hangingPunct="1">
              <a:lnSpc>
                <a:spcPct val="120000"/>
              </a:lnSpc>
            </a:pPr>
            <a:r>
              <a:rPr lang="zh-CN" altLang="en-US" sz="2000"/>
              <a:t>从软件工程的角度看，软件维护费用约占总费用的 </a:t>
            </a:r>
            <a:r>
              <a:rPr lang="en-US" altLang="zh-CN" sz="2000"/>
              <a:t>55%-70%</a:t>
            </a:r>
            <a:r>
              <a:rPr lang="zh-CN" altLang="en-US" sz="2000"/>
              <a:t>，系统越大，该费用越高。</a:t>
            </a:r>
            <a:r>
              <a:rPr lang="zh-CN" altLang="en-US" sz="2000">
                <a:solidFill>
                  <a:srgbClr val="FF0000"/>
                </a:solidFill>
              </a:rPr>
              <a:t>对系统可维护性的轻视是大型软件系统的最大风险</a:t>
            </a:r>
            <a:r>
              <a:rPr lang="zh-CN" altLang="en-US" sz="2000"/>
              <a:t>。在软件漫长的运营期内，业务规则肯定会不断发展，科学的解决此问题的做法是不断对软件系统进行版本升级，在确保可维护性的前提下逐步扩展系统。</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94166B44-092D-05DB-9CD6-D35447A72CC6}"/>
              </a:ext>
            </a:extLst>
          </p:cNvPr>
          <p:cNvSpPr>
            <a:spLocks noGrp="1" noChangeArrowheads="1"/>
          </p:cNvSpPr>
          <p:nvPr>
            <p:ph type="title"/>
          </p:nvPr>
        </p:nvSpPr>
        <p:spPr/>
        <p:txBody>
          <a:bodyPr/>
          <a:lstStyle/>
          <a:p>
            <a:pPr eaLnBrk="1" hangingPunct="1"/>
            <a:r>
              <a:rPr lang="zh-CN" altLang="en-US"/>
              <a:t>案例分析</a:t>
            </a:r>
          </a:p>
        </p:txBody>
      </p:sp>
      <p:sp>
        <p:nvSpPr>
          <p:cNvPr id="77827" name="Rectangle 3">
            <a:extLst>
              <a:ext uri="{FF2B5EF4-FFF2-40B4-BE49-F238E27FC236}">
                <a16:creationId xmlns:a16="http://schemas.microsoft.com/office/drawing/2014/main" id="{198EBFF6-CEFF-17A5-0E68-F17BCFC471B5}"/>
              </a:ext>
            </a:extLst>
          </p:cNvPr>
          <p:cNvSpPr>
            <a:spLocks noGrp="1" noChangeArrowheads="1"/>
          </p:cNvSpPr>
          <p:nvPr>
            <p:ph type="body" idx="1"/>
          </p:nvPr>
        </p:nvSpPr>
        <p:spPr>
          <a:xfrm>
            <a:off x="539750" y="1916113"/>
            <a:ext cx="8424863" cy="4941887"/>
          </a:xfrm>
        </p:spPr>
        <p:txBody>
          <a:bodyPr/>
          <a:lstStyle/>
          <a:p>
            <a:pPr eaLnBrk="1" hangingPunct="1">
              <a:lnSpc>
                <a:spcPct val="120000"/>
              </a:lnSpc>
              <a:spcBef>
                <a:spcPct val="25000"/>
              </a:spcBef>
            </a:pPr>
            <a:r>
              <a:rPr lang="zh-CN" altLang="en-US" sz="2000" dirty="0"/>
              <a:t>在软件系统运营期间，主要的风险源自于技术支持体系的无效运转。科学的方法是有一支客户支持队伍不断收集运行中发现的问题，并将解决问题的方法传授给软件系统的所有使用者。</a:t>
            </a:r>
          </a:p>
          <a:p>
            <a:pPr eaLnBrk="1" hangingPunct="1">
              <a:lnSpc>
                <a:spcPct val="120000"/>
              </a:lnSpc>
              <a:spcBef>
                <a:spcPct val="25000"/>
              </a:spcBef>
            </a:pPr>
            <a:r>
              <a:rPr lang="zh-CN" altLang="en-US" sz="2000" dirty="0">
                <a:solidFill>
                  <a:schemeClr val="accent2"/>
                </a:solidFill>
                <a:ea typeface="黑体" panose="02010609060101010101" pitchFamily="49" charset="-122"/>
              </a:rPr>
              <a:t>体系结构方面的风险</a:t>
            </a:r>
          </a:p>
          <a:p>
            <a:pPr eaLnBrk="1" hangingPunct="1">
              <a:lnSpc>
                <a:spcPct val="120000"/>
              </a:lnSpc>
              <a:spcBef>
                <a:spcPct val="25000"/>
              </a:spcBef>
            </a:pPr>
            <a:r>
              <a:rPr lang="zh-CN" altLang="en-US" sz="2000" dirty="0"/>
              <a:t>本项目采用</a:t>
            </a:r>
            <a:r>
              <a:rPr lang="en-US" altLang="zh-CN" sz="2000" dirty="0"/>
              <a:t>J2EE</a:t>
            </a:r>
            <a:r>
              <a:rPr lang="zh-CN" altLang="en-US" sz="2000" dirty="0"/>
              <a:t>技术和三层结构，在技术的成熟度上来说，不存在风险。但是，在实现上，</a:t>
            </a:r>
            <a:r>
              <a:rPr lang="zh-CN" altLang="en-US" sz="2000" dirty="0">
                <a:solidFill>
                  <a:srgbClr val="FF0000"/>
                </a:solidFill>
              </a:rPr>
              <a:t>对开发人员的技术要求，以及在实现良好的软件构架和稳定的组件方面，也存在风险性</a:t>
            </a:r>
            <a:r>
              <a:rPr lang="zh-CN" altLang="en-US" sz="2000" dirty="0"/>
              <a:t>。</a:t>
            </a:r>
          </a:p>
          <a:p>
            <a:pPr eaLnBrk="1" hangingPunct="1">
              <a:lnSpc>
                <a:spcPct val="120000"/>
              </a:lnSpc>
              <a:spcBef>
                <a:spcPct val="25000"/>
              </a:spcBef>
            </a:pPr>
            <a:r>
              <a:rPr lang="zh-CN" altLang="en-US" sz="2000" dirty="0"/>
              <a:t>软件体系结构影响到软件的如下质量因素：</a:t>
            </a:r>
          </a:p>
          <a:p>
            <a:pPr lvl="1" eaLnBrk="1" hangingPunct="1">
              <a:lnSpc>
                <a:spcPct val="120000"/>
              </a:lnSpc>
              <a:spcBef>
                <a:spcPct val="25000"/>
              </a:spcBef>
            </a:pPr>
            <a:r>
              <a:rPr lang="zh-CN" altLang="en-US" sz="1800" dirty="0"/>
              <a:t>软件的可伸缩性 </a:t>
            </a:r>
          </a:p>
          <a:p>
            <a:pPr lvl="1" eaLnBrk="1" hangingPunct="1">
              <a:lnSpc>
                <a:spcPct val="120000"/>
              </a:lnSpc>
              <a:spcBef>
                <a:spcPct val="25000"/>
              </a:spcBef>
            </a:pPr>
            <a:r>
              <a:rPr lang="zh-CN" altLang="en-US" sz="1800" dirty="0"/>
              <a:t>软件的可维护性 </a:t>
            </a:r>
          </a:p>
          <a:p>
            <a:pPr lvl="1" eaLnBrk="1" hangingPunct="1">
              <a:lnSpc>
                <a:spcPct val="120000"/>
              </a:lnSpc>
              <a:spcBef>
                <a:spcPct val="25000"/>
              </a:spcBef>
            </a:pPr>
            <a:r>
              <a:rPr lang="zh-CN" altLang="en-US" sz="1800" dirty="0"/>
              <a:t>软件易</a:t>
            </a:r>
            <a:r>
              <a:rPr lang="zh-CN" altLang="en-US" sz="1800"/>
              <a:t>用性</a:t>
            </a:r>
            <a:endParaRPr lang="zh-CN" altLang="en-US" sz="1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3F05BBE0-1C32-92A2-E5A8-612E4BFFC974}"/>
              </a:ext>
            </a:extLst>
          </p:cNvPr>
          <p:cNvSpPr>
            <a:spLocks noGrp="1" noChangeArrowheads="1"/>
          </p:cNvSpPr>
          <p:nvPr>
            <p:ph type="title"/>
          </p:nvPr>
        </p:nvSpPr>
        <p:spPr/>
        <p:txBody>
          <a:bodyPr/>
          <a:lstStyle/>
          <a:p>
            <a:pPr eaLnBrk="1" hangingPunct="1"/>
            <a:r>
              <a:rPr lang="zh-CN" altLang="en-US"/>
              <a:t>案例分析</a:t>
            </a:r>
          </a:p>
        </p:txBody>
      </p:sp>
      <p:sp>
        <p:nvSpPr>
          <p:cNvPr id="79875" name="Rectangle 3">
            <a:extLst>
              <a:ext uri="{FF2B5EF4-FFF2-40B4-BE49-F238E27FC236}">
                <a16:creationId xmlns:a16="http://schemas.microsoft.com/office/drawing/2014/main" id="{39331033-AC80-A555-9DEE-3191EA79282F}"/>
              </a:ext>
            </a:extLst>
          </p:cNvPr>
          <p:cNvSpPr>
            <a:spLocks noGrp="1" noChangeArrowheads="1"/>
          </p:cNvSpPr>
          <p:nvPr>
            <p:ph type="body" idx="1"/>
          </p:nvPr>
        </p:nvSpPr>
        <p:spPr>
          <a:xfrm>
            <a:off x="539750" y="2133600"/>
            <a:ext cx="8424863" cy="4724400"/>
          </a:xfrm>
        </p:spPr>
        <p:txBody>
          <a:bodyPr/>
          <a:lstStyle/>
          <a:p>
            <a:pPr eaLnBrk="1" hangingPunct="1">
              <a:lnSpc>
                <a:spcPct val="120000"/>
              </a:lnSpc>
              <a:spcBef>
                <a:spcPct val="40000"/>
              </a:spcBef>
            </a:pPr>
            <a:r>
              <a:rPr lang="zh-CN" altLang="en-US" sz="2000">
                <a:solidFill>
                  <a:schemeClr val="accent2"/>
                </a:solidFill>
                <a:ea typeface="黑体" panose="02010609060101010101" pitchFamily="49" charset="-122"/>
              </a:rPr>
              <a:t>项目管理中的风险</a:t>
            </a:r>
            <a:r>
              <a:rPr lang="zh-CN" altLang="en-US" sz="2000"/>
              <a:t> </a:t>
            </a:r>
          </a:p>
          <a:p>
            <a:pPr eaLnBrk="1" hangingPunct="1">
              <a:lnSpc>
                <a:spcPct val="120000"/>
              </a:lnSpc>
              <a:spcBef>
                <a:spcPct val="40000"/>
              </a:spcBef>
              <a:buFont typeface="Wingdings 2" panose="05020102010507070707" pitchFamily="18" charset="2"/>
              <a:buNone/>
            </a:pPr>
            <a:r>
              <a:rPr lang="zh-CN" altLang="en-US" sz="2000"/>
              <a:t>     </a:t>
            </a:r>
            <a:r>
              <a:rPr lang="en-US" altLang="zh-CN" sz="2000">
                <a:solidFill>
                  <a:schemeClr val="accent2"/>
                </a:solidFill>
              </a:rPr>
              <a:t>——</a:t>
            </a:r>
            <a:r>
              <a:rPr lang="zh-CN" altLang="en-US" sz="2000"/>
              <a:t>项目管理中主要考虑的风险问题有：</a:t>
            </a:r>
          </a:p>
          <a:p>
            <a:pPr eaLnBrk="1" hangingPunct="1">
              <a:lnSpc>
                <a:spcPct val="120000"/>
              </a:lnSpc>
              <a:spcBef>
                <a:spcPct val="40000"/>
              </a:spcBef>
            </a:pPr>
            <a:r>
              <a:rPr lang="zh-CN" altLang="en-US" sz="2000"/>
              <a:t>软件是否能够按工期的要求完成</a:t>
            </a:r>
          </a:p>
          <a:p>
            <a:pPr eaLnBrk="1" hangingPunct="1">
              <a:lnSpc>
                <a:spcPct val="120000"/>
              </a:lnSpc>
              <a:spcBef>
                <a:spcPct val="40000"/>
              </a:spcBef>
            </a:pPr>
            <a:r>
              <a:rPr lang="zh-CN" altLang="en-US" sz="2000"/>
              <a:t>软件需求的调研是否深入透彻</a:t>
            </a:r>
          </a:p>
          <a:p>
            <a:pPr eaLnBrk="1" hangingPunct="1">
              <a:lnSpc>
                <a:spcPct val="120000"/>
              </a:lnSpc>
              <a:spcBef>
                <a:spcPct val="40000"/>
              </a:spcBef>
            </a:pPr>
            <a:r>
              <a:rPr lang="zh-CN" altLang="en-US" sz="2000"/>
              <a:t>软件的实现技术手段是否能够同时满足性能要求</a:t>
            </a:r>
          </a:p>
          <a:p>
            <a:pPr eaLnBrk="1" hangingPunct="1">
              <a:lnSpc>
                <a:spcPct val="120000"/>
              </a:lnSpc>
              <a:spcBef>
                <a:spcPct val="40000"/>
              </a:spcBef>
            </a:pPr>
            <a:r>
              <a:rPr lang="zh-CN" altLang="en-US" sz="2000"/>
              <a:t>软件质量体系是否能够被有效地保证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CFD3A5B2-38E3-18BE-E8B5-5ACDC2BBCD4C}"/>
              </a:ext>
            </a:extLst>
          </p:cNvPr>
          <p:cNvSpPr>
            <a:spLocks noGrp="1" noChangeArrowheads="1"/>
          </p:cNvSpPr>
          <p:nvPr>
            <p:ph type="title"/>
          </p:nvPr>
        </p:nvSpPr>
        <p:spPr/>
        <p:txBody>
          <a:bodyPr/>
          <a:lstStyle/>
          <a:p>
            <a:pPr eaLnBrk="1" hangingPunct="1"/>
            <a:r>
              <a:rPr lang="zh-CN" altLang="en-US"/>
              <a:t>案例分析</a:t>
            </a:r>
          </a:p>
        </p:txBody>
      </p:sp>
      <p:sp>
        <p:nvSpPr>
          <p:cNvPr id="81923" name="Rectangle 3">
            <a:extLst>
              <a:ext uri="{FF2B5EF4-FFF2-40B4-BE49-F238E27FC236}">
                <a16:creationId xmlns:a16="http://schemas.microsoft.com/office/drawing/2014/main" id="{3CFB4612-31F6-42CB-5FFB-E0FE2D2E384D}"/>
              </a:ext>
            </a:extLst>
          </p:cNvPr>
          <p:cNvSpPr>
            <a:spLocks noGrp="1" noChangeArrowheads="1"/>
          </p:cNvSpPr>
          <p:nvPr>
            <p:ph type="body" idx="1"/>
          </p:nvPr>
        </p:nvSpPr>
        <p:spPr>
          <a:xfrm>
            <a:off x="468313" y="2420938"/>
            <a:ext cx="8496300" cy="2808287"/>
          </a:xfrm>
          <a:solidFill>
            <a:srgbClr val="86B4E6"/>
          </a:solidFill>
        </p:spPr>
        <p:txBody>
          <a:bodyPr/>
          <a:lstStyle/>
          <a:p>
            <a:pPr eaLnBrk="1" hangingPunct="1">
              <a:lnSpc>
                <a:spcPct val="135000"/>
              </a:lnSpc>
            </a:pPr>
            <a:r>
              <a:rPr lang="zh-CN" altLang="en-US" sz="2000" dirty="0">
                <a:solidFill>
                  <a:schemeClr val="bg1"/>
                </a:solidFill>
                <a:latin typeface="黑体" panose="02010609060101010101" pitchFamily="49" charset="-122"/>
                <a:ea typeface="黑体" panose="02010609060101010101" pitchFamily="49" charset="-122"/>
              </a:rPr>
              <a:t>风险管理贯穿于整个项目生命周期。风险管理包括三个阶段：</a:t>
            </a:r>
            <a:r>
              <a:rPr lang="zh-CN" altLang="en-US" sz="2000" dirty="0">
                <a:solidFill>
                  <a:srgbClr val="FF0000"/>
                </a:solidFill>
                <a:latin typeface="黑体" panose="02010609060101010101" pitchFamily="49" charset="-122"/>
                <a:ea typeface="黑体" panose="02010609060101010101" pitchFamily="49" charset="-122"/>
              </a:rPr>
              <a:t>风险标识别、风险量化以及风险规避。</a:t>
            </a:r>
            <a:r>
              <a:rPr lang="zh-CN" altLang="en-US" sz="2000" dirty="0">
                <a:solidFill>
                  <a:schemeClr val="bg1"/>
                </a:solidFill>
                <a:latin typeface="黑体" panose="02010609060101010101" pitchFamily="49" charset="-122"/>
                <a:ea typeface="黑体" panose="02010609060101010101" pitchFamily="49" charset="-122"/>
              </a:rPr>
              <a:t>和其他的软件项目一样，在教育管理系统项目中也存在着许多风险。我们将风险影响划分为四级，从高到低为</a:t>
            </a:r>
            <a:r>
              <a:rPr lang="en-US" altLang="zh-CN" sz="2000" dirty="0">
                <a:solidFill>
                  <a:schemeClr val="bg1"/>
                </a:solidFill>
                <a:latin typeface="黑体" panose="02010609060101010101" pitchFamily="49" charset="-122"/>
                <a:ea typeface="黑体" panose="02010609060101010101" pitchFamily="49" charset="-122"/>
              </a:rPr>
              <a:t>:</a:t>
            </a:r>
            <a:r>
              <a:rPr lang="zh-CN" altLang="en-US" sz="2000" dirty="0">
                <a:solidFill>
                  <a:srgbClr val="FF0000"/>
                </a:solidFill>
                <a:latin typeface="黑体" panose="02010609060101010101" pitchFamily="49" charset="-122"/>
                <a:ea typeface="黑体" panose="02010609060101010101" pitchFamily="49" charset="-122"/>
              </a:rPr>
              <a:t>一级、二级、三级、四级</a:t>
            </a:r>
            <a:r>
              <a:rPr lang="zh-CN" altLang="en-US" sz="2000" dirty="0">
                <a:solidFill>
                  <a:schemeClr val="bg1"/>
                </a:solidFill>
                <a:latin typeface="黑体" panose="02010609060101010101" pitchFamily="49" charset="-122"/>
                <a:ea typeface="黑体" panose="02010609060101010101" pitchFamily="49" charset="-122"/>
              </a:rPr>
              <a:t>，级别越高，表示风险发生后带来的影响越大</a:t>
            </a:r>
            <a:r>
              <a:rPr lang="en-US" altLang="zh-CN" sz="2000" dirty="0">
                <a:solidFill>
                  <a:schemeClr val="bg1"/>
                </a:solidFill>
                <a:latin typeface="黑体" panose="02010609060101010101" pitchFamily="49" charset="-122"/>
                <a:ea typeface="黑体" panose="02010609060101010101" pitchFamily="49" charset="-122"/>
              </a:rPr>
              <a:t>;</a:t>
            </a:r>
            <a:r>
              <a:rPr lang="zh-CN" altLang="en-US" sz="2000" dirty="0">
                <a:solidFill>
                  <a:schemeClr val="bg1"/>
                </a:solidFill>
                <a:latin typeface="黑体" panose="02010609060101010101" pitchFamily="49" charset="-122"/>
                <a:ea typeface="黑体" panose="02010609060101010101" pitchFamily="49" charset="-122"/>
              </a:rPr>
              <a:t>同时我们也将风险发生率分为四级，</a:t>
            </a:r>
            <a:r>
              <a:rPr lang="zh-CN" altLang="en-US" sz="2000" dirty="0">
                <a:solidFill>
                  <a:srgbClr val="FF0000"/>
                </a:solidFill>
                <a:latin typeface="黑体" panose="02010609060101010101" pitchFamily="49" charset="-122"/>
                <a:ea typeface="黑体" panose="02010609060101010101" pitchFamily="49" charset="-122"/>
              </a:rPr>
              <a:t>一级最高，级别越高</a:t>
            </a:r>
            <a:r>
              <a:rPr lang="zh-CN" altLang="en-US" sz="2000" dirty="0">
                <a:solidFill>
                  <a:schemeClr val="bg1"/>
                </a:solidFill>
                <a:latin typeface="黑体" panose="02010609060101010101" pitchFamily="49" charset="-122"/>
                <a:ea typeface="黑体" panose="02010609060101010101" pitchFamily="49" charset="-122"/>
              </a:rPr>
              <a:t>，</a:t>
            </a:r>
            <a:r>
              <a:rPr lang="zh-CN" altLang="en-US" sz="2000" dirty="0">
                <a:solidFill>
                  <a:srgbClr val="FF0000"/>
                </a:solidFill>
                <a:latin typeface="黑体" panose="02010609060101010101" pitchFamily="49" charset="-122"/>
                <a:ea typeface="黑体" panose="02010609060101010101" pitchFamily="49" charset="-122"/>
              </a:rPr>
              <a:t>表示风险发生的几率越大。</a:t>
            </a:r>
            <a:r>
              <a:rPr lang="zh-CN" altLang="en-US" sz="2000" dirty="0">
                <a:solidFill>
                  <a:schemeClr val="bg1"/>
                </a:solidFill>
                <a:latin typeface="黑体" panose="02010609060101010101" pitchFamily="49" charset="-122"/>
                <a:ea typeface="黑体" panose="02010609060101010101" pitchFamily="49" charset="-122"/>
              </a:rPr>
              <a:t>表</a:t>
            </a:r>
            <a:r>
              <a:rPr lang="en-US" altLang="zh-CN" sz="2000" dirty="0">
                <a:solidFill>
                  <a:schemeClr val="bg1"/>
                </a:solidFill>
                <a:latin typeface="黑体" panose="02010609060101010101" pitchFamily="49" charset="-122"/>
                <a:ea typeface="黑体" panose="02010609060101010101" pitchFamily="49" charset="-122"/>
              </a:rPr>
              <a:t>7-11</a:t>
            </a:r>
            <a:r>
              <a:rPr lang="zh-CN" altLang="en-US" sz="2000" dirty="0">
                <a:solidFill>
                  <a:schemeClr val="bg1"/>
                </a:solidFill>
                <a:latin typeface="黑体" panose="02010609060101010101" pitchFamily="49" charset="-122"/>
                <a:ea typeface="黑体" panose="02010609060101010101" pitchFamily="49" charset="-122"/>
              </a:rPr>
              <a:t>显示了本项目一部分风险的风险分析表格。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841066CD-9862-3A13-C63F-A3584A4229DD}"/>
              </a:ext>
            </a:extLst>
          </p:cNvPr>
          <p:cNvSpPr>
            <a:spLocks noGrp="1" noChangeArrowheads="1"/>
          </p:cNvSpPr>
          <p:nvPr>
            <p:ph type="title"/>
          </p:nvPr>
        </p:nvSpPr>
        <p:spPr/>
        <p:txBody>
          <a:bodyPr/>
          <a:lstStyle/>
          <a:p>
            <a:pPr eaLnBrk="1" hangingPunct="1"/>
            <a:r>
              <a:rPr lang="zh-CN" altLang="en-US"/>
              <a:t>案例分析</a:t>
            </a:r>
          </a:p>
        </p:txBody>
      </p:sp>
      <p:grpSp>
        <p:nvGrpSpPr>
          <p:cNvPr id="83971" name="Group 8">
            <a:extLst>
              <a:ext uri="{FF2B5EF4-FFF2-40B4-BE49-F238E27FC236}">
                <a16:creationId xmlns:a16="http://schemas.microsoft.com/office/drawing/2014/main" id="{06E85B95-2722-C8BF-E029-B1E450627443}"/>
              </a:ext>
            </a:extLst>
          </p:cNvPr>
          <p:cNvGrpSpPr>
            <a:grpSpLocks/>
          </p:cNvGrpSpPr>
          <p:nvPr/>
        </p:nvGrpSpPr>
        <p:grpSpPr bwMode="auto">
          <a:xfrm>
            <a:off x="1258888" y="1628775"/>
            <a:ext cx="6913562" cy="5229225"/>
            <a:chOff x="839" y="1071"/>
            <a:chExt cx="2719" cy="2790"/>
          </a:xfrm>
        </p:grpSpPr>
        <p:pic>
          <p:nvPicPr>
            <p:cNvPr id="83972" name="Picture 4" descr="table7-11-1">
              <a:extLst>
                <a:ext uri="{FF2B5EF4-FFF2-40B4-BE49-F238E27FC236}">
                  <a16:creationId xmlns:a16="http://schemas.microsoft.com/office/drawing/2014/main" id="{88878B05-7518-1CE8-FD95-10EF6A25E3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9" y="1071"/>
              <a:ext cx="2719" cy="1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973" name="Picture 6" descr="table7-11-2">
              <a:extLst>
                <a:ext uri="{FF2B5EF4-FFF2-40B4-BE49-F238E27FC236}">
                  <a16:creationId xmlns:a16="http://schemas.microsoft.com/office/drawing/2014/main" id="{4AC88CD5-06E6-2F45-05FD-09D48A9532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9" y="2614"/>
              <a:ext cx="2719" cy="1247"/>
            </a:xfrm>
            <a:prstGeom prst="rect">
              <a:avLst/>
            </a:prstGeom>
            <a:solidFill>
              <a:srgbClr val="86B4E6"/>
            </a:solidFill>
            <a:ln>
              <a:noFill/>
            </a:ln>
            <a:extLs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12728DF5-E6A0-D2BD-475A-DE4F98CCAF52}"/>
              </a:ext>
            </a:extLst>
          </p:cNvPr>
          <p:cNvSpPr>
            <a:spLocks noGrp="1" noChangeArrowheads="1"/>
          </p:cNvSpPr>
          <p:nvPr>
            <p:ph type="title"/>
          </p:nvPr>
        </p:nvSpPr>
        <p:spPr/>
        <p:txBody>
          <a:bodyPr/>
          <a:lstStyle/>
          <a:p>
            <a:pPr eaLnBrk="1" hangingPunct="1"/>
            <a:r>
              <a:rPr lang="zh-CN" altLang="en-US"/>
              <a:t>本章内容提要</a:t>
            </a:r>
          </a:p>
        </p:txBody>
      </p:sp>
      <p:grpSp>
        <p:nvGrpSpPr>
          <p:cNvPr id="86019" name="Group 3">
            <a:extLst>
              <a:ext uri="{FF2B5EF4-FFF2-40B4-BE49-F238E27FC236}">
                <a16:creationId xmlns:a16="http://schemas.microsoft.com/office/drawing/2014/main" id="{60695C79-DC2F-0706-6D5F-3687ECBD84A1}"/>
              </a:ext>
            </a:extLst>
          </p:cNvPr>
          <p:cNvGrpSpPr>
            <a:grpSpLocks/>
          </p:cNvGrpSpPr>
          <p:nvPr/>
        </p:nvGrpSpPr>
        <p:grpSpPr bwMode="auto">
          <a:xfrm>
            <a:off x="969963" y="2566988"/>
            <a:ext cx="5689600" cy="3238500"/>
            <a:chOff x="385" y="1451"/>
            <a:chExt cx="3584" cy="2040"/>
          </a:xfrm>
        </p:grpSpPr>
        <p:grpSp>
          <p:nvGrpSpPr>
            <p:cNvPr id="86020" name="Group 4">
              <a:extLst>
                <a:ext uri="{FF2B5EF4-FFF2-40B4-BE49-F238E27FC236}">
                  <a16:creationId xmlns:a16="http://schemas.microsoft.com/office/drawing/2014/main" id="{575CEB6C-B616-1DE7-8132-6BE3E0971050}"/>
                </a:ext>
              </a:extLst>
            </p:cNvPr>
            <p:cNvGrpSpPr>
              <a:grpSpLocks/>
            </p:cNvGrpSpPr>
            <p:nvPr/>
          </p:nvGrpSpPr>
          <p:grpSpPr bwMode="auto">
            <a:xfrm>
              <a:off x="385" y="1451"/>
              <a:ext cx="3572" cy="230"/>
              <a:chOff x="385" y="1430"/>
              <a:chExt cx="3572" cy="363"/>
            </a:xfrm>
          </p:grpSpPr>
          <p:sp>
            <p:nvSpPr>
              <p:cNvPr id="86050" name="AutoShape 5">
                <a:extLst>
                  <a:ext uri="{FF2B5EF4-FFF2-40B4-BE49-F238E27FC236}">
                    <a16:creationId xmlns:a16="http://schemas.microsoft.com/office/drawing/2014/main" id="{AFDE9258-00DD-C8DF-507A-FF4370E176BF}"/>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86051" name="Text Box 6">
                <a:extLst>
                  <a:ext uri="{FF2B5EF4-FFF2-40B4-BE49-F238E27FC236}">
                    <a16:creationId xmlns:a16="http://schemas.microsoft.com/office/drawing/2014/main" id="{F55CA6C7-AAF9-DED6-87B3-6148EF71412F}"/>
                  </a:ext>
                </a:extLst>
              </p:cNvPr>
              <p:cNvSpPr txBox="1">
                <a:spLocks noChangeArrowheads="1"/>
              </p:cNvSpPr>
              <p:nvPr/>
            </p:nvSpPr>
            <p:spPr bwMode="auto">
              <a:xfrm>
                <a:off x="626" y="1430"/>
                <a:ext cx="3099"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软件项目风险管理概述</a:t>
                </a:r>
                <a:r>
                  <a:rPr lang="zh-CN" altLang="en-US" sz="1800">
                    <a:solidFill>
                      <a:schemeClr val="bg1"/>
                    </a:solidFill>
                  </a:rPr>
                  <a:t>合同管理概述</a:t>
                </a:r>
                <a:r>
                  <a:rPr lang="zh-CN" altLang="en-US" sz="1200">
                    <a:solidFill>
                      <a:schemeClr val="bg1"/>
                    </a:solidFill>
                  </a:rPr>
                  <a:t> </a:t>
                </a:r>
                <a:r>
                  <a:rPr lang="zh-CN" altLang="en-US" sz="2400" b="0">
                    <a:latin typeface="Times New Roman" panose="02020603050405020304" pitchFamily="18" charset="0"/>
                  </a:rPr>
                  <a:t> </a:t>
                </a:r>
              </a:p>
            </p:txBody>
          </p:sp>
          <p:sp>
            <p:nvSpPr>
              <p:cNvPr id="86052" name="Rectangle 7">
                <a:extLst>
                  <a:ext uri="{FF2B5EF4-FFF2-40B4-BE49-F238E27FC236}">
                    <a16:creationId xmlns:a16="http://schemas.microsoft.com/office/drawing/2014/main" id="{751633DD-7BB8-1E3A-FC9C-DE8E7FF5E9F1}"/>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8.1</a:t>
                </a:r>
                <a:endParaRPr lang="en-US" altLang="zh-CN" sz="1800">
                  <a:solidFill>
                    <a:srgbClr val="000000"/>
                  </a:solidFill>
                </a:endParaRPr>
              </a:p>
            </p:txBody>
          </p:sp>
        </p:grpSp>
        <p:grpSp>
          <p:nvGrpSpPr>
            <p:cNvPr id="86021" name="Group 8">
              <a:extLst>
                <a:ext uri="{FF2B5EF4-FFF2-40B4-BE49-F238E27FC236}">
                  <a16:creationId xmlns:a16="http://schemas.microsoft.com/office/drawing/2014/main" id="{ED361468-D51D-C759-9CC3-E04A3CB4D64B}"/>
                </a:ext>
              </a:extLst>
            </p:cNvPr>
            <p:cNvGrpSpPr>
              <a:grpSpLocks/>
            </p:cNvGrpSpPr>
            <p:nvPr/>
          </p:nvGrpSpPr>
          <p:grpSpPr bwMode="auto">
            <a:xfrm>
              <a:off x="385" y="1706"/>
              <a:ext cx="3572" cy="230"/>
              <a:chOff x="385" y="1801"/>
              <a:chExt cx="3572" cy="363"/>
            </a:xfrm>
          </p:grpSpPr>
          <p:grpSp>
            <p:nvGrpSpPr>
              <p:cNvPr id="86046" name="Group 9">
                <a:extLst>
                  <a:ext uri="{FF2B5EF4-FFF2-40B4-BE49-F238E27FC236}">
                    <a16:creationId xmlns:a16="http://schemas.microsoft.com/office/drawing/2014/main" id="{11D53826-73E1-2952-D3EE-B97653FE2AF2}"/>
                  </a:ext>
                </a:extLst>
              </p:cNvPr>
              <p:cNvGrpSpPr>
                <a:grpSpLocks/>
              </p:cNvGrpSpPr>
              <p:nvPr/>
            </p:nvGrpSpPr>
            <p:grpSpPr bwMode="auto">
              <a:xfrm>
                <a:off x="464" y="1801"/>
                <a:ext cx="3493" cy="363"/>
                <a:chOff x="464" y="1801"/>
                <a:chExt cx="3493" cy="363"/>
              </a:xfrm>
            </p:grpSpPr>
            <p:sp>
              <p:nvSpPr>
                <p:cNvPr id="86048" name="AutoShape 10">
                  <a:extLst>
                    <a:ext uri="{FF2B5EF4-FFF2-40B4-BE49-F238E27FC236}">
                      <a16:creationId xmlns:a16="http://schemas.microsoft.com/office/drawing/2014/main" id="{17386F95-E40C-F752-B628-641FBEAFE19A}"/>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86049" name="Text Box 11">
                  <a:extLst>
                    <a:ext uri="{FF2B5EF4-FFF2-40B4-BE49-F238E27FC236}">
                      <a16:creationId xmlns:a16="http://schemas.microsoft.com/office/drawing/2014/main" id="{0188754E-FA00-7C4E-803F-AB48B270347F}"/>
                    </a:ext>
                  </a:extLst>
                </p:cNvPr>
                <p:cNvSpPr txBox="1">
                  <a:spLocks noChangeArrowheads="1"/>
                </p:cNvSpPr>
                <p:nvPr/>
              </p:nvSpPr>
              <p:spPr bwMode="auto">
                <a:xfrm>
                  <a:off x="626" y="1801"/>
                  <a:ext cx="3099"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风险识别</a:t>
                  </a:r>
                  <a:r>
                    <a:rPr lang="zh-CN" altLang="en-US" sz="2400" b="0">
                      <a:latin typeface="Times New Roman" panose="02020603050405020304" pitchFamily="18" charset="0"/>
                    </a:rPr>
                    <a:t> </a:t>
                  </a:r>
                </a:p>
              </p:txBody>
            </p:sp>
          </p:grpSp>
          <p:sp>
            <p:nvSpPr>
              <p:cNvPr id="86047" name="Rectangle 12">
                <a:extLst>
                  <a:ext uri="{FF2B5EF4-FFF2-40B4-BE49-F238E27FC236}">
                    <a16:creationId xmlns:a16="http://schemas.microsoft.com/office/drawing/2014/main" id="{3A3F471C-2BA1-3241-FB88-86E9CD43DB01}"/>
                  </a:ext>
                </a:extLst>
              </p:cNvPr>
              <p:cNvSpPr>
                <a:spLocks noChangeArrowheads="1"/>
              </p:cNvSpPr>
              <p:nvPr/>
            </p:nvSpPr>
            <p:spPr bwMode="auto">
              <a:xfrm>
                <a:off x="385" y="1915"/>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8.2</a:t>
                </a:r>
                <a:endParaRPr lang="en-US" altLang="zh-CN" sz="1800">
                  <a:solidFill>
                    <a:srgbClr val="000000"/>
                  </a:solidFill>
                </a:endParaRPr>
              </a:p>
            </p:txBody>
          </p:sp>
        </p:grpSp>
        <p:grpSp>
          <p:nvGrpSpPr>
            <p:cNvPr id="86022" name="Group 13">
              <a:extLst>
                <a:ext uri="{FF2B5EF4-FFF2-40B4-BE49-F238E27FC236}">
                  <a16:creationId xmlns:a16="http://schemas.microsoft.com/office/drawing/2014/main" id="{B103B3AE-EE53-DFFA-F84C-81F2CA155EB8}"/>
                </a:ext>
              </a:extLst>
            </p:cNvPr>
            <p:cNvGrpSpPr>
              <a:grpSpLocks/>
            </p:cNvGrpSpPr>
            <p:nvPr/>
          </p:nvGrpSpPr>
          <p:grpSpPr bwMode="auto">
            <a:xfrm>
              <a:off x="385" y="1979"/>
              <a:ext cx="3584" cy="230"/>
              <a:chOff x="385" y="2187"/>
              <a:chExt cx="3584" cy="363"/>
            </a:xfrm>
          </p:grpSpPr>
          <p:sp>
            <p:nvSpPr>
              <p:cNvPr id="86043" name="AutoShape 14">
                <a:extLst>
                  <a:ext uri="{FF2B5EF4-FFF2-40B4-BE49-F238E27FC236}">
                    <a16:creationId xmlns:a16="http://schemas.microsoft.com/office/drawing/2014/main" id="{672B49A4-093E-C769-685A-C32082B76C30}"/>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86044" name="Text Box 15">
                <a:extLst>
                  <a:ext uri="{FF2B5EF4-FFF2-40B4-BE49-F238E27FC236}">
                    <a16:creationId xmlns:a16="http://schemas.microsoft.com/office/drawing/2014/main" id="{7BF5CEEF-F4A1-1F6E-830E-A5CE6A1C6594}"/>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风险评估</a:t>
                </a:r>
                <a:r>
                  <a:rPr lang="zh-CN" altLang="en-US" sz="2400" b="0">
                    <a:latin typeface="Times New Roman" panose="02020603050405020304" pitchFamily="18" charset="0"/>
                  </a:rPr>
                  <a:t> </a:t>
                </a:r>
              </a:p>
            </p:txBody>
          </p:sp>
          <p:sp>
            <p:nvSpPr>
              <p:cNvPr id="86045" name="Rectangle 16">
                <a:extLst>
                  <a:ext uri="{FF2B5EF4-FFF2-40B4-BE49-F238E27FC236}">
                    <a16:creationId xmlns:a16="http://schemas.microsoft.com/office/drawing/2014/main" id="{C8ADCF3D-7D6E-F8DD-B53F-B7130D1180F7}"/>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8.3</a:t>
                </a:r>
                <a:endParaRPr lang="en-US" altLang="zh-CN" sz="1800">
                  <a:solidFill>
                    <a:srgbClr val="000000"/>
                  </a:solidFill>
                </a:endParaRPr>
              </a:p>
            </p:txBody>
          </p:sp>
        </p:grpSp>
        <p:grpSp>
          <p:nvGrpSpPr>
            <p:cNvPr id="86023" name="Group 17">
              <a:extLst>
                <a:ext uri="{FF2B5EF4-FFF2-40B4-BE49-F238E27FC236}">
                  <a16:creationId xmlns:a16="http://schemas.microsoft.com/office/drawing/2014/main" id="{0825CD91-5514-6A18-4ADF-38C0A5DA3D6F}"/>
                </a:ext>
              </a:extLst>
            </p:cNvPr>
            <p:cNvGrpSpPr>
              <a:grpSpLocks/>
            </p:cNvGrpSpPr>
            <p:nvPr/>
          </p:nvGrpSpPr>
          <p:grpSpPr bwMode="auto">
            <a:xfrm>
              <a:off x="385" y="2251"/>
              <a:ext cx="3584" cy="198"/>
              <a:chOff x="385" y="2209"/>
              <a:chExt cx="3584" cy="313"/>
            </a:xfrm>
          </p:grpSpPr>
          <p:sp>
            <p:nvSpPr>
              <p:cNvPr id="86040" name="AutoShape 18">
                <a:extLst>
                  <a:ext uri="{FF2B5EF4-FFF2-40B4-BE49-F238E27FC236}">
                    <a16:creationId xmlns:a16="http://schemas.microsoft.com/office/drawing/2014/main" id="{46613C8C-826B-C1FC-3E0B-39C2664346E1}"/>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86041" name="Text Box 19">
                <a:extLst>
                  <a:ext uri="{FF2B5EF4-FFF2-40B4-BE49-F238E27FC236}">
                    <a16:creationId xmlns:a16="http://schemas.microsoft.com/office/drawing/2014/main" id="{84F71C88-CFFE-1FF0-4312-99E3A1356C33}"/>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风险</a:t>
                </a:r>
                <a:r>
                  <a:rPr lang="zh-CN" altLang="en-US" sz="2000">
                    <a:solidFill>
                      <a:schemeClr val="tx2"/>
                    </a:solidFill>
                    <a:latin typeface="黑体" panose="02010609060101010101" pitchFamily="49" charset="-122"/>
                    <a:ea typeface="黑体" panose="02010609060101010101" pitchFamily="49" charset="-122"/>
                  </a:rPr>
                  <a:t>计划</a:t>
                </a:r>
              </a:p>
            </p:txBody>
          </p:sp>
          <p:sp>
            <p:nvSpPr>
              <p:cNvPr id="86042" name="Rectangle 20">
                <a:extLst>
                  <a:ext uri="{FF2B5EF4-FFF2-40B4-BE49-F238E27FC236}">
                    <a16:creationId xmlns:a16="http://schemas.microsoft.com/office/drawing/2014/main" id="{024E717D-AC16-CEA0-C9D7-0E03CC4F5CC4}"/>
                  </a:ext>
                </a:extLst>
              </p:cNvPr>
              <p:cNvSpPr>
                <a:spLocks noChangeArrowheads="1"/>
              </p:cNvSpPr>
              <p:nvPr/>
            </p:nvSpPr>
            <p:spPr bwMode="auto">
              <a:xfrm>
                <a:off x="385" y="2282"/>
                <a:ext cx="211" cy="164"/>
              </a:xfrm>
              <a:prstGeom prst="rect">
                <a:avLst/>
              </a:prstGeom>
              <a:solidFill>
                <a:schemeClr val="tx1"/>
              </a:solidFill>
              <a:ln w="6350">
                <a:solidFill>
                  <a:schemeClr val="accent2"/>
                </a:solidFill>
                <a:miter lim="800000"/>
                <a:headEnd/>
                <a:tailEnd/>
              </a:ln>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8.4</a:t>
                </a:r>
                <a:endParaRPr lang="en-US" altLang="zh-CN" sz="1800">
                  <a:solidFill>
                    <a:srgbClr val="000000"/>
                  </a:solidFill>
                </a:endParaRPr>
              </a:p>
            </p:txBody>
          </p:sp>
        </p:grpSp>
        <p:grpSp>
          <p:nvGrpSpPr>
            <p:cNvPr id="86024" name="Group 21">
              <a:extLst>
                <a:ext uri="{FF2B5EF4-FFF2-40B4-BE49-F238E27FC236}">
                  <a16:creationId xmlns:a16="http://schemas.microsoft.com/office/drawing/2014/main" id="{9D675CBB-E7E8-EB96-F527-8FB2E1324FD8}"/>
                </a:ext>
              </a:extLst>
            </p:cNvPr>
            <p:cNvGrpSpPr>
              <a:grpSpLocks/>
            </p:cNvGrpSpPr>
            <p:nvPr/>
          </p:nvGrpSpPr>
          <p:grpSpPr bwMode="auto">
            <a:xfrm>
              <a:off x="385" y="2478"/>
              <a:ext cx="3584" cy="230"/>
              <a:chOff x="385" y="2187"/>
              <a:chExt cx="3584" cy="363"/>
            </a:xfrm>
          </p:grpSpPr>
          <p:sp>
            <p:nvSpPr>
              <p:cNvPr id="86037" name="AutoShape 22">
                <a:extLst>
                  <a:ext uri="{FF2B5EF4-FFF2-40B4-BE49-F238E27FC236}">
                    <a16:creationId xmlns:a16="http://schemas.microsoft.com/office/drawing/2014/main" id="{D0A10C17-7879-71BE-CCC9-33E949319625}"/>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86038" name="Text Box 23">
                <a:extLst>
                  <a:ext uri="{FF2B5EF4-FFF2-40B4-BE49-F238E27FC236}">
                    <a16:creationId xmlns:a16="http://schemas.microsoft.com/office/drawing/2014/main" id="{FA2006F2-3EF5-313A-8444-A4EF0B60B997}"/>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风险控制与管理</a:t>
                </a:r>
                <a:r>
                  <a:rPr lang="zh-CN" altLang="en-US" sz="2400" b="0">
                    <a:latin typeface="Times New Roman" panose="02020603050405020304" pitchFamily="18" charset="0"/>
                  </a:rPr>
                  <a:t> </a:t>
                </a:r>
              </a:p>
            </p:txBody>
          </p:sp>
          <p:sp>
            <p:nvSpPr>
              <p:cNvPr id="86039" name="Rectangle 24">
                <a:extLst>
                  <a:ext uri="{FF2B5EF4-FFF2-40B4-BE49-F238E27FC236}">
                    <a16:creationId xmlns:a16="http://schemas.microsoft.com/office/drawing/2014/main" id="{14C8BD29-AA79-BC33-4CCF-29535A1939AC}"/>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8.5</a:t>
                </a:r>
                <a:endParaRPr lang="en-US" altLang="zh-CN" sz="1800">
                  <a:solidFill>
                    <a:srgbClr val="000000"/>
                  </a:solidFill>
                </a:endParaRPr>
              </a:p>
            </p:txBody>
          </p:sp>
        </p:grpSp>
        <p:grpSp>
          <p:nvGrpSpPr>
            <p:cNvPr id="86025" name="Group 25">
              <a:extLst>
                <a:ext uri="{FF2B5EF4-FFF2-40B4-BE49-F238E27FC236}">
                  <a16:creationId xmlns:a16="http://schemas.microsoft.com/office/drawing/2014/main" id="{A2E1D6AD-1B7D-B223-300A-82E9ACAEC982}"/>
                </a:ext>
              </a:extLst>
            </p:cNvPr>
            <p:cNvGrpSpPr>
              <a:grpSpLocks/>
            </p:cNvGrpSpPr>
            <p:nvPr/>
          </p:nvGrpSpPr>
          <p:grpSpPr bwMode="auto">
            <a:xfrm>
              <a:off x="385" y="2746"/>
              <a:ext cx="3584" cy="230"/>
              <a:chOff x="385" y="2187"/>
              <a:chExt cx="3584" cy="363"/>
            </a:xfrm>
          </p:grpSpPr>
          <p:sp>
            <p:nvSpPr>
              <p:cNvPr id="86034" name="AutoShape 26">
                <a:extLst>
                  <a:ext uri="{FF2B5EF4-FFF2-40B4-BE49-F238E27FC236}">
                    <a16:creationId xmlns:a16="http://schemas.microsoft.com/office/drawing/2014/main" id="{4408C418-557C-26FA-FA01-79F457DB9462}"/>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86035" name="Text Box 27">
                <a:extLst>
                  <a:ext uri="{FF2B5EF4-FFF2-40B4-BE49-F238E27FC236}">
                    <a16:creationId xmlns:a16="http://schemas.microsoft.com/office/drawing/2014/main" id="{2B6BC8F2-2339-D847-A995-17F4502ACCB0}"/>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案例分析</a:t>
                </a:r>
                <a:r>
                  <a:rPr lang="zh-CN" altLang="en-US" sz="2400" b="0">
                    <a:latin typeface="Times New Roman" panose="02020603050405020304" pitchFamily="18" charset="0"/>
                  </a:rPr>
                  <a:t> </a:t>
                </a:r>
              </a:p>
            </p:txBody>
          </p:sp>
          <p:sp>
            <p:nvSpPr>
              <p:cNvPr id="86036" name="Rectangle 28">
                <a:extLst>
                  <a:ext uri="{FF2B5EF4-FFF2-40B4-BE49-F238E27FC236}">
                    <a16:creationId xmlns:a16="http://schemas.microsoft.com/office/drawing/2014/main" id="{42198FB6-2016-A21C-B32D-28132FCBEA22}"/>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8.6</a:t>
                </a:r>
                <a:endParaRPr lang="en-US" altLang="zh-CN" sz="1800">
                  <a:solidFill>
                    <a:srgbClr val="000000"/>
                  </a:solidFill>
                </a:endParaRPr>
              </a:p>
            </p:txBody>
          </p:sp>
        </p:grpSp>
        <p:grpSp>
          <p:nvGrpSpPr>
            <p:cNvPr id="86026" name="Group 29">
              <a:extLst>
                <a:ext uri="{FF2B5EF4-FFF2-40B4-BE49-F238E27FC236}">
                  <a16:creationId xmlns:a16="http://schemas.microsoft.com/office/drawing/2014/main" id="{193A823B-6534-67DA-2D61-79B7F4E70F07}"/>
                </a:ext>
              </a:extLst>
            </p:cNvPr>
            <p:cNvGrpSpPr>
              <a:grpSpLocks/>
            </p:cNvGrpSpPr>
            <p:nvPr/>
          </p:nvGrpSpPr>
          <p:grpSpPr bwMode="auto">
            <a:xfrm>
              <a:off x="385" y="3019"/>
              <a:ext cx="3584" cy="230"/>
              <a:chOff x="385" y="2187"/>
              <a:chExt cx="3584" cy="363"/>
            </a:xfrm>
          </p:grpSpPr>
          <p:sp>
            <p:nvSpPr>
              <p:cNvPr id="86031" name="AutoShape 30">
                <a:extLst>
                  <a:ext uri="{FF2B5EF4-FFF2-40B4-BE49-F238E27FC236}">
                    <a16:creationId xmlns:a16="http://schemas.microsoft.com/office/drawing/2014/main" id="{E6FF6977-C8D8-8ADF-9C2C-42B071E6B0AE}"/>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86032" name="Text Box 31">
                <a:extLst>
                  <a:ext uri="{FF2B5EF4-FFF2-40B4-BE49-F238E27FC236}">
                    <a16:creationId xmlns:a16="http://schemas.microsoft.com/office/drawing/2014/main" id="{8AE39347-7AD3-D060-BF0B-08CB3FD94599}"/>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本章小结</a:t>
                </a:r>
                <a:r>
                  <a:rPr lang="zh-CN" altLang="en-US" sz="2400" b="0">
                    <a:latin typeface="Times New Roman" panose="02020603050405020304" pitchFamily="18" charset="0"/>
                  </a:rPr>
                  <a:t> </a:t>
                </a:r>
              </a:p>
            </p:txBody>
          </p:sp>
          <p:sp>
            <p:nvSpPr>
              <p:cNvPr id="86033" name="Rectangle 32">
                <a:extLst>
                  <a:ext uri="{FF2B5EF4-FFF2-40B4-BE49-F238E27FC236}">
                    <a16:creationId xmlns:a16="http://schemas.microsoft.com/office/drawing/2014/main" id="{1085D7D1-705C-D150-2A06-E04BEA5826CE}"/>
                  </a:ext>
                </a:extLst>
              </p:cNvPr>
              <p:cNvSpPr>
                <a:spLocks noChangeArrowheads="1"/>
              </p:cNvSpPr>
              <p:nvPr/>
            </p:nvSpPr>
            <p:spPr bwMode="auto">
              <a:xfrm>
                <a:off x="385" y="2282"/>
                <a:ext cx="211" cy="164"/>
              </a:xfrm>
              <a:prstGeom prst="rect">
                <a:avLst/>
              </a:prstGeom>
              <a:solidFill>
                <a:schemeClr val="accent2"/>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8.7</a:t>
                </a:r>
                <a:endParaRPr lang="en-US" altLang="zh-CN" sz="1800">
                  <a:solidFill>
                    <a:srgbClr val="000000"/>
                  </a:solidFill>
                </a:endParaRPr>
              </a:p>
            </p:txBody>
          </p:sp>
        </p:grpSp>
        <p:grpSp>
          <p:nvGrpSpPr>
            <p:cNvPr id="86027" name="Group 33">
              <a:extLst>
                <a:ext uri="{FF2B5EF4-FFF2-40B4-BE49-F238E27FC236}">
                  <a16:creationId xmlns:a16="http://schemas.microsoft.com/office/drawing/2014/main" id="{AD755669-587B-3B75-A5E2-A54615DA9EBE}"/>
                </a:ext>
              </a:extLst>
            </p:cNvPr>
            <p:cNvGrpSpPr>
              <a:grpSpLocks/>
            </p:cNvGrpSpPr>
            <p:nvPr/>
          </p:nvGrpSpPr>
          <p:grpSpPr bwMode="auto">
            <a:xfrm>
              <a:off x="385" y="3294"/>
              <a:ext cx="3584" cy="197"/>
              <a:chOff x="385" y="2209"/>
              <a:chExt cx="3584" cy="311"/>
            </a:xfrm>
          </p:grpSpPr>
          <p:sp>
            <p:nvSpPr>
              <p:cNvPr id="86028" name="AutoShape 34">
                <a:extLst>
                  <a:ext uri="{FF2B5EF4-FFF2-40B4-BE49-F238E27FC236}">
                    <a16:creationId xmlns:a16="http://schemas.microsoft.com/office/drawing/2014/main" id="{9A330FA3-2D7F-7DF1-708B-20750B32E612}"/>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86029" name="Text Box 35">
                <a:extLst>
                  <a:ext uri="{FF2B5EF4-FFF2-40B4-BE49-F238E27FC236}">
                    <a16:creationId xmlns:a16="http://schemas.microsoft.com/office/drawing/2014/main" id="{3C4CBBDB-E339-C4DB-2029-1EB9BCC97132}"/>
                  </a:ext>
                </a:extLst>
              </p:cNvPr>
              <p:cNvSpPr txBox="1">
                <a:spLocks noChangeArrowheads="1"/>
              </p:cNvSpPr>
              <p:nvPr/>
            </p:nvSpPr>
            <p:spPr bwMode="auto">
              <a:xfrm>
                <a:off x="626" y="2217"/>
                <a:ext cx="3110"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黑体" panose="02010609060101010101" pitchFamily="49" charset="-122"/>
                    <a:ea typeface="黑体" panose="02010609060101010101" pitchFamily="49" charset="-122"/>
                  </a:rPr>
                  <a:t>复习思考题</a:t>
                </a:r>
              </a:p>
            </p:txBody>
          </p:sp>
          <p:sp>
            <p:nvSpPr>
              <p:cNvPr id="86030" name="Rectangle 36">
                <a:extLst>
                  <a:ext uri="{FF2B5EF4-FFF2-40B4-BE49-F238E27FC236}">
                    <a16:creationId xmlns:a16="http://schemas.microsoft.com/office/drawing/2014/main" id="{01D7A58B-964F-F449-38CF-C33604735705}"/>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8.8</a:t>
                </a:r>
                <a:endParaRPr lang="en-US" altLang="zh-CN" sz="1800">
                  <a:solidFill>
                    <a:srgbClr val="000000"/>
                  </a:solidFill>
                </a:endParaRPr>
              </a:p>
            </p:txBody>
          </p:sp>
        </p:gr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FE5CBF15-AFF7-0A8A-2534-57FC86B46198}"/>
              </a:ext>
            </a:extLst>
          </p:cNvPr>
          <p:cNvSpPr>
            <a:spLocks noGrp="1" noChangeArrowheads="1"/>
          </p:cNvSpPr>
          <p:nvPr>
            <p:ph type="title"/>
          </p:nvPr>
        </p:nvSpPr>
        <p:spPr/>
        <p:txBody>
          <a:bodyPr/>
          <a:lstStyle/>
          <a:p>
            <a:pPr eaLnBrk="1" hangingPunct="1"/>
            <a:r>
              <a:rPr lang="en-US" altLang="zh-CN"/>
              <a:t>8.7  </a:t>
            </a:r>
            <a:r>
              <a:rPr lang="zh-CN" altLang="en-US"/>
              <a:t>本章小结</a:t>
            </a:r>
          </a:p>
        </p:txBody>
      </p:sp>
      <p:sp>
        <p:nvSpPr>
          <p:cNvPr id="88067" name="Rectangle 3">
            <a:extLst>
              <a:ext uri="{FF2B5EF4-FFF2-40B4-BE49-F238E27FC236}">
                <a16:creationId xmlns:a16="http://schemas.microsoft.com/office/drawing/2014/main" id="{0F1D0D60-7ED0-9015-1DA9-9AD87711E958}"/>
              </a:ext>
            </a:extLst>
          </p:cNvPr>
          <p:cNvSpPr>
            <a:spLocks noGrp="1" noChangeArrowheads="1"/>
          </p:cNvSpPr>
          <p:nvPr>
            <p:ph type="body" idx="1"/>
          </p:nvPr>
        </p:nvSpPr>
        <p:spPr>
          <a:xfrm>
            <a:off x="468313" y="2349500"/>
            <a:ext cx="8496300" cy="3455988"/>
          </a:xfrm>
          <a:solidFill>
            <a:srgbClr val="CCFFFF"/>
          </a:solidFill>
        </p:spPr>
        <p:txBody>
          <a:bodyPr/>
          <a:lstStyle/>
          <a:p>
            <a:pPr eaLnBrk="1" hangingPunct="1">
              <a:lnSpc>
                <a:spcPct val="125000"/>
              </a:lnSpc>
            </a:pPr>
            <a:r>
              <a:rPr lang="zh-CN" altLang="en-US" sz="2000">
                <a:latin typeface="黑体" panose="02010609060101010101" pitchFamily="49" charset="-122"/>
                <a:ea typeface="黑体" panose="02010609060101010101" pitchFamily="49" charset="-122"/>
              </a:rPr>
              <a:t>本章论述了风险及风险管理的概念，提出软件风险是导致软件项目进度延迟、预算超支或项目部分或整体失败的因素。不确定性和损失是风险的两大属性。软件项目是即将或正在进行的生产过程，既然是未来的事情，要在项目计划中确定项目的进度、预算以及采用的技术等，势必与实际情况有所出入，这种不确定性就是项目的风险成分。</a:t>
            </a:r>
          </a:p>
          <a:p>
            <a:pPr eaLnBrk="1" hangingPunct="1">
              <a:lnSpc>
                <a:spcPct val="125000"/>
              </a:lnSpc>
            </a:pPr>
            <a:r>
              <a:rPr lang="zh-CN" altLang="en-US" sz="2000">
                <a:latin typeface="黑体" panose="02010609060101010101" pitchFamily="49" charset="-122"/>
                <a:ea typeface="黑体" panose="02010609060101010101" pitchFamily="49" charset="-122"/>
              </a:rPr>
              <a:t>风险是伴随着软件项目过程而产生的，在软件项目中必须进行风险管理，软件项目风险管理过程是一个不断识别风险、分析风险、计划风险、跟踪风险和应对风险的过程。</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A9E6268E-4E32-8382-1975-CF0975A6BC94}"/>
              </a:ext>
            </a:extLst>
          </p:cNvPr>
          <p:cNvSpPr>
            <a:spLocks noGrp="1" noChangeArrowheads="1"/>
          </p:cNvSpPr>
          <p:nvPr>
            <p:ph type="title"/>
          </p:nvPr>
        </p:nvSpPr>
        <p:spPr/>
        <p:txBody>
          <a:bodyPr/>
          <a:lstStyle/>
          <a:p>
            <a:pPr eaLnBrk="1" hangingPunct="1"/>
            <a:r>
              <a:rPr lang="zh-CN" altLang="en-US"/>
              <a:t>本章内容提要</a:t>
            </a:r>
          </a:p>
        </p:txBody>
      </p:sp>
      <p:grpSp>
        <p:nvGrpSpPr>
          <p:cNvPr id="90115" name="Group 3">
            <a:extLst>
              <a:ext uri="{FF2B5EF4-FFF2-40B4-BE49-F238E27FC236}">
                <a16:creationId xmlns:a16="http://schemas.microsoft.com/office/drawing/2014/main" id="{2C51F54A-A9B2-28B1-A80C-A5263BE6C3D1}"/>
              </a:ext>
            </a:extLst>
          </p:cNvPr>
          <p:cNvGrpSpPr>
            <a:grpSpLocks/>
          </p:cNvGrpSpPr>
          <p:nvPr/>
        </p:nvGrpSpPr>
        <p:grpSpPr bwMode="auto">
          <a:xfrm>
            <a:off x="969963" y="2566988"/>
            <a:ext cx="5689600" cy="3238500"/>
            <a:chOff x="385" y="1451"/>
            <a:chExt cx="3584" cy="2040"/>
          </a:xfrm>
        </p:grpSpPr>
        <p:grpSp>
          <p:nvGrpSpPr>
            <p:cNvPr id="90116" name="Group 4">
              <a:extLst>
                <a:ext uri="{FF2B5EF4-FFF2-40B4-BE49-F238E27FC236}">
                  <a16:creationId xmlns:a16="http://schemas.microsoft.com/office/drawing/2014/main" id="{87E5A24A-A977-02EE-866E-2106777E924D}"/>
                </a:ext>
              </a:extLst>
            </p:cNvPr>
            <p:cNvGrpSpPr>
              <a:grpSpLocks/>
            </p:cNvGrpSpPr>
            <p:nvPr/>
          </p:nvGrpSpPr>
          <p:grpSpPr bwMode="auto">
            <a:xfrm>
              <a:off x="385" y="1451"/>
              <a:ext cx="3572" cy="230"/>
              <a:chOff x="385" y="1430"/>
              <a:chExt cx="3572" cy="363"/>
            </a:xfrm>
          </p:grpSpPr>
          <p:sp>
            <p:nvSpPr>
              <p:cNvPr id="90146" name="AutoShape 5">
                <a:extLst>
                  <a:ext uri="{FF2B5EF4-FFF2-40B4-BE49-F238E27FC236}">
                    <a16:creationId xmlns:a16="http://schemas.microsoft.com/office/drawing/2014/main" id="{C29E80AE-B086-9188-8097-D6D9A9A99282}"/>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90147" name="Text Box 6">
                <a:extLst>
                  <a:ext uri="{FF2B5EF4-FFF2-40B4-BE49-F238E27FC236}">
                    <a16:creationId xmlns:a16="http://schemas.microsoft.com/office/drawing/2014/main" id="{F16C1734-5517-7035-22F5-FB2CF258A1A1}"/>
                  </a:ext>
                </a:extLst>
              </p:cNvPr>
              <p:cNvSpPr txBox="1">
                <a:spLocks noChangeArrowheads="1"/>
              </p:cNvSpPr>
              <p:nvPr/>
            </p:nvSpPr>
            <p:spPr bwMode="auto">
              <a:xfrm>
                <a:off x="626" y="1430"/>
                <a:ext cx="3099"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软件项目风险管理概述</a:t>
                </a:r>
                <a:r>
                  <a:rPr lang="zh-CN" altLang="en-US" sz="1800">
                    <a:solidFill>
                      <a:schemeClr val="bg1"/>
                    </a:solidFill>
                  </a:rPr>
                  <a:t>合同管理概述</a:t>
                </a:r>
                <a:r>
                  <a:rPr lang="zh-CN" altLang="en-US" sz="1200">
                    <a:solidFill>
                      <a:schemeClr val="bg1"/>
                    </a:solidFill>
                  </a:rPr>
                  <a:t> </a:t>
                </a:r>
                <a:r>
                  <a:rPr lang="zh-CN" altLang="en-US" sz="2400" b="0">
                    <a:latin typeface="Times New Roman" panose="02020603050405020304" pitchFamily="18" charset="0"/>
                  </a:rPr>
                  <a:t> </a:t>
                </a:r>
              </a:p>
            </p:txBody>
          </p:sp>
          <p:sp>
            <p:nvSpPr>
              <p:cNvPr id="90148" name="Rectangle 7">
                <a:extLst>
                  <a:ext uri="{FF2B5EF4-FFF2-40B4-BE49-F238E27FC236}">
                    <a16:creationId xmlns:a16="http://schemas.microsoft.com/office/drawing/2014/main" id="{D76A03F2-0A45-9B2E-7DC5-703393D3F1CB}"/>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8.1</a:t>
                </a:r>
                <a:endParaRPr lang="en-US" altLang="zh-CN" sz="1800">
                  <a:solidFill>
                    <a:srgbClr val="000000"/>
                  </a:solidFill>
                </a:endParaRPr>
              </a:p>
            </p:txBody>
          </p:sp>
        </p:grpSp>
        <p:grpSp>
          <p:nvGrpSpPr>
            <p:cNvPr id="90117" name="Group 8">
              <a:extLst>
                <a:ext uri="{FF2B5EF4-FFF2-40B4-BE49-F238E27FC236}">
                  <a16:creationId xmlns:a16="http://schemas.microsoft.com/office/drawing/2014/main" id="{83AD7378-C6A9-4710-6B94-1DDB63A23A2D}"/>
                </a:ext>
              </a:extLst>
            </p:cNvPr>
            <p:cNvGrpSpPr>
              <a:grpSpLocks/>
            </p:cNvGrpSpPr>
            <p:nvPr/>
          </p:nvGrpSpPr>
          <p:grpSpPr bwMode="auto">
            <a:xfrm>
              <a:off x="385" y="1706"/>
              <a:ext cx="3572" cy="230"/>
              <a:chOff x="385" y="1801"/>
              <a:chExt cx="3572" cy="363"/>
            </a:xfrm>
          </p:grpSpPr>
          <p:grpSp>
            <p:nvGrpSpPr>
              <p:cNvPr id="90142" name="Group 9">
                <a:extLst>
                  <a:ext uri="{FF2B5EF4-FFF2-40B4-BE49-F238E27FC236}">
                    <a16:creationId xmlns:a16="http://schemas.microsoft.com/office/drawing/2014/main" id="{8023D60B-9FE2-0E06-7F1C-5A56BAEB8E68}"/>
                  </a:ext>
                </a:extLst>
              </p:cNvPr>
              <p:cNvGrpSpPr>
                <a:grpSpLocks/>
              </p:cNvGrpSpPr>
              <p:nvPr/>
            </p:nvGrpSpPr>
            <p:grpSpPr bwMode="auto">
              <a:xfrm>
                <a:off x="464" y="1801"/>
                <a:ext cx="3493" cy="363"/>
                <a:chOff x="464" y="1801"/>
                <a:chExt cx="3493" cy="363"/>
              </a:xfrm>
            </p:grpSpPr>
            <p:sp>
              <p:nvSpPr>
                <p:cNvPr id="90144" name="AutoShape 10">
                  <a:extLst>
                    <a:ext uri="{FF2B5EF4-FFF2-40B4-BE49-F238E27FC236}">
                      <a16:creationId xmlns:a16="http://schemas.microsoft.com/office/drawing/2014/main" id="{BF6D65E7-901F-72BA-468D-2735FC4B3FD2}"/>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90145" name="Text Box 11">
                  <a:extLst>
                    <a:ext uri="{FF2B5EF4-FFF2-40B4-BE49-F238E27FC236}">
                      <a16:creationId xmlns:a16="http://schemas.microsoft.com/office/drawing/2014/main" id="{D6DF755C-FC55-583B-8934-61B444A4193B}"/>
                    </a:ext>
                  </a:extLst>
                </p:cNvPr>
                <p:cNvSpPr txBox="1">
                  <a:spLocks noChangeArrowheads="1"/>
                </p:cNvSpPr>
                <p:nvPr/>
              </p:nvSpPr>
              <p:spPr bwMode="auto">
                <a:xfrm>
                  <a:off x="626" y="1801"/>
                  <a:ext cx="3099"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风险识别</a:t>
                  </a:r>
                  <a:r>
                    <a:rPr lang="zh-CN" altLang="en-US" sz="2400" b="0">
                      <a:latin typeface="Times New Roman" panose="02020603050405020304" pitchFamily="18" charset="0"/>
                    </a:rPr>
                    <a:t> </a:t>
                  </a:r>
                </a:p>
              </p:txBody>
            </p:sp>
          </p:grpSp>
          <p:sp>
            <p:nvSpPr>
              <p:cNvPr id="90143" name="Rectangle 12">
                <a:extLst>
                  <a:ext uri="{FF2B5EF4-FFF2-40B4-BE49-F238E27FC236}">
                    <a16:creationId xmlns:a16="http://schemas.microsoft.com/office/drawing/2014/main" id="{E0C90612-032A-23D0-4A80-28DE85735BE1}"/>
                  </a:ext>
                </a:extLst>
              </p:cNvPr>
              <p:cNvSpPr>
                <a:spLocks noChangeArrowheads="1"/>
              </p:cNvSpPr>
              <p:nvPr/>
            </p:nvSpPr>
            <p:spPr bwMode="auto">
              <a:xfrm>
                <a:off x="385" y="1915"/>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8.2</a:t>
                </a:r>
                <a:endParaRPr lang="en-US" altLang="zh-CN" sz="1800">
                  <a:solidFill>
                    <a:srgbClr val="000000"/>
                  </a:solidFill>
                </a:endParaRPr>
              </a:p>
            </p:txBody>
          </p:sp>
        </p:grpSp>
        <p:grpSp>
          <p:nvGrpSpPr>
            <p:cNvPr id="90118" name="Group 13">
              <a:extLst>
                <a:ext uri="{FF2B5EF4-FFF2-40B4-BE49-F238E27FC236}">
                  <a16:creationId xmlns:a16="http://schemas.microsoft.com/office/drawing/2014/main" id="{7AE6B1D0-85E8-4CA6-DE1E-3C04A59E5522}"/>
                </a:ext>
              </a:extLst>
            </p:cNvPr>
            <p:cNvGrpSpPr>
              <a:grpSpLocks/>
            </p:cNvGrpSpPr>
            <p:nvPr/>
          </p:nvGrpSpPr>
          <p:grpSpPr bwMode="auto">
            <a:xfrm>
              <a:off x="385" y="1979"/>
              <a:ext cx="3584" cy="230"/>
              <a:chOff x="385" y="2187"/>
              <a:chExt cx="3584" cy="363"/>
            </a:xfrm>
          </p:grpSpPr>
          <p:sp>
            <p:nvSpPr>
              <p:cNvPr id="90139" name="AutoShape 14">
                <a:extLst>
                  <a:ext uri="{FF2B5EF4-FFF2-40B4-BE49-F238E27FC236}">
                    <a16:creationId xmlns:a16="http://schemas.microsoft.com/office/drawing/2014/main" id="{D9A9B845-EBC0-2D23-DB07-E51C076FF22B}"/>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90140" name="Text Box 15">
                <a:extLst>
                  <a:ext uri="{FF2B5EF4-FFF2-40B4-BE49-F238E27FC236}">
                    <a16:creationId xmlns:a16="http://schemas.microsoft.com/office/drawing/2014/main" id="{669C7A11-C0E7-176B-7E3B-C93B8315A92B}"/>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风险评估</a:t>
                </a:r>
                <a:r>
                  <a:rPr lang="zh-CN" altLang="en-US" sz="2400" b="0">
                    <a:latin typeface="Times New Roman" panose="02020603050405020304" pitchFamily="18" charset="0"/>
                  </a:rPr>
                  <a:t> </a:t>
                </a:r>
              </a:p>
            </p:txBody>
          </p:sp>
          <p:sp>
            <p:nvSpPr>
              <p:cNvPr id="90141" name="Rectangle 16">
                <a:extLst>
                  <a:ext uri="{FF2B5EF4-FFF2-40B4-BE49-F238E27FC236}">
                    <a16:creationId xmlns:a16="http://schemas.microsoft.com/office/drawing/2014/main" id="{3259184B-12F3-301A-9AC0-0794521003D7}"/>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8.3</a:t>
                </a:r>
                <a:endParaRPr lang="en-US" altLang="zh-CN" sz="1800">
                  <a:solidFill>
                    <a:srgbClr val="000000"/>
                  </a:solidFill>
                </a:endParaRPr>
              </a:p>
            </p:txBody>
          </p:sp>
        </p:grpSp>
        <p:grpSp>
          <p:nvGrpSpPr>
            <p:cNvPr id="90119" name="Group 17">
              <a:extLst>
                <a:ext uri="{FF2B5EF4-FFF2-40B4-BE49-F238E27FC236}">
                  <a16:creationId xmlns:a16="http://schemas.microsoft.com/office/drawing/2014/main" id="{57FE4434-7634-1D8C-B0E8-7E4112EB10AB}"/>
                </a:ext>
              </a:extLst>
            </p:cNvPr>
            <p:cNvGrpSpPr>
              <a:grpSpLocks/>
            </p:cNvGrpSpPr>
            <p:nvPr/>
          </p:nvGrpSpPr>
          <p:grpSpPr bwMode="auto">
            <a:xfrm>
              <a:off x="385" y="2251"/>
              <a:ext cx="3584" cy="198"/>
              <a:chOff x="385" y="2209"/>
              <a:chExt cx="3584" cy="313"/>
            </a:xfrm>
          </p:grpSpPr>
          <p:sp>
            <p:nvSpPr>
              <p:cNvPr id="90136" name="AutoShape 18">
                <a:extLst>
                  <a:ext uri="{FF2B5EF4-FFF2-40B4-BE49-F238E27FC236}">
                    <a16:creationId xmlns:a16="http://schemas.microsoft.com/office/drawing/2014/main" id="{F20CEB33-963A-DB06-F91A-C64856CE25C8}"/>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90137" name="Text Box 19">
                <a:extLst>
                  <a:ext uri="{FF2B5EF4-FFF2-40B4-BE49-F238E27FC236}">
                    <a16:creationId xmlns:a16="http://schemas.microsoft.com/office/drawing/2014/main" id="{47851FB0-1BEC-21F4-AEF6-25D044616D34}"/>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风险</a:t>
                </a:r>
                <a:r>
                  <a:rPr lang="zh-CN" altLang="en-US" sz="2000">
                    <a:solidFill>
                      <a:schemeClr val="tx2"/>
                    </a:solidFill>
                    <a:latin typeface="黑体" panose="02010609060101010101" pitchFamily="49" charset="-122"/>
                    <a:ea typeface="黑体" panose="02010609060101010101" pitchFamily="49" charset="-122"/>
                  </a:rPr>
                  <a:t>计划</a:t>
                </a:r>
              </a:p>
            </p:txBody>
          </p:sp>
          <p:sp>
            <p:nvSpPr>
              <p:cNvPr id="90138" name="Rectangle 20">
                <a:extLst>
                  <a:ext uri="{FF2B5EF4-FFF2-40B4-BE49-F238E27FC236}">
                    <a16:creationId xmlns:a16="http://schemas.microsoft.com/office/drawing/2014/main" id="{445546BE-7E12-036C-0F54-0D7E804098E1}"/>
                  </a:ext>
                </a:extLst>
              </p:cNvPr>
              <p:cNvSpPr>
                <a:spLocks noChangeArrowheads="1"/>
              </p:cNvSpPr>
              <p:nvPr/>
            </p:nvSpPr>
            <p:spPr bwMode="auto">
              <a:xfrm>
                <a:off x="385" y="2282"/>
                <a:ext cx="211" cy="164"/>
              </a:xfrm>
              <a:prstGeom prst="rect">
                <a:avLst/>
              </a:prstGeom>
              <a:solidFill>
                <a:schemeClr val="tx1"/>
              </a:solidFill>
              <a:ln w="6350">
                <a:solidFill>
                  <a:schemeClr val="accent2"/>
                </a:solidFill>
                <a:miter lim="800000"/>
                <a:headEnd/>
                <a:tailEnd/>
              </a:ln>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8.4</a:t>
                </a:r>
                <a:endParaRPr lang="en-US" altLang="zh-CN" sz="1800">
                  <a:solidFill>
                    <a:srgbClr val="000000"/>
                  </a:solidFill>
                </a:endParaRPr>
              </a:p>
            </p:txBody>
          </p:sp>
        </p:grpSp>
        <p:grpSp>
          <p:nvGrpSpPr>
            <p:cNvPr id="90120" name="Group 21">
              <a:extLst>
                <a:ext uri="{FF2B5EF4-FFF2-40B4-BE49-F238E27FC236}">
                  <a16:creationId xmlns:a16="http://schemas.microsoft.com/office/drawing/2014/main" id="{73834C88-7E1D-9A18-024F-05FFC4B8461F}"/>
                </a:ext>
              </a:extLst>
            </p:cNvPr>
            <p:cNvGrpSpPr>
              <a:grpSpLocks/>
            </p:cNvGrpSpPr>
            <p:nvPr/>
          </p:nvGrpSpPr>
          <p:grpSpPr bwMode="auto">
            <a:xfrm>
              <a:off x="385" y="2478"/>
              <a:ext cx="3584" cy="230"/>
              <a:chOff x="385" y="2187"/>
              <a:chExt cx="3584" cy="363"/>
            </a:xfrm>
          </p:grpSpPr>
          <p:sp>
            <p:nvSpPr>
              <p:cNvPr id="90133" name="AutoShape 22">
                <a:extLst>
                  <a:ext uri="{FF2B5EF4-FFF2-40B4-BE49-F238E27FC236}">
                    <a16:creationId xmlns:a16="http://schemas.microsoft.com/office/drawing/2014/main" id="{686FD29F-0295-7BCC-62F9-A7BAB6F7D5EA}"/>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90134" name="Text Box 23">
                <a:extLst>
                  <a:ext uri="{FF2B5EF4-FFF2-40B4-BE49-F238E27FC236}">
                    <a16:creationId xmlns:a16="http://schemas.microsoft.com/office/drawing/2014/main" id="{39056DED-5ABF-7702-EB49-19F85DE7E3E9}"/>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风险控制与管理</a:t>
                </a:r>
                <a:r>
                  <a:rPr lang="zh-CN" altLang="en-US" sz="2400" b="0">
                    <a:latin typeface="Times New Roman" panose="02020603050405020304" pitchFamily="18" charset="0"/>
                  </a:rPr>
                  <a:t> </a:t>
                </a:r>
              </a:p>
            </p:txBody>
          </p:sp>
          <p:sp>
            <p:nvSpPr>
              <p:cNvPr id="90135" name="Rectangle 24">
                <a:extLst>
                  <a:ext uri="{FF2B5EF4-FFF2-40B4-BE49-F238E27FC236}">
                    <a16:creationId xmlns:a16="http://schemas.microsoft.com/office/drawing/2014/main" id="{DBAF3ED5-EEF1-4DCE-9E35-49CF079FE709}"/>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8.5</a:t>
                </a:r>
                <a:endParaRPr lang="en-US" altLang="zh-CN" sz="1800">
                  <a:solidFill>
                    <a:srgbClr val="000000"/>
                  </a:solidFill>
                </a:endParaRPr>
              </a:p>
            </p:txBody>
          </p:sp>
        </p:grpSp>
        <p:grpSp>
          <p:nvGrpSpPr>
            <p:cNvPr id="90121" name="Group 25">
              <a:extLst>
                <a:ext uri="{FF2B5EF4-FFF2-40B4-BE49-F238E27FC236}">
                  <a16:creationId xmlns:a16="http://schemas.microsoft.com/office/drawing/2014/main" id="{19DC6BE9-6BA2-E920-326B-54A214DD992A}"/>
                </a:ext>
              </a:extLst>
            </p:cNvPr>
            <p:cNvGrpSpPr>
              <a:grpSpLocks/>
            </p:cNvGrpSpPr>
            <p:nvPr/>
          </p:nvGrpSpPr>
          <p:grpSpPr bwMode="auto">
            <a:xfrm>
              <a:off x="385" y="2746"/>
              <a:ext cx="3584" cy="230"/>
              <a:chOff x="385" y="2187"/>
              <a:chExt cx="3584" cy="363"/>
            </a:xfrm>
          </p:grpSpPr>
          <p:sp>
            <p:nvSpPr>
              <p:cNvPr id="90130" name="AutoShape 26">
                <a:extLst>
                  <a:ext uri="{FF2B5EF4-FFF2-40B4-BE49-F238E27FC236}">
                    <a16:creationId xmlns:a16="http://schemas.microsoft.com/office/drawing/2014/main" id="{2E2D9405-71EF-1202-AAD0-CC2B24CBDBB7}"/>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90131" name="Text Box 27">
                <a:extLst>
                  <a:ext uri="{FF2B5EF4-FFF2-40B4-BE49-F238E27FC236}">
                    <a16:creationId xmlns:a16="http://schemas.microsoft.com/office/drawing/2014/main" id="{E10466A9-6E47-43D5-1726-6A5E89D9F88F}"/>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案例分析</a:t>
                </a:r>
                <a:r>
                  <a:rPr lang="zh-CN" altLang="en-US" sz="2400" b="0">
                    <a:latin typeface="Times New Roman" panose="02020603050405020304" pitchFamily="18" charset="0"/>
                  </a:rPr>
                  <a:t> </a:t>
                </a:r>
              </a:p>
            </p:txBody>
          </p:sp>
          <p:sp>
            <p:nvSpPr>
              <p:cNvPr id="90132" name="Rectangle 28">
                <a:extLst>
                  <a:ext uri="{FF2B5EF4-FFF2-40B4-BE49-F238E27FC236}">
                    <a16:creationId xmlns:a16="http://schemas.microsoft.com/office/drawing/2014/main" id="{66359ABA-52A9-FAC0-86FE-4A6AAA1E7290}"/>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8.6</a:t>
                </a:r>
                <a:endParaRPr lang="en-US" altLang="zh-CN" sz="1800">
                  <a:solidFill>
                    <a:srgbClr val="000000"/>
                  </a:solidFill>
                </a:endParaRPr>
              </a:p>
            </p:txBody>
          </p:sp>
        </p:grpSp>
        <p:grpSp>
          <p:nvGrpSpPr>
            <p:cNvPr id="90122" name="Group 29">
              <a:extLst>
                <a:ext uri="{FF2B5EF4-FFF2-40B4-BE49-F238E27FC236}">
                  <a16:creationId xmlns:a16="http://schemas.microsoft.com/office/drawing/2014/main" id="{B7B49066-DA6A-C710-B6CB-28A348A991D7}"/>
                </a:ext>
              </a:extLst>
            </p:cNvPr>
            <p:cNvGrpSpPr>
              <a:grpSpLocks/>
            </p:cNvGrpSpPr>
            <p:nvPr/>
          </p:nvGrpSpPr>
          <p:grpSpPr bwMode="auto">
            <a:xfrm>
              <a:off x="385" y="3019"/>
              <a:ext cx="3584" cy="230"/>
              <a:chOff x="385" y="2187"/>
              <a:chExt cx="3584" cy="363"/>
            </a:xfrm>
          </p:grpSpPr>
          <p:sp>
            <p:nvSpPr>
              <p:cNvPr id="90127" name="AutoShape 30">
                <a:extLst>
                  <a:ext uri="{FF2B5EF4-FFF2-40B4-BE49-F238E27FC236}">
                    <a16:creationId xmlns:a16="http://schemas.microsoft.com/office/drawing/2014/main" id="{69DCFB0C-339D-8472-986D-5CD474E1BB59}"/>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90128" name="Text Box 31">
                <a:extLst>
                  <a:ext uri="{FF2B5EF4-FFF2-40B4-BE49-F238E27FC236}">
                    <a16:creationId xmlns:a16="http://schemas.microsoft.com/office/drawing/2014/main" id="{137FFB6E-9B33-C9E4-97B2-A1488D8DAA8C}"/>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本章小结</a:t>
                </a:r>
                <a:r>
                  <a:rPr lang="zh-CN" altLang="en-US" sz="2400" b="0">
                    <a:latin typeface="Times New Roman" panose="02020603050405020304" pitchFamily="18" charset="0"/>
                  </a:rPr>
                  <a:t> </a:t>
                </a:r>
              </a:p>
            </p:txBody>
          </p:sp>
          <p:sp>
            <p:nvSpPr>
              <p:cNvPr id="90129" name="Rectangle 32">
                <a:extLst>
                  <a:ext uri="{FF2B5EF4-FFF2-40B4-BE49-F238E27FC236}">
                    <a16:creationId xmlns:a16="http://schemas.microsoft.com/office/drawing/2014/main" id="{1A572581-7675-3443-9A17-0C68E1C93386}"/>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8.7</a:t>
                </a:r>
                <a:endParaRPr lang="en-US" altLang="zh-CN" sz="1800">
                  <a:solidFill>
                    <a:srgbClr val="000000"/>
                  </a:solidFill>
                </a:endParaRPr>
              </a:p>
            </p:txBody>
          </p:sp>
        </p:grpSp>
        <p:grpSp>
          <p:nvGrpSpPr>
            <p:cNvPr id="90123" name="Group 33">
              <a:extLst>
                <a:ext uri="{FF2B5EF4-FFF2-40B4-BE49-F238E27FC236}">
                  <a16:creationId xmlns:a16="http://schemas.microsoft.com/office/drawing/2014/main" id="{5627B743-535F-7BF4-C48C-443E5AB64BEE}"/>
                </a:ext>
              </a:extLst>
            </p:cNvPr>
            <p:cNvGrpSpPr>
              <a:grpSpLocks/>
            </p:cNvGrpSpPr>
            <p:nvPr/>
          </p:nvGrpSpPr>
          <p:grpSpPr bwMode="auto">
            <a:xfrm>
              <a:off x="385" y="3294"/>
              <a:ext cx="3584" cy="197"/>
              <a:chOff x="385" y="2209"/>
              <a:chExt cx="3584" cy="311"/>
            </a:xfrm>
          </p:grpSpPr>
          <p:sp>
            <p:nvSpPr>
              <p:cNvPr id="90124" name="AutoShape 34">
                <a:extLst>
                  <a:ext uri="{FF2B5EF4-FFF2-40B4-BE49-F238E27FC236}">
                    <a16:creationId xmlns:a16="http://schemas.microsoft.com/office/drawing/2014/main" id="{87B884BA-1CA7-6DE5-8CB8-D0F91D03065E}"/>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2400">
                  <a:solidFill>
                    <a:schemeClr val="bg1"/>
                  </a:solidFill>
                </a:endParaRPr>
              </a:p>
            </p:txBody>
          </p:sp>
          <p:sp>
            <p:nvSpPr>
              <p:cNvPr id="90125" name="Text Box 35">
                <a:extLst>
                  <a:ext uri="{FF2B5EF4-FFF2-40B4-BE49-F238E27FC236}">
                    <a16:creationId xmlns:a16="http://schemas.microsoft.com/office/drawing/2014/main" id="{3746AE55-8F6F-743C-6622-5945C0EAF36C}"/>
                  </a:ext>
                </a:extLst>
              </p:cNvPr>
              <p:cNvSpPr txBox="1">
                <a:spLocks noChangeArrowheads="1"/>
              </p:cNvSpPr>
              <p:nvPr/>
            </p:nvSpPr>
            <p:spPr bwMode="auto">
              <a:xfrm>
                <a:off x="626" y="2217"/>
                <a:ext cx="3110"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黑体" panose="02010609060101010101" pitchFamily="49" charset="-122"/>
                    <a:ea typeface="黑体" panose="02010609060101010101" pitchFamily="49" charset="-122"/>
                  </a:rPr>
                  <a:t>复习思考题</a:t>
                </a:r>
              </a:p>
            </p:txBody>
          </p:sp>
          <p:sp>
            <p:nvSpPr>
              <p:cNvPr id="90126" name="Rectangle 36">
                <a:extLst>
                  <a:ext uri="{FF2B5EF4-FFF2-40B4-BE49-F238E27FC236}">
                    <a16:creationId xmlns:a16="http://schemas.microsoft.com/office/drawing/2014/main" id="{6A240000-AE86-A917-2351-FBA22723C9C4}"/>
                  </a:ext>
                </a:extLst>
              </p:cNvPr>
              <p:cNvSpPr>
                <a:spLocks noChangeArrowheads="1"/>
              </p:cNvSpPr>
              <p:nvPr/>
            </p:nvSpPr>
            <p:spPr bwMode="auto">
              <a:xfrm>
                <a:off x="385" y="2282"/>
                <a:ext cx="211" cy="164"/>
              </a:xfrm>
              <a:prstGeom prst="rect">
                <a:avLst/>
              </a:prstGeom>
              <a:solidFill>
                <a:schemeClr val="accent2"/>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8.8</a:t>
                </a:r>
                <a:endParaRPr lang="en-US" altLang="zh-CN" sz="1800">
                  <a:solidFill>
                    <a:srgbClr val="000000"/>
                  </a:solidFill>
                </a:endParaRPr>
              </a:p>
            </p:txBody>
          </p:sp>
        </p:grpSp>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85E496DA-1A7F-360A-9895-6D79EB9B7C59}"/>
              </a:ext>
            </a:extLst>
          </p:cNvPr>
          <p:cNvSpPr>
            <a:spLocks noGrp="1" noChangeArrowheads="1"/>
          </p:cNvSpPr>
          <p:nvPr>
            <p:ph type="title"/>
          </p:nvPr>
        </p:nvSpPr>
        <p:spPr/>
        <p:txBody>
          <a:bodyPr/>
          <a:lstStyle/>
          <a:p>
            <a:pPr eaLnBrk="1" hangingPunct="1"/>
            <a:r>
              <a:rPr lang="en-US" altLang="zh-CN"/>
              <a:t>8.7  </a:t>
            </a:r>
            <a:r>
              <a:rPr lang="zh-CN" altLang="en-US"/>
              <a:t>复习思考题</a:t>
            </a:r>
          </a:p>
        </p:txBody>
      </p:sp>
      <p:sp>
        <p:nvSpPr>
          <p:cNvPr id="92163" name="Rectangle 3">
            <a:extLst>
              <a:ext uri="{FF2B5EF4-FFF2-40B4-BE49-F238E27FC236}">
                <a16:creationId xmlns:a16="http://schemas.microsoft.com/office/drawing/2014/main" id="{7C495A0F-CA10-78DE-7AED-8AC4584D2B68}"/>
              </a:ext>
            </a:extLst>
          </p:cNvPr>
          <p:cNvSpPr>
            <a:spLocks noGrp="1" noChangeArrowheads="1"/>
          </p:cNvSpPr>
          <p:nvPr>
            <p:ph type="body" idx="1"/>
          </p:nvPr>
        </p:nvSpPr>
        <p:spPr>
          <a:xfrm>
            <a:off x="684213" y="2492375"/>
            <a:ext cx="7848600" cy="4365625"/>
          </a:xfrm>
        </p:spPr>
        <p:txBody>
          <a:bodyPr/>
          <a:lstStyle/>
          <a:p>
            <a:pPr eaLnBrk="1" hangingPunct="1">
              <a:lnSpc>
                <a:spcPct val="140000"/>
              </a:lnSpc>
              <a:spcBef>
                <a:spcPct val="50000"/>
              </a:spcBef>
              <a:buFont typeface="Wingdings 2" panose="05020102010507070707" pitchFamily="18" charset="2"/>
              <a:buNone/>
            </a:pPr>
            <a:r>
              <a:rPr lang="en-US" altLang="zh-CN" sz="2000"/>
              <a:t>1. </a:t>
            </a:r>
            <a:r>
              <a:rPr lang="zh-CN" altLang="en-US" sz="2000"/>
              <a:t>根据检查表制作一个风险分析工具，根据检查表的条目的输入，确定风险分析的结果，给出需要关注的</a:t>
            </a:r>
            <a:r>
              <a:rPr lang="en-US" altLang="zh-CN" sz="2000"/>
              <a:t>TOPl0</a:t>
            </a:r>
            <a:r>
              <a:rPr lang="zh-CN" altLang="en-US" sz="2000"/>
              <a:t>风险表。</a:t>
            </a:r>
          </a:p>
          <a:p>
            <a:pPr eaLnBrk="1" hangingPunct="1">
              <a:lnSpc>
                <a:spcPct val="140000"/>
              </a:lnSpc>
              <a:spcBef>
                <a:spcPct val="50000"/>
              </a:spcBef>
              <a:buFont typeface="Wingdings 2" panose="05020102010507070707" pitchFamily="18" charset="2"/>
              <a:buNone/>
            </a:pPr>
            <a:r>
              <a:rPr lang="en-US" altLang="zh-CN" sz="2000"/>
              <a:t>2. </a:t>
            </a:r>
            <a:r>
              <a:rPr lang="zh-CN" altLang="en-US" sz="2000"/>
              <a:t>针对第</a:t>
            </a:r>
            <a:r>
              <a:rPr lang="en-US" altLang="zh-CN" sz="2000"/>
              <a:t>6</a:t>
            </a:r>
            <a:r>
              <a:rPr lang="zh-CN" altLang="en-US" sz="2000"/>
              <a:t>章习题中的项目，编制此项目的风险分析计划</a:t>
            </a:r>
            <a:r>
              <a:rPr lang="en-US" altLang="zh-CN" sz="2000"/>
              <a:t>(</a:t>
            </a:r>
            <a:r>
              <a:rPr lang="zh-CN" altLang="en-US" sz="2000"/>
              <a:t>给出</a:t>
            </a:r>
            <a:r>
              <a:rPr lang="en-US" altLang="zh-CN" sz="2000"/>
              <a:t>TOPl0</a:t>
            </a:r>
            <a:r>
              <a:rPr lang="zh-CN" altLang="en-US" sz="2000"/>
              <a:t>风险表即可</a:t>
            </a:r>
            <a:r>
              <a:rPr lang="en-US" altLang="zh-CN" sz="2000"/>
              <a:t>)</a:t>
            </a:r>
            <a:r>
              <a:rPr lang="zh-CN" altLang="en-US" sz="2000"/>
              <a:t>。 </a:t>
            </a:r>
          </a:p>
        </p:txBody>
      </p:sp>
    </p:spTree>
  </p:cSld>
  <p:clrMapOvr>
    <a:masterClrMapping/>
  </p:clrMapOvr>
</p:sld>
</file>

<file path=ppt/theme/theme1.xml><?xml version="1.0" encoding="utf-8"?>
<a:theme xmlns:a="http://schemas.openxmlformats.org/drawingml/2006/main" name="1_默认设计模板">
  <a:themeElements>
    <a:clrScheme name="1_默认设计模板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80808"/>
      </a:hlink>
      <a:folHlink>
        <a:srgbClr val="000000"/>
      </a:folHlink>
    </a:clrScheme>
    <a:fontScheme name="1_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hlink"/>
        </a:solidFill>
        <a:ln w="6350" cap="flat" cmpd="sng" algn="ctr">
          <a:noFill/>
          <a:prstDash val="solid"/>
          <a:round/>
          <a:headEnd type="none" w="med" len="med"/>
          <a:tailEnd type="none" w="med" len="med"/>
        </a:ln>
        <a:effectLst/>
      </a:spPr>
      <a:bodyPr vert="horz" wrap="square" lIns="0" tIns="0" rIns="0" bIns="0" numCol="1" anchor="ctr" anchorCtr="1"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1" lang="zh-CN" altLang="en-US" sz="2400" b="1" i="0" u="none" strike="noStrike" cap="none" normalizeH="0" baseline="0" smtClean="0">
            <a:ln>
              <a:noFill/>
            </a:ln>
            <a:solidFill>
              <a:schemeClr val="bg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hlink"/>
        </a:solidFill>
        <a:ln w="6350" cap="flat" cmpd="sng" algn="ctr">
          <a:noFill/>
          <a:prstDash val="solid"/>
          <a:round/>
          <a:headEnd type="none" w="med" len="med"/>
          <a:tailEnd type="none" w="med" len="med"/>
        </a:ln>
        <a:effectLst/>
      </a:spPr>
      <a:bodyPr vert="horz" wrap="square" lIns="0" tIns="0" rIns="0" bIns="0" numCol="1" anchor="ctr" anchorCtr="1"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1" lang="zh-CN" altLang="en-US" sz="2400" b="1" i="0" u="none" strike="noStrike" cap="none" normalizeH="0" baseline="0" smtClean="0">
            <a:ln>
              <a:noFill/>
            </a:ln>
            <a:solidFill>
              <a:schemeClr val="bg1"/>
            </a:solidFill>
            <a:effectLst/>
            <a:latin typeface="Arial" charset="0"/>
            <a:ea typeface="宋体" pitchFamily="2" charset="-122"/>
          </a:defRPr>
        </a:defPPr>
      </a:lstStyle>
    </a:lnDef>
  </a:objectDefaults>
  <a:extraClrSchemeLst>
    <a:extraClrScheme>
      <a:clrScheme name="1_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_默认设计模板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80808"/>
        </a:hlink>
        <a:folHlink>
          <a:srgbClr val="0000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3345</TotalTime>
  <Words>5200</Words>
  <Application>Microsoft Office PowerPoint</Application>
  <PresentationFormat>全屏显示(4:3)</PresentationFormat>
  <Paragraphs>479</Paragraphs>
  <Slides>54</Slides>
  <Notes>54</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54</vt:i4>
      </vt:variant>
    </vt:vector>
  </HeadingPairs>
  <TitlesOfParts>
    <vt:vector size="61" baseType="lpstr">
      <vt:lpstr>黑体</vt:lpstr>
      <vt:lpstr>Arial</vt:lpstr>
      <vt:lpstr>Comic Sans MS</vt:lpstr>
      <vt:lpstr>Times New Roman</vt:lpstr>
      <vt:lpstr>Wingdings</vt:lpstr>
      <vt:lpstr>Wingdings 2</vt:lpstr>
      <vt:lpstr>1_默认设计模板</vt:lpstr>
      <vt:lpstr>第 8 章   软件项目风险管理 </vt:lpstr>
      <vt:lpstr>本章内容提要</vt:lpstr>
      <vt:lpstr>8.1  软件项目风险管理概述</vt:lpstr>
      <vt:lpstr>8.1  软件项目风险管理概述</vt:lpstr>
      <vt:lpstr>  软件项目风险管理概述</vt:lpstr>
      <vt:lpstr>8.1  软件项目风险管理概述</vt:lpstr>
      <vt:lpstr>  软件项目风险管理概述</vt:lpstr>
      <vt:lpstr>  软件项目风险管理概述</vt:lpstr>
      <vt:lpstr>本章内容提要</vt:lpstr>
      <vt:lpstr>8.2  风险识别</vt:lpstr>
      <vt:lpstr>8.2  风险识别</vt:lpstr>
      <vt:lpstr>8.2  风险识别</vt:lpstr>
      <vt:lpstr>  风险识别</vt:lpstr>
      <vt:lpstr>  风险识别</vt:lpstr>
      <vt:lpstr>  风险识别</vt:lpstr>
      <vt:lpstr> 风险识别</vt:lpstr>
      <vt:lpstr>风险识别</vt:lpstr>
      <vt:lpstr>风险识别</vt:lpstr>
      <vt:lpstr>本章内容提要</vt:lpstr>
      <vt:lpstr>8.3  风险评估</vt:lpstr>
      <vt:lpstr>8.3  风险评估</vt:lpstr>
      <vt:lpstr>风险评估</vt:lpstr>
      <vt:lpstr>风险评估</vt:lpstr>
      <vt:lpstr>风险评估</vt:lpstr>
      <vt:lpstr>风险评估</vt:lpstr>
      <vt:lpstr>风险评估</vt:lpstr>
      <vt:lpstr>风险评估</vt:lpstr>
      <vt:lpstr>风险评估</vt:lpstr>
      <vt:lpstr>风险评估</vt:lpstr>
      <vt:lpstr>风险评估</vt:lpstr>
      <vt:lpstr> 风险评估</vt:lpstr>
      <vt:lpstr> 风险评估</vt:lpstr>
      <vt:lpstr>本章内容提要</vt:lpstr>
      <vt:lpstr>8.4  风险计划</vt:lpstr>
      <vt:lpstr>8.4  风险计划</vt:lpstr>
      <vt:lpstr>8.4  风险计划</vt:lpstr>
      <vt:lpstr>8.4  风险计划</vt:lpstr>
      <vt:lpstr>本章内容提要</vt:lpstr>
      <vt:lpstr>8.5  风险控制与管理</vt:lpstr>
      <vt:lpstr>本章内容提要</vt:lpstr>
      <vt:lpstr>8.6  案例分析</vt:lpstr>
      <vt:lpstr> 案例分析</vt:lpstr>
      <vt:lpstr> 案例分析</vt:lpstr>
      <vt:lpstr>案例分析</vt:lpstr>
      <vt:lpstr>案例分析</vt:lpstr>
      <vt:lpstr> 案例分析</vt:lpstr>
      <vt:lpstr>案例分析</vt:lpstr>
      <vt:lpstr>案例分析</vt:lpstr>
      <vt:lpstr>案例分析</vt:lpstr>
      <vt:lpstr>案例分析</vt:lpstr>
      <vt:lpstr>本章内容提要</vt:lpstr>
      <vt:lpstr>8.7  本章小结</vt:lpstr>
      <vt:lpstr>本章内容提要</vt:lpstr>
      <vt:lpstr>8.7  复习思考题</vt:lpstr>
    </vt:vector>
  </TitlesOfParts>
  <Manager>杨立东</Manager>
  <Company>CRS Tech（上海连陆）</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软件项目风险管理</dc:title>
  <dc:creator>陆永忠</dc:creator>
  <cp:lastModifiedBy>Mingjian Jiang</cp:lastModifiedBy>
  <cp:revision>497</cp:revision>
  <dcterms:created xsi:type="dcterms:W3CDTF">2005-05-27T08:51:01Z</dcterms:created>
  <dcterms:modified xsi:type="dcterms:W3CDTF">2024-09-26T01:07:59Z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说明">
    <vt:lpwstr>PowerPoint 打印文稿</vt:lpwstr>
  </property>
</Properties>
</file>