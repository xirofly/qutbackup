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822A9-A2AC-5F25-1864-BA2BA8C4D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3EB94D-106B-48D6-C69D-81B30C41D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A4ED49-4D1B-5FCB-A1A9-93747FC5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FEE54-47AE-C959-F77F-3FEE644A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DA32B-764A-9DCA-FDD2-4D8433C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35D83-5FC1-2586-30B8-9A9B475D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EA3079-167D-E4C9-B2E3-EF529195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7FA6F-A18A-42F2-34C1-6A9B05B44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D07D12-A48C-5BCD-1768-2F016C85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E2E78-D4E5-CE29-7F35-1E82679C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91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BF341-0872-8FC8-C9E9-795126AB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C1947-CF93-0BF0-2DAC-113DC691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1D9114-292A-DC2A-3CE3-E707FCA2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E1B57-CA5F-33F3-9F75-43740B8E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5B7D8-2E8C-ACA8-FDDE-D1983E51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32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52D1C-4C05-A5BE-2509-63E9A536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D9F62-D8E3-1F03-9E90-A1944EE9D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59FCC8-7BF2-357A-13F3-D5AB9744D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B7830D-FFED-363A-F72A-3C0C728C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6B34C2-F939-5684-EA83-EB61051C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6CEBFC-E463-FA7B-5C87-F392B94C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31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A2E65-9E7D-5EAA-D8F7-234C12DB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A35BA3-20A5-E8EE-00A5-B910942E0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8AF54E-7374-77E3-AC62-4CC103356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10EC7B-D2CD-68BE-A08F-77E47797B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E18100-6CF1-3EB0-6775-2B9DC23F9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7328B1-723E-495B-94CE-D1DED137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3D72A4-002A-AD4D-1941-A3E898B7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6C8074-012C-8E68-1160-D7F0B71A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0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73084-582D-D538-2ECC-7B0C06E9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3EC4D8-E106-D0B8-FE0B-E3CB0A4F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05D2E6-54BE-9BB1-1140-29356B09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5541A0-0040-D834-BC5B-3081EB55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8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55062F-FD1A-5EBC-D65F-9E56A3C7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49183B-7E5F-7A46-E3BC-3F29FAE8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24EA7-3979-09A2-C12C-067111DC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2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04079-8A98-DBFC-87A8-295101A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D67AD-23E4-C9CB-F5F0-7E339051E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AEBA82-7FB2-511B-7D65-AE5567B97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F79DC4-F332-68A9-82AD-4CF8A754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FE739A-CB5B-6788-B65C-3EA9521D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DF2A3C-6575-04BE-57AA-2FF740DA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57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EBD2-41A7-E99F-6686-7F5A29D2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CD52EE-9479-AB5E-66EE-1DEB9D87C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E09A19-FC22-3B15-A3D3-21BF9D6D3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CAB373-6765-D941-696D-6EE9E54B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BAFFF8-EA4F-41AE-8516-4894AC81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EF692-3B33-A4D7-72EF-022561A9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90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3156B-9AC8-D403-E4A5-3094A292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9B0E91-73B6-A2B9-ADE0-ED63386DE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223A0-3827-BD67-4975-C62FE349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693286-1D8F-BEA5-99C5-C8917620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47BF78-C7C4-834A-5FA5-DBDC9230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5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9C9986-6125-599C-0E1F-2F460B2A5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60F027-16A6-88AA-7EBD-199AF2B60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DED36D-65C4-5F95-0C68-D55F4D54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96C7E0-D3A3-E5DD-9E69-AF79A8CD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CE1C0-50EC-3781-3492-8CEA3F56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50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AFCE18-F462-9F5C-BDFD-79FB038C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36DDAC-2B5F-6D29-C91F-6103C8727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7D9AC-2AB0-B6F9-4205-71ED0DFC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3D02F-5AB9-4583-8B1B-0F508B0D8643}" type="datetimeFigureOut">
              <a:rPr lang="zh-CN" altLang="en-US" smtClean="0"/>
              <a:t>2024/7/10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BC3A9-7EBF-8D52-384A-E575684D6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358B5-8F1D-F223-176E-4E2B9A1D0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B112F-2E13-4A2A-A96D-325C47BA6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8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89BB6-D404-1184-2B03-0C4E501C9B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AD8E7B-4E4E-0D36-EE6B-3A6E9CFE3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EC9189-BBC1-0826-C733-139931A2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4" y="128127"/>
            <a:ext cx="11755491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0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BF1B3E2-FE70-E7EB-83A6-3B3F5F81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880"/>
            <a:ext cx="12192000" cy="646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7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8E04F8-2161-3259-68EA-ACEBFCBD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152"/>
            <a:ext cx="12192000" cy="6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0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E6E51E-41E9-CF05-E367-AA6DAA567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7" y="0"/>
            <a:ext cx="11892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1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>
            <a:extLst>
              <a:ext uri="{FF2B5EF4-FFF2-40B4-BE49-F238E27FC236}">
                <a16:creationId xmlns:a16="http://schemas.microsoft.com/office/drawing/2014/main" id="{79DC4B33-18EC-F022-3739-6D9C07314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2043876" cy="5868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78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>
            <a:extLst>
              <a:ext uri="{FF2B5EF4-FFF2-40B4-BE49-F238E27FC236}">
                <a16:creationId xmlns:a16="http://schemas.microsoft.com/office/drawing/2014/main" id="{50E1C6C4-D712-15E8-1C01-8712D89F3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350"/>
            <a:ext cx="5407812" cy="682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61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>
            <a:extLst>
              <a:ext uri="{FF2B5EF4-FFF2-40B4-BE49-F238E27FC236}">
                <a16:creationId xmlns:a16="http://schemas.microsoft.com/office/drawing/2014/main" id="{AB39E31A-84A2-A0BC-F1AE-9D5F46CD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772" y="743948"/>
            <a:ext cx="11850596" cy="537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15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>
            <a:extLst>
              <a:ext uri="{FF2B5EF4-FFF2-40B4-BE49-F238E27FC236}">
                <a16:creationId xmlns:a16="http://schemas.microsoft.com/office/drawing/2014/main" id="{B5A8952A-978E-08BF-8867-D1F790BB1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1588"/>
            <a:ext cx="8498255" cy="3354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图片 1">
            <a:extLst>
              <a:ext uri="{FF2B5EF4-FFF2-40B4-BE49-F238E27FC236}">
                <a16:creationId xmlns:a16="http://schemas.microsoft.com/office/drawing/2014/main" id="{E4E7EEB8-70FD-4F96-5B8F-2A0445A02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199" y="3574347"/>
            <a:ext cx="10031540" cy="65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30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">
            <a:extLst>
              <a:ext uri="{FF2B5EF4-FFF2-40B4-BE49-F238E27FC236}">
                <a16:creationId xmlns:a16="http://schemas.microsoft.com/office/drawing/2014/main" id="{8ECB08AB-972C-E334-F370-9C77434B6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6350"/>
            <a:ext cx="12226086" cy="303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8882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1">
            <a:extLst>
              <a:ext uri="{FF2B5EF4-FFF2-40B4-BE49-F238E27FC236}">
                <a16:creationId xmlns:a16="http://schemas.microsoft.com/office/drawing/2014/main" id="{5745E74E-D2A5-1E35-D206-37262C71B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6096709" cy="27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图片 1">
            <a:extLst>
              <a:ext uri="{FF2B5EF4-FFF2-40B4-BE49-F238E27FC236}">
                <a16:creationId xmlns:a16="http://schemas.microsoft.com/office/drawing/2014/main" id="{99A572AB-09A4-71BE-C9BF-211C0B361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3" y="2846895"/>
            <a:ext cx="5933385" cy="323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图片 1">
            <a:extLst>
              <a:ext uri="{FF2B5EF4-FFF2-40B4-BE49-F238E27FC236}">
                <a16:creationId xmlns:a16="http://schemas.microsoft.com/office/drawing/2014/main" id="{74BB394B-F4F4-B623-DE60-A7DE4FECE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5933384" cy="3681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图片 1">
            <a:extLst>
              <a:ext uri="{FF2B5EF4-FFF2-40B4-BE49-F238E27FC236}">
                <a16:creationId xmlns:a16="http://schemas.microsoft.com/office/drawing/2014/main" id="{C82D84C8-F70C-641A-1FC9-9C94743FF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531974"/>
            <a:ext cx="5574847" cy="3132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904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1">
            <a:extLst>
              <a:ext uri="{FF2B5EF4-FFF2-40B4-BE49-F238E27FC236}">
                <a16:creationId xmlns:a16="http://schemas.microsoft.com/office/drawing/2014/main" id="{9836383C-A6BB-29DE-E8B9-4DCCBBBF4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7" y="-1"/>
            <a:ext cx="11656499" cy="577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51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zero fly</dc:creator>
  <cp:lastModifiedBy>zero fly</cp:lastModifiedBy>
  <cp:revision>1</cp:revision>
  <dcterms:created xsi:type="dcterms:W3CDTF">2024-07-10T13:44:57Z</dcterms:created>
  <dcterms:modified xsi:type="dcterms:W3CDTF">2024-07-10T13:54:44Z</dcterms:modified>
</cp:coreProperties>
</file>