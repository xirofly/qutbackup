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6"/>
  </p:handoutMasterIdLst>
  <p:sldIdLst>
    <p:sldId id="256" r:id="rId4"/>
    <p:sldId id="667" r:id="rId6"/>
    <p:sldId id="709" r:id="rId7"/>
    <p:sldId id="690" r:id="rId8"/>
    <p:sldId id="707" r:id="rId9"/>
    <p:sldId id="691" r:id="rId10"/>
    <p:sldId id="692" r:id="rId11"/>
    <p:sldId id="693" r:id="rId12"/>
    <p:sldId id="694" r:id="rId13"/>
    <p:sldId id="696" r:id="rId14"/>
    <p:sldId id="697" r:id="rId15"/>
    <p:sldId id="698" r:id="rId16"/>
    <p:sldId id="699" r:id="rId17"/>
    <p:sldId id="700" r:id="rId18"/>
    <p:sldId id="701" r:id="rId19"/>
    <p:sldId id="702" r:id="rId20"/>
    <p:sldId id="703" r:id="rId21"/>
    <p:sldId id="704" r:id="rId22"/>
    <p:sldId id="713" r:id="rId23"/>
    <p:sldId id="706" r:id="rId24"/>
    <p:sldId id="772" r:id="rId25"/>
  </p:sldIdLst>
  <p:sldSz cx="24384000" cy="13716000"/>
  <p:notesSz cx="7099300" cy="10234295"/>
  <p:custDataLst>
    <p:tags r:id="rId3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ableStyles" Target="tableStyles.xml"/><Relationship Id="rId30" Type="http://schemas.openxmlformats.org/officeDocument/2006/relationships/commentAuthors" Target="commentAuthors.xml"/><Relationship Id="rId31" Type="http://schemas.openxmlformats.org/officeDocument/2006/relationships/tags" Target="tags/tag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00" lvl="3" indent="0"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 b="1">
              <a:ln>
                <a:noFill/>
              </a:ln>
              <a:solidFill>
                <a:srgbClr val="000000"/>
              </a:solidFill>
              <a:effectLst/>
              <a:uFillTx/>
              <a:sym typeface="Helvetica Neue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b="1">
              <a:ln>
                <a:noFill/>
              </a:ln>
              <a:solidFill>
                <a:srgbClr val="000000"/>
              </a:solidFill>
              <a:effectLst/>
              <a:uFillTx/>
              <a:sym typeface="Helvetica Neue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000"/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3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dirty="0">
                <a:sym typeface="+mn-ea"/>
              </a:rPr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756"/>
            <a:ext cx="8152765" cy="10248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9.2 Web UI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测试自动化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2018665" y="2918460"/>
            <a:ext cx="19676745" cy="955675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 anchorCtr="0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1905000" lvl="3" indent="0">
              <a:buNone/>
            </a:pPr>
            <a:r>
              <a:rPr lang="en-US" altLang="zh-CN" sz="5600" dirty="0"/>
              <a:t>Selenium 是支持 web 浏览器自动化的一系列工具和库的综合项目。</a:t>
            </a:r>
            <a:endParaRPr lang="en-US" altLang="zh-CN" sz="5600" dirty="0"/>
          </a:p>
          <a:p>
            <a:pPr marL="1905000" lvl="3" indent="0">
              <a:buNone/>
            </a:pPr>
            <a:r>
              <a:rPr lang="en-US" altLang="zh-CN" sz="5600" dirty="0"/>
              <a:t>它提供了扩展来模拟用户与浏览器的交互，用于扩展浏览器分配的分发服务器， 以及用于实现 W3C WebDriver 规范 的基础结构， 该 规范 允许您为所有主要 Web 浏览器编写可</a:t>
            </a:r>
            <a:r>
              <a:rPr lang="zh-CN" altLang="en-US" sz="5600" dirty="0"/>
              <a:t>交互</a:t>
            </a:r>
            <a:r>
              <a:rPr lang="en-US" altLang="zh-CN" sz="5600" dirty="0"/>
              <a:t>的代码。</a:t>
            </a:r>
            <a:endParaRPr lang="en-US" altLang="zh-CN" sz="5600" dirty="0"/>
          </a:p>
          <a:p>
            <a:endParaRPr lang="en-US" altLang="zh-CN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9822180" cy="1042670"/>
          </a:xfrm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en-US" altLang="zh-CN">
                <a:sym typeface="+mn-ea"/>
              </a:rPr>
              <a:t>Selenium 浏览器自动化项目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67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958340" y="767715"/>
            <a:ext cx="16937355" cy="102019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Selenium 不仅仅是一个工具或 API, 它还包含许多工具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WebDriver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如果您开始使用桌面网站测试自动化, 那么您将使用 WebDriver APIs. WebDriver 使用浏览器供应商提供的浏览器自动化 API 来控制浏览器和运行测试. 这就像真正的用户正在操作浏览器一样. 由于 WebDriver 不要求使用应用程序代码编译其 API, 因此它本质上不具有侵入性. 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Selenium IDE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Selenium IDE (Integrated Development Environment 集成开发环境) 是用来开发 Selenium 测试用例的工具. 这是一个易于使用的 Chrome 和 Firefox 浏览器扩展, 通常是开发测试用例最有效率的方式. 它使用现有的 Selenium 命令记录用户在浏览器中的操作, 参数由元素的上下文确定. 这不仅节省了开发时间, 而且是学习 Selenium 脚本语法的一种很好的方法.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90010" y="6033135"/>
            <a:ext cx="10185400" cy="4369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简单的说明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90010" y="6033135"/>
            <a:ext cx="10185400" cy="4369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6020" y="2670175"/>
            <a:ext cx="15427325" cy="84340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Selenium 通过使用 WebDriver 支持市场上所有主流浏览器的自动化。</a:t>
            </a:r>
            <a:endParaRPr lang="zh-CN" altLang="en-US" sz="4000"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4000"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Selenium 框架实现跨浏览器和跨平台自动化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入门指南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39340" y="6132830"/>
            <a:ext cx="17152620" cy="5632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560830" y="2861310"/>
            <a:ext cx="20473035" cy="94005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from selenium import webdriver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 = webdriver.Chrome()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driver.get("http://selenium.dev")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driver.quit()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6578600" cy="1042670"/>
          </a:xfrm>
        </p:spPr>
        <p:txBody>
          <a:bodyPr>
            <a:normAutofit fontScale="90000"/>
          </a:bodyPr>
          <a:p>
            <a:r>
              <a:rPr lang="zh-CN" altLang="en-US"/>
              <a:t>安装Selenium类库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68705" y="3060700"/>
            <a:ext cx="18163540" cy="94564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安装 Selenium 绑定库。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Java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、Python、CSharp、Ruby、JavaScript、Kotlin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pip install selenium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PyPI source archive (selenium-x.x.x.tar.gz) 并通过: setup.py 文件安装: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python setup.py install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在项目中使用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为了在项目中使用它,需要将它添加到 requirements.txt 文件中: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selenium==4.11.0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0331450" cy="1042670"/>
          </a:xfrm>
        </p:spPr>
        <p:txBody>
          <a:bodyPr>
            <a:normAutofit fontScale="90000"/>
          </a:bodyPr>
          <a:p>
            <a:r>
              <a:rPr lang="zh-CN" altLang="en-US"/>
              <a:t>编写Selenium脚本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18590" y="2703830"/>
            <a:ext cx="20763865" cy="102235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八个基本组成部分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Selenium所做的一切, 就是发送给浏览器命令, 用以执行某些操作或为信息发送请求.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1. 使用驱动实例开启会话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driver = webdriver.Chrome()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2. 在浏览器上执行操作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driver.get("https://www.selenium.dev/selenium/web/web-form.html")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3. 请求 浏览器信息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title = driver.title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4. 建立等待策略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隐式等待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driver.implicitly_wait(0.5)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0062210" cy="1042670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编写Selenium脚本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67205" y="2468245"/>
            <a:ext cx="19707225" cy="95440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5. 发送命令 查找元素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text_box = driver.find_element(by=By.NAME, value="my-text")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submit_button = driver.find_element(by=By.CSS_SELECTOR, value="button")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6. 操作元素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text_box.send_keys("Selenium")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submit_button.click()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7. 获取元素信息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value = message.text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8. 结束会话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driver.quit()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等待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82850" y="3044825"/>
            <a:ext cx="15805150" cy="1301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隐式等待：如果设置了隐式等待，则驱动程序将在返回错误之前等待提供的值的持续时间。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38120" y="5191125"/>
            <a:ext cx="15549880" cy="40220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driver.implicitly_wait(2)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driver.get('https://www.selenium.dev/selenium/web/dynamic.html')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driver.find_element(By.ID, "adder").click()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added = driver.find_element(By.ID, "box0")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显式等待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39415" y="3081020"/>
            <a:ext cx="15245715" cy="62306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>
                <a:sym typeface="Helvetica Neue"/>
              </a:rPr>
              <a:t>    </a:t>
            </a:r>
            <a:r>
              <a:rPr lang="zh-CN" altLang="en-US" sz="4000">
                <a:sym typeface="Helvetica Neue"/>
              </a:rPr>
              <a:t>revealed = driver.find_element(By.ID, "revealed")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wait = WebDriverWait(driver, timeout=2)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driver.find_element(By.ID, "reveal").click()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wait.until(lambda d : revealed.is_displayed())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    revealed.send_keys("Displayed")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元素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38120" y="2758440"/>
            <a:ext cx="11057255" cy="34429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在DOM中识别和使用元素对象.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大多数人的Selenium代码都涉及使用web元素.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文件上传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38120" y="2305050"/>
            <a:ext cx="20835620" cy="84607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from selenium import webdriver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driver.implicitly_wait(10)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driver.get("https://the-internet.herokuapp.com/upload");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driver.find_element(By.ID,"file-upload").send_keys("selenium-snapshot.jpg")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driver.find_element(By.ID,"file-submit").submit()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if(driver.page_source.find("File Uploaded!")):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print("file upload success")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else: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print("file upload not successful")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driver.quit()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3211810" cy="1042670"/>
          </a:xfrm>
        </p:spPr>
        <p:txBody>
          <a:bodyPr>
            <a:normAutofit fontScale="90000"/>
          </a:bodyPr>
          <a:p>
            <a:r>
              <a:rPr lang="zh-CN" altLang="en-US"/>
              <a:t>查询元素：根据提供的定位值定位元素.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29230" y="2892425"/>
            <a:ext cx="12808585" cy="83781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&lt;ol id="vegetables"&gt;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class="potatoes"&gt;…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class="onions"&gt;…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class="tomatoes"&gt;&lt;span&gt;Tomato is a Vegetable&lt;/span&gt;…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&lt;/ol&gt;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&lt;ul id="fruits"&gt;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class="bananas"&gt;…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class="apples"&gt;…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class="tomatoes"&gt;&lt;span&gt;Tomato is a Fruit&lt;/span&gt;…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&lt;/ul&gt;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第一个匹配元素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34185" y="8441055"/>
            <a:ext cx="16558260" cy="2905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vegetable = driver.find_element(By.CLASS_NAME, "tomatoes")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776335" y="811530"/>
            <a:ext cx="14587855" cy="83781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&lt;ol id="vegetables"&gt;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class="potatoes"&gt;…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class="onions"&gt;…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class="tomatoes"&gt;&lt;span&gt;Tomato is a Vegetable&lt;/span&gt;…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&lt;/ol&gt;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&lt;ul id="fruits"&gt;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class="bananas"&gt;…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class="apples"&gt;…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class="tomatoes"&gt;&lt;span&gt;Tomato is a Fruit&lt;/span&gt;…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&lt;/ul&gt;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6449060" cy="1042670"/>
          </a:xfrm>
        </p:spPr>
        <p:txBody>
          <a:bodyPr>
            <a:normAutofit fontScale="90000"/>
          </a:bodyPr>
          <a:p>
            <a:r>
              <a:rPr>
                <a:sym typeface="Helvetica Neue"/>
              </a:rPr>
              <a:t>评估 DOM 的子集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96415" y="8793480"/>
            <a:ext cx="15819755" cy="1332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fruits = driver.find_element(By.ID, "fruits")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fruit = fruits.find_element(By.CLASS_NAME,"tomatoes")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796145" y="592455"/>
            <a:ext cx="14587855" cy="83781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&lt;ol id="vegetables"&gt;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class="potatoes"&gt;…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class="onions"&gt;…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class="tomatoes"&gt;&lt;span&gt;Tomato is a Vegetable&lt;/span&gt;…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&lt;/ol&gt;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&lt;ul id="fruits"&gt;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class="bananas"&gt;…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class="apples"&gt;…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class="tomatoes"&gt;&lt;span&gt;Tomato is a Fruit&lt;/span&gt;…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&lt;/ul&gt;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所有匹配元素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72895" y="8755380"/>
            <a:ext cx="13275310" cy="1110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plants = 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driver.find_elements(By.TAG_NAME, "li")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796145" y="592455"/>
            <a:ext cx="14587855" cy="83781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&lt;ol id="vegetables"&gt;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class="potatoes"&gt;…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class="onions"&gt;…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&lt;li class="tomatoes"&gt;&lt;span&gt;Tomato is a Vegetable&lt;/span&gt;…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&lt;/ol&gt;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&lt;ul id="fruits"&gt;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class="bananas"&gt;…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class="apples"&gt;…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&lt;li class="tomatoes"&gt;&lt;span&gt;Tomato is a Fruit&lt;/span&gt;…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&lt;/ul&gt;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Helvetica Neue"/>
              </a:rPr>
              <a:t>获取元素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757920" y="665480"/>
            <a:ext cx="14560550" cy="100412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from selenium import webdriver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from selenium.webdriver.common.by import By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 = webdriver.Firefox()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# Navigate to Url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driver.get("https://www.example.com")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# Get all the elements available with tag name 'p'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elements = driver.find_elements(By.TAG_NAME, 'p')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for e in elements: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print(e.text)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8447405" cy="1042670"/>
          </a:xfrm>
        </p:spPr>
        <p:txBody>
          <a:bodyPr>
            <a:normAutofit fontScale="90000"/>
          </a:bodyPr>
          <a:p>
            <a:r>
              <a:rPr>
                <a:sym typeface="Helvetica Neue"/>
              </a:rPr>
              <a:t>从元素中查找元素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86605" y="2121535"/>
            <a:ext cx="15901670" cy="8398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from selenium import webdriver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from selenium.webdriver.common.by import By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 = webdriver.Chrome()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driver.get("https://www.example.com")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# Get element with tag name 'div'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element = driver.find_element(By.TAG_NAME, 'div')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# Get all the elements available with tag name 'p'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elements = element.find_elements(By.TAG_NAME, 'p')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for e in elements: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print(e.text)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元素选择策略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26460" y="3062605"/>
            <a:ext cx="20336510" cy="9512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定位器 Locator	描述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class name	定位class属性与搜索值匹配的元素（不允许使用复合类名）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css selector	定位 CSS 选择器匹配的元素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id	定位 id 属性与搜索值匹配的元素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name	定位 name 属性与搜索值匹配的元素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link text	定位link text可视文本与搜索值完全匹配的锚元素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partial link text	定位link text可视文本部分与搜索值部分匹配的锚点元素。如果匹配多个元素，则只选择第一个元素。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tag name	定位标签名称与搜索值匹配的元素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xpath	定位与 XPath 表达式匹配的元素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Web元素交互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62910" y="2407285"/>
            <a:ext cx="20692745" cy="7103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基本命令可用于元素的操作: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点击 (适用于任何元素)：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zh-CN" altLang="en-US" sz="4000">
                <a:sym typeface="Helvetica Neue"/>
              </a:rPr>
              <a:t>driver.find_element(By.NAME, "color_input").click()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发送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key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(仅适用于文本字段和内容可编辑元素)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kumimoji="0" lang="en-US" altLang="zh-CN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driver.find_element(By.NAME, "email_input").send_keys("admin@localhost.dev" 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清除 (仅适用于文本字段和内容可编辑元素)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kumimoji="0" lang="en-US" altLang="zh-CN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>
                <a:sym typeface="Helvetica Neue"/>
              </a:rPr>
              <a:t>driver.find_element(By.NAME, "email_input").clear()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提交 (仅适用于表单元素)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依靠点击来完成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00215" y="5570855"/>
            <a:ext cx="11494770" cy="4165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谢谢</a:t>
            </a:r>
            <a:endParaRPr kumimoji="0" lang="zh-CN" altLang="en-US" sz="8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4910</Words>
  <Application>WPS 演示</Application>
  <PresentationFormat>Custom</PresentationFormat>
  <Paragraphs>256</Paragraphs>
  <Slides>21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White</vt:lpstr>
      <vt:lpstr>1_White</vt:lpstr>
      <vt:lpstr>PowerPoint 演示文稿</vt:lpstr>
      <vt:lpstr>Selenium 浏览器自动化项目</vt:lpstr>
      <vt:lpstr>概述</vt:lpstr>
      <vt:lpstr>简单的说明</vt:lpstr>
      <vt:lpstr>入门指南</vt:lpstr>
      <vt:lpstr>安装Selenium类库</vt:lpstr>
      <vt:lpstr>编写第一个Selenium脚本</vt:lpstr>
      <vt:lpstr>PowerPoint 演示文稿</vt:lpstr>
      <vt:lpstr>等待</vt:lpstr>
      <vt:lpstr>显式等待</vt:lpstr>
      <vt:lpstr>元素</vt:lpstr>
      <vt:lpstr>文件上传</vt:lpstr>
      <vt:lpstr>查询元素：根据提供的定位值定位元素.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766</cp:revision>
  <cp:lastPrinted>2020-08-01T02:11:00Z</cp:lastPrinted>
  <dcterms:created xsi:type="dcterms:W3CDTF">2019-05-10T09:49:00Z</dcterms:created>
  <dcterms:modified xsi:type="dcterms:W3CDTF">2023-08-11T04:18:43Z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038D67D17D9A4BBB9E3BC62B440C2440_12</vt:lpwstr>
  </property>
</Properties>
</file>