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54"/>
  </p:handoutMasterIdLst>
  <p:sldIdLst>
    <p:sldId id="256" r:id="rId3"/>
    <p:sldId id="294" r:id="rId5"/>
    <p:sldId id="566" r:id="rId6"/>
    <p:sldId id="567" r:id="rId7"/>
    <p:sldId id="572" r:id="rId8"/>
    <p:sldId id="569" r:id="rId9"/>
    <p:sldId id="570" r:id="rId10"/>
    <p:sldId id="571" r:id="rId11"/>
    <p:sldId id="573" r:id="rId12"/>
    <p:sldId id="574" r:id="rId13"/>
    <p:sldId id="575" r:id="rId14"/>
    <p:sldId id="576" r:id="rId15"/>
    <p:sldId id="577" r:id="rId16"/>
    <p:sldId id="578" r:id="rId17"/>
    <p:sldId id="579" r:id="rId18"/>
    <p:sldId id="580" r:id="rId19"/>
    <p:sldId id="581" r:id="rId20"/>
    <p:sldId id="582" r:id="rId21"/>
    <p:sldId id="583" r:id="rId22"/>
    <p:sldId id="584" r:id="rId23"/>
    <p:sldId id="585" r:id="rId24"/>
    <p:sldId id="586" r:id="rId25"/>
    <p:sldId id="588" r:id="rId26"/>
    <p:sldId id="589" r:id="rId27"/>
    <p:sldId id="590" r:id="rId28"/>
    <p:sldId id="594" r:id="rId29"/>
    <p:sldId id="592" r:id="rId30"/>
    <p:sldId id="593" r:id="rId31"/>
    <p:sldId id="595" r:id="rId32"/>
    <p:sldId id="596" r:id="rId33"/>
    <p:sldId id="597" r:id="rId34"/>
    <p:sldId id="598" r:id="rId35"/>
    <p:sldId id="599" r:id="rId36"/>
    <p:sldId id="601" r:id="rId37"/>
    <p:sldId id="600" r:id="rId38"/>
    <p:sldId id="602" r:id="rId39"/>
    <p:sldId id="603" r:id="rId40"/>
    <p:sldId id="606" r:id="rId41"/>
    <p:sldId id="605" r:id="rId42"/>
    <p:sldId id="607" r:id="rId43"/>
    <p:sldId id="604" r:id="rId44"/>
    <p:sldId id="608" r:id="rId45"/>
    <p:sldId id="611" r:id="rId46"/>
    <p:sldId id="616" r:id="rId47"/>
    <p:sldId id="614" r:id="rId48"/>
    <p:sldId id="617" r:id="rId49"/>
    <p:sldId id="609" r:id="rId50"/>
    <p:sldId id="610" r:id="rId51"/>
    <p:sldId id="336" r:id="rId52"/>
    <p:sldId id="259" r:id="rId53"/>
  </p:sldIdLst>
  <p:sldSz cx="24384000" cy="13716000"/>
  <p:notesSz cx="7099300" cy="10234295"/>
  <p:custDataLst>
    <p:tags r:id="rId59"/>
  </p:custDataLst>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u jiamin" initials="lj" lastIdx="39" clrIdx="0"/>
  <p:cmAuthor id="2" name="li weiyong" initials="lw" lastIdx="2" clrIdx="1"/>
  <p:cmAuthor id="3" name="Jiang, Yanjie" initials="JY" lastIdx="3" clrIdx="2"/>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A2FF"/>
    <a:srgbClr val="FBED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940675A-B579-460E-94D1-54222C63F5DA}">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437" autoAdjust="0"/>
    <p:restoredTop sz="83302" autoAdjust="0"/>
  </p:normalViewPr>
  <p:slideViewPr>
    <p:cSldViewPr snapToGrid="0">
      <p:cViewPr varScale="1">
        <p:scale>
          <a:sx n="40" d="100"/>
          <a:sy n="40" d="100"/>
        </p:scale>
        <p:origin x="1421" y="24"/>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2880" y="84"/>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9" Type="http://schemas.openxmlformats.org/officeDocument/2006/relationships/tags" Target="tags/tag43.xml"/><Relationship Id="rId58" Type="http://schemas.openxmlformats.org/officeDocument/2006/relationships/commentAuthors" Target="commentAuthors.xml"/><Relationship Id="rId57" Type="http://schemas.openxmlformats.org/officeDocument/2006/relationships/tableStyles" Target="tableStyles.xml"/><Relationship Id="rId56" Type="http://schemas.openxmlformats.org/officeDocument/2006/relationships/viewProps" Target="viewProps.xml"/><Relationship Id="rId55" Type="http://schemas.openxmlformats.org/officeDocument/2006/relationships/presProps" Target="presProps.xml"/><Relationship Id="rId54" Type="http://schemas.openxmlformats.org/officeDocument/2006/relationships/handoutMaster" Target="handoutMasters/handoutMaster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575"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4021138" y="0"/>
            <a:ext cx="3076575" cy="512763"/>
          </a:xfrm>
          <a:prstGeom prst="rect">
            <a:avLst/>
          </a:prstGeom>
        </p:spPr>
        <p:txBody>
          <a:bodyPr vert="horz" lIns="91440" tIns="45720" rIns="91440" bIns="45720" rtlCol="0"/>
          <a:lstStyle>
            <a:lvl1pPr algn="r">
              <a:defRPr sz="1200"/>
            </a:lvl1pPr>
          </a:lstStyle>
          <a:p>
            <a:fld id="{6C73167F-A315-463C-854D-5832BFB9F140}" type="datetimeFigureOut">
              <a:rPr lang="zh-CN" altLang="en-US" smtClean="0"/>
            </a:fld>
            <a:endParaRPr lang="zh-CN" altLang="en-US"/>
          </a:p>
        </p:txBody>
      </p:sp>
      <p:sp>
        <p:nvSpPr>
          <p:cNvPr id="4" name="页脚占位符 3"/>
          <p:cNvSpPr>
            <a:spLocks noGrp="1"/>
          </p:cNvSpPr>
          <p:nvPr>
            <p:ph type="ftr" sz="quarter" idx="2"/>
          </p:nvPr>
        </p:nvSpPr>
        <p:spPr>
          <a:xfrm>
            <a:off x="0" y="9721850"/>
            <a:ext cx="3076575" cy="512763"/>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4021138" y="9721850"/>
            <a:ext cx="3076575" cy="512763"/>
          </a:xfrm>
          <a:prstGeom prst="rect">
            <a:avLst/>
          </a:prstGeom>
        </p:spPr>
        <p:txBody>
          <a:bodyPr vert="horz" lIns="91440" tIns="45720" rIns="91440" bIns="45720" rtlCol="0" anchor="b"/>
          <a:lstStyle>
            <a:lvl1pPr algn="r">
              <a:defRPr sz="1200"/>
            </a:lvl1pPr>
          </a:lstStyle>
          <a:p>
            <a:fld id="{12EDDE74-10D5-4A7E-A68A-C1E3935360AB}"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9" name="Shape 119"/>
          <p:cNvSpPr>
            <a:spLocks noGrp="1" noRot="1" noChangeAspect="1"/>
          </p:cNvSpPr>
          <p:nvPr>
            <p:ph type="sldImg"/>
          </p:nvPr>
        </p:nvSpPr>
        <p:spPr>
          <a:xfrm>
            <a:off x="138113" y="766763"/>
            <a:ext cx="6823075" cy="3838575"/>
          </a:xfrm>
          <a:prstGeom prst="rect">
            <a:avLst/>
          </a:prstGeom>
        </p:spPr>
        <p:txBody>
          <a:bodyPr lIns="94759" tIns="47380" rIns="94759" bIns="47380"/>
          <a:lstStyle/>
          <a:p/>
        </p:txBody>
      </p:sp>
      <p:sp>
        <p:nvSpPr>
          <p:cNvPr id="120" name="Shape 120"/>
          <p:cNvSpPr>
            <a:spLocks noGrp="1"/>
          </p:cNvSpPr>
          <p:nvPr>
            <p:ph type="body" sz="quarter" idx="1"/>
          </p:nvPr>
        </p:nvSpPr>
        <p:spPr>
          <a:xfrm>
            <a:off x="946574" y="4861443"/>
            <a:ext cx="5206154" cy="4605576"/>
          </a:xfrm>
          <a:prstGeom prst="rect">
            <a:avLst/>
          </a:prstGeom>
        </p:spPr>
        <p:txBody>
          <a:bodyPr lIns="94759" tIns="47380" rIns="94759" bIns="47380"/>
          <a:lstStyle/>
          <a:p/>
        </p:txBody>
      </p:sp>
    </p:spTree>
  </p:cSld>
  <p:clrMap bg1="lt1" tx1="dk1" bg2="lt2" tx2="dk2" accent1="accent1" accent2="accent2" accent3="accent3" accent4="accent4" accent5="accent5" accent6="accent6" hlink="hlink" folHlink="folHlink"/>
  <p:notesStyle>
    <a:lvl1pPr defTabSz="457200" latinLnBrk="0">
      <a:lnSpc>
        <a:spcPct val="118000"/>
      </a:lnSpc>
      <a:defRPr sz="2200">
        <a:latin typeface="Helvetica Neue"/>
        <a:ea typeface="Helvetica Neue"/>
        <a:cs typeface="Helvetica Neue"/>
        <a:sym typeface="Helvetica Neue"/>
      </a:defRPr>
    </a:lvl1pPr>
    <a:lvl2pPr indent="228600" defTabSz="457200" latinLnBrk="0">
      <a:lnSpc>
        <a:spcPct val="118000"/>
      </a:lnSpc>
      <a:defRPr sz="2200">
        <a:latin typeface="Helvetica Neue"/>
        <a:ea typeface="Helvetica Neue"/>
        <a:cs typeface="Helvetica Neue"/>
        <a:sym typeface="Helvetica Neue"/>
      </a:defRPr>
    </a:lvl2pPr>
    <a:lvl3pPr indent="457200" defTabSz="457200" latinLnBrk="0">
      <a:lnSpc>
        <a:spcPct val="118000"/>
      </a:lnSpc>
      <a:defRPr sz="2200">
        <a:latin typeface="Helvetica Neue"/>
        <a:ea typeface="Helvetica Neue"/>
        <a:cs typeface="Helvetica Neue"/>
        <a:sym typeface="Helvetica Neue"/>
      </a:defRPr>
    </a:lvl3pPr>
    <a:lvl4pPr indent="685800" defTabSz="457200" latinLnBrk="0">
      <a:lnSpc>
        <a:spcPct val="118000"/>
      </a:lnSpc>
      <a:defRPr sz="2200">
        <a:latin typeface="Helvetica Neue"/>
        <a:ea typeface="Helvetica Neue"/>
        <a:cs typeface="Helvetica Neue"/>
        <a:sym typeface="Helvetica Neue"/>
      </a:defRPr>
    </a:lvl4pPr>
    <a:lvl5pPr indent="914400" defTabSz="457200" latinLnBrk="0">
      <a:lnSpc>
        <a:spcPct val="118000"/>
      </a:lnSpc>
      <a:defRPr sz="2200">
        <a:latin typeface="Helvetica Neue"/>
        <a:ea typeface="Helvetica Neue"/>
        <a:cs typeface="Helvetica Neue"/>
        <a:sym typeface="Helvetica Neue"/>
      </a:defRPr>
    </a:lvl5pPr>
    <a:lvl6pPr indent="1143000" defTabSz="457200" latinLnBrk="0">
      <a:lnSpc>
        <a:spcPct val="118000"/>
      </a:lnSpc>
      <a:defRPr sz="2200">
        <a:latin typeface="Helvetica Neue"/>
        <a:ea typeface="Helvetica Neue"/>
        <a:cs typeface="Helvetica Neue"/>
        <a:sym typeface="Helvetica Neue"/>
      </a:defRPr>
    </a:lvl6pPr>
    <a:lvl7pPr indent="1371600" defTabSz="457200" latinLnBrk="0">
      <a:lnSpc>
        <a:spcPct val="118000"/>
      </a:lnSpc>
      <a:defRPr sz="2200">
        <a:latin typeface="Helvetica Neue"/>
        <a:ea typeface="Helvetica Neue"/>
        <a:cs typeface="Helvetica Neue"/>
        <a:sym typeface="Helvetica Neue"/>
      </a:defRPr>
    </a:lvl7pPr>
    <a:lvl8pPr indent="1600200" defTabSz="457200" latinLnBrk="0">
      <a:lnSpc>
        <a:spcPct val="118000"/>
      </a:lnSpc>
      <a:defRPr sz="2200">
        <a:latin typeface="Helvetica Neue"/>
        <a:ea typeface="Helvetica Neue"/>
        <a:cs typeface="Helvetica Neue"/>
        <a:sym typeface="Helvetica Neue"/>
      </a:defRPr>
    </a:lvl8pPr>
    <a:lvl9pPr indent="1828800" defTabSz="457200" latinLnBrk="0">
      <a:lnSpc>
        <a:spcPct val="118000"/>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zh-CN" altLang="en-US" sz="4600" b="1"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zh-CN" altLang="en-US" sz="1700" b="1"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zh-CN" altLang="en-US" sz="1700" b="1"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defTabSz="457200" eaLnBrk="1" fontAlgn="auto" latinLnBrk="0" hangingPunct="1">
              <a:lnSpc>
                <a:spcPct val="118000"/>
              </a:lnSpc>
              <a:spcBef>
                <a:spcPts val="0"/>
              </a:spcBef>
              <a:spcAft>
                <a:spcPts val="0"/>
              </a:spcAft>
              <a:buClrTx/>
              <a:buSzTx/>
              <a:buFontTx/>
              <a:buNone/>
              <a:defRPr/>
            </a:pPr>
            <a:endParaRPr lang="zh-CN" altLang="en-US" b="1"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zh-CN" altLang="en-US" sz="1700" b="1"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defTabSz="457200" eaLnBrk="1" fontAlgn="auto" latinLnBrk="0" hangingPunct="1">
              <a:lnSpc>
                <a:spcPct val="118000"/>
              </a:lnSpc>
              <a:spcBef>
                <a:spcPts val="0"/>
              </a:spcBef>
              <a:spcAft>
                <a:spcPts val="0"/>
              </a:spcAft>
              <a:buClrTx/>
              <a:buSzTx/>
              <a:buFontTx/>
              <a:buNone/>
              <a:defRPr/>
            </a:pPr>
            <a:endParaRPr lang="zh-CN" altLang="en-US" b="1"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defTabSz="457200" eaLnBrk="1" fontAlgn="auto" latinLnBrk="0" hangingPunct="1">
              <a:lnSpc>
                <a:spcPct val="118000"/>
              </a:lnSpc>
              <a:spcBef>
                <a:spcPts val="0"/>
              </a:spcBef>
              <a:spcAft>
                <a:spcPts val="0"/>
              </a:spcAft>
              <a:buClrTx/>
              <a:buSzTx/>
              <a:buFontTx/>
              <a:buNone/>
              <a:defRPr/>
            </a:pPr>
            <a:endParaRPr lang="zh-CN" altLang="en-US" b="1"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zh-CN" altLang="en-US" sz="1700" b="1"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标题与副标题">
    <p:spTree>
      <p:nvGrpSpPr>
        <p:cNvPr id="1" name=""/>
        <p:cNvGrpSpPr/>
        <p:nvPr/>
      </p:nvGrpSpPr>
      <p:grpSpPr>
        <a:xfrm>
          <a:off x="0" y="0"/>
          <a:ext cx="0" cy="0"/>
          <a:chOff x="0" y="0"/>
          <a:chExt cx="0" cy="0"/>
        </a:xfrm>
      </p:grpSpPr>
      <p:sp>
        <p:nvSpPr>
          <p:cNvPr id="11" name="矩形"/>
          <p:cNvSpPr/>
          <p:nvPr userDrawn="1"/>
        </p:nvSpPr>
        <p:spPr>
          <a:xfrm>
            <a:off x="-9547" y="-22321"/>
            <a:ext cx="24403094" cy="7745139"/>
          </a:xfrm>
          <a:prstGeom prst="rect">
            <a:avLst/>
          </a:prstGeom>
          <a:solidFill>
            <a:srgbClr val="A8271A"/>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p>
        </p:txBody>
      </p:sp>
      <p:pic>
        <p:nvPicPr>
          <p:cNvPr id="13" name="图像" descr="图像"/>
          <p:cNvPicPr>
            <a:picLocks noChangeAspect="1"/>
          </p:cNvPicPr>
          <p:nvPr/>
        </p:nvPicPr>
        <p:blipFill>
          <a:blip r:embed="rId2">
            <a:alphaModFix amt="12036"/>
          </a:blip>
          <a:stretch>
            <a:fillRect/>
          </a:stretch>
        </p:blipFill>
        <p:spPr>
          <a:xfrm>
            <a:off x="16934791" y="-3756403"/>
            <a:ext cx="8496110" cy="9749586"/>
          </a:xfrm>
          <a:prstGeom prst="rect">
            <a:avLst/>
          </a:prstGeom>
          <a:ln w="12700">
            <a:miter lim="400000"/>
            <a:headEnd/>
            <a:tailEnd/>
          </a:ln>
        </p:spPr>
      </p:pic>
      <p:sp>
        <p:nvSpPr>
          <p:cNvPr id="14"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空白">
    <p:spTree>
      <p:nvGrpSpPr>
        <p:cNvPr id="1" name=""/>
        <p:cNvGrpSpPr/>
        <p:nvPr/>
      </p:nvGrpSpPr>
      <p:grpSpPr>
        <a:xfrm>
          <a:off x="0" y="0"/>
          <a:ext cx="0" cy="0"/>
          <a:chOff x="0" y="0"/>
          <a:chExt cx="0" cy="0"/>
        </a:xfrm>
      </p:grpSpPr>
      <p:pic>
        <p:nvPicPr>
          <p:cNvPr id="111" name="图像" descr="图像"/>
          <p:cNvPicPr>
            <a:picLocks noChangeAspect="1"/>
          </p:cNvPicPr>
          <p:nvPr/>
        </p:nvPicPr>
        <p:blipFill>
          <a:blip r:embed="rId2">
            <a:alphaModFix amt="7357"/>
          </a:blip>
          <a:stretch>
            <a:fillRect/>
          </a:stretch>
        </p:blipFill>
        <p:spPr>
          <a:xfrm>
            <a:off x="17824932" y="-3507766"/>
            <a:ext cx="8577041" cy="9842458"/>
          </a:xfrm>
          <a:prstGeom prst="rect">
            <a:avLst/>
          </a:prstGeom>
          <a:ln w="12700">
            <a:miter lim="400000"/>
            <a:headEnd/>
            <a:tailEnd/>
          </a:ln>
        </p:spPr>
      </p:pic>
      <p:pic>
        <p:nvPicPr>
          <p:cNvPr id="112" name="图像" descr="图像"/>
          <p:cNvPicPr>
            <a:picLocks noChangeAspect="1"/>
          </p:cNvPicPr>
          <p:nvPr/>
        </p:nvPicPr>
        <p:blipFill>
          <a:blip r:embed="rId2">
            <a:alphaModFix amt="6764"/>
          </a:blip>
          <a:stretch>
            <a:fillRect/>
          </a:stretch>
        </p:blipFill>
        <p:spPr>
          <a:xfrm>
            <a:off x="-4425468" y="7719034"/>
            <a:ext cx="8577041" cy="9842458"/>
          </a:xfrm>
          <a:prstGeom prst="rect">
            <a:avLst/>
          </a:prstGeom>
          <a:ln w="12700">
            <a:miter lim="400000"/>
            <a:headEnd/>
            <a:tailEnd/>
          </a:ln>
        </p:spPr>
      </p:pic>
      <p:sp>
        <p:nvSpPr>
          <p:cNvPr id="113"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
        <p:nvSpPr>
          <p:cNvPr id="6" name="Freeform 5"/>
          <p:cNvSpPr/>
          <p:nvPr userDrawn="1"/>
        </p:nvSpPr>
        <p:spPr>
          <a:xfrm rot="5400000">
            <a:off x="890955" y="922603"/>
            <a:ext cx="1622454" cy="1462999"/>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a:miter lim="400000"/>
          </a:ln>
        </p:spPr>
        <p:txBody>
          <a:bodyPr lIns="45719" rIns="45719" anchor="ct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2" name="标题 1"/>
          <p:cNvSpPr>
            <a:spLocks noGrp="1"/>
          </p:cNvSpPr>
          <p:nvPr>
            <p:ph type="title" hasCustomPrompt="1"/>
          </p:nvPr>
        </p:nvSpPr>
        <p:spPr>
          <a:xfrm>
            <a:off x="2737970" y="1078867"/>
            <a:ext cx="5545418" cy="1042894"/>
          </a:xfrm>
        </p:spPr>
        <p:txBody>
          <a:bodyPr>
            <a:normAutofit/>
          </a:bodyPr>
          <a:lstStyle>
            <a:lvl1pPr marL="0" marR="0" indent="0" algn="l" defTabSz="914400" rtl="0" eaLnBrk="1" fontAlgn="auto" latinLnBrk="0" hangingPunct="0">
              <a:lnSpc>
                <a:spcPct val="100000"/>
              </a:lnSpc>
              <a:spcBef>
                <a:spcPts val="0"/>
              </a:spcBef>
              <a:spcAft>
                <a:spcPts val="0"/>
              </a:spcAft>
              <a:buClrTx/>
              <a:buSzTx/>
              <a:buFontTx/>
              <a:buNone/>
              <a:defRPr kumimoji="0" lang="zh-CN" altLang="en-US" sz="6000" b="1"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marL="0" marR="0" lvl="0" indent="0" algn="ctr" defTabSz="825500" rtl="0" eaLnBrk="1" fontAlgn="auto" latinLnBrk="0" hangingPunct="1">
              <a:lnSpc>
                <a:spcPct val="100000"/>
              </a:lnSpc>
              <a:spcBef>
                <a:spcPts val="0"/>
              </a:spcBef>
              <a:spcAft>
                <a:spcPts val="0"/>
              </a:spcAft>
              <a:buClrTx/>
              <a:buSzTx/>
              <a:buFontTx/>
              <a:buNone/>
              <a:defRPr/>
            </a:pPr>
            <a:r>
              <a:rPr lang="zh-CN" altLang="en-US" dirty="0"/>
              <a:t>标题：替换文字</a:t>
            </a:r>
            <a:endParaRPr lang="zh-CN" altLang="en-US" dirty="0"/>
          </a:p>
        </p:txBody>
      </p:sp>
      <p:sp>
        <p:nvSpPr>
          <p:cNvPr id="4" name="文本框 3"/>
          <p:cNvSpPr txBox="1"/>
          <p:nvPr userDrawn="1"/>
        </p:nvSpPr>
        <p:spPr>
          <a:xfrm>
            <a:off x="1044575" y="3030621"/>
            <a:ext cx="22368743" cy="872033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zh-CN" altLang="en-US"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reserve="1">
  <p:cSld name="1_空白">
    <p:spTree>
      <p:nvGrpSpPr>
        <p:cNvPr id="1" name=""/>
        <p:cNvGrpSpPr/>
        <p:nvPr/>
      </p:nvGrpSpPr>
      <p:grpSpPr>
        <a:xfrm>
          <a:off x="0" y="0"/>
          <a:ext cx="0" cy="0"/>
          <a:chOff x="0" y="0"/>
          <a:chExt cx="0" cy="0"/>
        </a:xfrm>
      </p:grpSpPr>
      <p:pic>
        <p:nvPicPr>
          <p:cNvPr id="111" name="图像" descr="图像"/>
          <p:cNvPicPr>
            <a:picLocks noChangeAspect="1"/>
          </p:cNvPicPr>
          <p:nvPr/>
        </p:nvPicPr>
        <p:blipFill>
          <a:blip r:embed="rId2">
            <a:alphaModFix amt="7357"/>
          </a:blip>
          <a:stretch>
            <a:fillRect/>
          </a:stretch>
        </p:blipFill>
        <p:spPr>
          <a:xfrm>
            <a:off x="17824932" y="-3507766"/>
            <a:ext cx="8577041" cy="9842458"/>
          </a:xfrm>
          <a:prstGeom prst="rect">
            <a:avLst/>
          </a:prstGeom>
          <a:ln w="12700">
            <a:miter lim="400000"/>
            <a:headEnd/>
            <a:tailEnd/>
          </a:ln>
        </p:spPr>
      </p:pic>
      <p:pic>
        <p:nvPicPr>
          <p:cNvPr id="112" name="图像" descr="图像"/>
          <p:cNvPicPr>
            <a:picLocks noChangeAspect="1"/>
          </p:cNvPicPr>
          <p:nvPr/>
        </p:nvPicPr>
        <p:blipFill>
          <a:blip r:embed="rId2">
            <a:alphaModFix amt="6764"/>
          </a:blip>
          <a:stretch>
            <a:fillRect/>
          </a:stretch>
        </p:blipFill>
        <p:spPr>
          <a:xfrm>
            <a:off x="-4425468" y="7719034"/>
            <a:ext cx="8577041" cy="9842458"/>
          </a:xfrm>
          <a:prstGeom prst="rect">
            <a:avLst/>
          </a:prstGeom>
          <a:ln w="12700">
            <a:miter lim="400000"/>
            <a:headEnd/>
            <a:tailEnd/>
          </a:ln>
        </p:spPr>
      </p:pic>
      <p:sp>
        <p:nvSpPr>
          <p:cNvPr id="113"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
        <p:nvSpPr>
          <p:cNvPr id="10" name="谢谢您的观赏"/>
          <p:cNvSpPr txBox="1"/>
          <p:nvPr userDrawn="1"/>
        </p:nvSpPr>
        <p:spPr>
          <a:xfrm>
            <a:off x="10061075" y="5305916"/>
            <a:ext cx="3795912" cy="2057551"/>
          </a:xfrm>
          <a:prstGeom prst="rect">
            <a:avLst/>
          </a:prstGeom>
          <a:ln w="12700">
            <a:miter lim="400000"/>
          </a:ln>
        </p:spPr>
        <p:txBody>
          <a:bodyPr wrap="none" lIns="50800" tIns="50800" rIns="50800" bIns="50800" anchor="ctr">
            <a:spAutoFit/>
          </a:bodyPr>
          <a:lstStyle>
            <a:lvl1pPr algn="l" defTabSz="215265">
              <a:defRPr sz="106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ctr">
              <a:lnSpc>
                <a:spcPct val="150000"/>
              </a:lnSpc>
            </a:pPr>
            <a:r>
              <a:rPr sz="9600" dirty="0" err="1"/>
              <a:t>谢谢</a:t>
            </a:r>
            <a:r>
              <a:rPr lang="zh-CN" altLang="en-US" sz="9600" dirty="0"/>
              <a:t>！</a:t>
            </a:r>
            <a:endParaRPr lang="en-US" altLang="zh-CN" sz="9600" dirty="0"/>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标题文本"/>
          <p:cNvSpPr txBox="1">
            <a:spLocks noGrp="1"/>
          </p:cNvSpPr>
          <p:nvPr>
            <p:ph type="title"/>
          </p:nvPr>
        </p:nvSpPr>
        <p:spPr>
          <a:xfrm>
            <a:off x="1689100" y="355600"/>
            <a:ext cx="21005800" cy="2286000"/>
          </a:xfrm>
          <a:prstGeom prst="rect">
            <a:avLst/>
          </a:prstGeom>
          <a:ln w="12700">
            <a:miter lim="400000"/>
          </a:ln>
        </p:spPr>
        <p:txBody>
          <a:bodyPr lIns="50800" tIns="50800" rIns="50800" bIns="50800" anchor="ctr">
            <a:normAutofit/>
          </a:bodyPr>
          <a:lstStyle/>
          <a:p>
            <a:r>
              <a:t>标题文本</a:t>
            </a:r>
          </a:p>
        </p:txBody>
      </p:sp>
      <p:sp>
        <p:nvSpPr>
          <p:cNvPr id="3" name="正文级别 1…"/>
          <p:cNvSpPr txBox="1">
            <a:spLocks noGrp="1"/>
          </p:cNvSpPr>
          <p:nvPr>
            <p:ph type="body" idx="1"/>
          </p:nvPr>
        </p:nvSpPr>
        <p:spPr>
          <a:xfrm>
            <a:off x="1689100" y="3149600"/>
            <a:ext cx="21005800" cy="9296400"/>
          </a:xfrm>
          <a:prstGeom prst="rect">
            <a:avLst/>
          </a:prstGeom>
          <a:ln w="12700">
            <a:miter lim="400000"/>
          </a:ln>
        </p:spPr>
        <p:txBody>
          <a:bodyPr lIns="50800" tIns="50800" rIns="50800" bIns="50800" anchor="ctr">
            <a:normAutofit/>
          </a:bodyPr>
          <a:lstStyle/>
          <a:p>
            <a:r>
              <a:rPr dirty="0" err="1"/>
              <a:t>正文级别</a:t>
            </a:r>
            <a:r>
              <a:rPr dirty="0"/>
              <a:t> 1</a:t>
            </a:r>
            <a:endParaRPr dirty="0"/>
          </a:p>
          <a:p>
            <a:pPr lvl="1"/>
            <a:r>
              <a:rPr dirty="0" err="1"/>
              <a:t>正文级别</a:t>
            </a:r>
            <a:r>
              <a:rPr dirty="0"/>
              <a:t> 2</a:t>
            </a:r>
            <a:endParaRPr dirty="0"/>
          </a:p>
          <a:p>
            <a:pPr lvl="2"/>
            <a:r>
              <a:rPr dirty="0" err="1"/>
              <a:t>正文级别</a:t>
            </a:r>
            <a:r>
              <a:rPr dirty="0"/>
              <a:t> 3</a:t>
            </a:r>
            <a:endParaRPr dirty="0"/>
          </a:p>
          <a:p>
            <a:pPr lvl="3"/>
            <a:r>
              <a:rPr dirty="0" err="1"/>
              <a:t>正文级别</a:t>
            </a:r>
            <a:r>
              <a:rPr dirty="0"/>
              <a:t> 4</a:t>
            </a:r>
            <a:endParaRPr dirty="0"/>
          </a:p>
          <a:p>
            <a:pPr lvl="4"/>
            <a:r>
              <a:rPr dirty="0" err="1"/>
              <a:t>正文级别</a:t>
            </a:r>
            <a:r>
              <a:rPr dirty="0"/>
              <a:t> 5</a:t>
            </a:r>
            <a:endParaRPr dirty="0"/>
          </a:p>
        </p:txBody>
      </p:sp>
      <p:sp>
        <p:nvSpPr>
          <p:cNvPr id="4" name="幻灯片编号"/>
          <p:cNvSpPr txBox="1">
            <a:spLocks noGrp="1"/>
          </p:cNvSpPr>
          <p:nvPr>
            <p:ph type="sldNum" sz="quarter" idx="2"/>
          </p:nvPr>
        </p:nvSpPr>
        <p:spPr>
          <a:xfrm>
            <a:off x="11959031" y="13081000"/>
            <a:ext cx="453238" cy="461059"/>
          </a:xfrm>
          <a:prstGeom prst="rect">
            <a:avLst/>
          </a:prstGeom>
          <a:ln w="12700">
            <a:miter lim="400000"/>
          </a:ln>
        </p:spPr>
        <p:txBody>
          <a:bodyPr wrap="none" lIns="50800" tIns="50800" rIns="50800" bIns="50800">
            <a:spAutoFit/>
          </a:bodyPr>
          <a:lstStyle>
            <a:lvl1pPr>
              <a:defRPr sz="2400" b="0">
                <a:latin typeface="Helvetica Neue Light"/>
                <a:ea typeface="Helvetica Neue Light"/>
                <a:cs typeface="Helvetica Neue Light"/>
                <a:sym typeface="Helvetica Neue Light"/>
              </a:defRPr>
            </a:lvl1pPr>
          </a:lstStyle>
          <a:p>
            <a:fld id="{86CB4B4D-7CA3-9044-876B-883B54F8677D}"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ransition spd="med"/>
  <p:txStyles>
    <p:titleStyle>
      <a:lvl1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1pPr>
      <a:lvl2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2pPr>
      <a:lvl3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3pPr>
      <a:lvl4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4pPr>
      <a:lvl5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5pPr>
      <a:lvl6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6pPr>
      <a:lvl7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7pPr>
      <a:lvl8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8pPr>
      <a:lvl9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9pPr>
    </p:titleStyle>
    <p:bodyStyle>
      <a:lvl1pPr marL="635000" marR="0" indent="-635000" algn="l" defTabSz="825500" latinLnBrk="0">
        <a:lnSpc>
          <a:spcPct val="100000"/>
        </a:lnSpc>
        <a:spcBef>
          <a:spcPts val="5900"/>
        </a:spcBef>
        <a:spcAft>
          <a:spcPts val="0"/>
        </a:spcAft>
        <a:buClrTx/>
        <a:buSzPct val="125000"/>
        <a:buFontTx/>
        <a:buChar char="•"/>
        <a:defRPr sz="4400" b="1" i="0" u="none" strike="noStrike" cap="none" spc="0" baseline="0">
          <a:ln>
            <a:noFill/>
          </a:ln>
          <a:solidFill>
            <a:srgbClr val="000000"/>
          </a:solidFill>
          <a:uFillTx/>
          <a:latin typeface="微软雅黑" panose="020B0503020204020204" pitchFamily="34" charset="-122"/>
          <a:ea typeface="微软雅黑" panose="020B0503020204020204" pitchFamily="34" charset="-122"/>
          <a:cs typeface="微软雅黑" panose="020B0503020204020204" pitchFamily="34" charset="-122"/>
          <a:sym typeface="Helvetica Neue"/>
        </a:defRPr>
      </a:lvl1pPr>
      <a:lvl2pPr marL="1270000" marR="0" indent="-635000" algn="l" defTabSz="825500" latinLnBrk="0">
        <a:lnSpc>
          <a:spcPct val="100000"/>
        </a:lnSpc>
        <a:spcBef>
          <a:spcPts val="5900"/>
        </a:spcBef>
        <a:spcAft>
          <a:spcPts val="0"/>
        </a:spcAft>
        <a:buClrTx/>
        <a:buSzPct val="125000"/>
        <a:buFontTx/>
        <a:buChar char="•"/>
        <a:defRPr sz="4000" b="1" i="0" u="none" strike="noStrike" cap="none" spc="0" baseline="0">
          <a:ln>
            <a:noFill/>
          </a:ln>
          <a:solidFill>
            <a:srgbClr val="000000"/>
          </a:solidFill>
          <a:uFillTx/>
          <a:latin typeface="黑体" panose="02010609060101010101" pitchFamily="49" charset="-122"/>
          <a:ea typeface="黑体" panose="02010609060101010101" pitchFamily="49" charset="-122"/>
          <a:cs typeface="黑体" panose="02010609060101010101" pitchFamily="49" charset="-122"/>
          <a:sym typeface="Helvetica Neue"/>
        </a:defRPr>
      </a:lvl2pPr>
      <a:lvl3pPr marL="190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3pPr>
      <a:lvl4pPr marL="2540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4pPr>
      <a:lvl5pPr marL="317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5pPr>
      <a:lvl6pPr marL="3810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6pPr>
      <a:lvl7pPr marL="444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7pPr>
      <a:lvl8pPr marL="5080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8pPr>
      <a:lvl9pPr marL="571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9pPr>
    </p:bodyStyle>
    <p:otherStyle>
      <a:lvl1pPr marL="0" marR="0" indent="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1pPr>
      <a:lvl2pPr marL="0" marR="0" indent="2286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2pPr>
      <a:lvl3pPr marL="0" marR="0" indent="4572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3pPr>
      <a:lvl4pPr marL="0" marR="0" indent="6858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4pPr>
      <a:lvl5pPr marL="0" marR="0" indent="9144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5pPr>
      <a:lvl6pPr marL="0" marR="0" indent="11430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6pPr>
      <a:lvl7pPr marL="0" marR="0" indent="13716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7pPr>
      <a:lvl8pPr marL="0" marR="0" indent="16002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8pPr>
      <a:lvl9pPr marL="0" marR="0" indent="18288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3.png"/><Relationship Id="rId2" Type="http://schemas.microsoft.com/office/2007/relationships/media" Target="ppt/slides/ppt/media/media1.m4a" TargetMode="External"/><Relationship Id="rId1" Type="http://schemas.openxmlformats.org/officeDocument/2006/relationships/audio" Target="ppt/slides/ppt/media/media1.m4a" TargetMode="External"/></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xml"/><Relationship Id="rId3" Type="http://schemas.openxmlformats.org/officeDocument/2006/relationships/image" Target="../media/image3.png"/><Relationship Id="rId2" Type="http://schemas.microsoft.com/office/2007/relationships/media" Target="ppt/slides/ppt/media/media2.m4a" TargetMode="External"/><Relationship Id="rId1" Type="http://schemas.openxmlformats.org/officeDocument/2006/relationships/audio" Target="ppt/slides/ppt/media/media2.m4a" TargetMode="Externa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2.xml"/><Relationship Id="rId3" Type="http://schemas.openxmlformats.org/officeDocument/2006/relationships/image" Target="../media/image3.png"/><Relationship Id="rId2" Type="http://schemas.microsoft.com/office/2007/relationships/media" Target="ppt/slides/ppt/media/media3.m4a" TargetMode="External"/><Relationship Id="rId1" Type="http://schemas.openxmlformats.org/officeDocument/2006/relationships/audio" Target="ppt/slides/ppt/media/media3.m4a" TargetMode="External"/></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2.xml"/><Relationship Id="rId4" Type="http://schemas.openxmlformats.org/officeDocument/2006/relationships/tags" Target="../tags/tag1.xml"/><Relationship Id="rId3" Type="http://schemas.openxmlformats.org/officeDocument/2006/relationships/image" Target="../media/image3.png"/><Relationship Id="rId2" Type="http://schemas.microsoft.com/office/2007/relationships/media" Target="ppt/slides/ppt/media/media4.m4a" TargetMode="External"/><Relationship Id="rId1" Type="http://schemas.openxmlformats.org/officeDocument/2006/relationships/audio" Target="ppt/slides/ppt/media/media4.m4a" TargetMode="External"/></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2.xml"/><Relationship Id="rId4" Type="http://schemas.openxmlformats.org/officeDocument/2006/relationships/tags" Target="../tags/tag2.xml"/><Relationship Id="rId3" Type="http://schemas.openxmlformats.org/officeDocument/2006/relationships/image" Target="../media/image3.png"/><Relationship Id="rId2" Type="http://schemas.microsoft.com/office/2007/relationships/media" Target="ppt/slides/ppt/media/media5.m4a" TargetMode="External"/><Relationship Id="rId1" Type="http://schemas.openxmlformats.org/officeDocument/2006/relationships/audio" Target="ppt/slides/ppt/media/media5.m4a" TargetMode="External"/></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2.xml"/><Relationship Id="rId6" Type="http://schemas.openxmlformats.org/officeDocument/2006/relationships/tags" Target="../tags/tag3.xml"/><Relationship Id="rId5" Type="http://schemas.openxmlformats.org/officeDocument/2006/relationships/image" Target="../media/image5.png"/><Relationship Id="rId4" Type="http://schemas.openxmlformats.org/officeDocument/2006/relationships/image" Target="../media/image3.png"/><Relationship Id="rId3" Type="http://schemas.microsoft.com/office/2007/relationships/media" Target="ppt/slides/ppt/media/media6.m4a" TargetMode="External"/><Relationship Id="rId2" Type="http://schemas.openxmlformats.org/officeDocument/2006/relationships/audio" Target="ppt/slides/ppt/media/media6.m4a" TargetMode="Externa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9" Type="http://schemas.openxmlformats.org/officeDocument/2006/relationships/tags" Target="../tags/tag4.xml"/><Relationship Id="rId8" Type="http://schemas.openxmlformats.org/officeDocument/2006/relationships/image" Target="../media/image3.png"/><Relationship Id="rId7" Type="http://schemas.microsoft.com/office/2007/relationships/media" Target="ppt/slides/ppt/media/media7.m4a" TargetMode="External"/><Relationship Id="rId6" Type="http://schemas.openxmlformats.org/officeDocument/2006/relationships/audio" Target="ppt/slides/ppt/media/media7.m4a" TargetMode="External"/><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1" Type="http://schemas.openxmlformats.org/officeDocument/2006/relationships/notesSlide" Target="../notesSlides/notesSlide7.xml"/><Relationship Id="rId10" Type="http://schemas.openxmlformats.org/officeDocument/2006/relationships/slideLayout" Target="../slideLayouts/slideLayout2.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2.xml"/><Relationship Id="rId5" Type="http://schemas.openxmlformats.org/officeDocument/2006/relationships/tags" Target="../tags/tag5.xml"/><Relationship Id="rId4" Type="http://schemas.openxmlformats.org/officeDocument/2006/relationships/image" Target="../media/image5.png"/><Relationship Id="rId3" Type="http://schemas.openxmlformats.org/officeDocument/2006/relationships/image" Target="../media/image3.png"/><Relationship Id="rId2" Type="http://schemas.microsoft.com/office/2007/relationships/media" Target="ppt/slides/ppt/media/media8.m4a" TargetMode="External"/><Relationship Id="rId1" Type="http://schemas.openxmlformats.org/officeDocument/2006/relationships/audio" Target="ppt/slides/ppt/media/media8.m4a" TargetMode="External"/></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6.xml"/><Relationship Id="rId7" Type="http://schemas.openxmlformats.org/officeDocument/2006/relationships/image" Target="../media/image3.png"/><Relationship Id="rId6" Type="http://schemas.microsoft.com/office/2007/relationships/media" Target="ppt/slides/ppt/media/media9.m4a" TargetMode="External"/><Relationship Id="rId5" Type="http://schemas.openxmlformats.org/officeDocument/2006/relationships/audio" Target="ppt/slides/ppt/media/media9.m4a" TargetMode="External"/><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0" Type="http://schemas.openxmlformats.org/officeDocument/2006/relationships/notesSlide" Target="../notesSlides/notesSlide9.xml"/><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7.xml"/><Relationship Id="rId7" Type="http://schemas.openxmlformats.org/officeDocument/2006/relationships/image" Target="../media/image3.png"/><Relationship Id="rId6" Type="http://schemas.microsoft.com/office/2007/relationships/media" Target="ppt/slides/ppt/media/media10.m4a" TargetMode="External"/><Relationship Id="rId5" Type="http://schemas.openxmlformats.org/officeDocument/2006/relationships/audio" Target="ppt/slides/ppt/media/media10.m4a" TargetMode="External"/><Relationship Id="rId4" Type="http://schemas.openxmlformats.org/officeDocument/2006/relationships/image" Target="../media/image16.png"/><Relationship Id="rId3" Type="http://schemas.openxmlformats.org/officeDocument/2006/relationships/image" Target="../media/image13.png"/><Relationship Id="rId2" Type="http://schemas.openxmlformats.org/officeDocument/2006/relationships/image" Target="../media/image12.png"/><Relationship Id="rId10" Type="http://schemas.openxmlformats.org/officeDocument/2006/relationships/notesSlide" Target="../notesSlides/notesSlide10.xml"/><Relationship Id="rId1" Type="http://schemas.openxmlformats.org/officeDocument/2006/relationships/image" Target="../media/image15.png"/></Relationships>
</file>

<file path=ppt/slides/_rels/slide11.xml.rels><?xml version="1.0" encoding="UTF-8" standalone="yes"?>
<Relationships xmlns="http://schemas.openxmlformats.org/package/2006/relationships"><Relationship Id="rId9" Type="http://schemas.openxmlformats.org/officeDocument/2006/relationships/image" Target="../media/image3.png"/><Relationship Id="rId8" Type="http://schemas.microsoft.com/office/2007/relationships/media" Target="ppt/slides/ppt/media/media11.m4a" TargetMode="External"/><Relationship Id="rId7" Type="http://schemas.openxmlformats.org/officeDocument/2006/relationships/audio" Target="ppt/slides/ppt/media/media11.m4a" TargetMode="Externa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3" Type="http://schemas.openxmlformats.org/officeDocument/2006/relationships/image" Target="../media/image13.png"/><Relationship Id="rId2" Type="http://schemas.openxmlformats.org/officeDocument/2006/relationships/image" Target="../media/image18.png"/><Relationship Id="rId12" Type="http://schemas.openxmlformats.org/officeDocument/2006/relationships/notesSlide" Target="../notesSlides/notesSlide11.xml"/><Relationship Id="rId11" Type="http://schemas.openxmlformats.org/officeDocument/2006/relationships/slideLayout" Target="../slideLayouts/slideLayout2.xml"/><Relationship Id="rId10" Type="http://schemas.openxmlformats.org/officeDocument/2006/relationships/tags" Target="../tags/tag8.xml"/><Relationship Id="rId1" Type="http://schemas.openxmlformats.org/officeDocument/2006/relationships/image" Target="../media/image17.png"/></Relationships>
</file>

<file path=ppt/slides/_rels/slide12.xml.rels><?xml version="1.0" encoding="UTF-8" standalone="yes"?>
<Relationships xmlns="http://schemas.openxmlformats.org/package/2006/relationships"><Relationship Id="rId9" Type="http://schemas.openxmlformats.org/officeDocument/2006/relationships/image" Target="../media/image3.png"/><Relationship Id="rId8" Type="http://schemas.microsoft.com/office/2007/relationships/media" Target="ppt/slides/ppt/media/media12.m4a" TargetMode="External"/><Relationship Id="rId7" Type="http://schemas.openxmlformats.org/officeDocument/2006/relationships/audio" Target="ppt/slides/ppt/media/media12.m4a" TargetMode="Externa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3.png"/><Relationship Id="rId3" Type="http://schemas.openxmlformats.org/officeDocument/2006/relationships/image" Target="../media/image13.png"/><Relationship Id="rId2" Type="http://schemas.openxmlformats.org/officeDocument/2006/relationships/image" Target="../media/image18.png"/><Relationship Id="rId12" Type="http://schemas.openxmlformats.org/officeDocument/2006/relationships/notesSlide" Target="../notesSlides/notesSlide12.xml"/><Relationship Id="rId11" Type="http://schemas.openxmlformats.org/officeDocument/2006/relationships/slideLayout" Target="../slideLayouts/slideLayout2.xml"/><Relationship Id="rId10" Type="http://schemas.openxmlformats.org/officeDocument/2006/relationships/tags" Target="../tags/tag9.xml"/><Relationship Id="rId1" Type="http://schemas.openxmlformats.org/officeDocument/2006/relationships/image" Target="../media/image22.png"/></Relationships>
</file>

<file path=ppt/slides/_rels/slide13.xml.rels><?xml version="1.0" encoding="UTF-8" standalone="yes"?>
<Relationships xmlns="http://schemas.openxmlformats.org/package/2006/relationships"><Relationship Id="rId7" Type="http://schemas.openxmlformats.org/officeDocument/2006/relationships/notesSlide" Target="../notesSlides/notesSlide13.xml"/><Relationship Id="rId6" Type="http://schemas.openxmlformats.org/officeDocument/2006/relationships/slideLayout" Target="../slideLayouts/slideLayout2.xml"/><Relationship Id="rId5" Type="http://schemas.openxmlformats.org/officeDocument/2006/relationships/tags" Target="../tags/tag10.xml"/><Relationship Id="rId4" Type="http://schemas.openxmlformats.org/officeDocument/2006/relationships/image" Target="../media/image3.png"/><Relationship Id="rId3" Type="http://schemas.microsoft.com/office/2007/relationships/media" Target="ppt/slides/ppt/media/media13.m4a" TargetMode="External"/><Relationship Id="rId2" Type="http://schemas.openxmlformats.org/officeDocument/2006/relationships/audio" Target="ppt/slides/ppt/media/media13.m4a" TargetMode="External"/><Relationship Id="rId1" Type="http://schemas.openxmlformats.org/officeDocument/2006/relationships/image" Target="../media/image24.png"/></Relationships>
</file>

<file path=ppt/slides/_rels/slide14.xml.rels><?xml version="1.0" encoding="UTF-8" standalone="yes"?>
<Relationships xmlns="http://schemas.openxmlformats.org/package/2006/relationships"><Relationship Id="rId7" Type="http://schemas.openxmlformats.org/officeDocument/2006/relationships/notesSlide" Target="../notesSlides/notesSlide14.xml"/><Relationship Id="rId6" Type="http://schemas.openxmlformats.org/officeDocument/2006/relationships/slideLayout" Target="../slideLayouts/slideLayout2.xml"/><Relationship Id="rId5" Type="http://schemas.openxmlformats.org/officeDocument/2006/relationships/tags" Target="../tags/tag11.xml"/><Relationship Id="rId4" Type="http://schemas.openxmlformats.org/officeDocument/2006/relationships/image" Target="../media/image5.png"/><Relationship Id="rId3" Type="http://schemas.openxmlformats.org/officeDocument/2006/relationships/image" Target="../media/image3.png"/><Relationship Id="rId2" Type="http://schemas.microsoft.com/office/2007/relationships/media" Target="ppt/slides/ppt/media/media14.m4a" TargetMode="External"/><Relationship Id="rId1" Type="http://schemas.openxmlformats.org/officeDocument/2006/relationships/audio" Target="ppt/slides/ppt/media/media14.m4a" TargetMode="External"/></Relationships>
</file>

<file path=ppt/slides/_rels/slide15.xml.rels><?xml version="1.0" encoding="UTF-8" standalone="yes"?>
<Relationships xmlns="http://schemas.openxmlformats.org/package/2006/relationships"><Relationship Id="rId7" Type="http://schemas.openxmlformats.org/officeDocument/2006/relationships/notesSlide" Target="../notesSlides/notesSlide15.xml"/><Relationship Id="rId6" Type="http://schemas.openxmlformats.org/officeDocument/2006/relationships/slideLayout" Target="../slideLayouts/slideLayout2.xml"/><Relationship Id="rId5" Type="http://schemas.openxmlformats.org/officeDocument/2006/relationships/image" Target="../media/image3.png"/><Relationship Id="rId4" Type="http://schemas.microsoft.com/office/2007/relationships/media" Target="ppt/slides/ppt/media/media15.m4a" TargetMode="External"/><Relationship Id="rId3" Type="http://schemas.openxmlformats.org/officeDocument/2006/relationships/audio" Target="ppt/slides/ppt/media/media15.m4a" TargetMode="External"/><Relationship Id="rId2" Type="http://schemas.openxmlformats.org/officeDocument/2006/relationships/image" Target="../media/image20.png"/><Relationship Id="rId1" Type="http://schemas.openxmlformats.org/officeDocument/2006/relationships/image" Target="../media/image18.png"/></Relationships>
</file>

<file path=ppt/slides/_rels/slide16.xml.rels><?xml version="1.0" encoding="UTF-8" standalone="yes"?>
<Relationships xmlns="http://schemas.openxmlformats.org/package/2006/relationships"><Relationship Id="rId9" Type="http://schemas.openxmlformats.org/officeDocument/2006/relationships/tags" Target="../tags/tag12.xml"/><Relationship Id="rId8" Type="http://schemas.openxmlformats.org/officeDocument/2006/relationships/image" Target="../media/image21.png"/><Relationship Id="rId7" Type="http://schemas.openxmlformats.org/officeDocument/2006/relationships/image" Target="../media/image3.png"/><Relationship Id="rId6" Type="http://schemas.microsoft.com/office/2007/relationships/media" Target="ppt/slides/ppt/media/media16.m4a" TargetMode="External"/><Relationship Id="rId5" Type="http://schemas.openxmlformats.org/officeDocument/2006/relationships/audio" Target="ppt/slides/ppt/media/media16.m4a" TargetMode="External"/><Relationship Id="rId4" Type="http://schemas.openxmlformats.org/officeDocument/2006/relationships/image" Target="../media/image20.png"/><Relationship Id="rId3" Type="http://schemas.openxmlformats.org/officeDocument/2006/relationships/image" Target="../media/image18.png"/><Relationship Id="rId2" Type="http://schemas.openxmlformats.org/officeDocument/2006/relationships/image" Target="../media/image26.png"/><Relationship Id="rId11" Type="http://schemas.openxmlformats.org/officeDocument/2006/relationships/notesSlide" Target="../notesSlides/notesSlide16.xml"/><Relationship Id="rId10" Type="http://schemas.openxmlformats.org/officeDocument/2006/relationships/slideLayout" Target="../slideLayouts/slideLayout2.xml"/><Relationship Id="rId1" Type="http://schemas.openxmlformats.org/officeDocument/2006/relationships/image" Target="../media/image25.png"/></Relationships>
</file>

<file path=ppt/slides/_rels/slide1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13.xml"/><Relationship Id="rId7" Type="http://schemas.openxmlformats.org/officeDocument/2006/relationships/image" Target="../media/image3.png"/><Relationship Id="rId6" Type="http://schemas.microsoft.com/office/2007/relationships/media" Target="ppt/slides/ppt/media/media17.m4a" TargetMode="External"/><Relationship Id="rId5" Type="http://schemas.openxmlformats.org/officeDocument/2006/relationships/audio" Target="ppt/slides/ppt/media/media17.m4a" TargetMode="External"/><Relationship Id="rId4" Type="http://schemas.openxmlformats.org/officeDocument/2006/relationships/image" Target="../media/image20.png"/><Relationship Id="rId3" Type="http://schemas.openxmlformats.org/officeDocument/2006/relationships/image" Target="../media/image18.png"/><Relationship Id="rId2" Type="http://schemas.openxmlformats.org/officeDocument/2006/relationships/image" Target="../media/image28.png"/><Relationship Id="rId10" Type="http://schemas.openxmlformats.org/officeDocument/2006/relationships/notesSlide" Target="../notesSlides/notesSlide17.xml"/><Relationship Id="rId1" Type="http://schemas.openxmlformats.org/officeDocument/2006/relationships/image" Target="../media/image27.png"/></Relationships>
</file>

<file path=ppt/slides/_rels/slide18.xml.rels><?xml version="1.0" encoding="UTF-8" standalone="yes"?>
<Relationships xmlns="http://schemas.openxmlformats.org/package/2006/relationships"><Relationship Id="rId9" Type="http://schemas.openxmlformats.org/officeDocument/2006/relationships/notesSlide" Target="../notesSlides/notesSlide18.xml"/><Relationship Id="rId8" Type="http://schemas.openxmlformats.org/officeDocument/2006/relationships/slideLayout" Target="../slideLayouts/slideLayout2.xml"/><Relationship Id="rId7" Type="http://schemas.openxmlformats.org/officeDocument/2006/relationships/tags" Target="../tags/tag14.xml"/><Relationship Id="rId6" Type="http://schemas.openxmlformats.org/officeDocument/2006/relationships/image" Target="../media/image3.png"/><Relationship Id="rId5" Type="http://schemas.microsoft.com/office/2007/relationships/media" Target="ppt/slides/ppt/media/media18.m4a" TargetMode="External"/><Relationship Id="rId4" Type="http://schemas.openxmlformats.org/officeDocument/2006/relationships/audio" Target="ppt/slides/ppt/media/media18.m4a" TargetMode="External"/><Relationship Id="rId3" Type="http://schemas.openxmlformats.org/officeDocument/2006/relationships/image" Target="../media/image20.png"/><Relationship Id="rId2" Type="http://schemas.openxmlformats.org/officeDocument/2006/relationships/image" Target="../media/image18.png"/><Relationship Id="rId1" Type="http://schemas.openxmlformats.org/officeDocument/2006/relationships/image" Target="../media/image29.png"/></Relationships>
</file>

<file path=ppt/slides/_rels/slide19.xml.rels><?xml version="1.0" encoding="UTF-8" standalone="yes"?>
<Relationships xmlns="http://schemas.openxmlformats.org/package/2006/relationships"><Relationship Id="rId9" Type="http://schemas.openxmlformats.org/officeDocument/2006/relationships/notesSlide" Target="../notesSlides/notesSlide19.xml"/><Relationship Id="rId8" Type="http://schemas.openxmlformats.org/officeDocument/2006/relationships/slideLayout" Target="../slideLayouts/slideLayout2.xml"/><Relationship Id="rId7" Type="http://schemas.openxmlformats.org/officeDocument/2006/relationships/tags" Target="../tags/tag15.xml"/><Relationship Id="rId6" Type="http://schemas.openxmlformats.org/officeDocument/2006/relationships/image" Target="../media/image3.png"/><Relationship Id="rId5" Type="http://schemas.microsoft.com/office/2007/relationships/media" Target="ppt/slides/ppt/media/media19.m4a" TargetMode="External"/><Relationship Id="rId4" Type="http://schemas.openxmlformats.org/officeDocument/2006/relationships/audio" Target="ppt/slides/ppt/media/media19.m4a" TargetMode="External"/><Relationship Id="rId3" Type="http://schemas.openxmlformats.org/officeDocument/2006/relationships/image" Target="../media/image20.png"/><Relationship Id="rId2" Type="http://schemas.openxmlformats.org/officeDocument/2006/relationships/image" Target="../media/image18.png"/><Relationship Id="rId1" Type="http://schemas.openxmlformats.org/officeDocument/2006/relationships/image" Target="../media/image30.png"/></Relationships>
</file>

<file path=ppt/slides/_rels/slide2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16.xml"/><Relationship Id="rId7" Type="http://schemas.openxmlformats.org/officeDocument/2006/relationships/image" Target="../media/image3.png"/><Relationship Id="rId6" Type="http://schemas.microsoft.com/office/2007/relationships/media" Target="ppt/slides/ppt/media/media20.m4a" TargetMode="External"/><Relationship Id="rId5" Type="http://schemas.openxmlformats.org/officeDocument/2006/relationships/audio" Target="ppt/slides/ppt/media/media20.m4a" TargetMode="External"/><Relationship Id="rId4" Type="http://schemas.openxmlformats.org/officeDocument/2006/relationships/image" Target="../media/image20.png"/><Relationship Id="rId3" Type="http://schemas.openxmlformats.org/officeDocument/2006/relationships/image" Target="../media/image18.png"/><Relationship Id="rId2" Type="http://schemas.openxmlformats.org/officeDocument/2006/relationships/image" Target="../media/image32.png"/><Relationship Id="rId10" Type="http://schemas.openxmlformats.org/officeDocument/2006/relationships/notesSlide" Target="../notesSlides/notesSlide20.xml"/><Relationship Id="rId1" Type="http://schemas.openxmlformats.org/officeDocument/2006/relationships/image" Target="../media/image31.png"/></Relationships>
</file>

<file path=ppt/slides/_rels/slide21.xml.rels><?xml version="1.0" encoding="UTF-8" standalone="yes"?>
<Relationships xmlns="http://schemas.openxmlformats.org/package/2006/relationships"><Relationship Id="rId7" Type="http://schemas.openxmlformats.org/officeDocument/2006/relationships/notesSlide" Target="../notesSlides/notesSlide21.xml"/><Relationship Id="rId6" Type="http://schemas.openxmlformats.org/officeDocument/2006/relationships/slideLayout" Target="../slideLayouts/slideLayout2.xml"/><Relationship Id="rId5" Type="http://schemas.openxmlformats.org/officeDocument/2006/relationships/tags" Target="../tags/tag17.xml"/><Relationship Id="rId4" Type="http://schemas.openxmlformats.org/officeDocument/2006/relationships/image" Target="../media/image5.png"/><Relationship Id="rId3" Type="http://schemas.openxmlformats.org/officeDocument/2006/relationships/image" Target="../media/image3.png"/><Relationship Id="rId2" Type="http://schemas.microsoft.com/office/2007/relationships/media" Target="ppt/slides/ppt/media/media21.m4a" TargetMode="External"/><Relationship Id="rId1" Type="http://schemas.openxmlformats.org/officeDocument/2006/relationships/audio" Target="ppt/slides/ppt/media/media21.m4a" TargetMode="External"/></Relationships>
</file>

<file path=ppt/slides/_rels/slide22.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18.xml"/><Relationship Id="rId7" Type="http://schemas.openxmlformats.org/officeDocument/2006/relationships/image" Target="../media/image3.png"/><Relationship Id="rId6" Type="http://schemas.microsoft.com/office/2007/relationships/media" Target="ppt/slides/ppt/media/media22.m4a" TargetMode="External"/><Relationship Id="rId5" Type="http://schemas.openxmlformats.org/officeDocument/2006/relationships/audio" Target="ppt/slides/ppt/media/media22.m4a" TargetMode="External"/><Relationship Id="rId4" Type="http://schemas.openxmlformats.org/officeDocument/2006/relationships/image" Target="../media/image35.png"/><Relationship Id="rId3" Type="http://schemas.openxmlformats.org/officeDocument/2006/relationships/image" Target="../media/image34.png"/><Relationship Id="rId2" Type="http://schemas.openxmlformats.org/officeDocument/2006/relationships/image" Target="../media/image20.png"/><Relationship Id="rId10" Type="http://schemas.openxmlformats.org/officeDocument/2006/relationships/notesSlide" Target="../notesSlides/notesSlide22.xml"/><Relationship Id="rId1" Type="http://schemas.openxmlformats.org/officeDocument/2006/relationships/image" Target="../media/image33.png"/></Relationships>
</file>

<file path=ppt/slides/_rels/slide23.xml.rels><?xml version="1.0" encoding="UTF-8" standalone="yes"?>
<Relationships xmlns="http://schemas.openxmlformats.org/package/2006/relationships"><Relationship Id="rId7" Type="http://schemas.openxmlformats.org/officeDocument/2006/relationships/notesSlide" Target="../notesSlides/notesSlide23.xml"/><Relationship Id="rId6" Type="http://schemas.openxmlformats.org/officeDocument/2006/relationships/slideLayout" Target="../slideLayouts/slideLayout2.xml"/><Relationship Id="rId5" Type="http://schemas.openxmlformats.org/officeDocument/2006/relationships/tags" Target="../tags/tag19.xml"/><Relationship Id="rId4" Type="http://schemas.openxmlformats.org/officeDocument/2006/relationships/image" Target="../media/image3.png"/><Relationship Id="rId3" Type="http://schemas.microsoft.com/office/2007/relationships/media" Target="ppt/slides/ppt/media/media23.m4a" TargetMode="External"/><Relationship Id="rId2" Type="http://schemas.openxmlformats.org/officeDocument/2006/relationships/audio" Target="ppt/slides/ppt/media/media23.m4a" TargetMode="External"/><Relationship Id="rId1" Type="http://schemas.openxmlformats.org/officeDocument/2006/relationships/image" Target="../media/image36.png"/></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2.xml"/><Relationship Id="rId3" Type="http://schemas.openxmlformats.org/officeDocument/2006/relationships/image" Target="../media/image3.png"/><Relationship Id="rId2" Type="http://schemas.microsoft.com/office/2007/relationships/media" Target="ppt/slides/ppt/media/media24.m4a" TargetMode="External"/><Relationship Id="rId1" Type="http://schemas.openxmlformats.org/officeDocument/2006/relationships/audio" Target="ppt/slides/ppt/media/media24.m4a" TargetMode="External"/></Relationships>
</file>

<file path=ppt/slides/_rels/slide25.xml.rels><?xml version="1.0" encoding="UTF-8" standalone="yes"?>
<Relationships xmlns="http://schemas.openxmlformats.org/package/2006/relationships"><Relationship Id="rId6" Type="http://schemas.openxmlformats.org/officeDocument/2006/relationships/notesSlide" Target="../notesSlides/notesSlide25.xml"/><Relationship Id="rId5" Type="http://schemas.openxmlformats.org/officeDocument/2006/relationships/slideLayout" Target="../slideLayouts/slideLayout2.xml"/><Relationship Id="rId4" Type="http://schemas.openxmlformats.org/officeDocument/2006/relationships/tags" Target="../tags/tag20.xml"/><Relationship Id="rId3" Type="http://schemas.openxmlformats.org/officeDocument/2006/relationships/image" Target="../media/image3.png"/><Relationship Id="rId2" Type="http://schemas.microsoft.com/office/2007/relationships/media" Target="ppt/slides/ppt/media/media25.m4a" TargetMode="External"/><Relationship Id="rId1" Type="http://schemas.openxmlformats.org/officeDocument/2006/relationships/audio" Target="ppt/slides/ppt/media/media25.m4a" TargetMode="External"/></Relationships>
</file>

<file path=ppt/slides/_rels/slide26.xml.rels><?xml version="1.0" encoding="UTF-8" standalone="yes"?>
<Relationships xmlns="http://schemas.openxmlformats.org/package/2006/relationships"><Relationship Id="rId6" Type="http://schemas.openxmlformats.org/officeDocument/2006/relationships/notesSlide" Target="../notesSlides/notesSlide26.xml"/><Relationship Id="rId5" Type="http://schemas.openxmlformats.org/officeDocument/2006/relationships/slideLayout" Target="../slideLayouts/slideLayout2.xml"/><Relationship Id="rId4" Type="http://schemas.openxmlformats.org/officeDocument/2006/relationships/tags" Target="../tags/tag21.xml"/><Relationship Id="rId3" Type="http://schemas.openxmlformats.org/officeDocument/2006/relationships/image" Target="../media/image3.png"/><Relationship Id="rId2" Type="http://schemas.microsoft.com/office/2007/relationships/media" Target="ppt/slides/ppt/media/media26.m4a" TargetMode="External"/><Relationship Id="rId1" Type="http://schemas.openxmlformats.org/officeDocument/2006/relationships/audio" Target="ppt/slides/ppt/media/media26.m4a" TargetMode="External"/></Relationships>
</file>

<file path=ppt/slides/_rels/slide27.xml.rels><?xml version="1.0" encoding="UTF-8" standalone="yes"?>
<Relationships xmlns="http://schemas.openxmlformats.org/package/2006/relationships"><Relationship Id="rId6" Type="http://schemas.openxmlformats.org/officeDocument/2006/relationships/notesSlide" Target="../notesSlides/notesSlide27.xml"/><Relationship Id="rId5" Type="http://schemas.openxmlformats.org/officeDocument/2006/relationships/slideLayout" Target="../slideLayouts/slideLayout2.xml"/><Relationship Id="rId4" Type="http://schemas.openxmlformats.org/officeDocument/2006/relationships/tags" Target="../tags/tag22.xml"/><Relationship Id="rId3" Type="http://schemas.openxmlformats.org/officeDocument/2006/relationships/image" Target="../media/image3.png"/><Relationship Id="rId2" Type="http://schemas.microsoft.com/office/2007/relationships/media" Target="ppt/slides/ppt/media/media27.m4a" TargetMode="External"/><Relationship Id="rId1" Type="http://schemas.openxmlformats.org/officeDocument/2006/relationships/audio" Target="ppt/slides/ppt/media/media27.m4a" TargetMode="External"/></Relationships>
</file>

<file path=ppt/slides/_rels/slide28.xml.rels><?xml version="1.0" encoding="UTF-8" standalone="yes"?>
<Relationships xmlns="http://schemas.openxmlformats.org/package/2006/relationships"><Relationship Id="rId6" Type="http://schemas.openxmlformats.org/officeDocument/2006/relationships/notesSlide" Target="../notesSlides/notesSlide28.xml"/><Relationship Id="rId5" Type="http://schemas.openxmlformats.org/officeDocument/2006/relationships/slideLayout" Target="../slideLayouts/slideLayout2.xml"/><Relationship Id="rId4" Type="http://schemas.openxmlformats.org/officeDocument/2006/relationships/tags" Target="../tags/tag23.xml"/><Relationship Id="rId3" Type="http://schemas.openxmlformats.org/officeDocument/2006/relationships/image" Target="../media/image3.png"/><Relationship Id="rId2" Type="http://schemas.microsoft.com/office/2007/relationships/media" Target="ppt/slides/ppt/media/media28.m4a" TargetMode="External"/><Relationship Id="rId1" Type="http://schemas.openxmlformats.org/officeDocument/2006/relationships/audio" Target="ppt/slides/ppt/media/media28.m4a" TargetMode="External"/></Relationships>
</file>

<file path=ppt/slides/_rels/slide29.xml.rels><?xml version="1.0" encoding="UTF-8" standalone="yes"?>
<Relationships xmlns="http://schemas.openxmlformats.org/package/2006/relationships"><Relationship Id="rId6" Type="http://schemas.openxmlformats.org/officeDocument/2006/relationships/notesSlide" Target="../notesSlides/notesSlide29.xml"/><Relationship Id="rId5" Type="http://schemas.openxmlformats.org/officeDocument/2006/relationships/slideLayout" Target="../slideLayouts/slideLayout2.xml"/><Relationship Id="rId4" Type="http://schemas.openxmlformats.org/officeDocument/2006/relationships/tags" Target="../tags/tag24.xml"/><Relationship Id="rId3" Type="http://schemas.openxmlformats.org/officeDocument/2006/relationships/image" Target="../media/image3.png"/><Relationship Id="rId2" Type="http://schemas.microsoft.com/office/2007/relationships/media" Target="ppt/slides/ppt/media/media29.m4a" TargetMode="External"/><Relationship Id="rId1" Type="http://schemas.openxmlformats.org/officeDocument/2006/relationships/audio" Target="ppt/slides/ppt/media/media29.m4a" TargetMode="External"/></Relationships>
</file>

<file path=ppt/slides/_rels/slide30.xml.rels><?xml version="1.0" encoding="UTF-8" standalone="yes"?>
<Relationships xmlns="http://schemas.openxmlformats.org/package/2006/relationships"><Relationship Id="rId7" Type="http://schemas.openxmlformats.org/officeDocument/2006/relationships/notesSlide" Target="../notesSlides/notesSlide30.xml"/><Relationship Id="rId6" Type="http://schemas.openxmlformats.org/officeDocument/2006/relationships/slideLayout" Target="../slideLayouts/slideLayout2.xml"/><Relationship Id="rId5" Type="http://schemas.openxmlformats.org/officeDocument/2006/relationships/tags" Target="../tags/tag25.xml"/><Relationship Id="rId4" Type="http://schemas.openxmlformats.org/officeDocument/2006/relationships/image" Target="../media/image3.png"/><Relationship Id="rId3" Type="http://schemas.microsoft.com/office/2007/relationships/media" Target="ppt/slides/ppt/media/media30.m4a" TargetMode="External"/><Relationship Id="rId2" Type="http://schemas.openxmlformats.org/officeDocument/2006/relationships/audio" Target="ppt/slides/ppt/media/media30.m4a" TargetMode="External"/><Relationship Id="rId1" Type="http://schemas.openxmlformats.org/officeDocument/2006/relationships/image" Target="../media/image37.png"/></Relationships>
</file>

<file path=ppt/slides/_rels/slide31.xml.rels><?xml version="1.0" encoding="UTF-8" standalone="yes"?>
<Relationships xmlns="http://schemas.openxmlformats.org/package/2006/relationships"><Relationship Id="rId6" Type="http://schemas.openxmlformats.org/officeDocument/2006/relationships/notesSlide" Target="../notesSlides/notesSlide31.xml"/><Relationship Id="rId5" Type="http://schemas.openxmlformats.org/officeDocument/2006/relationships/slideLayout" Target="../slideLayouts/slideLayout2.xml"/><Relationship Id="rId4" Type="http://schemas.openxmlformats.org/officeDocument/2006/relationships/tags" Target="../tags/tag26.xml"/><Relationship Id="rId3" Type="http://schemas.openxmlformats.org/officeDocument/2006/relationships/image" Target="../media/image3.png"/><Relationship Id="rId2" Type="http://schemas.microsoft.com/office/2007/relationships/media" Target="ppt/slides/ppt/media/media31.m4a" TargetMode="External"/><Relationship Id="rId1" Type="http://schemas.openxmlformats.org/officeDocument/2006/relationships/audio" Target="ppt/slides/ppt/media/media31.m4a" TargetMode="External"/></Relationships>
</file>

<file path=ppt/slides/_rels/slide32.xml.rels><?xml version="1.0" encoding="UTF-8" standalone="yes"?>
<Relationships xmlns="http://schemas.openxmlformats.org/package/2006/relationships"><Relationship Id="rId7" Type="http://schemas.openxmlformats.org/officeDocument/2006/relationships/notesSlide" Target="../notesSlides/notesSlide32.xml"/><Relationship Id="rId6" Type="http://schemas.openxmlformats.org/officeDocument/2006/relationships/slideLayout" Target="../slideLayouts/slideLayout2.xml"/><Relationship Id="rId5" Type="http://schemas.openxmlformats.org/officeDocument/2006/relationships/tags" Target="../tags/tag27.xml"/><Relationship Id="rId4" Type="http://schemas.openxmlformats.org/officeDocument/2006/relationships/image" Target="../media/image3.png"/><Relationship Id="rId3" Type="http://schemas.microsoft.com/office/2007/relationships/media" Target="ppt/slides/ppt/media/media32.m4a" TargetMode="External"/><Relationship Id="rId2" Type="http://schemas.openxmlformats.org/officeDocument/2006/relationships/audio" Target="ppt/slides/ppt/media/media32.m4a" TargetMode="External"/><Relationship Id="rId1" Type="http://schemas.openxmlformats.org/officeDocument/2006/relationships/image" Target="../media/image38.png"/></Relationships>
</file>

<file path=ppt/slides/_rels/slide33.xml.rels><?xml version="1.0" encoding="UTF-8" standalone="yes"?>
<Relationships xmlns="http://schemas.openxmlformats.org/package/2006/relationships"><Relationship Id="rId8" Type="http://schemas.openxmlformats.org/officeDocument/2006/relationships/notesSlide" Target="../notesSlides/notesSlide33.xml"/><Relationship Id="rId7" Type="http://schemas.openxmlformats.org/officeDocument/2006/relationships/slideLayout" Target="../slideLayouts/slideLayout2.xml"/><Relationship Id="rId6" Type="http://schemas.openxmlformats.org/officeDocument/2006/relationships/tags" Target="../tags/tag28.xml"/><Relationship Id="rId5" Type="http://schemas.openxmlformats.org/officeDocument/2006/relationships/image" Target="../media/image3.png"/><Relationship Id="rId4" Type="http://schemas.microsoft.com/office/2007/relationships/media" Target="ppt/slides/ppt/media/media33.m4a" TargetMode="External"/><Relationship Id="rId3" Type="http://schemas.openxmlformats.org/officeDocument/2006/relationships/audio" Target="ppt/slides/ppt/media/media33.m4a" TargetMode="External"/><Relationship Id="rId2" Type="http://schemas.openxmlformats.org/officeDocument/2006/relationships/image" Target="../media/image40.png"/><Relationship Id="rId1" Type="http://schemas.openxmlformats.org/officeDocument/2006/relationships/image" Target="../media/image39.png"/></Relationships>
</file>

<file path=ppt/slides/_rels/slide34.xml.rels><?xml version="1.0" encoding="UTF-8" standalone="yes"?>
<Relationships xmlns="http://schemas.openxmlformats.org/package/2006/relationships"><Relationship Id="rId6" Type="http://schemas.openxmlformats.org/officeDocument/2006/relationships/notesSlide" Target="../notesSlides/notesSlide34.xml"/><Relationship Id="rId5" Type="http://schemas.openxmlformats.org/officeDocument/2006/relationships/slideLayout" Target="../slideLayouts/slideLayout2.xml"/><Relationship Id="rId4" Type="http://schemas.openxmlformats.org/officeDocument/2006/relationships/tags" Target="../tags/tag29.xml"/><Relationship Id="rId3" Type="http://schemas.openxmlformats.org/officeDocument/2006/relationships/image" Target="../media/image3.png"/><Relationship Id="rId2" Type="http://schemas.microsoft.com/office/2007/relationships/media" Target="ppt/slides/ppt/media/media34.m4a" TargetMode="External"/><Relationship Id="rId1" Type="http://schemas.openxmlformats.org/officeDocument/2006/relationships/audio" Target="ppt/slides/ppt/media/media34.m4a" TargetMode="External"/></Relationships>
</file>

<file path=ppt/slides/_rels/slide35.xml.rels><?xml version="1.0" encoding="UTF-8" standalone="yes"?>
<Relationships xmlns="http://schemas.openxmlformats.org/package/2006/relationships"><Relationship Id="rId9" Type="http://schemas.openxmlformats.org/officeDocument/2006/relationships/notesSlide" Target="../notesSlides/notesSlide35.xml"/><Relationship Id="rId8" Type="http://schemas.openxmlformats.org/officeDocument/2006/relationships/slideLayout" Target="../slideLayouts/slideLayout2.xml"/><Relationship Id="rId7" Type="http://schemas.openxmlformats.org/officeDocument/2006/relationships/tags" Target="../tags/tag30.xml"/><Relationship Id="rId6" Type="http://schemas.openxmlformats.org/officeDocument/2006/relationships/image" Target="../media/image5.png"/><Relationship Id="rId5" Type="http://schemas.openxmlformats.org/officeDocument/2006/relationships/image" Target="../media/image3.png"/><Relationship Id="rId4" Type="http://schemas.microsoft.com/office/2007/relationships/media" Target="ppt/slides/ppt/media/media35.m4a" TargetMode="External"/><Relationship Id="rId3" Type="http://schemas.openxmlformats.org/officeDocument/2006/relationships/audio" Target="ppt/slides/ppt/media/media35.m4a" TargetMode="External"/><Relationship Id="rId2" Type="http://schemas.openxmlformats.org/officeDocument/2006/relationships/image" Target="../media/image42.png"/><Relationship Id="rId1" Type="http://schemas.openxmlformats.org/officeDocument/2006/relationships/image" Target="../media/image41.png"/></Relationships>
</file>

<file path=ppt/slides/_rels/slide36.xml.rels><?xml version="1.0" encoding="UTF-8" standalone="yes"?>
<Relationships xmlns="http://schemas.openxmlformats.org/package/2006/relationships"><Relationship Id="rId6" Type="http://schemas.openxmlformats.org/officeDocument/2006/relationships/notesSlide" Target="../notesSlides/notesSlide36.xml"/><Relationship Id="rId5" Type="http://schemas.openxmlformats.org/officeDocument/2006/relationships/slideLayout" Target="../slideLayouts/slideLayout2.xml"/><Relationship Id="rId4" Type="http://schemas.openxmlformats.org/officeDocument/2006/relationships/tags" Target="../tags/tag31.xml"/><Relationship Id="rId3" Type="http://schemas.openxmlformats.org/officeDocument/2006/relationships/image" Target="../media/image3.png"/><Relationship Id="rId2" Type="http://schemas.microsoft.com/office/2007/relationships/media" Target="ppt/slides/ppt/media/media36.m4a" TargetMode="External"/><Relationship Id="rId1" Type="http://schemas.openxmlformats.org/officeDocument/2006/relationships/audio" Target="ppt/slides/ppt/media/media36.m4a" TargetMode="External"/></Relationships>
</file>

<file path=ppt/slides/_rels/slide37.xml.rels><?xml version="1.0" encoding="UTF-8" standalone="yes"?>
<Relationships xmlns="http://schemas.openxmlformats.org/package/2006/relationships"><Relationship Id="rId7" Type="http://schemas.openxmlformats.org/officeDocument/2006/relationships/notesSlide" Target="../notesSlides/notesSlide37.xml"/><Relationship Id="rId6" Type="http://schemas.openxmlformats.org/officeDocument/2006/relationships/slideLayout" Target="../slideLayouts/slideLayout2.xml"/><Relationship Id="rId5" Type="http://schemas.openxmlformats.org/officeDocument/2006/relationships/tags" Target="../tags/tag32.xml"/><Relationship Id="rId4" Type="http://schemas.openxmlformats.org/officeDocument/2006/relationships/image" Target="../media/image3.png"/><Relationship Id="rId3" Type="http://schemas.microsoft.com/office/2007/relationships/media" Target="ppt/slides/ppt/media/media37.m4a" TargetMode="External"/><Relationship Id="rId2" Type="http://schemas.openxmlformats.org/officeDocument/2006/relationships/audio" Target="ppt/slides/ppt/media/media37.m4a" TargetMode="External"/><Relationship Id="rId1" Type="http://schemas.openxmlformats.org/officeDocument/2006/relationships/image" Target="../media/image5.png"/></Relationships>
</file>

<file path=ppt/slides/_rels/slide38.xml.rels><?xml version="1.0" encoding="UTF-8" standalone="yes"?>
<Relationships xmlns="http://schemas.openxmlformats.org/package/2006/relationships"><Relationship Id="rId6" Type="http://schemas.openxmlformats.org/officeDocument/2006/relationships/notesSlide" Target="../notesSlides/notesSlide38.xml"/><Relationship Id="rId5" Type="http://schemas.openxmlformats.org/officeDocument/2006/relationships/slideLayout" Target="../slideLayouts/slideLayout2.xml"/><Relationship Id="rId4" Type="http://schemas.openxmlformats.org/officeDocument/2006/relationships/tags" Target="../tags/tag33.xml"/><Relationship Id="rId3" Type="http://schemas.openxmlformats.org/officeDocument/2006/relationships/image" Target="../media/image3.png"/><Relationship Id="rId2" Type="http://schemas.microsoft.com/office/2007/relationships/media" Target="ppt/slides/ppt/media/media38.m4a" TargetMode="External"/><Relationship Id="rId1" Type="http://schemas.openxmlformats.org/officeDocument/2006/relationships/audio" Target="ppt/slides/ppt/media/media38.m4a" TargetMode="External"/></Relationships>
</file>

<file path=ppt/slides/_rels/slide39.xml.rels><?xml version="1.0" encoding="UTF-8" standalone="yes"?>
<Relationships xmlns="http://schemas.openxmlformats.org/package/2006/relationships"><Relationship Id="rId6" Type="http://schemas.openxmlformats.org/officeDocument/2006/relationships/notesSlide" Target="../notesSlides/notesSlide39.xml"/><Relationship Id="rId5" Type="http://schemas.openxmlformats.org/officeDocument/2006/relationships/slideLayout" Target="../slideLayouts/slideLayout2.xml"/><Relationship Id="rId4" Type="http://schemas.openxmlformats.org/officeDocument/2006/relationships/tags" Target="../tags/tag34.xml"/><Relationship Id="rId3" Type="http://schemas.openxmlformats.org/officeDocument/2006/relationships/image" Target="../media/image3.png"/><Relationship Id="rId2" Type="http://schemas.microsoft.com/office/2007/relationships/media" Target="ppt/slides/ppt/media/media39.m4a" TargetMode="External"/><Relationship Id="rId1" Type="http://schemas.openxmlformats.org/officeDocument/2006/relationships/audio" Target="ppt/slides/ppt/media/media39.m4a" TargetMode="External"/></Relationships>
</file>

<file path=ppt/slides/_rels/slide40.xml.rels><?xml version="1.0" encoding="UTF-8" standalone="yes"?>
<Relationships xmlns="http://schemas.openxmlformats.org/package/2006/relationships"><Relationship Id="rId6" Type="http://schemas.openxmlformats.org/officeDocument/2006/relationships/notesSlide" Target="../notesSlides/notesSlide40.xml"/><Relationship Id="rId5" Type="http://schemas.openxmlformats.org/officeDocument/2006/relationships/slideLayout" Target="../slideLayouts/slideLayout2.xml"/><Relationship Id="rId4" Type="http://schemas.openxmlformats.org/officeDocument/2006/relationships/tags" Target="../tags/tag35.xml"/><Relationship Id="rId3" Type="http://schemas.openxmlformats.org/officeDocument/2006/relationships/image" Target="../media/image3.png"/><Relationship Id="rId2" Type="http://schemas.microsoft.com/office/2007/relationships/media" Target="ppt/slides/ppt/media/media40.m4a" TargetMode="External"/><Relationship Id="rId1" Type="http://schemas.openxmlformats.org/officeDocument/2006/relationships/audio" Target="ppt/slides/ppt/media/media40.m4a" TargetMode="External"/></Relationships>
</file>

<file path=ppt/slides/_rels/slide41.xml.rels><?xml version="1.0" encoding="UTF-8" standalone="yes"?>
<Relationships xmlns="http://schemas.openxmlformats.org/package/2006/relationships"><Relationship Id="rId6" Type="http://schemas.openxmlformats.org/officeDocument/2006/relationships/notesSlide" Target="../notesSlides/notesSlide41.xml"/><Relationship Id="rId5" Type="http://schemas.openxmlformats.org/officeDocument/2006/relationships/slideLayout" Target="../slideLayouts/slideLayout2.xml"/><Relationship Id="rId4" Type="http://schemas.openxmlformats.org/officeDocument/2006/relationships/tags" Target="../tags/tag36.xml"/><Relationship Id="rId3" Type="http://schemas.openxmlformats.org/officeDocument/2006/relationships/image" Target="../media/image3.png"/><Relationship Id="rId2" Type="http://schemas.microsoft.com/office/2007/relationships/media" Target="ppt/slides/ppt/media/media41.m4a" TargetMode="External"/><Relationship Id="rId1" Type="http://schemas.openxmlformats.org/officeDocument/2006/relationships/audio" Target="ppt/slides/ppt/media/media41.m4a" TargetMode="External"/></Relationships>
</file>

<file path=ppt/slides/_rels/slide42.xml.rels><?xml version="1.0" encoding="UTF-8" standalone="yes"?>
<Relationships xmlns="http://schemas.openxmlformats.org/package/2006/relationships"><Relationship Id="rId6" Type="http://schemas.openxmlformats.org/officeDocument/2006/relationships/notesSlide" Target="../notesSlides/notesSlide42.xml"/><Relationship Id="rId5" Type="http://schemas.openxmlformats.org/officeDocument/2006/relationships/slideLayout" Target="../slideLayouts/slideLayout2.xml"/><Relationship Id="rId4" Type="http://schemas.openxmlformats.org/officeDocument/2006/relationships/tags" Target="../tags/tag37.xml"/><Relationship Id="rId3" Type="http://schemas.openxmlformats.org/officeDocument/2006/relationships/image" Target="../media/image3.png"/><Relationship Id="rId2" Type="http://schemas.microsoft.com/office/2007/relationships/media" Target="ppt/slides/ppt/media/media42.m4a" TargetMode="External"/><Relationship Id="rId1" Type="http://schemas.openxmlformats.org/officeDocument/2006/relationships/audio" Target="ppt/slides/ppt/media/media42.m4a" TargetMode="External"/></Relationships>
</file>

<file path=ppt/slides/_rels/slide43.xml.rels><?xml version="1.0" encoding="UTF-8" standalone="yes"?>
<Relationships xmlns="http://schemas.openxmlformats.org/package/2006/relationships"><Relationship Id="rId6" Type="http://schemas.openxmlformats.org/officeDocument/2006/relationships/notesSlide" Target="../notesSlides/notesSlide43.xml"/><Relationship Id="rId5" Type="http://schemas.openxmlformats.org/officeDocument/2006/relationships/slideLayout" Target="../slideLayouts/slideLayout2.xml"/><Relationship Id="rId4" Type="http://schemas.openxmlformats.org/officeDocument/2006/relationships/tags" Target="../tags/tag38.xml"/><Relationship Id="rId3" Type="http://schemas.openxmlformats.org/officeDocument/2006/relationships/image" Target="../media/image3.png"/><Relationship Id="rId2" Type="http://schemas.microsoft.com/office/2007/relationships/media" Target="ppt/slides/ppt/media/media43.m4a" TargetMode="External"/><Relationship Id="rId1" Type="http://schemas.openxmlformats.org/officeDocument/2006/relationships/audio" Target="ppt/slides/ppt/media/media43.m4a" TargetMode="External"/></Relationships>
</file>

<file path=ppt/slides/_rels/slide44.xml.rels><?xml version="1.0" encoding="UTF-8" standalone="yes"?>
<Relationships xmlns="http://schemas.openxmlformats.org/package/2006/relationships"><Relationship Id="rId6" Type="http://schemas.openxmlformats.org/officeDocument/2006/relationships/notesSlide" Target="../notesSlides/notesSlide44.xml"/><Relationship Id="rId5" Type="http://schemas.openxmlformats.org/officeDocument/2006/relationships/slideLayout" Target="../slideLayouts/slideLayout2.xml"/><Relationship Id="rId4" Type="http://schemas.openxmlformats.org/officeDocument/2006/relationships/tags" Target="../tags/tag39.xml"/><Relationship Id="rId3" Type="http://schemas.openxmlformats.org/officeDocument/2006/relationships/image" Target="../media/image3.png"/><Relationship Id="rId2" Type="http://schemas.microsoft.com/office/2007/relationships/media" Target="ppt/slides/ppt/media/media44.m4a" TargetMode="External"/><Relationship Id="rId1" Type="http://schemas.openxmlformats.org/officeDocument/2006/relationships/audio" Target="ppt/slides/ppt/media/media44.m4a" TargetMode="External"/></Relationships>
</file>

<file path=ppt/slides/_rels/slide45.xml.rels><?xml version="1.0" encoding="UTF-8" standalone="yes"?>
<Relationships xmlns="http://schemas.openxmlformats.org/package/2006/relationships"><Relationship Id="rId6" Type="http://schemas.openxmlformats.org/officeDocument/2006/relationships/notesSlide" Target="../notesSlides/notesSlide45.xml"/><Relationship Id="rId5" Type="http://schemas.openxmlformats.org/officeDocument/2006/relationships/slideLayout" Target="../slideLayouts/slideLayout2.xml"/><Relationship Id="rId4" Type="http://schemas.openxmlformats.org/officeDocument/2006/relationships/tags" Target="../tags/tag40.xml"/><Relationship Id="rId3" Type="http://schemas.openxmlformats.org/officeDocument/2006/relationships/image" Target="../media/image3.png"/><Relationship Id="rId2" Type="http://schemas.microsoft.com/office/2007/relationships/media" Target="ppt/slides/ppt/media/media45.m4a" TargetMode="External"/><Relationship Id="rId1" Type="http://schemas.openxmlformats.org/officeDocument/2006/relationships/audio" Target="ppt/slides/ppt/media/media45.m4a" TargetMode="External"/></Relationships>
</file>

<file path=ppt/slides/_rels/slide46.xml.rels><?xml version="1.0" encoding="UTF-8" standalone="yes"?>
<Relationships xmlns="http://schemas.openxmlformats.org/package/2006/relationships"><Relationship Id="rId6" Type="http://schemas.openxmlformats.org/officeDocument/2006/relationships/notesSlide" Target="../notesSlides/notesSlide46.xml"/><Relationship Id="rId5" Type="http://schemas.openxmlformats.org/officeDocument/2006/relationships/slideLayout" Target="../slideLayouts/slideLayout2.xml"/><Relationship Id="rId4" Type="http://schemas.openxmlformats.org/officeDocument/2006/relationships/tags" Target="../tags/tag41.xml"/><Relationship Id="rId3" Type="http://schemas.openxmlformats.org/officeDocument/2006/relationships/image" Target="../media/image3.png"/><Relationship Id="rId2" Type="http://schemas.microsoft.com/office/2007/relationships/media" Target="ppt/slides/ppt/media/media46.m4a" TargetMode="External"/><Relationship Id="rId1" Type="http://schemas.openxmlformats.org/officeDocument/2006/relationships/audio" Target="ppt/slides/ppt/media/media46.m4a" TargetMode="External"/></Relationships>
</file>

<file path=ppt/slides/_rels/slide47.xml.rels><?xml version="1.0" encoding="UTF-8" standalone="yes"?>
<Relationships xmlns="http://schemas.openxmlformats.org/package/2006/relationships"><Relationship Id="rId6" Type="http://schemas.openxmlformats.org/officeDocument/2006/relationships/notesSlide" Target="../notesSlides/notesSlide47.xml"/><Relationship Id="rId5" Type="http://schemas.openxmlformats.org/officeDocument/2006/relationships/slideLayout" Target="../slideLayouts/slideLayout2.xml"/><Relationship Id="rId4" Type="http://schemas.openxmlformats.org/officeDocument/2006/relationships/tags" Target="../tags/tag42.xml"/><Relationship Id="rId3" Type="http://schemas.openxmlformats.org/officeDocument/2006/relationships/image" Target="../media/image3.png"/><Relationship Id="rId2" Type="http://schemas.microsoft.com/office/2007/relationships/media" Target="ppt/slides/ppt/media/media47.m4a" TargetMode="External"/><Relationship Id="rId1" Type="http://schemas.openxmlformats.org/officeDocument/2006/relationships/audio" Target="ppt/slides/ppt/media/media47.m4a" TargetMode="External"/></Relationships>
</file>

<file path=ppt/slides/_rels/slide48.xml.rels><?xml version="1.0" encoding="UTF-8" standalone="yes"?>
<Relationships xmlns="http://schemas.openxmlformats.org/package/2006/relationships"><Relationship Id="rId5" Type="http://schemas.openxmlformats.org/officeDocument/2006/relationships/notesSlide" Target="../notesSlides/notesSlide48.xml"/><Relationship Id="rId4" Type="http://schemas.openxmlformats.org/officeDocument/2006/relationships/slideLayout" Target="../slideLayouts/slideLayout2.xml"/><Relationship Id="rId3" Type="http://schemas.openxmlformats.org/officeDocument/2006/relationships/image" Target="../media/image3.png"/><Relationship Id="rId2" Type="http://schemas.microsoft.com/office/2007/relationships/media" Target="ppt/slides/ppt/media/media48.m4a" TargetMode="External"/><Relationship Id="rId1" Type="http://schemas.openxmlformats.org/officeDocument/2006/relationships/audio" Target="ppt/slides/ppt/media/media48.m4a" TargetMode="External"/></Relationships>
</file>

<file path=ppt/slides/_rels/slide49.xml.rels><?xml version="1.0" encoding="UTF-8" standalone="yes"?>
<Relationships xmlns="http://schemas.openxmlformats.org/package/2006/relationships"><Relationship Id="rId5" Type="http://schemas.openxmlformats.org/officeDocument/2006/relationships/notesSlide" Target="../notesSlides/notesSlide49.xml"/><Relationship Id="rId4" Type="http://schemas.openxmlformats.org/officeDocument/2006/relationships/slideLayout" Target="../slideLayouts/slideLayout2.xml"/><Relationship Id="rId3" Type="http://schemas.openxmlformats.org/officeDocument/2006/relationships/image" Target="../media/image3.png"/><Relationship Id="rId2" Type="http://schemas.microsoft.com/office/2007/relationships/media" Target="ppt/slides/ppt/media/media49.m4a" TargetMode="External"/><Relationship Id="rId1" Type="http://schemas.openxmlformats.org/officeDocument/2006/relationships/audio" Target="ppt/slides/ppt/media/media49.m4a" TargetMode="External"/></Relationships>
</file>

<file path=ppt/slides/_rels/slide50.xml.rels><?xml version="1.0" encoding="UTF-8" standalone="yes"?>
<Relationships xmlns="http://schemas.openxmlformats.org/package/2006/relationships"><Relationship Id="rId5" Type="http://schemas.openxmlformats.org/officeDocument/2006/relationships/notesSlide" Target="../notesSlides/notesSlide50.xml"/><Relationship Id="rId4" Type="http://schemas.openxmlformats.org/officeDocument/2006/relationships/slideLayout" Target="../slideLayouts/slideLayout3.xml"/><Relationship Id="rId3" Type="http://schemas.openxmlformats.org/officeDocument/2006/relationships/image" Target="../media/image3.png"/><Relationship Id="rId2" Type="http://schemas.microsoft.com/office/2007/relationships/media" Target="ppt/slides/ppt/media/media50.m4a" TargetMode="External"/><Relationship Id="rId1" Type="http://schemas.openxmlformats.org/officeDocument/2006/relationships/audio" Target="ppt/slides/ppt/media/media50.m4a"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主标题：替换文字、加粗"/>
          <p:cNvSpPr txBox="1"/>
          <p:nvPr/>
        </p:nvSpPr>
        <p:spPr>
          <a:xfrm>
            <a:off x="1217066" y="5533896"/>
            <a:ext cx="12336711" cy="1733808"/>
          </a:xfrm>
          <a:prstGeom prst="rect">
            <a:avLst/>
          </a:prstGeom>
          <a:ln w="12700">
            <a:miter lim="400000"/>
          </a:ln>
        </p:spPr>
        <p:txBody>
          <a:bodyPr wrap="none" lIns="50800" tIns="50800" rIns="50800" bIns="50800" anchor="ctr">
            <a:spAutoFit/>
          </a:bodyPr>
          <a:lstStyle>
            <a:lvl1pPr algn="l" defTabSz="215265">
              <a:defRPr sz="1060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r>
              <a:rPr lang="zh-CN" altLang="en-US" dirty="0"/>
              <a:t>智能时代的软件测试</a:t>
            </a:r>
            <a:endParaRPr dirty="0"/>
          </a:p>
        </p:txBody>
      </p:sp>
      <p:sp>
        <p:nvSpPr>
          <p:cNvPr id="123" name="专业技能培养云/职业技能实践云/创新成果转化云"/>
          <p:cNvSpPr txBox="1"/>
          <p:nvPr/>
        </p:nvSpPr>
        <p:spPr>
          <a:xfrm>
            <a:off x="1217066" y="8199240"/>
            <a:ext cx="5264262" cy="1025922"/>
          </a:xfrm>
          <a:prstGeom prst="rect">
            <a:avLst/>
          </a:prstGeom>
          <a:ln w="12700">
            <a:miter lim="400000"/>
          </a:ln>
        </p:spPr>
        <p:txBody>
          <a:bodyPr wrap="none" lIns="50800" tIns="50800" rIns="50800" bIns="50800" anchor="ctr">
            <a:spAutoFit/>
          </a:bodyPr>
          <a:lstStyle/>
          <a:p>
            <a:pPr algn="l" defTabSz="215265">
              <a:defRPr sz="6000" b="0">
                <a:latin typeface="MicrosoftYaHeiLight"/>
                <a:ea typeface="MicrosoftYaHeiLight"/>
                <a:cs typeface="MicrosoftYaHeiLight"/>
                <a:sym typeface="MicrosoftYaHeiLight"/>
              </a:defRPr>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3.3</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因果图测试</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Audio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96638" y="13228638"/>
            <a:ext cx="271462" cy="271462"/>
          </a:xfrm>
          <a:prstGeom prst="rect">
            <a:avLst/>
          </a:prstGeom>
        </p:spPr>
      </p:pic>
    </p:spTree>
  </p:cSld>
  <p:clrMapOvr>
    <a:masterClrMapping/>
  </p:clrMapOvr>
  <p:transition spd="med" advTm="919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矩形"/>
          <p:cNvSpPr/>
          <p:nvPr/>
        </p:nvSpPr>
        <p:spPr>
          <a:xfrm>
            <a:off x="0" y="-1"/>
            <a:ext cx="7841556" cy="13716001"/>
          </a:xfrm>
          <a:prstGeom prst="rect">
            <a:avLst/>
          </a:prstGeom>
          <a:solidFill>
            <a:srgbClr val="A8271A"/>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p>
        </p:txBody>
      </p:sp>
      <p:grpSp>
        <p:nvGrpSpPr>
          <p:cNvPr id="3" name="组合 2"/>
          <p:cNvGrpSpPr/>
          <p:nvPr/>
        </p:nvGrpSpPr>
        <p:grpSpPr>
          <a:xfrm>
            <a:off x="1020575" y="5555311"/>
            <a:ext cx="5189258" cy="2605375"/>
            <a:chOff x="1130303" y="5796540"/>
            <a:chExt cx="5189258" cy="2605375"/>
          </a:xfrm>
        </p:grpSpPr>
        <p:sp>
          <p:nvSpPr>
            <p:cNvPr id="132" name="文本框 3"/>
            <p:cNvSpPr txBox="1"/>
            <p:nvPr/>
          </p:nvSpPr>
          <p:spPr>
            <a:xfrm>
              <a:off x="1821401" y="7230559"/>
              <a:ext cx="3807062" cy="906381"/>
            </a:xfrm>
            <a:prstGeom prst="rect">
              <a:avLst/>
            </a:prstGeom>
            <a:ln w="12700">
              <a:miter lim="400000"/>
            </a:ln>
          </p:spPr>
          <p:txBody>
            <a:bodyPr lIns="45719" rIns="45719"/>
            <a:lstStyle>
              <a:lvl1pPr defTabSz="914400">
                <a:defRPr sz="240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r>
                <a:rPr dirty="0"/>
                <a:t>CONTENTS</a:t>
              </a:r>
              <a:endParaRPr dirty="0"/>
            </a:p>
          </p:txBody>
        </p:sp>
        <p:sp>
          <p:nvSpPr>
            <p:cNvPr id="133" name="文本框 3"/>
            <p:cNvSpPr txBox="1"/>
            <p:nvPr/>
          </p:nvSpPr>
          <p:spPr>
            <a:xfrm>
              <a:off x="1130303" y="5796540"/>
              <a:ext cx="5189258" cy="2605375"/>
            </a:xfrm>
            <a:prstGeom prst="rect">
              <a:avLst/>
            </a:prstGeom>
            <a:ln w="12700">
              <a:miter lim="400000"/>
            </a:ln>
          </p:spPr>
          <p:txBody>
            <a:bodyPr lIns="45719" rIns="45719"/>
            <a:lstStyle>
              <a:lvl1pPr defTabSz="914400">
                <a:defRPr sz="7000" spc="1166">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defRPr b="0">
                  <a:latin typeface="Arial Black" panose="020B0A04020102020204"/>
                  <a:ea typeface="Arial Black" panose="020B0A04020102020204"/>
                  <a:cs typeface="Arial Black" panose="020B0A04020102020204"/>
                  <a:sym typeface="Arial Black" panose="020B0A04020102020204"/>
                </a:defRPr>
              </a:pPr>
              <a:r>
                <a:rPr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目录</a:t>
              </a:r>
              <a:endParaRPr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30" name="成组"/>
          <p:cNvGrpSpPr/>
          <p:nvPr/>
        </p:nvGrpSpPr>
        <p:grpSpPr>
          <a:xfrm>
            <a:off x="9136452" y="3962416"/>
            <a:ext cx="5947866" cy="1343465"/>
            <a:chOff x="0" y="0"/>
            <a:chExt cx="5830084" cy="1343464"/>
          </a:xfrm>
        </p:grpSpPr>
        <p:sp>
          <p:nvSpPr>
            <p:cNvPr id="127" name="矩形 5"/>
            <p:cNvSpPr txBox="1"/>
            <p:nvPr/>
          </p:nvSpPr>
          <p:spPr>
            <a:xfrm>
              <a:off x="2084780" y="244454"/>
              <a:ext cx="3745304" cy="85455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因果图</a:t>
              </a:r>
              <a:endParaRPr lang="zh-CN" altLang="en-US" sz="4400" dirty="0">
                <a:solidFill>
                  <a:srgbClr val="000000"/>
                </a:solidFill>
              </a:endParaRPr>
            </a:p>
          </p:txBody>
        </p:sp>
        <p:sp>
          <p:nvSpPr>
            <p:cNvPr id="128" name="Freeform 5"/>
            <p:cNvSpPr/>
            <p:nvPr/>
          </p:nvSpPr>
          <p:spPr>
            <a:xfrm rot="5400000">
              <a:off x="107376" y="66017"/>
              <a:ext cx="1343464" cy="1211429"/>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29" name="矩形 11"/>
            <p:cNvSpPr txBox="1"/>
            <p:nvPr/>
          </p:nvSpPr>
          <p:spPr>
            <a:xfrm>
              <a:off x="0" y="189733"/>
              <a:ext cx="1558216" cy="963997"/>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01</a:t>
              </a:r>
            </a:p>
          </p:txBody>
        </p:sp>
      </p:grpSp>
      <p:grpSp>
        <p:nvGrpSpPr>
          <p:cNvPr id="137" name="成组"/>
          <p:cNvGrpSpPr/>
          <p:nvPr/>
        </p:nvGrpSpPr>
        <p:grpSpPr>
          <a:xfrm>
            <a:off x="9136452" y="5816463"/>
            <a:ext cx="5947868" cy="1343465"/>
            <a:chOff x="0" y="0"/>
            <a:chExt cx="5830087" cy="1343464"/>
          </a:xfrm>
        </p:grpSpPr>
        <p:sp>
          <p:nvSpPr>
            <p:cNvPr id="134" name="矩形 5"/>
            <p:cNvSpPr txBox="1"/>
            <p:nvPr/>
          </p:nvSpPr>
          <p:spPr>
            <a:xfrm>
              <a:off x="2084781" y="273189"/>
              <a:ext cx="3745306" cy="715195"/>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因果图测试</a:t>
              </a:r>
              <a:endParaRPr sz="4400" dirty="0">
                <a:solidFill>
                  <a:srgbClr val="000000"/>
                </a:solidFill>
              </a:endParaRPr>
            </a:p>
          </p:txBody>
        </p:sp>
        <p:sp>
          <p:nvSpPr>
            <p:cNvPr id="135" name="Freeform 5"/>
            <p:cNvSpPr/>
            <p:nvPr/>
          </p:nvSpPr>
          <p:spPr>
            <a:xfrm rot="5400000">
              <a:off x="107376" y="66017"/>
              <a:ext cx="1343464" cy="1211429"/>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36" name="矩形 11"/>
            <p:cNvSpPr txBox="1"/>
            <p:nvPr/>
          </p:nvSpPr>
          <p:spPr>
            <a:xfrm>
              <a:off x="0" y="148788"/>
              <a:ext cx="1558216" cy="963997"/>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02</a:t>
              </a:r>
            </a:p>
          </p:txBody>
        </p:sp>
      </p:grpSp>
      <p:sp>
        <p:nvSpPr>
          <p:cNvPr id="138" name="矩形 5"/>
          <p:cNvSpPr txBox="1"/>
          <p:nvPr/>
        </p:nvSpPr>
        <p:spPr>
          <a:xfrm>
            <a:off x="11263350" y="7969685"/>
            <a:ext cx="4601490" cy="692598"/>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小结</a:t>
            </a:r>
            <a:endParaRPr sz="4400" dirty="0">
              <a:solidFill>
                <a:srgbClr val="000000"/>
              </a:solidFill>
            </a:endParaRPr>
          </a:p>
        </p:txBody>
      </p:sp>
      <p:sp>
        <p:nvSpPr>
          <p:cNvPr id="139" name="Freeform 5"/>
          <p:cNvSpPr/>
          <p:nvPr/>
        </p:nvSpPr>
        <p:spPr>
          <a:xfrm rot="5400000">
            <a:off x="9259567" y="7724291"/>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40" name="矩形 11"/>
          <p:cNvSpPr txBox="1"/>
          <p:nvPr/>
        </p:nvSpPr>
        <p:spPr>
          <a:xfrm>
            <a:off x="9136452" y="786024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03</a:t>
            </a:r>
            <a:endParaRPr dirty="0"/>
          </a:p>
        </p:txBody>
      </p:sp>
      <p:pic>
        <p:nvPicPr>
          <p:cNvPr id="2" name="Audio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96638" y="13228638"/>
            <a:ext cx="271462" cy="271462"/>
          </a:xfrm>
          <a:prstGeom prst="rect">
            <a:avLst/>
          </a:prstGeom>
        </p:spPr>
      </p:pic>
    </p:spTree>
  </p:cSld>
  <p:clrMapOvr>
    <a:masterClrMapping/>
  </p:clrMapOvr>
  <p:transition spd="med" advTm="31473"/>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矩形"/>
          <p:cNvSpPr/>
          <p:nvPr/>
        </p:nvSpPr>
        <p:spPr>
          <a:xfrm>
            <a:off x="0" y="-1"/>
            <a:ext cx="7841556" cy="13716001"/>
          </a:xfrm>
          <a:prstGeom prst="rect">
            <a:avLst/>
          </a:prstGeom>
          <a:solidFill>
            <a:srgbClr val="A8271A"/>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p>
        </p:txBody>
      </p:sp>
      <p:grpSp>
        <p:nvGrpSpPr>
          <p:cNvPr id="3" name="组合 2"/>
          <p:cNvGrpSpPr/>
          <p:nvPr/>
        </p:nvGrpSpPr>
        <p:grpSpPr>
          <a:xfrm>
            <a:off x="1020575" y="5555311"/>
            <a:ext cx="5189258" cy="2605375"/>
            <a:chOff x="1130303" y="5796540"/>
            <a:chExt cx="5189258" cy="2605375"/>
          </a:xfrm>
        </p:grpSpPr>
        <p:sp>
          <p:nvSpPr>
            <p:cNvPr id="132" name="文本框 3"/>
            <p:cNvSpPr txBox="1"/>
            <p:nvPr/>
          </p:nvSpPr>
          <p:spPr>
            <a:xfrm>
              <a:off x="1821401" y="7230559"/>
              <a:ext cx="3807062" cy="906381"/>
            </a:xfrm>
            <a:prstGeom prst="rect">
              <a:avLst/>
            </a:prstGeom>
            <a:ln w="12700">
              <a:miter lim="400000"/>
            </a:ln>
          </p:spPr>
          <p:txBody>
            <a:bodyPr lIns="45719" rIns="45719"/>
            <a:lstStyle>
              <a:lvl1pPr defTabSz="914400">
                <a:defRPr sz="240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r>
                <a:rPr dirty="0"/>
                <a:t>CONTENTS</a:t>
              </a:r>
              <a:endParaRPr dirty="0"/>
            </a:p>
          </p:txBody>
        </p:sp>
        <p:sp>
          <p:nvSpPr>
            <p:cNvPr id="133" name="文本框 3"/>
            <p:cNvSpPr txBox="1"/>
            <p:nvPr/>
          </p:nvSpPr>
          <p:spPr>
            <a:xfrm>
              <a:off x="1130303" y="5796540"/>
              <a:ext cx="5189258" cy="2605375"/>
            </a:xfrm>
            <a:prstGeom prst="rect">
              <a:avLst/>
            </a:prstGeom>
            <a:ln w="12700">
              <a:miter lim="400000"/>
            </a:ln>
          </p:spPr>
          <p:txBody>
            <a:bodyPr lIns="45719" rIns="45719"/>
            <a:lstStyle>
              <a:lvl1pPr defTabSz="914400">
                <a:defRPr sz="7000" spc="1166">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defRPr b="0">
                  <a:latin typeface="Arial Black" panose="020B0A04020102020204"/>
                  <a:ea typeface="Arial Black" panose="020B0A04020102020204"/>
                  <a:cs typeface="Arial Black" panose="020B0A04020102020204"/>
                  <a:sym typeface="Arial Black" panose="020B0A04020102020204"/>
                </a:defRPr>
              </a:pPr>
              <a:r>
                <a:rPr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目录</a:t>
              </a:r>
              <a:endParaRPr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30" name="成组"/>
          <p:cNvGrpSpPr/>
          <p:nvPr/>
        </p:nvGrpSpPr>
        <p:grpSpPr>
          <a:xfrm>
            <a:off x="9136452" y="3962416"/>
            <a:ext cx="5947866" cy="1343465"/>
            <a:chOff x="0" y="0"/>
            <a:chExt cx="5830084" cy="1343464"/>
          </a:xfrm>
        </p:grpSpPr>
        <p:sp>
          <p:nvSpPr>
            <p:cNvPr id="127" name="矩形 5"/>
            <p:cNvSpPr txBox="1"/>
            <p:nvPr/>
          </p:nvSpPr>
          <p:spPr>
            <a:xfrm>
              <a:off x="2084780" y="244454"/>
              <a:ext cx="3745304" cy="85455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b="1" dirty="0">
                  <a:solidFill>
                    <a:srgbClr val="FF0000"/>
                  </a:solidFill>
                </a:rPr>
                <a:t>因果图</a:t>
              </a:r>
              <a:endParaRPr lang="zh-CN" altLang="en-US" sz="4400" b="1" dirty="0">
                <a:solidFill>
                  <a:srgbClr val="FF0000"/>
                </a:solidFill>
              </a:endParaRPr>
            </a:p>
          </p:txBody>
        </p:sp>
        <p:sp>
          <p:nvSpPr>
            <p:cNvPr id="128" name="Freeform 5"/>
            <p:cNvSpPr/>
            <p:nvPr/>
          </p:nvSpPr>
          <p:spPr>
            <a:xfrm rot="5400000">
              <a:off x="107376" y="66017"/>
              <a:ext cx="1343464" cy="1211429"/>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29" name="矩形 11"/>
            <p:cNvSpPr txBox="1"/>
            <p:nvPr/>
          </p:nvSpPr>
          <p:spPr>
            <a:xfrm>
              <a:off x="0" y="189733"/>
              <a:ext cx="1558216" cy="963997"/>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01</a:t>
              </a:r>
            </a:p>
          </p:txBody>
        </p:sp>
      </p:grpSp>
      <p:grpSp>
        <p:nvGrpSpPr>
          <p:cNvPr id="137" name="成组"/>
          <p:cNvGrpSpPr/>
          <p:nvPr/>
        </p:nvGrpSpPr>
        <p:grpSpPr>
          <a:xfrm>
            <a:off x="9136452" y="5816463"/>
            <a:ext cx="5947868" cy="1343465"/>
            <a:chOff x="0" y="0"/>
            <a:chExt cx="5830087" cy="1343464"/>
          </a:xfrm>
        </p:grpSpPr>
        <p:sp>
          <p:nvSpPr>
            <p:cNvPr id="134" name="矩形 5"/>
            <p:cNvSpPr txBox="1"/>
            <p:nvPr/>
          </p:nvSpPr>
          <p:spPr>
            <a:xfrm>
              <a:off x="2084781" y="273189"/>
              <a:ext cx="3745306" cy="715195"/>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因果图测试</a:t>
              </a:r>
              <a:endParaRPr sz="4400" dirty="0">
                <a:solidFill>
                  <a:srgbClr val="000000"/>
                </a:solidFill>
              </a:endParaRPr>
            </a:p>
          </p:txBody>
        </p:sp>
        <p:sp>
          <p:nvSpPr>
            <p:cNvPr id="135" name="Freeform 5"/>
            <p:cNvSpPr/>
            <p:nvPr/>
          </p:nvSpPr>
          <p:spPr>
            <a:xfrm rot="5400000">
              <a:off x="107376" y="66017"/>
              <a:ext cx="1343464" cy="1211429"/>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36" name="矩形 11"/>
            <p:cNvSpPr txBox="1"/>
            <p:nvPr/>
          </p:nvSpPr>
          <p:spPr>
            <a:xfrm>
              <a:off x="0" y="148788"/>
              <a:ext cx="1558216" cy="963997"/>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02</a:t>
              </a:r>
            </a:p>
          </p:txBody>
        </p:sp>
      </p:grpSp>
      <p:sp>
        <p:nvSpPr>
          <p:cNvPr id="138" name="矩形 5"/>
          <p:cNvSpPr txBox="1"/>
          <p:nvPr/>
        </p:nvSpPr>
        <p:spPr>
          <a:xfrm>
            <a:off x="11263350" y="7969685"/>
            <a:ext cx="4601490" cy="692598"/>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小结</a:t>
            </a:r>
            <a:endParaRPr sz="4400" dirty="0">
              <a:solidFill>
                <a:srgbClr val="000000"/>
              </a:solidFill>
            </a:endParaRPr>
          </a:p>
        </p:txBody>
      </p:sp>
      <p:sp>
        <p:nvSpPr>
          <p:cNvPr id="139" name="Freeform 5"/>
          <p:cNvSpPr/>
          <p:nvPr/>
        </p:nvSpPr>
        <p:spPr>
          <a:xfrm rot="5400000">
            <a:off x="9259567" y="7724291"/>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40" name="矩形 11"/>
          <p:cNvSpPr txBox="1"/>
          <p:nvPr/>
        </p:nvSpPr>
        <p:spPr>
          <a:xfrm>
            <a:off x="9136452" y="786024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03</a:t>
            </a:r>
            <a:endParaRPr dirty="0"/>
          </a:p>
        </p:txBody>
      </p:sp>
      <p:pic>
        <p:nvPicPr>
          <p:cNvPr id="2" name="Audio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96638" y="13228638"/>
            <a:ext cx="271462" cy="271462"/>
          </a:xfrm>
          <a:prstGeom prst="rect">
            <a:avLst/>
          </a:prstGeom>
        </p:spPr>
      </p:pic>
    </p:spTree>
  </p:cSld>
  <p:clrMapOvr>
    <a:masterClrMapping/>
  </p:clrMapOvr>
  <p:transition spd="med" advTm="5665"/>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因果图</a:t>
            </a:r>
            <a:endParaRPr lang="zh-CN" altLang="en-US" dirty="0"/>
          </a:p>
        </p:txBody>
      </p:sp>
      <p:sp>
        <p:nvSpPr>
          <p:cNvPr id="20" name="Rectangle 3"/>
          <p:cNvSpPr txBox="1">
            <a:spLocks noChangeArrowheads="1"/>
          </p:cNvSpPr>
          <p:nvPr/>
        </p:nvSpPr>
        <p:spPr>
          <a:xfrm>
            <a:off x="2736000" y="3086671"/>
            <a:ext cx="7349988" cy="7448136"/>
          </a:xfrm>
          <a:prstGeom prst="rect">
            <a:avLst/>
          </a:prstGeom>
          <a:ln w="12700">
            <a:miter lim="400000"/>
          </a:ln>
        </p:spPr>
        <p:txBody>
          <a:bodyPr lIns="50800" tIns="50800" rIns="50800" bIns="50800" anchor="ctr">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黑盒测试技术</a:t>
            </a:r>
            <a:endParaRPr lang="en-US" altLang="zh-CN" sz="4800" b="1" dirty="0"/>
          </a:p>
          <a:p>
            <a:pPr lvl="2"/>
            <a:r>
              <a:rPr lang="zh-CN" altLang="en-US" sz="4800" dirty="0"/>
              <a:t>等价类划分</a:t>
            </a:r>
            <a:endParaRPr lang="zh-CN" altLang="en-US" sz="4800" dirty="0"/>
          </a:p>
          <a:p>
            <a:pPr lvl="2"/>
            <a:r>
              <a:rPr lang="zh-CN" altLang="en-US" sz="4800" dirty="0"/>
              <a:t>边界值分析</a:t>
            </a:r>
            <a:endParaRPr lang="zh-CN" altLang="en-US" sz="4800" dirty="0"/>
          </a:p>
          <a:p>
            <a:pPr lvl="2"/>
            <a:r>
              <a:rPr lang="zh-CN" altLang="en-US" sz="4800" dirty="0">
                <a:solidFill>
                  <a:srgbClr val="FF0000"/>
                </a:solidFill>
              </a:rPr>
              <a:t>因果图</a:t>
            </a:r>
            <a:endParaRPr lang="zh-CN" altLang="en-US" sz="4800" dirty="0">
              <a:solidFill>
                <a:srgbClr val="FF0000"/>
              </a:solidFill>
            </a:endParaRPr>
          </a:p>
          <a:p>
            <a:pPr lvl="2"/>
            <a:r>
              <a:rPr lang="zh-CN" altLang="en-US" sz="4800" dirty="0"/>
              <a:t>输入组合法</a:t>
            </a:r>
            <a:endParaRPr lang="zh-CN" altLang="en-US" sz="4800" dirty="0"/>
          </a:p>
          <a:p>
            <a:pPr lvl="2"/>
            <a:r>
              <a:rPr lang="zh-CN" altLang="en-US" sz="4800" dirty="0"/>
              <a:t>基于状态测试</a:t>
            </a:r>
            <a:endParaRPr lang="zh-CN" altLang="en-US" sz="4800" dirty="0"/>
          </a:p>
          <a:p>
            <a:pPr marL="1270000" lvl="2" indent="0">
              <a:buNone/>
            </a:pPr>
            <a:endParaRPr lang="zh-CN" altLang="en-US" sz="4800" dirty="0"/>
          </a:p>
        </p:txBody>
      </p:sp>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01</a:t>
            </a:r>
            <a:endParaRPr dirty="0"/>
          </a:p>
        </p:txBody>
      </p:sp>
      <p:grpSp>
        <p:nvGrpSpPr>
          <p:cNvPr id="3" name="组合 2"/>
          <p:cNvGrpSpPr/>
          <p:nvPr/>
        </p:nvGrpSpPr>
        <p:grpSpPr>
          <a:xfrm>
            <a:off x="13590738" y="4950374"/>
            <a:ext cx="4103944" cy="2758205"/>
            <a:chOff x="14531926" y="4904865"/>
            <a:chExt cx="5445693" cy="3414713"/>
          </a:xfrm>
        </p:grpSpPr>
        <p:sp>
          <p:nvSpPr>
            <p:cNvPr id="6" name="立方体 5"/>
            <p:cNvSpPr/>
            <p:nvPr/>
          </p:nvSpPr>
          <p:spPr>
            <a:xfrm>
              <a:off x="15526267" y="4904865"/>
              <a:ext cx="3529012" cy="3414713"/>
            </a:xfrm>
            <a:prstGeom prst="cube">
              <a:avLst/>
            </a:prstGeom>
            <a:solidFill>
              <a:schemeClr val="tx1"/>
            </a:solid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dirty="0">
                <a:ln>
                  <a:noFill/>
                </a:ln>
                <a:solidFill>
                  <a:srgbClr val="FFFFFF"/>
                </a:solidFill>
                <a:effectLst/>
                <a:uFillTx/>
                <a:latin typeface="+mn-lt"/>
                <a:ea typeface="+mn-ea"/>
                <a:cs typeface="+mn-cs"/>
                <a:sym typeface="Helvetica Neue Medium"/>
              </a:endParaRPr>
            </a:p>
          </p:txBody>
        </p:sp>
        <p:sp>
          <p:nvSpPr>
            <p:cNvPr id="7" name="文本框 6"/>
            <p:cNvSpPr txBox="1"/>
            <p:nvPr/>
          </p:nvSpPr>
          <p:spPr>
            <a:xfrm>
              <a:off x="16205722" y="5965892"/>
              <a:ext cx="1641476" cy="1949252"/>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r>
                <a:rPr kumimoji="0" lang="zh-CN" altLang="en-US" sz="6000" b="1" i="0" u="none" strike="noStrike" cap="none" spc="0" normalizeH="0" baseline="0" dirty="0">
                  <a:ln>
                    <a:noFill/>
                  </a:ln>
                  <a:solidFill>
                    <a:schemeClr val="bg1"/>
                  </a:solidFill>
                  <a:effectLst/>
                  <a:uFillTx/>
                  <a:latin typeface="微软雅黑" panose="020B0503020204020204" pitchFamily="34" charset="-122"/>
                  <a:ea typeface="微软雅黑" panose="020B0503020204020204" pitchFamily="34" charset="-122"/>
                  <a:sym typeface="Helvetica Neue"/>
                </a:rPr>
                <a:t>软件</a:t>
              </a:r>
              <a:endParaRPr kumimoji="0" lang="en-US" altLang="zh-CN" sz="6000" b="1" i="0" u="none" strike="noStrike" cap="none" spc="0" normalizeH="0" baseline="0" dirty="0">
                <a:ln>
                  <a:noFill/>
                </a:ln>
                <a:solidFill>
                  <a:schemeClr val="bg1"/>
                </a:solidFill>
                <a:effectLst/>
                <a:uFillTx/>
                <a:latin typeface="微软雅黑" panose="020B0503020204020204" pitchFamily="34" charset="-122"/>
                <a:ea typeface="微软雅黑" panose="020B0503020204020204" pitchFamily="34" charset="-122"/>
                <a:sym typeface="Helvetica Neue"/>
              </a:endParaRPr>
            </a:p>
            <a:p>
              <a:pPr marL="0" marR="0" indent="0" algn="ctr" defTabSz="825500" rtl="0" fontAlgn="auto" latinLnBrk="0" hangingPunct="0">
                <a:lnSpc>
                  <a:spcPct val="100000"/>
                </a:lnSpc>
                <a:spcBef>
                  <a:spcPts val="0"/>
                </a:spcBef>
                <a:spcAft>
                  <a:spcPts val="0"/>
                </a:spcAft>
                <a:buClrTx/>
                <a:buSzTx/>
                <a:buFontTx/>
                <a:buNone/>
              </a:pPr>
              <a:r>
                <a:rPr kumimoji="0" lang="zh-CN" altLang="en-US" sz="6000" b="1" i="0" u="none" strike="noStrike" cap="none" spc="0" normalizeH="0" baseline="0" dirty="0">
                  <a:ln>
                    <a:noFill/>
                  </a:ln>
                  <a:solidFill>
                    <a:schemeClr val="bg1"/>
                  </a:solidFill>
                  <a:effectLst/>
                  <a:uFillTx/>
                  <a:latin typeface="微软雅黑" panose="020B0503020204020204" pitchFamily="34" charset="-122"/>
                  <a:ea typeface="微软雅黑" panose="020B0503020204020204" pitchFamily="34" charset="-122"/>
                  <a:sym typeface="Helvetica Neue"/>
                </a:rPr>
                <a:t>系统</a:t>
              </a:r>
              <a:endParaRPr kumimoji="0" lang="zh-CN" altLang="en-US" sz="4800" b="1" i="0" u="none" strike="noStrike" cap="none" spc="0" normalizeH="0" baseline="0" dirty="0">
                <a:ln>
                  <a:noFill/>
                </a:ln>
                <a:solidFill>
                  <a:schemeClr val="bg1"/>
                </a:solidFill>
                <a:effectLst/>
                <a:uFillTx/>
                <a:latin typeface="微软雅黑" panose="020B0503020204020204" pitchFamily="34" charset="-122"/>
                <a:ea typeface="微软雅黑" panose="020B0503020204020204" pitchFamily="34" charset="-122"/>
                <a:sym typeface="Helvetica Neue"/>
              </a:endParaRPr>
            </a:p>
          </p:txBody>
        </p:sp>
        <p:sp>
          <p:nvSpPr>
            <p:cNvPr id="8" name="椭圆 7"/>
            <p:cNvSpPr/>
            <p:nvPr/>
          </p:nvSpPr>
          <p:spPr>
            <a:xfrm>
              <a:off x="14531926" y="6132074"/>
              <a:ext cx="428626" cy="400050"/>
            </a:xfrm>
            <a:prstGeom prst="ellipse">
              <a:avLst/>
            </a:prstGeom>
            <a:solidFill>
              <a:schemeClr val="accent1"/>
            </a:solid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cxnSp>
          <p:nvCxnSpPr>
            <p:cNvPr id="9" name="直接连接符 8"/>
            <p:cNvCxnSpPr/>
            <p:nvPr/>
          </p:nvCxnSpPr>
          <p:spPr>
            <a:xfrm>
              <a:off x="14910224" y="6319549"/>
              <a:ext cx="544042" cy="12550"/>
            </a:xfrm>
            <a:prstGeom prst="line">
              <a:avLst/>
            </a:prstGeom>
            <a:noFill/>
            <a:ln w="25400" cap="flat">
              <a:solidFill>
                <a:srgbClr val="000000"/>
              </a:solidFill>
              <a:prstDash val="solid"/>
              <a:miter lim="400000"/>
            </a:ln>
          </p:spPr>
          <p:style>
            <a:lnRef idx="0">
              <a:srgbClr val="FFFFFF"/>
            </a:lnRef>
            <a:fillRef idx="0">
              <a:srgbClr val="FFFFFF"/>
            </a:fillRef>
            <a:effectRef idx="0">
              <a:srgbClr val="FFFFFF"/>
            </a:effectRef>
            <a:fontRef idx="none"/>
          </p:style>
        </p:cxnSp>
        <p:sp>
          <p:nvSpPr>
            <p:cNvPr id="10" name="椭圆 9"/>
            <p:cNvSpPr/>
            <p:nvPr/>
          </p:nvSpPr>
          <p:spPr>
            <a:xfrm>
              <a:off x="14612886" y="7198879"/>
              <a:ext cx="428626" cy="400050"/>
            </a:xfrm>
            <a:prstGeom prst="ellipse">
              <a:avLst/>
            </a:prstGeom>
            <a:solidFill>
              <a:schemeClr val="accent1"/>
            </a:solid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cxnSp>
          <p:nvCxnSpPr>
            <p:cNvPr id="11" name="直接连接符 10"/>
            <p:cNvCxnSpPr>
              <a:stCxn id="10" idx="6"/>
            </p:cNvCxnSpPr>
            <p:nvPr/>
          </p:nvCxnSpPr>
          <p:spPr>
            <a:xfrm>
              <a:off x="15041511" y="7398904"/>
              <a:ext cx="445546" cy="0"/>
            </a:xfrm>
            <a:prstGeom prst="line">
              <a:avLst/>
            </a:prstGeom>
            <a:noFill/>
            <a:ln w="25400" cap="flat">
              <a:solidFill>
                <a:srgbClr val="000000"/>
              </a:solidFill>
              <a:prstDash val="solid"/>
              <a:miter lim="400000"/>
            </a:ln>
          </p:spPr>
          <p:style>
            <a:lnRef idx="0">
              <a:srgbClr val="FFFFFF"/>
            </a:lnRef>
            <a:fillRef idx="0">
              <a:srgbClr val="FFFFFF"/>
            </a:fillRef>
            <a:effectRef idx="0">
              <a:srgbClr val="FFFFFF"/>
            </a:effectRef>
            <a:fontRef idx="none"/>
          </p:style>
        </p:cxnSp>
        <p:sp>
          <p:nvSpPr>
            <p:cNvPr id="12" name="椭圆 11"/>
            <p:cNvSpPr/>
            <p:nvPr/>
          </p:nvSpPr>
          <p:spPr>
            <a:xfrm>
              <a:off x="19548993" y="6244855"/>
              <a:ext cx="428626" cy="400050"/>
            </a:xfrm>
            <a:prstGeom prst="ellipse">
              <a:avLst/>
            </a:prstGeom>
            <a:solidFill>
              <a:schemeClr val="accent1"/>
            </a:solid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cxnSp>
          <p:nvCxnSpPr>
            <p:cNvPr id="13" name="直接连接符 12"/>
            <p:cNvCxnSpPr/>
            <p:nvPr/>
          </p:nvCxnSpPr>
          <p:spPr>
            <a:xfrm flipV="1">
              <a:off x="18963207" y="6444881"/>
              <a:ext cx="594370" cy="28575"/>
            </a:xfrm>
            <a:prstGeom prst="line">
              <a:avLst/>
            </a:prstGeom>
            <a:noFill/>
            <a:ln w="25400" cap="flat">
              <a:solidFill>
                <a:srgbClr val="000000"/>
              </a:solidFill>
              <a:prstDash val="solid"/>
              <a:miter lim="400000"/>
            </a:ln>
          </p:spPr>
          <p:style>
            <a:lnRef idx="0">
              <a:srgbClr val="FFFFFF"/>
            </a:lnRef>
            <a:fillRef idx="0">
              <a:srgbClr val="FFFFFF"/>
            </a:fillRef>
            <a:effectRef idx="0">
              <a:srgbClr val="FFFFFF"/>
            </a:effectRef>
            <a:fontRef idx="none"/>
          </p:style>
        </p:cxnSp>
      </p:grpSp>
      <p:sp>
        <p:nvSpPr>
          <p:cNvPr id="14" name="右箭头 13"/>
          <p:cNvSpPr/>
          <p:nvPr/>
        </p:nvSpPr>
        <p:spPr>
          <a:xfrm>
            <a:off x="11921659" y="5775888"/>
            <a:ext cx="1355644" cy="1107176"/>
          </a:xfrm>
          <a:prstGeom prst="rightArrow">
            <a:avLst/>
          </a:prstGeom>
          <a:solidFill>
            <a:schemeClr val="accent1"/>
          </a:solid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5" name="文本框 14"/>
          <p:cNvSpPr txBox="1"/>
          <p:nvPr/>
        </p:nvSpPr>
        <p:spPr>
          <a:xfrm>
            <a:off x="10087958" y="5816515"/>
            <a:ext cx="1908942" cy="1025922"/>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r>
              <a:rPr kumimoji="0" lang="zh-CN" altLang="en-US" sz="60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sym typeface="Helvetica Neue"/>
              </a:rPr>
              <a:t>输入</a:t>
            </a:r>
            <a:endParaRPr kumimoji="0" lang="zh-CN" altLang="en-US" sz="48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sym typeface="Helvetica Neue"/>
            </a:endParaRPr>
          </a:p>
        </p:txBody>
      </p:sp>
      <p:sp>
        <p:nvSpPr>
          <p:cNvPr id="16" name="右箭头 15"/>
          <p:cNvSpPr/>
          <p:nvPr/>
        </p:nvSpPr>
        <p:spPr>
          <a:xfrm>
            <a:off x="17975900" y="5775888"/>
            <a:ext cx="1355644" cy="1107176"/>
          </a:xfrm>
          <a:prstGeom prst="rightArrow">
            <a:avLst/>
          </a:prstGeom>
          <a:solidFill>
            <a:schemeClr val="accent1"/>
          </a:solid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7" name="文本框 16"/>
          <p:cNvSpPr txBox="1"/>
          <p:nvPr/>
        </p:nvSpPr>
        <p:spPr>
          <a:xfrm>
            <a:off x="19819679" y="5816515"/>
            <a:ext cx="1908942" cy="1025922"/>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r>
              <a:rPr kumimoji="0" lang="zh-CN" altLang="en-US" sz="60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sym typeface="Helvetica Neue"/>
              </a:rPr>
              <a:t>输</a:t>
            </a:r>
            <a:r>
              <a:rPr lang="zh-CN" altLang="en-US" sz="6000" dirty="0">
                <a:solidFill>
                  <a:schemeClr val="tx1"/>
                </a:solidFill>
                <a:latin typeface="微软雅黑" panose="020B0503020204020204" pitchFamily="34" charset="-122"/>
                <a:ea typeface="微软雅黑" panose="020B0503020204020204" pitchFamily="34" charset="-122"/>
              </a:rPr>
              <a:t>出</a:t>
            </a:r>
            <a:endParaRPr kumimoji="0" lang="zh-CN" altLang="en-US" sz="48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sym typeface="Helvetica Neue"/>
            </a:endParaRPr>
          </a:p>
        </p:txBody>
      </p:sp>
      <p:pic>
        <p:nvPicPr>
          <p:cNvPr id="18" name="Audio 17">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63300" y="13195300"/>
            <a:ext cx="304800" cy="304800"/>
          </a:xfrm>
          <a:prstGeom prst="rect">
            <a:avLst/>
          </a:prstGeom>
        </p:spPr>
      </p:pic>
    </p:spTree>
    <p:custDataLst>
      <p:tags r:id="rId4"/>
    </p:custDataLst>
  </p:cSld>
  <p:clrMapOvr>
    <a:masterClrMapping/>
  </p:clrMapOvr>
  <p:transition spd="med" advTm="85687"/>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8"/>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因果图</a:t>
            </a:r>
            <a:endParaRPr lang="zh-CN" altLang="en-US" dirty="0"/>
          </a:p>
        </p:txBody>
      </p:sp>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01</a:t>
            </a:r>
            <a:endParaRPr dirty="0"/>
          </a:p>
        </p:txBody>
      </p:sp>
      <p:grpSp>
        <p:nvGrpSpPr>
          <p:cNvPr id="19" name="Group 4"/>
          <p:cNvGrpSpPr/>
          <p:nvPr/>
        </p:nvGrpSpPr>
        <p:grpSpPr bwMode="auto">
          <a:xfrm>
            <a:off x="7194688" y="3268344"/>
            <a:ext cx="9994623" cy="7179311"/>
            <a:chOff x="2835" y="1343"/>
            <a:chExt cx="2585" cy="1577"/>
          </a:xfrm>
        </p:grpSpPr>
        <p:grpSp>
          <p:nvGrpSpPr>
            <p:cNvPr id="21" name="Group 5"/>
            <p:cNvGrpSpPr/>
            <p:nvPr/>
          </p:nvGrpSpPr>
          <p:grpSpPr bwMode="auto">
            <a:xfrm>
              <a:off x="3317" y="1343"/>
              <a:ext cx="2103" cy="1577"/>
              <a:chOff x="414" y="1434"/>
              <a:chExt cx="2103" cy="1577"/>
            </a:xfrm>
          </p:grpSpPr>
          <p:sp>
            <p:nvSpPr>
              <p:cNvPr id="25" name="Oval 6"/>
              <p:cNvSpPr>
                <a:spLocks noChangeArrowheads="1"/>
              </p:cNvSpPr>
              <p:nvPr/>
            </p:nvSpPr>
            <p:spPr bwMode="auto">
              <a:xfrm>
                <a:off x="414" y="1434"/>
                <a:ext cx="272" cy="272"/>
              </a:xfrm>
              <a:prstGeom prst="ellipse">
                <a:avLst/>
              </a:prstGeom>
              <a:ln w="28575">
                <a:solidFill>
                  <a:schemeClr val="tx1"/>
                </a:solidFill>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fontAlgn="ctr" hangingPunct="1">
                  <a:spcBef>
                    <a:spcPct val="0"/>
                  </a:spcBef>
                  <a:buClrTx/>
                  <a:buSzTx/>
                  <a:buFontTx/>
                  <a:buNone/>
                </a:pPr>
                <a:r>
                  <a:rPr lang="en-US" altLang="zh-CN" sz="5600" dirty="0">
                    <a:solidFill>
                      <a:srgbClr val="FF0000"/>
                    </a:solidFill>
                    <a:latin typeface="Times New Roman" panose="02020603050405020304" pitchFamily="18" charset="0"/>
                    <a:cs typeface="Times New Roman" panose="02020603050405020304" pitchFamily="18" charset="0"/>
                  </a:rPr>
                  <a:t>C</a:t>
                </a:r>
                <a:r>
                  <a:rPr lang="en-US" altLang="zh-CN" sz="5600" baseline="-25000" dirty="0">
                    <a:solidFill>
                      <a:srgbClr val="FF0000"/>
                    </a:solidFill>
                    <a:latin typeface="Times New Roman" panose="02020603050405020304" pitchFamily="18" charset="0"/>
                    <a:cs typeface="Times New Roman" panose="02020603050405020304" pitchFamily="18" charset="0"/>
                  </a:rPr>
                  <a:t>1</a:t>
                </a:r>
                <a:endParaRPr lang="en-US" altLang="zh-CN" sz="5600" baseline="-25000" dirty="0">
                  <a:solidFill>
                    <a:srgbClr val="FF0000"/>
                  </a:solidFill>
                  <a:latin typeface="Times New Roman" panose="02020603050405020304" pitchFamily="18" charset="0"/>
                  <a:cs typeface="Times New Roman" panose="02020603050405020304" pitchFamily="18" charset="0"/>
                </a:endParaRPr>
              </a:p>
            </p:txBody>
          </p:sp>
          <p:sp>
            <p:nvSpPr>
              <p:cNvPr id="26" name="Oval 7"/>
              <p:cNvSpPr>
                <a:spLocks noChangeArrowheads="1"/>
              </p:cNvSpPr>
              <p:nvPr/>
            </p:nvSpPr>
            <p:spPr bwMode="auto">
              <a:xfrm>
                <a:off x="414" y="2075"/>
                <a:ext cx="272" cy="272"/>
              </a:xfrm>
              <a:prstGeom prst="ellipse">
                <a:avLst/>
              </a:prstGeom>
              <a:ln w="28575">
                <a:solidFill>
                  <a:schemeClr val="tx1"/>
                </a:solidFill>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fontAlgn="ctr" hangingPunct="1">
                  <a:spcBef>
                    <a:spcPct val="0"/>
                  </a:spcBef>
                  <a:buClrTx/>
                  <a:buSzTx/>
                  <a:buFontTx/>
                  <a:buNone/>
                </a:pPr>
                <a:r>
                  <a:rPr lang="en-US" altLang="zh-CN" sz="5600" dirty="0">
                    <a:solidFill>
                      <a:srgbClr val="FF0000"/>
                    </a:solidFill>
                    <a:latin typeface="Times New Roman" panose="02020603050405020304" pitchFamily="18" charset="0"/>
                    <a:cs typeface="Times New Roman" panose="02020603050405020304" pitchFamily="18" charset="0"/>
                  </a:rPr>
                  <a:t>C</a:t>
                </a:r>
                <a:r>
                  <a:rPr lang="en-US" altLang="zh-CN" sz="5600" baseline="-25000" dirty="0">
                    <a:solidFill>
                      <a:srgbClr val="FF0000"/>
                    </a:solidFill>
                    <a:latin typeface="Times New Roman" panose="02020603050405020304" pitchFamily="18" charset="0"/>
                    <a:cs typeface="Times New Roman" panose="02020603050405020304" pitchFamily="18" charset="0"/>
                  </a:rPr>
                  <a:t>2</a:t>
                </a:r>
                <a:endParaRPr lang="en-US" altLang="zh-CN" sz="5600" baseline="-25000" dirty="0">
                  <a:solidFill>
                    <a:srgbClr val="FF0000"/>
                  </a:solidFill>
                  <a:latin typeface="Times New Roman" panose="02020603050405020304" pitchFamily="18" charset="0"/>
                  <a:cs typeface="Times New Roman" panose="02020603050405020304" pitchFamily="18" charset="0"/>
                </a:endParaRPr>
              </a:p>
            </p:txBody>
          </p:sp>
          <p:sp>
            <p:nvSpPr>
              <p:cNvPr id="27" name="Oval 8"/>
              <p:cNvSpPr>
                <a:spLocks noChangeArrowheads="1"/>
              </p:cNvSpPr>
              <p:nvPr/>
            </p:nvSpPr>
            <p:spPr bwMode="auto">
              <a:xfrm>
                <a:off x="431" y="2739"/>
                <a:ext cx="272" cy="272"/>
              </a:xfrm>
              <a:prstGeom prst="ellipse">
                <a:avLst/>
              </a:prstGeom>
              <a:ln w="28575">
                <a:solidFill>
                  <a:schemeClr val="tx1"/>
                </a:solidFill>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fontAlgn="ctr" hangingPunct="1">
                  <a:spcBef>
                    <a:spcPct val="0"/>
                  </a:spcBef>
                  <a:buClrTx/>
                  <a:buSzTx/>
                  <a:buNone/>
                </a:pPr>
                <a:r>
                  <a:rPr lang="en-US" altLang="zh-CN" sz="5600" dirty="0">
                    <a:solidFill>
                      <a:srgbClr val="FF0000"/>
                    </a:solidFill>
                    <a:latin typeface="Times New Roman" panose="02020603050405020304" pitchFamily="18" charset="0"/>
                    <a:cs typeface="Times New Roman" panose="02020603050405020304" pitchFamily="18" charset="0"/>
                  </a:rPr>
                  <a:t>C</a:t>
                </a:r>
                <a:r>
                  <a:rPr lang="en-US" altLang="zh-CN" sz="5600" baseline="-25000" dirty="0">
                    <a:solidFill>
                      <a:srgbClr val="FF0000"/>
                    </a:solidFill>
                    <a:latin typeface="Times New Roman" panose="02020603050405020304" pitchFamily="18" charset="0"/>
                    <a:cs typeface="Times New Roman" panose="02020603050405020304" pitchFamily="18" charset="0"/>
                  </a:rPr>
                  <a:t>3</a:t>
                </a:r>
                <a:endParaRPr lang="en-US" altLang="zh-CN" sz="5600" baseline="-25000" dirty="0">
                  <a:solidFill>
                    <a:srgbClr val="FF0000"/>
                  </a:solidFill>
                  <a:latin typeface="Times New Roman" panose="02020603050405020304" pitchFamily="18" charset="0"/>
                  <a:cs typeface="Times New Roman" panose="02020603050405020304" pitchFamily="18" charset="0"/>
                </a:endParaRPr>
              </a:p>
            </p:txBody>
          </p:sp>
          <p:sp>
            <p:nvSpPr>
              <p:cNvPr id="28" name="Oval 9"/>
              <p:cNvSpPr>
                <a:spLocks noChangeArrowheads="1"/>
              </p:cNvSpPr>
              <p:nvPr/>
            </p:nvSpPr>
            <p:spPr bwMode="auto">
              <a:xfrm>
                <a:off x="1292" y="1797"/>
                <a:ext cx="272" cy="272"/>
              </a:xfrm>
              <a:prstGeom prst="ellipse">
                <a:avLst/>
              </a:prstGeom>
              <a:ln w="28575">
                <a:solidFill>
                  <a:schemeClr val="tx1"/>
                </a:solidFill>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fontAlgn="ctr" hangingPunct="1">
                  <a:spcBef>
                    <a:spcPct val="0"/>
                  </a:spcBef>
                  <a:buClrTx/>
                  <a:buSzTx/>
                  <a:buFontTx/>
                  <a:buNone/>
                </a:pPr>
                <a:r>
                  <a:rPr lang="en-US" altLang="zh-CN" sz="5600" dirty="0">
                    <a:solidFill>
                      <a:srgbClr val="000000"/>
                    </a:solidFill>
                    <a:latin typeface="Times New Roman" panose="02020603050405020304" pitchFamily="18" charset="0"/>
                    <a:cs typeface="Times New Roman" panose="02020603050405020304" pitchFamily="18" charset="0"/>
                  </a:rPr>
                  <a:t>M</a:t>
                </a:r>
                <a:r>
                  <a:rPr lang="en-US" altLang="zh-CN" sz="5600" baseline="-25000" dirty="0">
                    <a:solidFill>
                      <a:srgbClr val="000000"/>
                    </a:solidFill>
                    <a:latin typeface="Times New Roman" panose="02020603050405020304" pitchFamily="18" charset="0"/>
                    <a:cs typeface="Times New Roman" panose="02020603050405020304" pitchFamily="18" charset="0"/>
                  </a:rPr>
                  <a:t>1</a:t>
                </a:r>
                <a:endParaRPr lang="en-US" altLang="zh-CN" sz="5600" baseline="-25000" dirty="0">
                  <a:solidFill>
                    <a:srgbClr val="000000"/>
                  </a:solidFill>
                  <a:latin typeface="Times New Roman" panose="02020603050405020304" pitchFamily="18" charset="0"/>
                  <a:cs typeface="Times New Roman" panose="02020603050405020304" pitchFamily="18" charset="0"/>
                </a:endParaRPr>
              </a:p>
            </p:txBody>
          </p:sp>
          <p:sp>
            <p:nvSpPr>
              <p:cNvPr id="29" name="Oval 10"/>
              <p:cNvSpPr>
                <a:spLocks noChangeArrowheads="1"/>
              </p:cNvSpPr>
              <p:nvPr/>
            </p:nvSpPr>
            <p:spPr bwMode="auto">
              <a:xfrm>
                <a:off x="2245" y="2739"/>
                <a:ext cx="272" cy="272"/>
              </a:xfrm>
              <a:prstGeom prst="ellipse">
                <a:avLst/>
              </a:prstGeom>
              <a:ln w="28575">
                <a:solidFill>
                  <a:schemeClr val="tx1"/>
                </a:solidFill>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fontAlgn="ctr" hangingPunct="1">
                  <a:spcBef>
                    <a:spcPct val="0"/>
                  </a:spcBef>
                  <a:buClrTx/>
                  <a:buSzTx/>
                  <a:buNone/>
                </a:pPr>
                <a:r>
                  <a:rPr lang="en-US" altLang="zh-CN" sz="5600" dirty="0">
                    <a:solidFill>
                      <a:srgbClr val="7030A0"/>
                    </a:solidFill>
                    <a:latin typeface="Times New Roman" panose="02020603050405020304" pitchFamily="18" charset="0"/>
                    <a:cs typeface="Times New Roman" panose="02020603050405020304" pitchFamily="18" charset="0"/>
                  </a:rPr>
                  <a:t>E</a:t>
                </a:r>
                <a:r>
                  <a:rPr lang="en-US" altLang="zh-CN" sz="5600" baseline="-25000" dirty="0">
                    <a:solidFill>
                      <a:srgbClr val="7030A0"/>
                    </a:solidFill>
                    <a:latin typeface="Times New Roman" panose="02020603050405020304" pitchFamily="18" charset="0"/>
                    <a:cs typeface="Times New Roman" panose="02020603050405020304" pitchFamily="18" charset="0"/>
                  </a:rPr>
                  <a:t>3</a:t>
                </a:r>
                <a:endParaRPr lang="en-US" altLang="zh-CN" sz="5600" baseline="-25000" dirty="0">
                  <a:solidFill>
                    <a:srgbClr val="7030A0"/>
                  </a:solidFill>
                  <a:latin typeface="Times New Roman" panose="02020603050405020304" pitchFamily="18" charset="0"/>
                  <a:cs typeface="Times New Roman" panose="02020603050405020304" pitchFamily="18" charset="0"/>
                </a:endParaRPr>
              </a:p>
            </p:txBody>
          </p:sp>
          <p:sp>
            <p:nvSpPr>
              <p:cNvPr id="30" name="Oval 11"/>
              <p:cNvSpPr>
                <a:spLocks noChangeArrowheads="1"/>
              </p:cNvSpPr>
              <p:nvPr/>
            </p:nvSpPr>
            <p:spPr bwMode="auto">
              <a:xfrm>
                <a:off x="2245" y="2075"/>
                <a:ext cx="272" cy="272"/>
              </a:xfrm>
              <a:prstGeom prst="ellipse">
                <a:avLst/>
              </a:prstGeom>
              <a:ln w="28575">
                <a:solidFill>
                  <a:schemeClr val="tx1"/>
                </a:solidFill>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fontAlgn="ctr" hangingPunct="1">
                  <a:spcBef>
                    <a:spcPct val="0"/>
                  </a:spcBef>
                  <a:buClrTx/>
                  <a:buSzTx/>
                  <a:buNone/>
                </a:pPr>
                <a:r>
                  <a:rPr lang="en-US" altLang="zh-CN" sz="5600" dirty="0">
                    <a:solidFill>
                      <a:srgbClr val="7030A0"/>
                    </a:solidFill>
                    <a:latin typeface="Times New Roman" panose="02020603050405020304" pitchFamily="18" charset="0"/>
                    <a:cs typeface="Times New Roman" panose="02020603050405020304" pitchFamily="18" charset="0"/>
                  </a:rPr>
                  <a:t>E</a:t>
                </a:r>
                <a:r>
                  <a:rPr lang="en-US" altLang="zh-CN" sz="5600" baseline="-25000" dirty="0">
                    <a:solidFill>
                      <a:srgbClr val="7030A0"/>
                    </a:solidFill>
                    <a:latin typeface="Times New Roman" panose="02020603050405020304" pitchFamily="18" charset="0"/>
                    <a:cs typeface="Times New Roman" panose="02020603050405020304" pitchFamily="18" charset="0"/>
                  </a:rPr>
                  <a:t>2</a:t>
                </a:r>
                <a:endParaRPr lang="en-US" altLang="zh-CN" sz="5600" baseline="-25000" dirty="0">
                  <a:solidFill>
                    <a:srgbClr val="7030A0"/>
                  </a:solidFill>
                  <a:latin typeface="Times New Roman" panose="02020603050405020304" pitchFamily="18" charset="0"/>
                  <a:cs typeface="Times New Roman" panose="02020603050405020304" pitchFamily="18" charset="0"/>
                </a:endParaRPr>
              </a:p>
            </p:txBody>
          </p:sp>
          <p:sp>
            <p:nvSpPr>
              <p:cNvPr id="31" name="Oval 12"/>
              <p:cNvSpPr>
                <a:spLocks noChangeArrowheads="1"/>
              </p:cNvSpPr>
              <p:nvPr/>
            </p:nvSpPr>
            <p:spPr bwMode="auto">
              <a:xfrm>
                <a:off x="2245" y="1436"/>
                <a:ext cx="272" cy="272"/>
              </a:xfrm>
              <a:prstGeom prst="ellipse">
                <a:avLst/>
              </a:prstGeom>
              <a:ln w="28575">
                <a:solidFill>
                  <a:schemeClr val="tx1"/>
                </a:solidFill>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fontAlgn="ctr" hangingPunct="1">
                  <a:spcBef>
                    <a:spcPct val="0"/>
                  </a:spcBef>
                  <a:buClrTx/>
                  <a:buSzTx/>
                  <a:buNone/>
                </a:pPr>
                <a:r>
                  <a:rPr lang="en-US" altLang="zh-CN" sz="5600" dirty="0">
                    <a:solidFill>
                      <a:srgbClr val="7030A0"/>
                    </a:solidFill>
                    <a:latin typeface="Times New Roman" panose="02020603050405020304" pitchFamily="18" charset="0"/>
                    <a:cs typeface="Times New Roman" panose="02020603050405020304" pitchFamily="18" charset="0"/>
                  </a:rPr>
                  <a:t>E</a:t>
                </a:r>
                <a:r>
                  <a:rPr lang="en-US" altLang="zh-CN" sz="5600" baseline="-25000" dirty="0">
                    <a:solidFill>
                      <a:srgbClr val="7030A0"/>
                    </a:solidFill>
                    <a:latin typeface="Times New Roman" panose="02020603050405020304" pitchFamily="18" charset="0"/>
                    <a:cs typeface="Times New Roman" panose="02020603050405020304" pitchFamily="18" charset="0"/>
                  </a:rPr>
                  <a:t>1</a:t>
                </a:r>
                <a:endParaRPr lang="en-US" altLang="zh-CN" sz="5600" baseline="-25000" dirty="0">
                  <a:solidFill>
                    <a:srgbClr val="7030A0"/>
                  </a:solidFill>
                  <a:latin typeface="Times New Roman" panose="02020603050405020304" pitchFamily="18" charset="0"/>
                  <a:cs typeface="Times New Roman" panose="02020603050405020304" pitchFamily="18" charset="0"/>
                </a:endParaRPr>
              </a:p>
            </p:txBody>
          </p:sp>
          <p:sp>
            <p:nvSpPr>
              <p:cNvPr id="32" name="Line 13"/>
              <p:cNvSpPr>
                <a:spLocks noChangeShapeType="1"/>
              </p:cNvSpPr>
              <p:nvPr/>
            </p:nvSpPr>
            <p:spPr bwMode="auto">
              <a:xfrm>
                <a:off x="703" y="1570"/>
                <a:ext cx="589" cy="272"/>
              </a:xfrm>
              <a:prstGeom prst="line">
                <a:avLst/>
              </a:prstGeom>
              <a:ln w="28575">
                <a:solidFill>
                  <a:schemeClr val="tx1"/>
                </a:solidFill>
                <a:headEnd type="none" w="med" len="med"/>
                <a:tailEnd type="arrow" w="med" len="me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lstStyle/>
              <a:p>
                <a:endParaRPr lang="zh-CN" altLang="en-US" sz="6000">
                  <a:latin typeface="Times New Roman" panose="02020603050405020304" pitchFamily="18" charset="0"/>
                  <a:cs typeface="Times New Roman" panose="02020603050405020304" pitchFamily="18" charset="0"/>
                </a:endParaRPr>
              </a:p>
            </p:txBody>
          </p:sp>
          <p:sp>
            <p:nvSpPr>
              <p:cNvPr id="33" name="Line 14"/>
              <p:cNvSpPr>
                <a:spLocks noChangeShapeType="1"/>
              </p:cNvSpPr>
              <p:nvPr/>
            </p:nvSpPr>
            <p:spPr bwMode="auto">
              <a:xfrm flipV="1">
                <a:off x="703" y="1933"/>
                <a:ext cx="589" cy="272"/>
              </a:xfrm>
              <a:prstGeom prst="line">
                <a:avLst/>
              </a:prstGeom>
              <a:ln w="28575">
                <a:solidFill>
                  <a:schemeClr val="tx1"/>
                </a:solidFill>
                <a:headEnd type="none" w="med" len="med"/>
                <a:tailEnd type="arrow" w="med" len="me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lstStyle/>
              <a:p>
                <a:endParaRPr lang="zh-CN" altLang="en-US" sz="6000">
                  <a:latin typeface="Times New Roman" panose="02020603050405020304" pitchFamily="18" charset="0"/>
                  <a:cs typeface="Times New Roman" panose="02020603050405020304" pitchFamily="18" charset="0"/>
                </a:endParaRPr>
              </a:p>
            </p:txBody>
          </p:sp>
          <p:sp>
            <p:nvSpPr>
              <p:cNvPr id="34" name="Line 15"/>
              <p:cNvSpPr>
                <a:spLocks noChangeShapeType="1"/>
              </p:cNvSpPr>
              <p:nvPr/>
            </p:nvSpPr>
            <p:spPr bwMode="auto">
              <a:xfrm flipV="1">
                <a:off x="1565" y="1570"/>
                <a:ext cx="680" cy="318"/>
              </a:xfrm>
              <a:prstGeom prst="line">
                <a:avLst/>
              </a:prstGeom>
              <a:ln w="28575">
                <a:solidFill>
                  <a:schemeClr val="tx1"/>
                </a:solidFill>
                <a:headEnd type="none" w="med" len="med"/>
                <a:tailEnd type="arrow" w="med" len="me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lstStyle/>
              <a:p>
                <a:endParaRPr lang="zh-CN" altLang="en-US" sz="6000">
                  <a:latin typeface="Times New Roman" panose="02020603050405020304" pitchFamily="18" charset="0"/>
                  <a:cs typeface="Times New Roman" panose="02020603050405020304" pitchFamily="18" charset="0"/>
                </a:endParaRPr>
              </a:p>
            </p:txBody>
          </p:sp>
          <p:sp>
            <p:nvSpPr>
              <p:cNvPr id="35" name="Line 16"/>
              <p:cNvSpPr>
                <a:spLocks noChangeShapeType="1"/>
              </p:cNvSpPr>
              <p:nvPr/>
            </p:nvSpPr>
            <p:spPr bwMode="auto">
              <a:xfrm>
                <a:off x="1565" y="1933"/>
                <a:ext cx="680" cy="272"/>
              </a:xfrm>
              <a:prstGeom prst="line">
                <a:avLst/>
              </a:prstGeom>
              <a:ln w="28575">
                <a:solidFill>
                  <a:schemeClr val="tx1"/>
                </a:solidFill>
                <a:headEnd type="none" w="med" len="med"/>
                <a:tailEnd type="arrow" w="med" len="me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lstStyle/>
              <a:p>
                <a:endParaRPr lang="zh-CN" altLang="en-US" sz="6000">
                  <a:latin typeface="Times New Roman" panose="02020603050405020304" pitchFamily="18" charset="0"/>
                  <a:cs typeface="Times New Roman" panose="02020603050405020304" pitchFamily="18" charset="0"/>
                </a:endParaRPr>
              </a:p>
            </p:txBody>
          </p:sp>
          <p:sp>
            <p:nvSpPr>
              <p:cNvPr id="36" name="Line 17"/>
              <p:cNvSpPr>
                <a:spLocks noChangeShapeType="1"/>
              </p:cNvSpPr>
              <p:nvPr/>
            </p:nvSpPr>
            <p:spPr bwMode="auto">
              <a:xfrm flipH="1">
                <a:off x="703" y="2205"/>
                <a:ext cx="1542" cy="681"/>
              </a:xfrm>
              <a:prstGeom prst="line">
                <a:avLst/>
              </a:prstGeom>
              <a:ln w="28575">
                <a:solidFill>
                  <a:schemeClr val="tx1"/>
                </a:solidFill>
                <a:headEnd type="arrow" w="med" len="med"/>
                <a:tailEnd type="none" w="med" len="me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lstStyle/>
              <a:p>
                <a:endParaRPr lang="zh-CN" altLang="en-US" sz="6000">
                  <a:latin typeface="Times New Roman" panose="02020603050405020304" pitchFamily="18" charset="0"/>
                  <a:cs typeface="Times New Roman" panose="02020603050405020304" pitchFamily="18" charset="0"/>
                </a:endParaRPr>
              </a:p>
            </p:txBody>
          </p:sp>
          <p:sp>
            <p:nvSpPr>
              <p:cNvPr id="37" name="Line 18"/>
              <p:cNvSpPr>
                <a:spLocks noChangeShapeType="1"/>
              </p:cNvSpPr>
              <p:nvPr/>
            </p:nvSpPr>
            <p:spPr bwMode="auto">
              <a:xfrm>
                <a:off x="703" y="2886"/>
                <a:ext cx="1542" cy="0"/>
              </a:xfrm>
              <a:prstGeom prst="line">
                <a:avLst/>
              </a:prstGeom>
              <a:ln w="28575">
                <a:solidFill>
                  <a:schemeClr val="tx1"/>
                </a:solidFill>
                <a:headEnd type="none" w="med" len="med"/>
                <a:tailEnd type="arrow" w="med" len="me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lstStyle/>
              <a:p>
                <a:endParaRPr lang="zh-CN" altLang="en-US" sz="6000">
                  <a:latin typeface="Times New Roman" panose="02020603050405020304" pitchFamily="18" charset="0"/>
                  <a:cs typeface="Times New Roman" panose="02020603050405020304" pitchFamily="18" charset="0"/>
                </a:endParaRPr>
              </a:p>
            </p:txBody>
          </p:sp>
          <p:sp>
            <p:nvSpPr>
              <p:cNvPr id="38" name="Text Box 19"/>
              <p:cNvSpPr txBox="1">
                <a:spLocks noChangeArrowheads="1"/>
              </p:cNvSpPr>
              <p:nvPr/>
            </p:nvSpPr>
            <p:spPr bwMode="auto">
              <a:xfrm>
                <a:off x="1040" y="1799"/>
                <a:ext cx="152" cy="210"/>
              </a:xfrm>
              <a:prstGeom prst="rect">
                <a:avLst/>
              </a:prstGeom>
              <a:noFill/>
              <a:ln w="28575">
                <a:noFill/>
                <a:miter lim="800000"/>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eaLnBrk="1" hangingPunct="1">
                  <a:spcBef>
                    <a:spcPct val="50000"/>
                  </a:spcBef>
                  <a:defRPr sz="5600">
                    <a:solidFill>
                      <a:srgbClr val="000000"/>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r>
                  <a:rPr lang="en-US" altLang="zh-CN" dirty="0">
                    <a:latin typeface="Times New Roman" panose="02020603050405020304" pitchFamily="18" charset="0"/>
                    <a:cs typeface="Times New Roman" panose="02020603050405020304" pitchFamily="18" charset="0"/>
                  </a:rPr>
                  <a:t>V</a:t>
                </a:r>
                <a:endParaRPr lang="en-US" altLang="zh-CN" dirty="0">
                  <a:latin typeface="Times New Roman" panose="02020603050405020304" pitchFamily="18" charset="0"/>
                  <a:cs typeface="Times New Roman" panose="02020603050405020304" pitchFamily="18" charset="0"/>
                </a:endParaRPr>
              </a:p>
            </p:txBody>
          </p:sp>
          <p:sp>
            <p:nvSpPr>
              <p:cNvPr id="39" name="Text Box 20"/>
              <p:cNvSpPr txBox="1">
                <a:spLocks noChangeArrowheads="1"/>
              </p:cNvSpPr>
              <p:nvPr/>
            </p:nvSpPr>
            <p:spPr bwMode="auto">
              <a:xfrm>
                <a:off x="1336" y="2779"/>
                <a:ext cx="182" cy="210"/>
              </a:xfrm>
              <a:prstGeom prst="rect">
                <a:avLst/>
              </a:prstGeom>
              <a:ln w="28575">
                <a:noFill/>
                <a:miter lim="800000"/>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eaLnBrk="1" hangingPunct="1">
                  <a:spcBef>
                    <a:spcPct val="50000"/>
                  </a:spcBef>
                  <a:defRPr sz="5600">
                    <a:solidFill>
                      <a:srgbClr val="000000"/>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p:txBody>
          </p:sp>
          <p:sp>
            <p:nvSpPr>
              <p:cNvPr id="40" name="Text Box 21"/>
              <p:cNvSpPr txBox="1">
                <a:spLocks noChangeArrowheads="1"/>
              </p:cNvSpPr>
              <p:nvPr/>
            </p:nvSpPr>
            <p:spPr bwMode="auto">
              <a:xfrm>
                <a:off x="1837" y="1623"/>
                <a:ext cx="182" cy="210"/>
              </a:xfrm>
              <a:prstGeom prst="rect">
                <a:avLst/>
              </a:prstGeom>
              <a:ln w="28575">
                <a:noFill/>
                <a:miter lim="800000"/>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eaLnBrk="1" hangingPunct="1">
                  <a:spcBef>
                    <a:spcPct val="50000"/>
                  </a:spcBef>
                  <a:defRPr sz="5600">
                    <a:solidFill>
                      <a:srgbClr val="000000"/>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p:txBody>
          </p:sp>
          <p:sp>
            <p:nvSpPr>
              <p:cNvPr id="41" name="Text Box 22"/>
              <p:cNvSpPr txBox="1">
                <a:spLocks noChangeArrowheads="1"/>
              </p:cNvSpPr>
              <p:nvPr/>
            </p:nvSpPr>
            <p:spPr bwMode="auto">
              <a:xfrm rot="10800000">
                <a:off x="1799" y="2106"/>
                <a:ext cx="183" cy="210"/>
              </a:xfrm>
              <a:prstGeom prst="rect">
                <a:avLst/>
              </a:prstGeom>
              <a:noFill/>
              <a:ln w="28575">
                <a:noFill/>
                <a:miter lim="800000"/>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eaLnBrk="1" hangingPunct="1">
                  <a:spcBef>
                    <a:spcPct val="50000"/>
                  </a:spcBef>
                  <a:defRPr sz="5600">
                    <a:solidFill>
                      <a:srgbClr val="000000"/>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r>
                  <a:rPr lang="en-US" altLang="zh-CN" dirty="0">
                    <a:latin typeface="Times New Roman" panose="02020603050405020304" pitchFamily="18" charset="0"/>
                    <a:cs typeface="Times New Roman" panose="02020603050405020304" pitchFamily="18" charset="0"/>
                  </a:rPr>
                  <a:t>V</a:t>
                </a:r>
                <a:endParaRPr lang="en-US" altLang="zh-CN" dirty="0">
                  <a:latin typeface="Times New Roman" panose="02020603050405020304" pitchFamily="18" charset="0"/>
                  <a:cs typeface="Times New Roman" panose="02020603050405020304" pitchFamily="18" charset="0"/>
                </a:endParaRPr>
              </a:p>
            </p:txBody>
          </p:sp>
        </p:grpSp>
        <p:sp>
          <p:nvSpPr>
            <p:cNvPr id="22" name="Text Box 23"/>
            <p:cNvSpPr txBox="1">
              <a:spLocks noChangeArrowheads="1"/>
            </p:cNvSpPr>
            <p:nvPr/>
          </p:nvSpPr>
          <p:spPr bwMode="auto">
            <a:xfrm>
              <a:off x="2835" y="1701"/>
              <a:ext cx="181" cy="210"/>
            </a:xfrm>
            <a:prstGeom prst="rect">
              <a:avLst/>
            </a:prstGeom>
            <a:ln w="28575">
              <a:noFill/>
              <a:miter lim="800000"/>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5600" dirty="0">
                  <a:solidFill>
                    <a:srgbClr val="000000"/>
                  </a:solidFill>
                  <a:latin typeface="Times New Roman" panose="02020603050405020304" pitchFamily="18" charset="0"/>
                  <a:cs typeface="Times New Roman" panose="02020603050405020304" pitchFamily="18" charset="0"/>
                </a:rPr>
                <a:t>E</a:t>
              </a:r>
              <a:endParaRPr lang="en-US" altLang="zh-CN" sz="5600" dirty="0">
                <a:solidFill>
                  <a:srgbClr val="000000"/>
                </a:solidFill>
                <a:latin typeface="Times New Roman" panose="02020603050405020304" pitchFamily="18" charset="0"/>
                <a:cs typeface="Times New Roman" panose="02020603050405020304" pitchFamily="18" charset="0"/>
              </a:endParaRPr>
            </a:p>
          </p:txBody>
        </p:sp>
        <p:sp>
          <p:nvSpPr>
            <p:cNvPr id="23" name="Line 24"/>
            <p:cNvSpPr>
              <a:spLocks noChangeShapeType="1"/>
            </p:cNvSpPr>
            <p:nvPr/>
          </p:nvSpPr>
          <p:spPr bwMode="auto">
            <a:xfrm flipV="1">
              <a:off x="3016" y="1570"/>
              <a:ext cx="318" cy="227"/>
            </a:xfrm>
            <a:prstGeom prst="line">
              <a:avLst/>
            </a:prstGeom>
            <a:ln w="28575">
              <a:solidFill>
                <a:schemeClr val="tx1"/>
              </a:solidFill>
              <a:prstDash val="dash"/>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lstStyle/>
            <a:p>
              <a:endParaRPr lang="zh-CN" altLang="en-US" sz="6000">
                <a:latin typeface="Times New Roman" panose="02020603050405020304" pitchFamily="18" charset="0"/>
                <a:cs typeface="Times New Roman" panose="02020603050405020304" pitchFamily="18" charset="0"/>
              </a:endParaRPr>
            </a:p>
          </p:txBody>
        </p:sp>
        <p:sp>
          <p:nvSpPr>
            <p:cNvPr id="24" name="Line 25"/>
            <p:cNvSpPr>
              <a:spLocks noChangeShapeType="1"/>
            </p:cNvSpPr>
            <p:nvPr/>
          </p:nvSpPr>
          <p:spPr bwMode="auto">
            <a:xfrm>
              <a:off x="3016" y="1797"/>
              <a:ext cx="318" cy="227"/>
            </a:xfrm>
            <a:prstGeom prst="line">
              <a:avLst/>
            </a:prstGeom>
            <a:ln w="28575">
              <a:solidFill>
                <a:schemeClr val="tx1"/>
              </a:solidFill>
              <a:prstDash val="dash"/>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lstStyle/>
            <a:p>
              <a:endParaRPr lang="zh-CN" altLang="en-US" sz="6000">
                <a:latin typeface="Times New Roman" panose="02020603050405020304" pitchFamily="18" charset="0"/>
                <a:cs typeface="Times New Roman" panose="02020603050405020304" pitchFamily="18" charset="0"/>
              </a:endParaRPr>
            </a:p>
          </p:txBody>
        </p:sp>
      </p:grpSp>
      <p:pic>
        <p:nvPicPr>
          <p:cNvPr id="3" name="Audio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63300" y="13195300"/>
            <a:ext cx="304800" cy="304800"/>
          </a:xfrm>
          <a:prstGeom prst="rect">
            <a:avLst/>
          </a:prstGeom>
        </p:spPr>
      </p:pic>
    </p:spTree>
    <p:custDataLst>
      <p:tags r:id="rId4"/>
    </p:custDataLst>
  </p:cSld>
  <p:clrMapOvr>
    <a:masterClrMapping/>
  </p:clrMapOvr>
  <p:transition spd="med" advTm="32393"/>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因果图</a:t>
            </a:r>
            <a:endParaRPr lang="zh-CN" altLang="en-US" dirty="0"/>
          </a:p>
        </p:txBody>
      </p:sp>
      <mc:AlternateContent xmlns:mc="http://schemas.openxmlformats.org/markup-compatibility/2006">
        <mc:Choice xmlns:a14="http://schemas.microsoft.com/office/drawing/2010/main" Requires="a14">
          <p:sp>
            <p:nvSpPr>
              <p:cNvPr id="20" name="Rectangle 3"/>
              <p:cNvSpPr txBox="1">
                <a:spLocks noChangeArrowheads="1"/>
              </p:cNvSpPr>
              <p:nvPr/>
            </p:nvSpPr>
            <p:spPr>
              <a:xfrm>
                <a:off x="2736000" y="3060000"/>
                <a:ext cx="10037126" cy="8522233"/>
              </a:xfrm>
              <a:prstGeom prst="rect">
                <a:avLst/>
              </a:prstGeom>
              <a:ln w="12700">
                <a:miter lim="400000"/>
              </a:ln>
            </p:spPr>
            <p:txBody>
              <a:bodyPr lIns="50800" tIns="50800" rIns="50800" bIns="50800" anchor="ctr">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因果图的基本元素</a:t>
                </a:r>
                <a:endParaRPr lang="en-US" altLang="zh-CN" sz="4800" b="1" dirty="0"/>
              </a:p>
              <a:p>
                <a:pPr lvl="2"/>
                <a:r>
                  <a:rPr lang="zh-CN" altLang="en-US" sz="4800" dirty="0"/>
                  <a:t>原因：</a:t>
                </a:r>
                <a:r>
                  <a:rPr lang="en-US" altLang="zh-CN" sz="4800" b="1" dirty="0"/>
                  <a:t> </a:t>
                </a:r>
                <a14:m>
                  <m:oMath xmlns:m="http://schemas.openxmlformats.org/officeDocument/2006/math">
                    <m:sSub>
                      <m:sSubPr>
                        <m:ctrlPr>
                          <a:rPr lang="en-US" altLang="zh-CN" sz="4800" b="1" i="1">
                            <a:latin typeface="Cambria Math" panose="02040503050406030204" pitchFamily="18" charset="0"/>
                          </a:rPr>
                        </m:ctrlPr>
                      </m:sSubPr>
                      <m:e>
                        <m:r>
                          <a:rPr lang="en-US" altLang="zh-CN" sz="4800" b="1" i="1">
                            <a:latin typeface="Cambria Math" panose="02040503050406030204" pitchFamily="18" charset="0"/>
                          </a:rPr>
                          <m:t>𝑪</m:t>
                        </m:r>
                      </m:e>
                      <m:sub>
                        <m:r>
                          <a:rPr lang="en-US" altLang="zh-CN" sz="4800" b="1" i="1">
                            <a:latin typeface="Cambria Math" panose="02040503050406030204" pitchFamily="18" charset="0"/>
                          </a:rPr>
                          <m:t>𝒊</m:t>
                        </m:r>
                      </m:sub>
                    </m:sSub>
                  </m:oMath>
                </a14:m>
                <a:endParaRPr lang="en-US" altLang="zh-CN" sz="4800" dirty="0"/>
              </a:p>
              <a:p>
                <a:pPr lvl="2"/>
                <a:r>
                  <a:rPr lang="zh-CN" altLang="en-US" sz="4800" dirty="0"/>
                  <a:t>结果：</a:t>
                </a:r>
                <a:r>
                  <a:rPr lang="en-US" altLang="zh-CN" sz="4800" b="1" dirty="0"/>
                  <a:t> </a:t>
                </a:r>
                <a14:m>
                  <m:oMath xmlns:m="http://schemas.openxmlformats.org/officeDocument/2006/math">
                    <m:sSub>
                      <m:sSubPr>
                        <m:ctrlPr>
                          <a:rPr lang="en-US" altLang="zh-CN" sz="4800" b="1" i="1">
                            <a:latin typeface="Cambria Math" panose="02040503050406030204" pitchFamily="18" charset="0"/>
                          </a:rPr>
                        </m:ctrlPr>
                      </m:sSubPr>
                      <m:e>
                        <m:r>
                          <a:rPr lang="en-US" altLang="zh-CN" sz="4800" b="1" i="1">
                            <a:latin typeface="Cambria Math" panose="02040503050406030204" pitchFamily="18" charset="0"/>
                          </a:rPr>
                          <m:t>𝑬</m:t>
                        </m:r>
                      </m:e>
                      <m:sub>
                        <m:r>
                          <m:rPr>
                            <m:sty m:val="p"/>
                          </m:rPr>
                          <a:rPr lang="en-US" altLang="zh-CN" sz="4800" i="1">
                            <a:latin typeface="Cambria Math" panose="02040503050406030204" pitchFamily="18" charset="0"/>
                          </a:rPr>
                          <m:t>j</m:t>
                        </m:r>
                      </m:sub>
                    </m:sSub>
                  </m:oMath>
                </a14:m>
                <a:endParaRPr lang="zh-CN" altLang="en-US" sz="4800" dirty="0"/>
              </a:p>
              <a:p>
                <a:pPr lvl="2"/>
                <a:r>
                  <a:rPr lang="zh-CN" altLang="en-US" sz="4800" dirty="0"/>
                  <a:t>原因和结果之间的因果关系</a:t>
                </a:r>
                <a:endParaRPr lang="zh-CN" altLang="en-US" sz="4800" dirty="0">
                  <a:solidFill>
                    <a:srgbClr val="FF0000"/>
                  </a:solidFill>
                </a:endParaRPr>
              </a:p>
              <a:p>
                <a:pPr lvl="2"/>
                <a:r>
                  <a:rPr lang="zh-CN" altLang="en-US" sz="4800" dirty="0"/>
                  <a:t>原因和原因之间的关系</a:t>
                </a:r>
                <a:endParaRPr lang="en-US" altLang="zh-CN" sz="4800" dirty="0"/>
              </a:p>
              <a:p>
                <a:pPr lvl="2"/>
                <a:r>
                  <a:rPr lang="zh-CN" altLang="en-US" sz="4800" dirty="0"/>
                  <a:t>结果和结果之间的关系</a:t>
                </a:r>
                <a:endParaRPr lang="zh-CN" altLang="en-US" sz="4800" dirty="0"/>
              </a:p>
              <a:p>
                <a:pPr marL="1270000" lvl="2" indent="0">
                  <a:buNone/>
                </a:pPr>
                <a:endParaRPr lang="zh-CN" altLang="en-US" sz="4800" dirty="0"/>
              </a:p>
            </p:txBody>
          </p:sp>
        </mc:Choice>
        <mc:Fallback>
          <p:sp>
            <p:nvSpPr>
              <p:cNvPr id="20" name="Rectangle 3"/>
              <p:cNvSpPr txBox="1">
                <a:spLocks noRot="1" noChangeAspect="1" noMove="1" noResize="1" noEditPoints="1" noAdjustHandles="1" noChangeArrowheads="1" noChangeShapeType="1" noTextEdit="1"/>
              </p:cNvSpPr>
              <p:nvPr/>
            </p:nvSpPr>
            <p:spPr>
              <a:xfrm>
                <a:off x="2736000" y="3060000"/>
                <a:ext cx="10037126" cy="8522233"/>
              </a:xfrm>
              <a:prstGeom prst="rect">
                <a:avLst/>
              </a:prstGeom>
              <a:blipFill rotWithShape="1">
                <a:blip r:embed="rId1"/>
                <a:stretch>
                  <a:fillRect l="-4" t="-7" r="1" b="5"/>
                </a:stretch>
              </a:blipFill>
              <a:ln w="12700">
                <a:miter lim="400000"/>
              </a:ln>
            </p:spPr>
            <p:txBody>
              <a:bodyPr/>
              <a:lstStyle/>
              <a:p>
                <a:r>
                  <a:rPr lang="zh-CN" altLang="en-US">
                    <a:noFill/>
                  </a:rPr>
                  <a:t> </a:t>
                </a:r>
              </a:p>
            </p:txBody>
          </p:sp>
        </mc:Fallback>
      </mc:AlternateContent>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01</a:t>
            </a:r>
            <a:endParaRPr dirty="0"/>
          </a:p>
        </p:txBody>
      </p:sp>
      <p:sp>
        <p:nvSpPr>
          <p:cNvPr id="118" name="TextBox 117"/>
          <p:cNvSpPr txBox="1"/>
          <p:nvPr/>
        </p:nvSpPr>
        <p:spPr>
          <a:xfrm>
            <a:off x="15191799" y="2591058"/>
            <a:ext cx="1333698" cy="84125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r>
              <a:rPr lang="zh-CN" altLang="en-US" sz="4800" dirty="0">
                <a:latin typeface="微软雅黑" panose="020B0503020204020204" pitchFamily="34" charset="-122"/>
                <a:ea typeface="微软雅黑" panose="020B0503020204020204" pitchFamily="34" charset="-122"/>
              </a:rPr>
              <a:t>原因</a:t>
            </a:r>
            <a:endParaRPr kumimoji="0" lang="zh-CN" altLang="en-US" sz="4800" b="1"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a:endParaRPr>
          </a:p>
        </p:txBody>
      </p:sp>
      <p:sp>
        <p:nvSpPr>
          <p:cNvPr id="119" name="Arrow: Down 118"/>
          <p:cNvSpPr/>
          <p:nvPr/>
        </p:nvSpPr>
        <p:spPr>
          <a:xfrm>
            <a:off x="15441205" y="3978253"/>
            <a:ext cx="834887" cy="887896"/>
          </a:xfrm>
          <a:prstGeom prst="downArrow">
            <a:avLst/>
          </a:prstGeom>
          <a:ln>
            <a:solidFill>
              <a:srgbClr val="FF0000"/>
            </a:solidFill>
          </a:ln>
        </p:spPr>
        <p:style>
          <a:lnRef idx="2">
            <a:schemeClr val="accent5"/>
          </a:lnRef>
          <a:fillRef idx="1">
            <a:schemeClr val="lt1"/>
          </a:fillRef>
          <a:effectRef idx="0">
            <a:schemeClr val="accent5"/>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20" name="TextBox 119"/>
          <p:cNvSpPr txBox="1"/>
          <p:nvPr/>
        </p:nvSpPr>
        <p:spPr>
          <a:xfrm>
            <a:off x="19729574" y="2591058"/>
            <a:ext cx="1333698" cy="84125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r>
              <a:rPr kumimoji="0" lang="zh-CN" altLang="en-US" sz="4800" b="1"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a:rPr>
              <a:t>结果</a:t>
            </a:r>
            <a:endParaRPr kumimoji="0" lang="zh-CN" altLang="en-US" sz="4800" b="1"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a:endParaRPr>
          </a:p>
        </p:txBody>
      </p:sp>
      <p:sp>
        <p:nvSpPr>
          <p:cNvPr id="121" name="Arrow: Down 120"/>
          <p:cNvSpPr/>
          <p:nvPr/>
        </p:nvSpPr>
        <p:spPr>
          <a:xfrm>
            <a:off x="19978980" y="3978253"/>
            <a:ext cx="834887" cy="887896"/>
          </a:xfrm>
          <a:prstGeom prst="downArrow">
            <a:avLst/>
          </a:prstGeom>
          <a:ln>
            <a:solidFill>
              <a:srgbClr val="7030A0"/>
            </a:solidFill>
          </a:ln>
        </p:spPr>
        <p:style>
          <a:lnRef idx="2">
            <a:schemeClr val="accent5"/>
          </a:lnRef>
          <a:fillRef idx="1">
            <a:schemeClr val="lt1"/>
          </a:fillRef>
          <a:effectRef idx="0">
            <a:schemeClr val="accent5"/>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pic>
        <p:nvPicPr>
          <p:cNvPr id="3" name="Audio 2">
            <a:hlinkClick r:id="" action="ppaction://media"/>
          </p:cNvPr>
          <p:cNvPicPr>
            <a:picLocks noChangeAspect="1"/>
          </p:cNvPicPr>
          <p:nvPr>
            <a:audioFile r:link="rId2"/>
            <p:extLst>
              <p:ext uri="{DAA4B4D4-6D71-4841-9C94-3DE7FCFB9230}">
                <p14:media xmlns:p14="http://schemas.microsoft.com/office/powerpoint/2010/main" r:link="rId3"/>
              </p:ext>
            </p:extLst>
          </p:nvPr>
        </p:nvPicPr>
        <p:blipFill>
          <a:blip r:embed="rId4"/>
          <a:stretch>
            <a:fillRect/>
          </a:stretch>
        </p:blipFill>
        <p:spPr>
          <a:xfrm>
            <a:off x="23863300" y="13195300"/>
            <a:ext cx="304800" cy="304800"/>
          </a:xfrm>
          <a:prstGeom prst="rect">
            <a:avLst/>
          </a:prstGeom>
        </p:spPr>
      </p:pic>
      <p:pic>
        <p:nvPicPr>
          <p:cNvPr id="4" name="Picture 3"/>
          <p:cNvPicPr>
            <a:picLocks noChangeAspect="1"/>
          </p:cNvPicPr>
          <p:nvPr/>
        </p:nvPicPr>
        <p:blipFill>
          <a:blip r:embed="rId5"/>
          <a:stretch>
            <a:fillRect/>
          </a:stretch>
        </p:blipFill>
        <p:spPr>
          <a:xfrm>
            <a:off x="13898155" y="5211152"/>
            <a:ext cx="7333179" cy="5260014"/>
          </a:xfrm>
          <a:prstGeom prst="rect">
            <a:avLst/>
          </a:prstGeom>
        </p:spPr>
      </p:pic>
      <p:sp>
        <p:nvSpPr>
          <p:cNvPr id="6" name="Rectangle 5"/>
          <p:cNvSpPr/>
          <p:nvPr/>
        </p:nvSpPr>
        <p:spPr>
          <a:xfrm>
            <a:off x="2982629" y="11883936"/>
            <a:ext cx="11341567" cy="553998"/>
          </a:xfrm>
          <a:prstGeom prst="rect">
            <a:avLst/>
          </a:prstGeom>
        </p:spPr>
        <p:txBody>
          <a:bodyPr wrap="none">
            <a:spAutoFit/>
          </a:bodyPr>
          <a:lstStyle/>
          <a:p>
            <a:r>
              <a:rPr lang="zh-CN" altLang="en-US" dirty="0"/>
              <a:t>原因：比如说输入里面带有特殊字符，或者你按了某个按钮等等。</a:t>
            </a:r>
            <a:endParaRPr lang="zh-CN" altLang="en-US" dirty="0"/>
          </a:p>
        </p:txBody>
      </p:sp>
      <p:sp>
        <p:nvSpPr>
          <p:cNvPr id="7" name="Rectangle 6"/>
          <p:cNvSpPr/>
          <p:nvPr/>
        </p:nvSpPr>
        <p:spPr>
          <a:xfrm>
            <a:off x="2903578" y="12641302"/>
            <a:ext cx="18808342" cy="553998"/>
          </a:xfrm>
          <a:prstGeom prst="rect">
            <a:avLst/>
          </a:prstGeom>
        </p:spPr>
        <p:txBody>
          <a:bodyPr wrap="square">
            <a:spAutoFit/>
          </a:bodyPr>
          <a:lstStyle/>
          <a:p>
            <a:r>
              <a:rPr lang="zh-CN" altLang="en-US" dirty="0"/>
              <a:t>结果：程序的输出满足了某个有意义的触发条件，比如程序异常，程序中断，或者从</a:t>
            </a:r>
            <a:r>
              <a:rPr lang="en-US" altLang="zh-CN" dirty="0"/>
              <a:t>ATM</a:t>
            </a:r>
            <a:r>
              <a:rPr lang="zh-CN" altLang="en-US" dirty="0"/>
              <a:t>吐出钞票等等</a:t>
            </a:r>
            <a:endParaRPr lang="zh-CN" altLang="en-US" dirty="0"/>
          </a:p>
        </p:txBody>
      </p:sp>
    </p:spTree>
    <p:custDataLst>
      <p:tags r:id="rId6"/>
    </p:custDataLst>
  </p:cSld>
  <p:clrMapOvr>
    <a:masterClrMapping/>
  </p:clrMapOvr>
  <p:transition spd="med" advTm="22049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因果图</a:t>
            </a:r>
            <a:endParaRPr lang="zh-CN" altLang="en-US" dirty="0"/>
          </a:p>
        </p:txBody>
      </p:sp>
      <mc:AlternateContent xmlns:mc="http://schemas.openxmlformats.org/markup-compatibility/2006">
        <mc:Choice xmlns:a14="http://schemas.microsoft.com/office/drawing/2010/main" Requires="a14">
          <p:sp>
            <p:nvSpPr>
              <p:cNvPr id="20" name="Rectangle 3"/>
              <p:cNvSpPr txBox="1">
                <a:spLocks noChangeArrowheads="1"/>
              </p:cNvSpPr>
              <p:nvPr/>
            </p:nvSpPr>
            <p:spPr>
              <a:xfrm>
                <a:off x="2737970" y="2121761"/>
                <a:ext cx="10037126" cy="7448808"/>
              </a:xfrm>
              <a:prstGeom prst="rect">
                <a:avLst/>
              </a:prstGeom>
              <a:ln w="12700">
                <a:miter lim="400000"/>
              </a:ln>
            </p:spPr>
            <p:txBody>
              <a:bodyPr lIns="50800" tIns="50800" rIns="50800" bIns="50800" anchor="ctr">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因果图的基本元素</a:t>
                </a:r>
                <a:endParaRPr lang="en-US" altLang="zh-CN" sz="4800" b="1" dirty="0"/>
              </a:p>
              <a:p>
                <a:pPr lvl="2"/>
                <a:r>
                  <a:rPr lang="zh-CN" altLang="en-US" sz="4800" dirty="0"/>
                  <a:t>原因：</a:t>
                </a:r>
                <a:r>
                  <a:rPr lang="en-US" altLang="zh-CN" sz="4800" b="1" dirty="0"/>
                  <a:t> </a:t>
                </a:r>
                <a14:m>
                  <m:oMath xmlns:m="http://schemas.openxmlformats.org/officeDocument/2006/math">
                    <m:sSub>
                      <m:sSubPr>
                        <m:ctrlPr>
                          <a:rPr lang="en-US" altLang="zh-CN" sz="4800" b="1" i="1">
                            <a:latin typeface="Cambria Math" panose="02040503050406030204" pitchFamily="18" charset="0"/>
                          </a:rPr>
                        </m:ctrlPr>
                      </m:sSubPr>
                      <m:e>
                        <m:r>
                          <a:rPr lang="en-US" altLang="zh-CN" sz="4800" b="1" i="1">
                            <a:latin typeface="Cambria Math" panose="02040503050406030204" pitchFamily="18" charset="0"/>
                          </a:rPr>
                          <m:t>𝑪</m:t>
                        </m:r>
                      </m:e>
                      <m:sub>
                        <m:r>
                          <a:rPr lang="en-US" altLang="zh-CN" sz="4800" b="1" i="1">
                            <a:latin typeface="Cambria Math" panose="02040503050406030204" pitchFamily="18" charset="0"/>
                          </a:rPr>
                          <m:t>𝒊</m:t>
                        </m:r>
                      </m:sub>
                    </m:sSub>
                  </m:oMath>
                </a14:m>
                <a:endParaRPr lang="en-US" altLang="zh-CN" sz="4800" dirty="0"/>
              </a:p>
              <a:p>
                <a:pPr lvl="2"/>
                <a:r>
                  <a:rPr lang="zh-CN" altLang="en-US" sz="4800" dirty="0"/>
                  <a:t>结果：</a:t>
                </a:r>
                <a:r>
                  <a:rPr lang="en-US" altLang="zh-CN" sz="4800" b="1" dirty="0"/>
                  <a:t> </a:t>
                </a:r>
                <a14:m>
                  <m:oMath xmlns:m="http://schemas.openxmlformats.org/officeDocument/2006/math">
                    <m:sSub>
                      <m:sSubPr>
                        <m:ctrlPr>
                          <a:rPr lang="en-US" altLang="zh-CN" sz="4800" b="1" i="1">
                            <a:latin typeface="Cambria Math" panose="02040503050406030204" pitchFamily="18" charset="0"/>
                          </a:rPr>
                        </m:ctrlPr>
                      </m:sSubPr>
                      <m:e>
                        <m:r>
                          <a:rPr lang="en-US" altLang="zh-CN" sz="4800" b="1" i="1">
                            <a:latin typeface="Cambria Math" panose="02040503050406030204" pitchFamily="18" charset="0"/>
                          </a:rPr>
                          <m:t>𝑬</m:t>
                        </m:r>
                      </m:e>
                      <m:sub>
                        <m:r>
                          <m:rPr>
                            <m:sty m:val="p"/>
                          </m:rPr>
                          <a:rPr lang="en-US" altLang="zh-CN" sz="4800" i="1">
                            <a:latin typeface="Cambria Math" panose="02040503050406030204" pitchFamily="18" charset="0"/>
                          </a:rPr>
                          <m:t>j</m:t>
                        </m:r>
                      </m:sub>
                    </m:sSub>
                  </m:oMath>
                </a14:m>
                <a:endParaRPr lang="zh-CN" altLang="en-US" sz="4800" dirty="0"/>
              </a:p>
            </p:txBody>
          </p:sp>
        </mc:Choice>
        <mc:Fallback>
          <p:sp>
            <p:nvSpPr>
              <p:cNvPr id="20" name="Rectangle 3"/>
              <p:cNvSpPr txBox="1">
                <a:spLocks noRot="1" noChangeAspect="1" noMove="1" noResize="1" noEditPoints="1" noAdjustHandles="1" noChangeArrowheads="1" noChangeShapeType="1" noTextEdit="1"/>
              </p:cNvSpPr>
              <p:nvPr/>
            </p:nvSpPr>
            <p:spPr>
              <a:xfrm>
                <a:off x="2737970" y="2121761"/>
                <a:ext cx="10037126" cy="7448808"/>
              </a:xfrm>
              <a:prstGeom prst="rect">
                <a:avLst/>
              </a:prstGeom>
              <a:blipFill rotWithShape="1">
                <a:blip r:embed="rId1"/>
                <a:stretch>
                  <a:fillRect l="-5" t="-3" r="2" b="6"/>
                </a:stretch>
              </a:blipFill>
              <a:ln w="12700">
                <a:miter lim="400000"/>
              </a:ln>
            </p:spPr>
            <p:txBody>
              <a:bodyPr/>
              <a:lstStyle/>
              <a:p>
                <a:r>
                  <a:rPr lang="zh-CN" altLang="en-US">
                    <a:noFill/>
                  </a:rPr>
                  <a:t> </a:t>
                </a:r>
              </a:p>
            </p:txBody>
          </p:sp>
        </mc:Fallback>
      </mc:AlternateContent>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01</a:t>
            </a:r>
            <a:endParaRPr dirty="0"/>
          </a:p>
        </p:txBody>
      </p:sp>
      <mc:AlternateContent xmlns:mc="http://schemas.openxmlformats.org/markup-compatibility/2006">
        <mc:Choice xmlns:a14="http://schemas.microsoft.com/office/drawing/2010/main" Requires="a14">
          <p:sp>
            <p:nvSpPr>
              <p:cNvPr id="4" name="TextBox 3"/>
              <p:cNvSpPr txBox="1"/>
              <p:nvPr/>
            </p:nvSpPr>
            <p:spPr>
              <a:xfrm>
                <a:off x="12777066" y="4224997"/>
                <a:ext cx="2012730" cy="738664"/>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14:m>
                  <m:oMath xmlns:m="http://schemas.openxmlformats.org/officeDocument/2006/math">
                    <m:sSub>
                      <m:sSubPr>
                        <m:ctrlPr>
                          <a:rPr kumimoji="0" lang="en-US" altLang="zh-CN" sz="4800" b="1" i="1" u="none" strike="noStrike" cap="none" spc="0" normalizeH="0" baseline="0" smtClean="0">
                            <a:ln>
                              <a:noFill/>
                            </a:ln>
                            <a:solidFill>
                              <a:srgbClr val="000000"/>
                            </a:solidFill>
                            <a:effectLst/>
                            <a:uFillTx/>
                            <a:latin typeface="Cambria Math" panose="02040503050406030204" pitchFamily="18" charset="0"/>
                            <a:sym typeface="Helvetica Neue"/>
                          </a:rPr>
                        </m:ctrlPr>
                      </m:sSubPr>
                      <m:e>
                        <m:r>
                          <a:rPr kumimoji="0" lang="en-US" altLang="zh-CN" sz="4800" b="1" i="1" u="none" strike="noStrike" cap="none" spc="0" normalizeH="0" baseline="0" smtClean="0">
                            <a:ln>
                              <a:noFill/>
                            </a:ln>
                            <a:solidFill>
                              <a:srgbClr val="000000"/>
                            </a:solidFill>
                            <a:effectLst/>
                            <a:uFillTx/>
                            <a:latin typeface="Cambria Math" panose="02040503050406030204" pitchFamily="18" charset="0"/>
                            <a:sym typeface="Helvetica Neue"/>
                          </a:rPr>
                          <m:t>𝑪</m:t>
                        </m:r>
                      </m:e>
                      <m:sub>
                        <m:r>
                          <a:rPr kumimoji="0" lang="en-US" altLang="zh-CN" sz="4800" b="1" i="1" u="none" strike="noStrike" cap="none" spc="0" normalizeH="0" baseline="0" smtClean="0">
                            <a:ln>
                              <a:noFill/>
                            </a:ln>
                            <a:solidFill>
                              <a:srgbClr val="000000"/>
                            </a:solidFill>
                            <a:effectLst/>
                            <a:uFillTx/>
                            <a:latin typeface="Cambria Math" panose="02040503050406030204" pitchFamily="18" charset="0"/>
                            <a:sym typeface="Helvetica Neue"/>
                          </a:rPr>
                          <m:t>𝒊</m:t>
                        </m:r>
                      </m:sub>
                    </m:sSub>
                    <m:r>
                      <a:rPr kumimoji="0" lang="en-US" altLang="zh-CN" sz="4800" b="1" i="1" u="none" strike="noStrike" cap="none" spc="0" normalizeH="0" baseline="0" smtClean="0">
                        <a:ln>
                          <a:noFill/>
                        </a:ln>
                        <a:solidFill>
                          <a:srgbClr val="000000"/>
                        </a:solidFill>
                        <a:effectLst/>
                        <a:uFillTx/>
                        <a:latin typeface="Cambria Math" panose="02040503050406030204" pitchFamily="18" charset="0"/>
                        <a:sym typeface="Helvetica Neue"/>
                      </a:rPr>
                      <m:t>==</m:t>
                    </m:r>
                  </m:oMath>
                </a14:m>
                <a:r>
                  <a:rPr kumimoji="0" lang="en-US" altLang="zh-CN" sz="4800" b="1" i="0" u="none" strike="noStrike" cap="none" spc="0" normalizeH="0" baseline="0" dirty="0">
                    <a:ln>
                      <a:noFill/>
                    </a:ln>
                    <a:solidFill>
                      <a:srgbClr val="000000"/>
                    </a:solidFill>
                    <a:effectLst/>
                    <a:uFillTx/>
                    <a:sym typeface="Helvetica Neue"/>
                  </a:rPr>
                  <a:t>0</a:t>
                </a:r>
                <a:endParaRPr kumimoji="0" lang="zh-CN" altLang="en-US" sz="4800" b="1" i="0" u="none" strike="noStrike" cap="none" spc="0" normalizeH="0" baseline="0" dirty="0">
                  <a:ln>
                    <a:noFill/>
                  </a:ln>
                  <a:solidFill>
                    <a:srgbClr val="000000"/>
                  </a:solidFill>
                  <a:effectLst/>
                  <a:uFillTx/>
                  <a:sym typeface="Helvetica Neue"/>
                </a:endParaRPr>
              </a:p>
            </p:txBody>
          </p:sp>
        </mc:Choice>
        <mc:Fallback>
          <p:sp>
            <p:nvSpPr>
              <p:cNvPr id="4" name="TextBox 3"/>
              <p:cNvSpPr txBox="1">
                <a:spLocks noRot="1" noChangeAspect="1" noMove="1" noResize="1" noEditPoints="1" noAdjustHandles="1" noChangeArrowheads="1" noChangeShapeType="1" noTextEdit="1"/>
              </p:cNvSpPr>
              <p:nvPr/>
            </p:nvSpPr>
            <p:spPr>
              <a:xfrm>
                <a:off x="12777066" y="4224997"/>
                <a:ext cx="2012730" cy="738664"/>
              </a:xfrm>
              <a:prstGeom prst="rect">
                <a:avLst/>
              </a:prstGeom>
              <a:blipFill rotWithShape="1">
                <a:blip r:embed="rId2"/>
                <a:stretch>
                  <a:fillRect l="-11" t="-46" r="-13786" b="68"/>
                </a:stretch>
              </a:blipFill>
              <a:ln w="12700" cap="flat">
                <a:noFill/>
                <a:miter lim="400000"/>
              </a:ln>
            </p:spPr>
            <p:style>
              <a:lnRef idx="0">
                <a:srgbClr val="FFFFFF"/>
              </a:lnRef>
              <a:fillRef idx="0">
                <a:srgbClr val="FFFFFF"/>
              </a:fillRef>
              <a:effectRef idx="0">
                <a:srgbClr val="FFFFFF"/>
              </a:effectRef>
              <a:fontRef idx="none"/>
            </p:style>
            <p:txBody>
              <a:bodyPr/>
              <a:lstStyle/>
              <a:p>
                <a:r>
                  <a:rPr lang="zh-CN" altLang="en-US">
                    <a:noFill/>
                  </a:rPr>
                  <a:t> </a:t>
                </a:r>
              </a:p>
            </p:txBody>
          </p:sp>
        </mc:Fallback>
      </mc:AlternateContent>
      <p:sp>
        <p:nvSpPr>
          <p:cNvPr id="6" name="TextBox 5"/>
          <p:cNvSpPr txBox="1"/>
          <p:nvPr/>
        </p:nvSpPr>
        <p:spPr>
          <a:xfrm>
            <a:off x="17455082" y="4245516"/>
            <a:ext cx="3693319" cy="71814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r>
              <a:rPr lang="zh-CN" altLang="en-US" sz="4000" dirty="0">
                <a:latin typeface="微软雅黑" panose="020B0503020204020204" pitchFamily="34" charset="-122"/>
                <a:ea typeface="微软雅黑" panose="020B0503020204020204" pitchFamily="34" charset="-122"/>
              </a:rPr>
              <a:t>该原因没有出现</a:t>
            </a:r>
            <a:endParaRPr kumimoji="0" lang="zh-CN" altLang="en-US" sz="4000" b="1"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a:endParaRPr>
          </a:p>
        </p:txBody>
      </p:sp>
      <p:sp>
        <p:nvSpPr>
          <p:cNvPr id="7" name="Arrow: Right 6"/>
          <p:cNvSpPr/>
          <p:nvPr/>
        </p:nvSpPr>
        <p:spPr>
          <a:xfrm>
            <a:off x="15573274" y="4245516"/>
            <a:ext cx="1403930" cy="718145"/>
          </a:xfrm>
          <a:prstGeom prst="rightArrow">
            <a:avLst/>
          </a:prstGeom>
          <a:solidFill>
            <a:schemeClr val="accent1"/>
          </a:solid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mc:AlternateContent xmlns:mc="http://schemas.openxmlformats.org/markup-compatibility/2006">
        <mc:Choice xmlns:a14="http://schemas.microsoft.com/office/drawing/2010/main" Requires="a14">
          <p:sp>
            <p:nvSpPr>
              <p:cNvPr id="9" name="TextBox 8"/>
              <p:cNvSpPr txBox="1"/>
              <p:nvPr/>
            </p:nvSpPr>
            <p:spPr>
              <a:xfrm>
                <a:off x="12777065" y="5548978"/>
                <a:ext cx="2012731" cy="738664"/>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14:m>
                  <m:oMath xmlns:m="http://schemas.openxmlformats.org/officeDocument/2006/math">
                    <m:sSub>
                      <m:sSubPr>
                        <m:ctrlPr>
                          <a:rPr kumimoji="0" lang="en-US" altLang="zh-CN" sz="4800" b="1" i="1" u="none" strike="noStrike" cap="none" spc="0" normalizeH="0" baseline="0" smtClean="0">
                            <a:ln>
                              <a:noFill/>
                            </a:ln>
                            <a:solidFill>
                              <a:srgbClr val="000000"/>
                            </a:solidFill>
                            <a:effectLst/>
                            <a:uFillTx/>
                            <a:latin typeface="Cambria Math" panose="02040503050406030204" pitchFamily="18" charset="0"/>
                            <a:sym typeface="Helvetica Neue"/>
                          </a:rPr>
                        </m:ctrlPr>
                      </m:sSubPr>
                      <m:e>
                        <m:r>
                          <a:rPr kumimoji="0" lang="en-US" altLang="zh-CN" sz="4800" b="1" i="1" u="none" strike="noStrike" cap="none" spc="0" normalizeH="0" baseline="0" smtClean="0">
                            <a:ln>
                              <a:noFill/>
                            </a:ln>
                            <a:solidFill>
                              <a:srgbClr val="000000"/>
                            </a:solidFill>
                            <a:effectLst/>
                            <a:uFillTx/>
                            <a:latin typeface="Cambria Math" panose="02040503050406030204" pitchFamily="18" charset="0"/>
                            <a:sym typeface="Helvetica Neue"/>
                          </a:rPr>
                          <m:t>𝑪</m:t>
                        </m:r>
                      </m:e>
                      <m:sub>
                        <m:r>
                          <a:rPr kumimoji="0" lang="en-US" altLang="zh-CN" sz="4800" b="1" i="1" u="none" strike="noStrike" cap="none" spc="0" normalizeH="0" baseline="0" smtClean="0">
                            <a:ln>
                              <a:noFill/>
                            </a:ln>
                            <a:solidFill>
                              <a:srgbClr val="000000"/>
                            </a:solidFill>
                            <a:effectLst/>
                            <a:uFillTx/>
                            <a:latin typeface="Cambria Math" panose="02040503050406030204" pitchFamily="18" charset="0"/>
                            <a:sym typeface="Helvetica Neue"/>
                          </a:rPr>
                          <m:t>𝒊</m:t>
                        </m:r>
                      </m:sub>
                    </m:sSub>
                    <m:r>
                      <a:rPr kumimoji="0" lang="en-US" altLang="zh-CN" sz="4800" b="1" i="1" u="none" strike="noStrike" cap="none" spc="0" normalizeH="0" baseline="0" smtClean="0">
                        <a:ln>
                          <a:noFill/>
                        </a:ln>
                        <a:solidFill>
                          <a:srgbClr val="000000"/>
                        </a:solidFill>
                        <a:effectLst/>
                        <a:uFillTx/>
                        <a:latin typeface="Cambria Math" panose="02040503050406030204" pitchFamily="18" charset="0"/>
                        <a:sym typeface="Helvetica Neue"/>
                      </a:rPr>
                      <m:t>==</m:t>
                    </m:r>
                  </m:oMath>
                </a14:m>
                <a:r>
                  <a:rPr kumimoji="0" lang="en-US" altLang="zh-CN" sz="4800" b="1" i="0" u="none" strike="noStrike" cap="none" spc="0" normalizeH="0" baseline="0" dirty="0">
                    <a:ln>
                      <a:noFill/>
                    </a:ln>
                    <a:solidFill>
                      <a:srgbClr val="000000"/>
                    </a:solidFill>
                    <a:effectLst/>
                    <a:uFillTx/>
                    <a:sym typeface="Helvetica Neue"/>
                  </a:rPr>
                  <a:t>1</a:t>
                </a:r>
                <a:endParaRPr kumimoji="0" lang="zh-CN" altLang="en-US" sz="4800" b="1" i="0" u="none" strike="noStrike" cap="none" spc="0" normalizeH="0" baseline="0" dirty="0">
                  <a:ln>
                    <a:noFill/>
                  </a:ln>
                  <a:solidFill>
                    <a:srgbClr val="000000"/>
                  </a:solidFill>
                  <a:effectLst/>
                  <a:uFillTx/>
                  <a:sym typeface="Helvetica Neue"/>
                </a:endParaRPr>
              </a:p>
            </p:txBody>
          </p:sp>
        </mc:Choice>
        <mc:Fallback>
          <p:sp>
            <p:nvSpPr>
              <p:cNvPr id="9" name="TextBox 8"/>
              <p:cNvSpPr txBox="1">
                <a:spLocks noRot="1" noChangeAspect="1" noMove="1" noResize="1" noEditPoints="1" noAdjustHandles="1" noChangeArrowheads="1" noChangeShapeType="1" noTextEdit="1"/>
              </p:cNvSpPr>
              <p:nvPr/>
            </p:nvSpPr>
            <p:spPr>
              <a:xfrm>
                <a:off x="12777065" y="5548978"/>
                <a:ext cx="2012731" cy="738664"/>
              </a:xfrm>
              <a:prstGeom prst="rect">
                <a:avLst/>
              </a:prstGeom>
              <a:blipFill rotWithShape="1">
                <a:blip r:embed="rId3"/>
                <a:stretch>
                  <a:fillRect l="-11" t="-47" r="-13786" b="69"/>
                </a:stretch>
              </a:blipFill>
              <a:ln w="12700" cap="flat">
                <a:noFill/>
                <a:miter lim="400000"/>
              </a:ln>
            </p:spPr>
            <p:style>
              <a:lnRef idx="0">
                <a:srgbClr val="FFFFFF"/>
              </a:lnRef>
              <a:fillRef idx="0">
                <a:srgbClr val="FFFFFF"/>
              </a:fillRef>
              <a:effectRef idx="0">
                <a:srgbClr val="FFFFFF"/>
              </a:effectRef>
              <a:fontRef idx="none"/>
            </p:style>
            <p:txBody>
              <a:bodyPr/>
              <a:lstStyle/>
              <a:p>
                <a:r>
                  <a:rPr lang="zh-CN" altLang="en-US">
                    <a:noFill/>
                  </a:rPr>
                  <a:t> </a:t>
                </a:r>
              </a:p>
            </p:txBody>
          </p:sp>
        </mc:Fallback>
      </mc:AlternateContent>
      <p:sp>
        <p:nvSpPr>
          <p:cNvPr id="10" name="TextBox 9"/>
          <p:cNvSpPr txBox="1"/>
          <p:nvPr/>
        </p:nvSpPr>
        <p:spPr>
          <a:xfrm>
            <a:off x="17334054" y="5569497"/>
            <a:ext cx="3935373" cy="71814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r>
              <a:rPr lang="zh-CN" altLang="en-US" sz="4000" dirty="0">
                <a:latin typeface="微软雅黑" panose="020B0503020204020204" pitchFamily="34" charset="-122"/>
                <a:ea typeface="微软雅黑" panose="020B0503020204020204" pitchFamily="34" charset="-122"/>
              </a:rPr>
              <a:t>该原因出现</a:t>
            </a:r>
            <a:r>
              <a:rPr lang="en-US" altLang="zh-CN" sz="4000" dirty="0">
                <a:latin typeface="微软雅黑" panose="020B0503020204020204" pitchFamily="34" charset="-122"/>
                <a:ea typeface="微软雅黑" panose="020B0503020204020204" pitchFamily="34" charset="-122"/>
              </a:rPr>
              <a:t>/</a:t>
            </a:r>
            <a:r>
              <a:rPr lang="zh-CN" altLang="en-US" sz="4000" dirty="0">
                <a:latin typeface="微软雅黑" panose="020B0503020204020204" pitchFamily="34" charset="-122"/>
                <a:ea typeface="微软雅黑" panose="020B0503020204020204" pitchFamily="34" charset="-122"/>
              </a:rPr>
              <a:t>发生</a:t>
            </a:r>
            <a:endParaRPr kumimoji="0" lang="zh-CN" altLang="en-US" sz="4000" b="1"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a:endParaRPr>
          </a:p>
        </p:txBody>
      </p:sp>
      <p:sp>
        <p:nvSpPr>
          <p:cNvPr id="11" name="Arrow: Right 10"/>
          <p:cNvSpPr/>
          <p:nvPr/>
        </p:nvSpPr>
        <p:spPr>
          <a:xfrm>
            <a:off x="15573274" y="5569497"/>
            <a:ext cx="1403930" cy="718145"/>
          </a:xfrm>
          <a:prstGeom prst="rightArrow">
            <a:avLst/>
          </a:prstGeom>
          <a:solidFill>
            <a:schemeClr val="accent1"/>
          </a:solid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mc:AlternateContent xmlns:mc="http://schemas.openxmlformats.org/markup-compatibility/2006">
        <mc:Choice xmlns:a14="http://schemas.microsoft.com/office/drawing/2010/main" Requires="a14">
          <p:sp>
            <p:nvSpPr>
              <p:cNvPr id="12" name="TextBox 11"/>
              <p:cNvSpPr txBox="1"/>
              <p:nvPr/>
            </p:nvSpPr>
            <p:spPr>
              <a:xfrm>
                <a:off x="12788503" y="6741864"/>
                <a:ext cx="2003112" cy="80701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14:m>
                  <m:oMath xmlns:m="http://schemas.openxmlformats.org/officeDocument/2006/math">
                    <m:sSub>
                      <m:sSubPr>
                        <m:ctrlPr>
                          <a:rPr kumimoji="0" lang="en-US" altLang="zh-CN" sz="4800" b="1" i="1" u="none" strike="noStrike" cap="none" spc="0" normalizeH="0" baseline="0" smtClean="0">
                            <a:ln>
                              <a:noFill/>
                            </a:ln>
                            <a:solidFill>
                              <a:srgbClr val="000000"/>
                            </a:solidFill>
                            <a:effectLst/>
                            <a:uFillTx/>
                            <a:latin typeface="Cambria Math" panose="02040503050406030204" pitchFamily="18" charset="0"/>
                            <a:sym typeface="Helvetica Neue"/>
                          </a:rPr>
                        </m:ctrlPr>
                      </m:sSubPr>
                      <m:e>
                        <m:r>
                          <a:rPr kumimoji="0" lang="en-US" altLang="zh-CN" sz="4800" b="1" i="1" u="none" strike="noStrike" cap="none" spc="0" normalizeH="0" baseline="0" smtClean="0">
                            <a:ln>
                              <a:noFill/>
                            </a:ln>
                            <a:solidFill>
                              <a:srgbClr val="000000"/>
                            </a:solidFill>
                            <a:effectLst/>
                            <a:uFillTx/>
                            <a:latin typeface="Cambria Math" panose="02040503050406030204" pitchFamily="18" charset="0"/>
                            <a:sym typeface="Helvetica Neue"/>
                          </a:rPr>
                          <m:t>𝑬</m:t>
                        </m:r>
                      </m:e>
                      <m:sub>
                        <m:r>
                          <m:rPr>
                            <m:sty m:val="p"/>
                          </m:rPr>
                          <a:rPr lang="en-US" altLang="zh-CN" sz="4800" i="1">
                            <a:latin typeface="Cambria Math" panose="02040503050406030204" pitchFamily="18" charset="0"/>
                          </a:rPr>
                          <m:t>j</m:t>
                        </m:r>
                      </m:sub>
                    </m:sSub>
                    <m:r>
                      <a:rPr kumimoji="0" lang="en-US" altLang="zh-CN" sz="4800" b="1" i="1" u="none" strike="noStrike" cap="none" spc="0" normalizeH="0" baseline="0" smtClean="0">
                        <a:ln>
                          <a:noFill/>
                        </a:ln>
                        <a:solidFill>
                          <a:srgbClr val="000000"/>
                        </a:solidFill>
                        <a:effectLst/>
                        <a:uFillTx/>
                        <a:latin typeface="Cambria Math" panose="02040503050406030204" pitchFamily="18" charset="0"/>
                        <a:sym typeface="Helvetica Neue"/>
                      </a:rPr>
                      <m:t>==</m:t>
                    </m:r>
                  </m:oMath>
                </a14:m>
                <a:r>
                  <a:rPr kumimoji="0" lang="en-US" altLang="zh-CN" sz="4800" b="1" i="0" u="none" strike="noStrike" cap="none" spc="0" normalizeH="0" baseline="0" dirty="0">
                    <a:ln>
                      <a:noFill/>
                    </a:ln>
                    <a:solidFill>
                      <a:srgbClr val="000000"/>
                    </a:solidFill>
                    <a:effectLst/>
                    <a:uFillTx/>
                    <a:sym typeface="Helvetica Neue"/>
                  </a:rPr>
                  <a:t>0</a:t>
                </a:r>
                <a:endParaRPr kumimoji="0" lang="zh-CN" altLang="en-US" sz="4800" b="1" i="0" u="none" strike="noStrike" cap="none" spc="0" normalizeH="0" baseline="0" dirty="0">
                  <a:ln>
                    <a:noFill/>
                  </a:ln>
                  <a:solidFill>
                    <a:srgbClr val="000000"/>
                  </a:solidFill>
                  <a:effectLst/>
                  <a:uFillTx/>
                  <a:sym typeface="Helvetica Neue"/>
                </a:endParaRPr>
              </a:p>
            </p:txBody>
          </p:sp>
        </mc:Choice>
        <mc:Fallback>
          <p:sp>
            <p:nvSpPr>
              <p:cNvPr id="12" name="TextBox 11"/>
              <p:cNvSpPr txBox="1">
                <a:spLocks noRot="1" noChangeAspect="1" noMove="1" noResize="1" noEditPoints="1" noAdjustHandles="1" noChangeArrowheads="1" noChangeShapeType="1" noTextEdit="1"/>
              </p:cNvSpPr>
              <p:nvPr/>
            </p:nvSpPr>
            <p:spPr>
              <a:xfrm>
                <a:off x="12788503" y="6741864"/>
                <a:ext cx="2003112" cy="807016"/>
              </a:xfrm>
              <a:prstGeom prst="rect">
                <a:avLst/>
              </a:prstGeom>
              <a:blipFill rotWithShape="1">
                <a:blip r:embed="rId4"/>
                <a:stretch>
                  <a:fillRect l="-12" t="-9" r="-13889"/>
                </a:stretch>
              </a:blipFill>
              <a:ln w="12700" cap="flat">
                <a:noFill/>
                <a:miter lim="400000"/>
              </a:ln>
            </p:spPr>
            <p:style>
              <a:lnRef idx="0">
                <a:srgbClr val="FFFFFF"/>
              </a:lnRef>
              <a:fillRef idx="0">
                <a:srgbClr val="FFFFFF"/>
              </a:fillRef>
              <a:effectRef idx="0">
                <a:srgbClr val="FFFFFF"/>
              </a:effectRef>
              <a:fontRef idx="none"/>
            </p:style>
            <p:txBody>
              <a:bodyPr/>
              <a:lstStyle/>
              <a:p>
                <a:r>
                  <a:rPr lang="zh-CN" altLang="en-US">
                    <a:noFill/>
                  </a:rPr>
                  <a:t> </a:t>
                </a:r>
              </a:p>
            </p:txBody>
          </p:sp>
        </mc:Fallback>
      </mc:AlternateContent>
      <p:sp>
        <p:nvSpPr>
          <p:cNvPr id="13" name="TextBox 12"/>
          <p:cNvSpPr txBox="1"/>
          <p:nvPr/>
        </p:nvSpPr>
        <p:spPr>
          <a:xfrm>
            <a:off x="17461710" y="6796559"/>
            <a:ext cx="3693319" cy="71814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r>
              <a:rPr lang="zh-CN" altLang="en-US" sz="4000" dirty="0">
                <a:latin typeface="微软雅黑" panose="020B0503020204020204" pitchFamily="34" charset="-122"/>
                <a:ea typeface="微软雅黑" panose="020B0503020204020204" pitchFamily="34" charset="-122"/>
              </a:rPr>
              <a:t>该结果没有出现</a:t>
            </a:r>
            <a:endParaRPr kumimoji="0" lang="zh-CN" altLang="en-US" sz="4000" b="1"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a:endParaRPr>
          </a:p>
        </p:txBody>
      </p:sp>
      <p:sp>
        <p:nvSpPr>
          <p:cNvPr id="14" name="Arrow: Right 13"/>
          <p:cNvSpPr/>
          <p:nvPr/>
        </p:nvSpPr>
        <p:spPr>
          <a:xfrm>
            <a:off x="15579902" y="6796559"/>
            <a:ext cx="1403930" cy="718145"/>
          </a:xfrm>
          <a:prstGeom prst="rightArrow">
            <a:avLst/>
          </a:prstGeom>
          <a:solidFill>
            <a:schemeClr val="accent1"/>
          </a:solid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mc:AlternateContent xmlns:mc="http://schemas.openxmlformats.org/markup-compatibility/2006">
        <mc:Choice xmlns:a14="http://schemas.microsoft.com/office/drawing/2010/main" Requires="a14">
          <p:sp>
            <p:nvSpPr>
              <p:cNvPr id="15" name="TextBox 14"/>
              <p:cNvSpPr txBox="1"/>
              <p:nvPr/>
            </p:nvSpPr>
            <p:spPr>
              <a:xfrm>
                <a:off x="12775680" y="8065076"/>
                <a:ext cx="2038379" cy="80855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14:m>
                  <m:oMath xmlns:m="http://schemas.openxmlformats.org/officeDocument/2006/math">
                    <m:sSub>
                      <m:sSubPr>
                        <m:ctrlPr>
                          <a:rPr kumimoji="0" lang="en-US" altLang="zh-CN" sz="4800" b="1" i="1" u="none" strike="noStrike" cap="none" spc="0" normalizeH="0" baseline="0" smtClean="0">
                            <a:ln>
                              <a:noFill/>
                            </a:ln>
                            <a:solidFill>
                              <a:srgbClr val="000000"/>
                            </a:solidFill>
                            <a:effectLst/>
                            <a:uFillTx/>
                            <a:latin typeface="Cambria Math" panose="02040503050406030204" pitchFamily="18" charset="0"/>
                            <a:sym typeface="Helvetica Neue"/>
                          </a:rPr>
                        </m:ctrlPr>
                      </m:sSubPr>
                      <m:e>
                        <m:r>
                          <a:rPr kumimoji="0" lang="en-US" altLang="zh-CN" sz="4800" b="1" i="1" u="none" strike="noStrike" cap="none" spc="0" normalizeH="0" baseline="0" smtClean="0">
                            <a:ln>
                              <a:noFill/>
                            </a:ln>
                            <a:solidFill>
                              <a:srgbClr val="000000"/>
                            </a:solidFill>
                            <a:effectLst/>
                            <a:uFillTx/>
                            <a:latin typeface="Cambria Math" panose="02040503050406030204" pitchFamily="18" charset="0"/>
                            <a:sym typeface="Helvetica Neue"/>
                          </a:rPr>
                          <m:t>𝑬</m:t>
                        </m:r>
                      </m:e>
                      <m:sub>
                        <m:r>
                          <a:rPr kumimoji="0" lang="en-US" altLang="zh-CN" sz="4800" b="1" i="1" u="none" strike="noStrike" cap="none" spc="0" normalizeH="0" baseline="0" smtClean="0">
                            <a:ln>
                              <a:noFill/>
                            </a:ln>
                            <a:solidFill>
                              <a:srgbClr val="000000"/>
                            </a:solidFill>
                            <a:effectLst/>
                            <a:uFillTx/>
                            <a:latin typeface="Cambria Math" panose="02040503050406030204" pitchFamily="18" charset="0"/>
                            <a:sym typeface="Helvetica Neue"/>
                          </a:rPr>
                          <m:t>𝒋</m:t>
                        </m:r>
                      </m:sub>
                    </m:sSub>
                    <m:r>
                      <a:rPr kumimoji="0" lang="en-US" altLang="zh-CN" sz="4800" b="1" i="1" u="none" strike="noStrike" cap="none" spc="0" normalizeH="0" baseline="0" smtClean="0">
                        <a:ln>
                          <a:noFill/>
                        </a:ln>
                        <a:solidFill>
                          <a:srgbClr val="000000"/>
                        </a:solidFill>
                        <a:effectLst/>
                        <a:uFillTx/>
                        <a:latin typeface="Cambria Math" panose="02040503050406030204" pitchFamily="18" charset="0"/>
                        <a:sym typeface="Helvetica Neue"/>
                      </a:rPr>
                      <m:t>==</m:t>
                    </m:r>
                  </m:oMath>
                </a14:m>
                <a:r>
                  <a:rPr kumimoji="0" lang="en-US" altLang="zh-CN" sz="4800" b="1" i="0" u="none" strike="noStrike" cap="none" spc="0" normalizeH="0" baseline="0" dirty="0">
                    <a:ln>
                      <a:noFill/>
                    </a:ln>
                    <a:solidFill>
                      <a:srgbClr val="000000"/>
                    </a:solidFill>
                    <a:effectLst/>
                    <a:uFillTx/>
                    <a:sym typeface="Helvetica Neue"/>
                  </a:rPr>
                  <a:t>1</a:t>
                </a:r>
                <a:endParaRPr kumimoji="0" lang="zh-CN" altLang="en-US" sz="4800" b="1" i="0" u="none" strike="noStrike" cap="none" spc="0" normalizeH="0" baseline="0" dirty="0">
                  <a:ln>
                    <a:noFill/>
                  </a:ln>
                  <a:solidFill>
                    <a:srgbClr val="000000"/>
                  </a:solidFill>
                  <a:effectLst/>
                  <a:uFillTx/>
                  <a:sym typeface="Helvetica Neue"/>
                </a:endParaRPr>
              </a:p>
            </p:txBody>
          </p:sp>
        </mc:Choice>
        <mc:Fallback>
          <p:sp>
            <p:nvSpPr>
              <p:cNvPr id="15" name="TextBox 14"/>
              <p:cNvSpPr txBox="1">
                <a:spLocks noRot="1" noChangeAspect="1" noMove="1" noResize="1" noEditPoints="1" noAdjustHandles="1" noChangeArrowheads="1" noChangeShapeType="1" noTextEdit="1"/>
              </p:cNvSpPr>
              <p:nvPr/>
            </p:nvSpPr>
            <p:spPr>
              <a:xfrm>
                <a:off x="12775680" y="8065076"/>
                <a:ext cx="2038379" cy="808555"/>
              </a:xfrm>
              <a:prstGeom prst="rect">
                <a:avLst/>
              </a:prstGeom>
              <a:blipFill rotWithShape="1">
                <a:blip r:embed="rId5"/>
                <a:stretch>
                  <a:fillRect l="-6" t="-71" r="-13638" b="17"/>
                </a:stretch>
              </a:blipFill>
              <a:ln w="12700" cap="flat">
                <a:noFill/>
                <a:miter lim="400000"/>
              </a:ln>
            </p:spPr>
            <p:style>
              <a:lnRef idx="0">
                <a:srgbClr val="FFFFFF"/>
              </a:lnRef>
              <a:fillRef idx="0">
                <a:srgbClr val="FFFFFF"/>
              </a:fillRef>
              <a:effectRef idx="0">
                <a:srgbClr val="FFFFFF"/>
              </a:effectRef>
              <a:fontRef idx="none"/>
            </p:style>
            <p:txBody>
              <a:bodyPr/>
              <a:lstStyle/>
              <a:p>
                <a:r>
                  <a:rPr lang="zh-CN" altLang="en-US">
                    <a:noFill/>
                  </a:rPr>
                  <a:t> </a:t>
                </a:r>
              </a:p>
            </p:txBody>
          </p:sp>
        </mc:Fallback>
      </mc:AlternateContent>
      <p:sp>
        <p:nvSpPr>
          <p:cNvPr id="16" name="TextBox 15"/>
          <p:cNvSpPr txBox="1"/>
          <p:nvPr/>
        </p:nvSpPr>
        <p:spPr>
          <a:xfrm>
            <a:off x="17974669" y="8120540"/>
            <a:ext cx="2667397" cy="71814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r>
              <a:rPr lang="zh-CN" altLang="en-US" sz="4000" dirty="0">
                <a:latin typeface="微软雅黑" panose="020B0503020204020204" pitchFamily="34" charset="-122"/>
                <a:ea typeface="微软雅黑" panose="020B0503020204020204" pitchFamily="34" charset="-122"/>
              </a:rPr>
              <a:t>该结果出现</a:t>
            </a:r>
            <a:endParaRPr kumimoji="0" lang="zh-CN" altLang="en-US" sz="4000" b="1"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a:endParaRPr>
          </a:p>
        </p:txBody>
      </p:sp>
      <p:sp>
        <p:nvSpPr>
          <p:cNvPr id="17" name="Arrow: Right 16"/>
          <p:cNvSpPr/>
          <p:nvPr/>
        </p:nvSpPr>
        <p:spPr>
          <a:xfrm>
            <a:off x="15579902" y="8120540"/>
            <a:ext cx="1403930" cy="718145"/>
          </a:xfrm>
          <a:prstGeom prst="rightArrow">
            <a:avLst/>
          </a:prstGeom>
          <a:solidFill>
            <a:schemeClr val="accent1"/>
          </a:solid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pic>
        <p:nvPicPr>
          <p:cNvPr id="3" name="Audio 2">
            <a:hlinkClick r:id="" action="ppaction://media"/>
          </p:cNvPr>
          <p:cNvPicPr>
            <a:picLocks noChangeAspect="1"/>
          </p:cNvPicPr>
          <p:nvPr>
            <a:audioFile r:link="rId6"/>
            <p:extLst>
              <p:ext uri="{DAA4B4D4-6D71-4841-9C94-3DE7FCFB9230}">
                <p14:media xmlns:p14="http://schemas.microsoft.com/office/powerpoint/2010/main" r:link="rId7"/>
              </p:ext>
            </p:extLst>
          </p:nvPr>
        </p:nvPicPr>
        <p:blipFill>
          <a:blip r:embed="rId8"/>
          <a:stretch>
            <a:fillRect/>
          </a:stretch>
        </p:blipFill>
        <p:spPr>
          <a:xfrm>
            <a:off x="23863300" y="13195300"/>
            <a:ext cx="304800" cy="304800"/>
          </a:xfrm>
          <a:prstGeom prst="rect">
            <a:avLst/>
          </a:prstGeom>
        </p:spPr>
      </p:pic>
    </p:spTree>
    <p:custDataLst>
      <p:tags r:id="rId9"/>
    </p:custDataLst>
  </p:cSld>
  <p:clrMapOvr>
    <a:masterClrMapping/>
  </p:clrMapOvr>
  <p:transition spd="med" advTm="81055"/>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childTnLst>
                          </p:cTn>
                        </p:par>
                        <p:par>
                          <p:cTn id="12" fill="hold">
                            <p:stCondLst>
                              <p:cond delay="500"/>
                            </p:stCondLst>
                            <p:childTnLst>
                              <p:par>
                                <p:cTn id="13" presetID="22" presetClass="entr" presetSubtype="8"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par>
                          <p:cTn id="16" fill="hold">
                            <p:stCondLst>
                              <p:cond delay="1000"/>
                            </p:stCondLst>
                            <p:childTnLst>
                              <p:par>
                                <p:cTn id="17" presetID="22" presetClass="entr" presetSubtype="8"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left)">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left)">
                                      <p:cBhvr>
                                        <p:cTn id="24" dur="500"/>
                                        <p:tgtEl>
                                          <p:spTgt spid="9"/>
                                        </p:tgtEl>
                                      </p:cBhvr>
                                    </p:animEffect>
                                  </p:childTnLst>
                                </p:cTn>
                              </p:par>
                            </p:childTnLst>
                          </p:cTn>
                        </p:par>
                        <p:par>
                          <p:cTn id="25" fill="hold">
                            <p:stCondLst>
                              <p:cond delay="500"/>
                            </p:stCondLst>
                            <p:childTnLst>
                              <p:par>
                                <p:cTn id="26" presetID="22" presetClass="entr" presetSubtype="8" fill="hold" grpId="0" nodeType="after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500"/>
                                        <p:tgtEl>
                                          <p:spTgt spid="11"/>
                                        </p:tgtEl>
                                      </p:cBhvr>
                                    </p:animEffect>
                                  </p:childTnLst>
                                </p:cTn>
                              </p:par>
                            </p:childTnLst>
                          </p:cTn>
                        </p:par>
                        <p:par>
                          <p:cTn id="29" fill="hold">
                            <p:stCondLst>
                              <p:cond delay="1000"/>
                            </p:stCondLst>
                            <p:childTnLst>
                              <p:par>
                                <p:cTn id="30" presetID="22" presetClass="entr" presetSubtype="8" fill="hold" grpId="0" nodeType="after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left)">
                                      <p:cBhvr>
                                        <p:cTn id="37" dur="500"/>
                                        <p:tgtEl>
                                          <p:spTgt spid="12"/>
                                        </p:tgtEl>
                                      </p:cBhvr>
                                    </p:animEffect>
                                  </p:childTnLst>
                                </p:cTn>
                              </p:par>
                            </p:childTnLst>
                          </p:cTn>
                        </p:par>
                        <p:par>
                          <p:cTn id="38" fill="hold">
                            <p:stCondLst>
                              <p:cond delay="500"/>
                            </p:stCondLst>
                            <p:childTnLst>
                              <p:par>
                                <p:cTn id="39" presetID="22" presetClass="entr" presetSubtype="8" fill="hold" grpId="0" nodeType="after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wipe(left)">
                                      <p:cBhvr>
                                        <p:cTn id="41" dur="500"/>
                                        <p:tgtEl>
                                          <p:spTgt spid="14"/>
                                        </p:tgtEl>
                                      </p:cBhvr>
                                    </p:animEffect>
                                  </p:childTnLst>
                                </p:cTn>
                              </p:par>
                            </p:childTnLst>
                          </p:cTn>
                        </p:par>
                        <p:par>
                          <p:cTn id="42" fill="hold">
                            <p:stCondLst>
                              <p:cond delay="1000"/>
                            </p:stCondLst>
                            <p:childTnLst>
                              <p:par>
                                <p:cTn id="43" presetID="22" presetClass="entr" presetSubtype="8" fill="hold" grpId="0" nodeType="after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wipe(left)">
                                      <p:cBhvr>
                                        <p:cTn id="45" dur="500"/>
                                        <p:tgtEl>
                                          <p:spTgt spid="13"/>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wipe(left)">
                                      <p:cBhvr>
                                        <p:cTn id="50" dur="500"/>
                                        <p:tgtEl>
                                          <p:spTgt spid="15"/>
                                        </p:tgtEl>
                                      </p:cBhvr>
                                    </p:animEffect>
                                  </p:childTnLst>
                                </p:cTn>
                              </p:par>
                            </p:childTnLst>
                          </p:cTn>
                        </p:par>
                        <p:par>
                          <p:cTn id="51" fill="hold">
                            <p:stCondLst>
                              <p:cond delay="500"/>
                            </p:stCondLst>
                            <p:childTnLst>
                              <p:par>
                                <p:cTn id="52" presetID="22" presetClass="entr" presetSubtype="8" fill="hold" grpId="0" nodeType="after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wipe(left)">
                                      <p:cBhvr>
                                        <p:cTn id="54" dur="500"/>
                                        <p:tgtEl>
                                          <p:spTgt spid="17"/>
                                        </p:tgtEl>
                                      </p:cBhvr>
                                    </p:animEffect>
                                  </p:childTnLst>
                                </p:cTn>
                              </p:par>
                            </p:childTnLst>
                          </p:cTn>
                        </p:par>
                        <p:par>
                          <p:cTn id="55" fill="hold">
                            <p:stCondLst>
                              <p:cond delay="1000"/>
                            </p:stCondLst>
                            <p:childTnLst>
                              <p:par>
                                <p:cTn id="56" presetID="22" presetClass="entr" presetSubtype="8"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wipe(left)">
                                      <p:cBhvr>
                                        <p:cTn id="5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59" fill="hold" display="0">
                  <p:stCondLst>
                    <p:cond delay="indefinite"/>
                  </p:stCondLst>
                  <p:endCondLst>
                    <p:cond evt="onStopAudio" delay="0">
                      <p:tgtEl>
                        <p:sldTgt/>
                      </p:tgtEl>
                    </p:cond>
                  </p:endCondLst>
                </p:cTn>
                <p:tgtEl>
                  <p:spTgt spid="3"/>
                </p:tgtEl>
              </p:cMediaNode>
            </p:audio>
          </p:childTnLst>
        </p:cTn>
      </p:par>
    </p:tnLst>
    <p:bldLst>
      <p:bldP spid="4" grpId="0"/>
      <p:bldP spid="6" grpId="0"/>
      <p:bldP spid="7" grpId="0" animBg="1"/>
      <p:bldP spid="9" grpId="0"/>
      <p:bldP spid="10" grpId="0"/>
      <p:bldP spid="11" grpId="0" animBg="1"/>
      <p:bldP spid="12" grpId="0"/>
      <p:bldP spid="13" grpId="0"/>
      <p:bldP spid="14" grpId="0" animBg="1"/>
      <p:bldP spid="15" grpId="0"/>
      <p:bldP spid="16" grpId="0"/>
      <p:bldP spid="1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因果图</a:t>
            </a:r>
            <a:endParaRPr lang="zh-CN" altLang="en-US" dirty="0"/>
          </a:p>
        </p:txBody>
      </p:sp>
      <p:sp>
        <p:nvSpPr>
          <p:cNvPr id="20" name="Rectangle 3"/>
          <p:cNvSpPr txBox="1">
            <a:spLocks noChangeArrowheads="1"/>
          </p:cNvSpPr>
          <p:nvPr/>
        </p:nvSpPr>
        <p:spPr>
          <a:xfrm>
            <a:off x="2737970" y="2667700"/>
            <a:ext cx="10037126" cy="7448808"/>
          </a:xfrm>
          <a:prstGeom prst="rect">
            <a:avLst/>
          </a:prstGeom>
          <a:ln w="12700">
            <a:miter lim="400000"/>
          </a:ln>
        </p:spPr>
        <p:txBody>
          <a:bodyPr lIns="50800" tIns="50800" rIns="50800" bIns="50800" anchor="ctr">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原因与结果之间的关系</a:t>
            </a:r>
            <a:endParaRPr lang="en-US" altLang="zh-CN" sz="4800" b="1" dirty="0"/>
          </a:p>
          <a:p>
            <a:pPr lvl="2"/>
            <a:r>
              <a:rPr lang="zh-CN" altLang="en-US" sz="4800" dirty="0"/>
              <a:t>恒等</a:t>
            </a:r>
            <a:endParaRPr lang="en-US" altLang="zh-CN" sz="4800" dirty="0"/>
          </a:p>
          <a:p>
            <a:pPr lvl="2"/>
            <a:r>
              <a:rPr lang="zh-CN" altLang="en-US" sz="4800" dirty="0"/>
              <a:t>非</a:t>
            </a:r>
            <a:endParaRPr lang="en-US" altLang="zh-CN" sz="4800" dirty="0"/>
          </a:p>
          <a:p>
            <a:pPr lvl="2"/>
            <a:r>
              <a:rPr lang="zh-CN" altLang="en-US" sz="4800" dirty="0"/>
              <a:t>或</a:t>
            </a:r>
            <a:endParaRPr lang="en-US" altLang="zh-CN" sz="4800" dirty="0"/>
          </a:p>
          <a:p>
            <a:pPr lvl="2"/>
            <a:r>
              <a:rPr lang="zh-CN" altLang="en-US" sz="4800" dirty="0"/>
              <a:t>与</a:t>
            </a:r>
            <a:endParaRPr lang="en-US" altLang="zh-CN" sz="4800" dirty="0"/>
          </a:p>
          <a:p>
            <a:pPr lvl="2"/>
            <a:endParaRPr lang="zh-CN" altLang="en-US" sz="4800" dirty="0"/>
          </a:p>
        </p:txBody>
      </p:sp>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01</a:t>
            </a:r>
            <a:endParaRPr dirty="0"/>
          </a:p>
        </p:txBody>
      </p:sp>
      <p:sp>
        <p:nvSpPr>
          <p:cNvPr id="19" name="TextBox 18"/>
          <p:cNvSpPr txBox="1"/>
          <p:nvPr/>
        </p:nvSpPr>
        <p:spPr>
          <a:xfrm>
            <a:off x="12192000" y="3436788"/>
            <a:ext cx="1333698" cy="84125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r>
              <a:rPr lang="zh-CN" altLang="en-US" sz="4800" dirty="0">
                <a:latin typeface="微软雅黑" panose="020B0503020204020204" pitchFamily="34" charset="-122"/>
                <a:ea typeface="微软雅黑" panose="020B0503020204020204" pitchFamily="34" charset="-122"/>
              </a:rPr>
              <a:t>原因</a:t>
            </a:r>
            <a:endParaRPr kumimoji="0" lang="zh-CN" altLang="en-US" sz="4800" b="1"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a:endParaRPr>
          </a:p>
        </p:txBody>
      </p:sp>
      <p:sp>
        <p:nvSpPr>
          <p:cNvPr id="21" name="Arrow: Down 20"/>
          <p:cNvSpPr/>
          <p:nvPr/>
        </p:nvSpPr>
        <p:spPr>
          <a:xfrm>
            <a:off x="12547422" y="4823983"/>
            <a:ext cx="834887" cy="887896"/>
          </a:xfrm>
          <a:prstGeom prst="downArrow">
            <a:avLst/>
          </a:prstGeom>
          <a:ln>
            <a:solidFill>
              <a:srgbClr val="FF0000"/>
            </a:solidFill>
          </a:ln>
        </p:spPr>
        <p:style>
          <a:lnRef idx="2">
            <a:schemeClr val="accent5"/>
          </a:lnRef>
          <a:fillRef idx="1">
            <a:schemeClr val="lt1"/>
          </a:fillRef>
          <a:effectRef idx="0">
            <a:schemeClr val="accent5"/>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22" name="TextBox 21"/>
          <p:cNvSpPr txBox="1"/>
          <p:nvPr/>
        </p:nvSpPr>
        <p:spPr>
          <a:xfrm>
            <a:off x="16896178" y="3436788"/>
            <a:ext cx="1333698" cy="84125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r>
              <a:rPr kumimoji="0" lang="zh-CN" altLang="en-US" sz="4800" b="1"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a:rPr>
              <a:t>结果</a:t>
            </a:r>
            <a:endParaRPr kumimoji="0" lang="zh-CN" altLang="en-US" sz="4800" b="1"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a:endParaRPr>
          </a:p>
        </p:txBody>
      </p:sp>
      <p:sp>
        <p:nvSpPr>
          <p:cNvPr id="23" name="Arrow: Down 22"/>
          <p:cNvSpPr/>
          <p:nvPr/>
        </p:nvSpPr>
        <p:spPr>
          <a:xfrm>
            <a:off x="17251600" y="4823983"/>
            <a:ext cx="834887" cy="887896"/>
          </a:xfrm>
          <a:prstGeom prst="downArrow">
            <a:avLst/>
          </a:prstGeom>
          <a:ln>
            <a:solidFill>
              <a:srgbClr val="7030A0"/>
            </a:solidFill>
          </a:ln>
        </p:spPr>
        <p:style>
          <a:lnRef idx="2">
            <a:schemeClr val="accent5"/>
          </a:lnRef>
          <a:fillRef idx="1">
            <a:schemeClr val="lt1"/>
          </a:fillRef>
          <a:effectRef idx="0">
            <a:schemeClr val="accent5"/>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pic>
        <p:nvPicPr>
          <p:cNvPr id="3" name="Audio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63300" y="13195300"/>
            <a:ext cx="304800" cy="304800"/>
          </a:xfrm>
          <a:prstGeom prst="rect">
            <a:avLst/>
          </a:prstGeom>
        </p:spPr>
      </p:pic>
      <p:pic>
        <p:nvPicPr>
          <p:cNvPr id="11" name="Picture 10"/>
          <p:cNvPicPr>
            <a:picLocks noChangeAspect="1"/>
          </p:cNvPicPr>
          <p:nvPr/>
        </p:nvPicPr>
        <p:blipFill>
          <a:blip r:embed="rId4"/>
          <a:stretch>
            <a:fillRect/>
          </a:stretch>
        </p:blipFill>
        <p:spPr>
          <a:xfrm>
            <a:off x="10896697" y="6189825"/>
            <a:ext cx="7333179" cy="5260014"/>
          </a:xfrm>
          <a:prstGeom prst="rect">
            <a:avLst/>
          </a:prstGeom>
        </p:spPr>
      </p:pic>
    </p:spTree>
    <p:custDataLst>
      <p:tags r:id="rId5"/>
    </p:custDataLst>
  </p:cSld>
  <p:clrMapOvr>
    <a:masterClrMapping/>
  </p:clrMapOvr>
  <p:transition spd="med" advTm="45253"/>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因果图</a:t>
            </a:r>
            <a:endParaRPr lang="zh-CN" altLang="en-US" dirty="0"/>
          </a:p>
        </p:txBody>
      </p:sp>
      <mc:AlternateContent xmlns:mc="http://schemas.openxmlformats.org/markup-compatibility/2006">
        <mc:Choice xmlns:a14="http://schemas.microsoft.com/office/drawing/2010/main" Requires="a14">
          <p:sp>
            <p:nvSpPr>
              <p:cNvPr id="20" name="Rectangle 3"/>
              <p:cNvSpPr txBox="1">
                <a:spLocks noChangeArrowheads="1"/>
              </p:cNvSpPr>
              <p:nvPr/>
            </p:nvSpPr>
            <p:spPr>
              <a:xfrm>
                <a:off x="2736000" y="3060000"/>
                <a:ext cx="12886343" cy="2372139"/>
              </a:xfrm>
              <a:prstGeom prst="rect">
                <a:avLst/>
              </a:prstGeom>
              <a:ln w="12700">
                <a:miter lim="400000"/>
              </a:ln>
            </p:spPr>
            <p:txBody>
              <a:bodyPr lIns="50800" tIns="50800" rIns="50800" bIns="50800" anchor="ctr">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恒等：若</a:t>
                </a:r>
                <a14:m>
                  <m:oMath xmlns:m="http://schemas.openxmlformats.org/officeDocument/2006/math">
                    <m:sSub>
                      <m:sSubPr>
                        <m:ctrlPr>
                          <a:rPr lang="en-US" altLang="zh-CN" sz="4800" b="1" i="1">
                            <a:latin typeface="Cambria Math" panose="02040503050406030204" pitchFamily="18" charset="0"/>
                          </a:rPr>
                        </m:ctrlPr>
                      </m:sSubPr>
                      <m:e>
                        <m:r>
                          <a:rPr lang="en-US" altLang="zh-CN" sz="4800" b="1" i="1">
                            <a:latin typeface="Cambria Math" panose="02040503050406030204" pitchFamily="18" charset="0"/>
                          </a:rPr>
                          <m:t>𝑪</m:t>
                        </m:r>
                      </m:e>
                      <m:sub>
                        <m:r>
                          <m:rPr>
                            <m:sty m:val="p"/>
                          </m:rPr>
                          <a:rPr lang="en-US" altLang="zh-CN" sz="4800" b="1" i="1">
                            <a:latin typeface="Cambria Math" panose="02040503050406030204" pitchFamily="18" charset="0"/>
                          </a:rPr>
                          <m:t>i</m:t>
                        </m:r>
                      </m:sub>
                    </m:sSub>
                  </m:oMath>
                </a14:m>
                <a:r>
                  <a:rPr lang="zh-CN" altLang="en-US" sz="4800" b="1" dirty="0"/>
                  <a:t>是</a:t>
                </a:r>
                <a:r>
                  <a:rPr lang="en-US" altLang="zh-CN" sz="4800" b="1" dirty="0"/>
                  <a:t>1</a:t>
                </a:r>
                <a:r>
                  <a:rPr lang="zh-CN" altLang="en-US" sz="4800" b="1" dirty="0"/>
                  <a:t>，则</a:t>
                </a:r>
                <a14:m>
                  <m:oMath xmlns:m="http://schemas.openxmlformats.org/officeDocument/2006/math">
                    <m:sSub>
                      <m:sSubPr>
                        <m:ctrlPr>
                          <a:rPr lang="en-US" altLang="zh-CN" sz="4800" b="1" i="1">
                            <a:latin typeface="Cambria Math" panose="02040503050406030204" pitchFamily="18" charset="0"/>
                          </a:rPr>
                        </m:ctrlPr>
                      </m:sSubPr>
                      <m:e>
                        <m:r>
                          <a:rPr lang="en-US" altLang="zh-CN" sz="4800" b="1" i="1">
                            <a:latin typeface="Cambria Math" panose="02040503050406030204" pitchFamily="18" charset="0"/>
                          </a:rPr>
                          <m:t>𝑬</m:t>
                        </m:r>
                      </m:e>
                      <m:sub>
                        <m:r>
                          <m:rPr>
                            <m:sty m:val="p"/>
                          </m:rPr>
                          <a:rPr lang="en-US" altLang="zh-CN" sz="4800" i="1">
                            <a:latin typeface="Cambria Math" panose="02040503050406030204" pitchFamily="18" charset="0"/>
                          </a:rPr>
                          <m:t>j</m:t>
                        </m:r>
                      </m:sub>
                    </m:sSub>
                  </m:oMath>
                </a14:m>
                <a:r>
                  <a:rPr lang="zh-CN" altLang="en-US" sz="4800" b="1" dirty="0"/>
                  <a:t>也为</a:t>
                </a:r>
                <a:r>
                  <a:rPr lang="en-US" altLang="zh-CN" sz="4800" b="1" dirty="0"/>
                  <a:t>1</a:t>
                </a:r>
                <a:r>
                  <a:rPr lang="zh-CN" altLang="en-US" sz="4800" b="1" dirty="0"/>
                  <a:t>，否则</a:t>
                </a:r>
                <a14:m>
                  <m:oMath xmlns:m="http://schemas.openxmlformats.org/officeDocument/2006/math">
                    <m:sSub>
                      <m:sSubPr>
                        <m:ctrlPr>
                          <a:rPr lang="en-US" altLang="zh-CN" sz="4800" b="1" i="1">
                            <a:latin typeface="Cambria Math" panose="02040503050406030204" pitchFamily="18" charset="0"/>
                          </a:rPr>
                        </m:ctrlPr>
                      </m:sSubPr>
                      <m:e>
                        <m:r>
                          <a:rPr lang="en-US" altLang="zh-CN" sz="4800" b="1" i="1">
                            <a:latin typeface="Cambria Math" panose="02040503050406030204" pitchFamily="18" charset="0"/>
                          </a:rPr>
                          <m:t>𝑬</m:t>
                        </m:r>
                      </m:e>
                      <m:sub>
                        <m:r>
                          <m:rPr>
                            <m:sty m:val="p"/>
                          </m:rPr>
                          <a:rPr lang="en-US" altLang="zh-CN" sz="4800" i="1">
                            <a:latin typeface="Cambria Math" panose="02040503050406030204" pitchFamily="18" charset="0"/>
                          </a:rPr>
                          <m:t>j</m:t>
                        </m:r>
                      </m:sub>
                    </m:sSub>
                  </m:oMath>
                </a14:m>
                <a:r>
                  <a:rPr lang="zh-CN" altLang="en-US" sz="4800" b="1" dirty="0"/>
                  <a:t>为</a:t>
                </a:r>
                <a:r>
                  <a:rPr lang="en-US" altLang="zh-CN" sz="4800" b="1" dirty="0"/>
                  <a:t>0</a:t>
                </a:r>
                <a:r>
                  <a:rPr lang="zh-CN" altLang="en-US" sz="4800" b="1" dirty="0"/>
                  <a:t>；</a:t>
                </a:r>
                <a:endParaRPr lang="zh-CN" altLang="en-US" sz="4800" b="1" dirty="0"/>
              </a:p>
              <a:p>
                <a:pPr lvl="2"/>
                <a:endParaRPr lang="zh-CN" altLang="en-US" sz="4800" dirty="0"/>
              </a:p>
            </p:txBody>
          </p:sp>
        </mc:Choice>
        <mc:Fallback>
          <p:sp>
            <p:nvSpPr>
              <p:cNvPr id="20" name="Rectangle 3"/>
              <p:cNvSpPr txBox="1">
                <a:spLocks noRot="1" noChangeAspect="1" noMove="1" noResize="1" noEditPoints="1" noAdjustHandles="1" noChangeArrowheads="1" noChangeShapeType="1" noTextEdit="1"/>
              </p:cNvSpPr>
              <p:nvPr/>
            </p:nvSpPr>
            <p:spPr>
              <a:xfrm>
                <a:off x="2736000" y="3060000"/>
                <a:ext cx="12886343" cy="2372139"/>
              </a:xfrm>
              <a:prstGeom prst="rect">
                <a:avLst/>
              </a:prstGeom>
              <a:blipFill rotWithShape="1">
                <a:blip r:embed="rId1"/>
                <a:stretch>
                  <a:fillRect l="-3" t="-4735" r="1" b="-4723"/>
                </a:stretch>
              </a:blipFill>
              <a:ln w="12700">
                <a:miter lim="400000"/>
              </a:ln>
            </p:spPr>
            <p:txBody>
              <a:bodyPr/>
              <a:lstStyle/>
              <a:p>
                <a:r>
                  <a:rPr lang="zh-CN" altLang="en-US">
                    <a:noFill/>
                  </a:rPr>
                  <a:t> </a:t>
                </a:r>
              </a:p>
            </p:txBody>
          </p:sp>
        </mc:Fallback>
      </mc:AlternateContent>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01</a:t>
            </a:r>
            <a:endParaRPr dirty="0"/>
          </a:p>
        </p:txBody>
      </p:sp>
      <p:grpSp>
        <p:nvGrpSpPr>
          <p:cNvPr id="6" name="Group 5"/>
          <p:cNvGrpSpPr/>
          <p:nvPr/>
        </p:nvGrpSpPr>
        <p:grpSpPr>
          <a:xfrm>
            <a:off x="9916354" y="7953082"/>
            <a:ext cx="5493914" cy="1261991"/>
            <a:chOff x="9916354" y="7997687"/>
            <a:chExt cx="5493914" cy="1261991"/>
          </a:xfrm>
        </p:grpSpPr>
        <p:sp>
          <p:nvSpPr>
            <p:cNvPr id="11" name="Oval 5"/>
            <p:cNvSpPr>
              <a:spLocks noChangeArrowheads="1"/>
            </p:cNvSpPr>
            <p:nvPr/>
          </p:nvSpPr>
          <p:spPr bwMode="auto">
            <a:xfrm>
              <a:off x="9916354" y="7997687"/>
              <a:ext cx="1279659" cy="1253747"/>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hangingPunct="1">
                <a:spcBef>
                  <a:spcPct val="0"/>
                </a:spcBef>
                <a:buClrTx/>
                <a:buSzTx/>
                <a:buNone/>
              </a:pPr>
              <a:endParaRPr lang="en-US" altLang="zh-CN" sz="5400" dirty="0">
                <a:solidFill>
                  <a:srgbClr val="000000"/>
                </a:solidFill>
              </a:endParaRPr>
            </a:p>
          </p:txBody>
        </p:sp>
        <p:sp>
          <p:nvSpPr>
            <p:cNvPr id="13" name="Line 7"/>
            <p:cNvSpPr>
              <a:spLocks noChangeShapeType="1"/>
            </p:cNvSpPr>
            <p:nvPr/>
          </p:nvSpPr>
          <p:spPr bwMode="auto">
            <a:xfrm>
              <a:off x="11196013" y="8594185"/>
              <a:ext cx="2928185" cy="29967"/>
            </a:xfrm>
            <a:prstGeom prst="line">
              <a:avLst/>
            </a:prstGeom>
            <a:noFill/>
            <a:ln w="38100">
              <a:solidFill>
                <a:schemeClr val="tx1"/>
              </a:solidFill>
              <a:round/>
              <a:headEnd type="none"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8800"/>
            </a:p>
          </p:txBody>
        </p:sp>
        <mc:AlternateContent xmlns:mc="http://schemas.openxmlformats.org/markup-compatibility/2006">
          <mc:Choice xmlns:a14="http://schemas.microsoft.com/office/drawing/2010/main" Requires="a14">
            <p:sp>
              <p:nvSpPr>
                <p:cNvPr id="3" name="Rectangle 2"/>
                <p:cNvSpPr/>
                <p:nvPr/>
              </p:nvSpPr>
              <p:spPr>
                <a:xfrm>
                  <a:off x="10054348" y="8073331"/>
                  <a:ext cx="1003672" cy="923330"/>
                </a:xfrm>
                <a:prstGeom prst="rect">
                  <a:avLst/>
                </a:prstGeom>
              </p:spPr>
              <p:txBody>
                <a:bodyPr wrap="none">
                  <a:spAutoFit/>
                </a:bodyPr>
                <a:lstStyle/>
                <a:p>
                  <a:pPr hangingPunct="1">
                    <a:spcBef>
                      <a:spcPct val="0"/>
                    </a:spcBef>
                  </a:pPr>
                  <a14:m>
                    <m:oMathPara xmlns:m="http://schemas.openxmlformats.org/officeDocument/2006/math">
                      <m:oMathParaPr>
                        <m:jc m:val="centerGroup"/>
                      </m:oMathParaPr>
                      <m:oMath xmlns:m="http://schemas.openxmlformats.org/officeDocument/2006/math">
                        <m:sSub>
                          <m:sSubPr>
                            <m:ctrlPr>
                              <a:rPr lang="en-US" altLang="zh-CN" sz="5400" i="1" smtClean="0">
                                <a:solidFill>
                                  <a:schemeClr val="bg1"/>
                                </a:solidFill>
                                <a:latin typeface="Cambria Math" panose="02040503050406030204" pitchFamily="18" charset="0"/>
                              </a:rPr>
                            </m:ctrlPr>
                          </m:sSubPr>
                          <m:e>
                            <m:r>
                              <a:rPr lang="en-US" altLang="zh-CN" sz="5400" i="1">
                                <a:solidFill>
                                  <a:schemeClr val="bg1"/>
                                </a:solidFill>
                                <a:latin typeface="Cambria Math" panose="02040503050406030204" pitchFamily="18" charset="0"/>
                              </a:rPr>
                              <m:t>𝑪</m:t>
                            </m:r>
                          </m:e>
                          <m:sub>
                            <m:r>
                              <m:rPr>
                                <m:sty m:val="p"/>
                              </m:rPr>
                              <a:rPr lang="en-US" altLang="zh-CN" sz="5400" i="1">
                                <a:solidFill>
                                  <a:schemeClr val="bg1"/>
                                </a:solidFill>
                                <a:latin typeface="Cambria Math" panose="02040503050406030204" pitchFamily="18" charset="0"/>
                              </a:rPr>
                              <m:t>i</m:t>
                            </m:r>
                          </m:sub>
                        </m:sSub>
                      </m:oMath>
                    </m:oMathPara>
                  </a14:m>
                  <a:endParaRPr lang="en-US" altLang="zh-CN" sz="5400" dirty="0">
                    <a:solidFill>
                      <a:schemeClr val="bg1"/>
                    </a:solidFill>
                  </a:endParaRPr>
                </a:p>
              </p:txBody>
            </p:sp>
          </mc:Choice>
          <mc:Fallback>
            <p:sp>
              <p:nvSpPr>
                <p:cNvPr id="3" name="Rectangle 2"/>
                <p:cNvSpPr>
                  <a:spLocks noRot="1" noChangeAspect="1" noMove="1" noResize="1" noEditPoints="1" noAdjustHandles="1" noChangeArrowheads="1" noChangeShapeType="1" noTextEdit="1"/>
                </p:cNvSpPr>
                <p:nvPr/>
              </p:nvSpPr>
              <p:spPr>
                <a:xfrm>
                  <a:off x="10054348" y="8073331"/>
                  <a:ext cx="1003672" cy="923330"/>
                </a:xfrm>
                <a:prstGeom prst="rect">
                  <a:avLst/>
                </a:prstGeom>
                <a:blipFill rotWithShape="1">
                  <a:blip r:embed="rId2"/>
                </a:blipFill>
              </p:spPr>
              <p:txBody>
                <a:bodyPr/>
                <a:lstStyle/>
                <a:p>
                  <a:r>
                    <a:rPr lang="zh-CN" altLang="en-US">
                      <a:noFill/>
                    </a:rPr>
                    <a:t> </a:t>
                  </a:r>
                </a:p>
              </p:txBody>
            </p:sp>
          </mc:Fallback>
        </mc:AlternateContent>
        <p:sp>
          <p:nvSpPr>
            <p:cNvPr id="16" name="Oval 5"/>
            <p:cNvSpPr>
              <a:spLocks noChangeArrowheads="1"/>
            </p:cNvSpPr>
            <p:nvPr/>
          </p:nvSpPr>
          <p:spPr bwMode="auto">
            <a:xfrm>
              <a:off x="14130609" y="8005931"/>
              <a:ext cx="1279659" cy="1253747"/>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hangingPunct="1">
                <a:spcBef>
                  <a:spcPct val="0"/>
                </a:spcBef>
                <a:buClrTx/>
                <a:buSzTx/>
                <a:buNone/>
              </a:pPr>
              <a:endParaRPr lang="en-US" altLang="zh-CN" sz="5400" dirty="0">
                <a:solidFill>
                  <a:srgbClr val="000000"/>
                </a:solidFill>
              </a:endParaRPr>
            </a:p>
          </p:txBody>
        </p:sp>
        <mc:AlternateContent xmlns:mc="http://schemas.openxmlformats.org/markup-compatibility/2006">
          <mc:Choice xmlns:a14="http://schemas.microsoft.com/office/drawing/2010/main" Requires="a14">
            <p:sp>
              <p:nvSpPr>
                <p:cNvPr id="4" name="Rectangle 3"/>
                <p:cNvSpPr/>
                <p:nvPr/>
              </p:nvSpPr>
              <p:spPr>
                <a:xfrm>
                  <a:off x="14393772" y="8132635"/>
                  <a:ext cx="1016496" cy="1000338"/>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en-US" altLang="zh-CN" sz="5400" i="1" smtClean="0">
                                <a:solidFill>
                                  <a:schemeClr val="bg1"/>
                                </a:solidFill>
                                <a:latin typeface="Cambria Math" panose="02040503050406030204" pitchFamily="18" charset="0"/>
                              </a:rPr>
                            </m:ctrlPr>
                          </m:sSubPr>
                          <m:e>
                            <m:r>
                              <a:rPr lang="en-US" altLang="zh-CN" sz="5400" i="1">
                                <a:solidFill>
                                  <a:schemeClr val="bg1"/>
                                </a:solidFill>
                                <a:latin typeface="Cambria Math" panose="02040503050406030204" pitchFamily="18" charset="0"/>
                              </a:rPr>
                              <m:t>𝑬</m:t>
                            </m:r>
                          </m:e>
                          <m:sub>
                            <m:r>
                              <m:rPr>
                                <m:sty m:val="p"/>
                              </m:rPr>
                              <a:rPr lang="en-US" altLang="zh-CN" sz="5400" i="1">
                                <a:solidFill>
                                  <a:schemeClr val="bg1"/>
                                </a:solidFill>
                                <a:latin typeface="Cambria Math" panose="02040503050406030204" pitchFamily="18" charset="0"/>
                              </a:rPr>
                              <m:t>j</m:t>
                            </m:r>
                          </m:sub>
                        </m:sSub>
                      </m:oMath>
                    </m:oMathPara>
                  </a14:m>
                  <a:endParaRPr lang="zh-CN" altLang="en-US" sz="4800" dirty="0">
                    <a:solidFill>
                      <a:schemeClr val="bg1"/>
                    </a:solidFill>
                  </a:endParaRPr>
                </a:p>
              </p:txBody>
            </p:sp>
          </mc:Choice>
          <mc:Fallback>
            <p:sp>
              <p:nvSpPr>
                <p:cNvPr id="4" name="Rectangle 3"/>
                <p:cNvSpPr>
                  <a:spLocks noRot="1" noChangeAspect="1" noMove="1" noResize="1" noEditPoints="1" noAdjustHandles="1" noChangeArrowheads="1" noChangeShapeType="1" noTextEdit="1"/>
                </p:cNvSpPr>
                <p:nvPr/>
              </p:nvSpPr>
              <p:spPr>
                <a:xfrm>
                  <a:off x="14393772" y="8132635"/>
                  <a:ext cx="1016496" cy="1000338"/>
                </a:xfrm>
                <a:prstGeom prst="rect">
                  <a:avLst/>
                </a:prstGeom>
                <a:blipFill rotWithShape="1">
                  <a:blip r:embed="rId3"/>
                </a:blipFill>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24" name="Rectangle 3"/>
              <p:cNvSpPr txBox="1">
                <a:spLocks noChangeArrowheads="1"/>
              </p:cNvSpPr>
              <p:nvPr/>
            </p:nvSpPr>
            <p:spPr>
              <a:xfrm>
                <a:off x="5489228" y="4904867"/>
                <a:ext cx="12886343" cy="2372139"/>
              </a:xfrm>
              <a:prstGeom prst="rect">
                <a:avLst/>
              </a:prstGeom>
              <a:ln w="12700">
                <a:miter lim="400000"/>
              </a:ln>
            </p:spPr>
            <p:txBody>
              <a:bodyPr lIns="50800" tIns="50800" rIns="50800" bIns="50800" anchor="ctr">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pPr marL="0" indent="0">
                  <a:buNone/>
                </a:pPr>
                <a:r>
                  <a:rPr lang="zh-CN" altLang="en-US" sz="4800" b="1" dirty="0">
                    <a:solidFill>
                      <a:schemeClr val="accent5">
                        <a:lumMod val="75000"/>
                      </a:schemeClr>
                    </a:solidFill>
                  </a:rPr>
                  <a:t>若</a:t>
                </a:r>
                <a14:m>
                  <m:oMath xmlns:m="http://schemas.openxmlformats.org/officeDocument/2006/math">
                    <m:sSub>
                      <m:sSubPr>
                        <m:ctrlPr>
                          <a:rPr lang="en-US" altLang="zh-CN" sz="4800" b="1" i="1">
                            <a:solidFill>
                              <a:schemeClr val="accent5">
                                <a:lumMod val="75000"/>
                              </a:schemeClr>
                            </a:solidFill>
                            <a:latin typeface="Cambria Math" panose="02040503050406030204" pitchFamily="18" charset="0"/>
                          </a:rPr>
                        </m:ctrlPr>
                      </m:sSubPr>
                      <m:e>
                        <m:r>
                          <a:rPr lang="en-US" altLang="zh-CN" sz="4800" b="1" i="1">
                            <a:solidFill>
                              <a:schemeClr val="accent5">
                                <a:lumMod val="75000"/>
                              </a:schemeClr>
                            </a:solidFill>
                            <a:latin typeface="Cambria Math" panose="02040503050406030204" pitchFamily="18" charset="0"/>
                          </a:rPr>
                          <m:t>𝑪</m:t>
                        </m:r>
                      </m:e>
                      <m:sub>
                        <m:r>
                          <m:rPr>
                            <m:sty m:val="p"/>
                          </m:rPr>
                          <a:rPr lang="en-US" altLang="zh-CN" sz="4800" b="1" i="1">
                            <a:solidFill>
                              <a:schemeClr val="accent5">
                                <a:lumMod val="75000"/>
                              </a:schemeClr>
                            </a:solidFill>
                            <a:latin typeface="Cambria Math" panose="02040503050406030204" pitchFamily="18" charset="0"/>
                          </a:rPr>
                          <m:t>i</m:t>
                        </m:r>
                      </m:sub>
                    </m:sSub>
                  </m:oMath>
                </a14:m>
                <a:r>
                  <a:rPr lang="zh-CN" altLang="en-US" sz="4800" b="1" dirty="0">
                    <a:solidFill>
                      <a:schemeClr val="accent5">
                        <a:lumMod val="75000"/>
                      </a:schemeClr>
                    </a:solidFill>
                  </a:rPr>
                  <a:t>出现，则</a:t>
                </a:r>
                <a14:m>
                  <m:oMath xmlns:m="http://schemas.openxmlformats.org/officeDocument/2006/math">
                    <m:sSub>
                      <m:sSubPr>
                        <m:ctrlPr>
                          <a:rPr lang="en-US" altLang="zh-CN" sz="4800" b="1" i="1">
                            <a:solidFill>
                              <a:schemeClr val="accent5">
                                <a:lumMod val="75000"/>
                              </a:schemeClr>
                            </a:solidFill>
                            <a:latin typeface="Cambria Math" panose="02040503050406030204" pitchFamily="18" charset="0"/>
                          </a:rPr>
                        </m:ctrlPr>
                      </m:sSubPr>
                      <m:e>
                        <m:r>
                          <a:rPr lang="en-US" altLang="zh-CN" sz="4800" b="1" i="1">
                            <a:solidFill>
                              <a:schemeClr val="accent5">
                                <a:lumMod val="75000"/>
                              </a:schemeClr>
                            </a:solidFill>
                            <a:latin typeface="Cambria Math" panose="02040503050406030204" pitchFamily="18" charset="0"/>
                          </a:rPr>
                          <m:t>𝑬</m:t>
                        </m:r>
                      </m:e>
                      <m:sub>
                        <m:r>
                          <m:rPr>
                            <m:sty m:val="p"/>
                          </m:rPr>
                          <a:rPr lang="en-US" altLang="zh-CN" sz="4800" i="1">
                            <a:solidFill>
                              <a:schemeClr val="accent5">
                                <a:lumMod val="75000"/>
                              </a:schemeClr>
                            </a:solidFill>
                            <a:latin typeface="Cambria Math" panose="02040503050406030204" pitchFamily="18" charset="0"/>
                          </a:rPr>
                          <m:t>j</m:t>
                        </m:r>
                      </m:sub>
                    </m:sSub>
                  </m:oMath>
                </a14:m>
                <a:r>
                  <a:rPr lang="zh-CN" altLang="en-US" sz="4800" b="1" dirty="0">
                    <a:solidFill>
                      <a:schemeClr val="accent5">
                        <a:lumMod val="75000"/>
                      </a:schemeClr>
                    </a:solidFill>
                  </a:rPr>
                  <a:t>必出现，否则</a:t>
                </a:r>
                <a14:m>
                  <m:oMath xmlns:m="http://schemas.openxmlformats.org/officeDocument/2006/math">
                    <m:sSub>
                      <m:sSubPr>
                        <m:ctrlPr>
                          <a:rPr lang="en-US" altLang="zh-CN" sz="4800" b="1" i="1">
                            <a:solidFill>
                              <a:schemeClr val="accent5">
                                <a:lumMod val="75000"/>
                              </a:schemeClr>
                            </a:solidFill>
                            <a:latin typeface="Cambria Math" panose="02040503050406030204" pitchFamily="18" charset="0"/>
                          </a:rPr>
                        </m:ctrlPr>
                      </m:sSubPr>
                      <m:e>
                        <m:r>
                          <a:rPr lang="en-US" altLang="zh-CN" sz="4800" b="1" i="1">
                            <a:solidFill>
                              <a:schemeClr val="accent5">
                                <a:lumMod val="75000"/>
                              </a:schemeClr>
                            </a:solidFill>
                            <a:latin typeface="Cambria Math" panose="02040503050406030204" pitchFamily="18" charset="0"/>
                          </a:rPr>
                          <m:t>𝑬</m:t>
                        </m:r>
                      </m:e>
                      <m:sub>
                        <m:r>
                          <m:rPr>
                            <m:sty m:val="p"/>
                          </m:rPr>
                          <a:rPr lang="en-US" altLang="zh-CN" sz="4800" i="1">
                            <a:solidFill>
                              <a:schemeClr val="accent5">
                                <a:lumMod val="75000"/>
                              </a:schemeClr>
                            </a:solidFill>
                            <a:latin typeface="Cambria Math" panose="02040503050406030204" pitchFamily="18" charset="0"/>
                          </a:rPr>
                          <m:t>j</m:t>
                        </m:r>
                      </m:sub>
                    </m:sSub>
                  </m:oMath>
                </a14:m>
                <a:r>
                  <a:rPr lang="zh-CN" altLang="en-US" sz="4800" b="1" dirty="0">
                    <a:solidFill>
                      <a:schemeClr val="accent5">
                        <a:lumMod val="75000"/>
                      </a:schemeClr>
                    </a:solidFill>
                  </a:rPr>
                  <a:t>不可出现。</a:t>
                </a:r>
                <a:endParaRPr lang="zh-CN" altLang="en-US" sz="4800" b="1" dirty="0">
                  <a:solidFill>
                    <a:schemeClr val="accent5">
                      <a:lumMod val="75000"/>
                    </a:schemeClr>
                  </a:solidFill>
                </a:endParaRPr>
              </a:p>
              <a:p>
                <a:pPr lvl="2"/>
                <a:endParaRPr lang="zh-CN" altLang="en-US" sz="4800" dirty="0">
                  <a:solidFill>
                    <a:schemeClr val="accent5">
                      <a:lumMod val="75000"/>
                    </a:schemeClr>
                  </a:solidFill>
                </a:endParaRPr>
              </a:p>
            </p:txBody>
          </p:sp>
        </mc:Choice>
        <mc:Fallback>
          <p:sp>
            <p:nvSpPr>
              <p:cNvPr id="24" name="Rectangle 3"/>
              <p:cNvSpPr txBox="1">
                <a:spLocks noRot="1" noChangeAspect="1" noMove="1" noResize="1" noEditPoints="1" noAdjustHandles="1" noChangeArrowheads="1" noChangeShapeType="1" noTextEdit="1"/>
              </p:cNvSpPr>
              <p:nvPr/>
            </p:nvSpPr>
            <p:spPr>
              <a:xfrm>
                <a:off x="5489228" y="4904867"/>
                <a:ext cx="12886343" cy="2372139"/>
              </a:xfrm>
              <a:prstGeom prst="rect">
                <a:avLst/>
              </a:prstGeom>
              <a:blipFill rotWithShape="1">
                <a:blip r:embed="rId4"/>
                <a:stretch>
                  <a:fillRect l="-2" t="-4717" r="4" b="-4742"/>
                </a:stretch>
              </a:blipFill>
              <a:ln w="12700">
                <a:miter lim="400000"/>
              </a:ln>
            </p:spPr>
            <p:txBody>
              <a:bodyPr/>
              <a:lstStyle/>
              <a:p>
                <a:r>
                  <a:rPr lang="zh-CN" altLang="en-US">
                    <a:noFill/>
                  </a:rPr>
                  <a:t> </a:t>
                </a:r>
              </a:p>
            </p:txBody>
          </p:sp>
        </mc:Fallback>
      </mc:AlternateContent>
      <p:pic>
        <p:nvPicPr>
          <p:cNvPr id="7" name="Audio 6">
            <a:hlinkClick r:id="" action="ppaction://media"/>
          </p:cNvPr>
          <p:cNvPicPr>
            <a:picLocks noChangeAspect="1"/>
          </p:cNvPicPr>
          <p:nvPr>
            <a:audioFile r:link="rId5"/>
            <p:extLst>
              <p:ext uri="{DAA4B4D4-6D71-4841-9C94-3DE7FCFB9230}">
                <p14:media xmlns:p14="http://schemas.microsoft.com/office/powerpoint/2010/main" r:link="rId6"/>
              </p:ext>
            </p:extLst>
          </p:nvPr>
        </p:nvPicPr>
        <p:blipFill>
          <a:blip r:embed="rId7"/>
          <a:stretch>
            <a:fillRect/>
          </a:stretch>
        </p:blipFill>
        <p:spPr>
          <a:xfrm>
            <a:off x="23863300" y="13195300"/>
            <a:ext cx="304800" cy="304800"/>
          </a:xfrm>
          <a:prstGeom prst="rect">
            <a:avLst/>
          </a:prstGeom>
        </p:spPr>
      </p:pic>
    </p:spTree>
    <p:custDataLst>
      <p:tags r:id="rId8"/>
    </p:custDataLst>
  </p:cSld>
  <p:clrMapOvr>
    <a:masterClrMapping/>
  </p:clrMapOvr>
  <p:transition spd="med" advTm="6169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因果图</a:t>
            </a:r>
            <a:endParaRPr lang="zh-CN" altLang="en-US" dirty="0"/>
          </a:p>
        </p:txBody>
      </p:sp>
      <mc:AlternateContent xmlns:mc="http://schemas.openxmlformats.org/markup-compatibility/2006">
        <mc:Choice xmlns:a14="http://schemas.microsoft.com/office/drawing/2010/main" Requires="a14">
          <p:sp>
            <p:nvSpPr>
              <p:cNvPr id="20" name="Rectangle 3"/>
              <p:cNvSpPr txBox="1">
                <a:spLocks noChangeArrowheads="1"/>
              </p:cNvSpPr>
              <p:nvPr/>
            </p:nvSpPr>
            <p:spPr>
              <a:xfrm>
                <a:off x="2736000" y="3060000"/>
                <a:ext cx="12933372" cy="2372139"/>
              </a:xfrm>
              <a:prstGeom prst="rect">
                <a:avLst/>
              </a:prstGeom>
              <a:ln w="12700">
                <a:miter lim="400000"/>
              </a:ln>
            </p:spPr>
            <p:txBody>
              <a:bodyPr lIns="50800" tIns="50800" rIns="50800" bIns="50800" anchor="ctr">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非：若</a:t>
                </a:r>
                <a14:m>
                  <m:oMath xmlns:m="http://schemas.openxmlformats.org/officeDocument/2006/math">
                    <m:sSub>
                      <m:sSubPr>
                        <m:ctrlPr>
                          <a:rPr lang="en-US" altLang="zh-CN" sz="4800" b="1" i="1">
                            <a:latin typeface="Cambria Math" panose="02040503050406030204" pitchFamily="18" charset="0"/>
                          </a:rPr>
                        </m:ctrlPr>
                      </m:sSubPr>
                      <m:e>
                        <m:r>
                          <a:rPr lang="en-US" altLang="zh-CN" sz="4800" b="1" i="1">
                            <a:latin typeface="Cambria Math" panose="02040503050406030204" pitchFamily="18" charset="0"/>
                          </a:rPr>
                          <m:t>𝑪</m:t>
                        </m:r>
                      </m:e>
                      <m:sub>
                        <m:r>
                          <m:rPr>
                            <m:sty m:val="p"/>
                          </m:rPr>
                          <a:rPr lang="en-US" altLang="zh-CN" sz="4800" b="1" i="1">
                            <a:latin typeface="Cambria Math" panose="02040503050406030204" pitchFamily="18" charset="0"/>
                          </a:rPr>
                          <m:t>i</m:t>
                        </m:r>
                      </m:sub>
                    </m:sSub>
                  </m:oMath>
                </a14:m>
                <a:r>
                  <a:rPr lang="zh-CN" altLang="en-US" sz="4800" b="1" dirty="0"/>
                  <a:t>是</a:t>
                </a:r>
                <a:r>
                  <a:rPr lang="en-US" altLang="zh-CN" sz="4800" b="1" dirty="0"/>
                  <a:t>1</a:t>
                </a:r>
                <a:r>
                  <a:rPr lang="zh-CN" altLang="en-US" sz="4800" b="1" dirty="0"/>
                  <a:t>，则</a:t>
                </a:r>
                <a14:m>
                  <m:oMath xmlns:m="http://schemas.openxmlformats.org/officeDocument/2006/math">
                    <m:sSub>
                      <m:sSubPr>
                        <m:ctrlPr>
                          <a:rPr lang="en-US" altLang="zh-CN" sz="4800" b="1" i="1">
                            <a:latin typeface="Cambria Math" panose="02040503050406030204" pitchFamily="18" charset="0"/>
                          </a:rPr>
                        </m:ctrlPr>
                      </m:sSubPr>
                      <m:e>
                        <m:r>
                          <a:rPr lang="en-US" altLang="zh-CN" sz="4800" b="1" i="1">
                            <a:latin typeface="Cambria Math" panose="02040503050406030204" pitchFamily="18" charset="0"/>
                          </a:rPr>
                          <m:t>𝑬</m:t>
                        </m:r>
                      </m:e>
                      <m:sub>
                        <m:r>
                          <m:rPr>
                            <m:sty m:val="p"/>
                          </m:rPr>
                          <a:rPr lang="en-US" altLang="zh-CN" sz="4800" i="1">
                            <a:latin typeface="Cambria Math" panose="02040503050406030204" pitchFamily="18" charset="0"/>
                          </a:rPr>
                          <m:t>j</m:t>
                        </m:r>
                      </m:sub>
                    </m:sSub>
                  </m:oMath>
                </a14:m>
                <a:r>
                  <a:rPr lang="zh-CN" altLang="en-US" sz="4800" b="1" dirty="0"/>
                  <a:t>也为</a:t>
                </a:r>
                <a:r>
                  <a:rPr lang="en-US" altLang="zh-CN" sz="4800" b="1" dirty="0"/>
                  <a:t>0</a:t>
                </a:r>
                <a:r>
                  <a:rPr lang="zh-CN" altLang="en-US" sz="4800" b="1" dirty="0"/>
                  <a:t>，否则</a:t>
                </a:r>
                <a14:m>
                  <m:oMath xmlns:m="http://schemas.openxmlformats.org/officeDocument/2006/math">
                    <m:sSub>
                      <m:sSubPr>
                        <m:ctrlPr>
                          <a:rPr lang="en-US" altLang="zh-CN" sz="4800" b="1" i="1">
                            <a:latin typeface="Cambria Math" panose="02040503050406030204" pitchFamily="18" charset="0"/>
                          </a:rPr>
                        </m:ctrlPr>
                      </m:sSubPr>
                      <m:e>
                        <m:r>
                          <a:rPr lang="en-US" altLang="zh-CN" sz="4800" b="1" i="1">
                            <a:latin typeface="Cambria Math" panose="02040503050406030204" pitchFamily="18" charset="0"/>
                          </a:rPr>
                          <m:t>𝑬</m:t>
                        </m:r>
                      </m:e>
                      <m:sub>
                        <m:r>
                          <m:rPr>
                            <m:sty m:val="p"/>
                          </m:rPr>
                          <a:rPr lang="en-US" altLang="zh-CN" sz="4800" i="1">
                            <a:latin typeface="Cambria Math" panose="02040503050406030204" pitchFamily="18" charset="0"/>
                          </a:rPr>
                          <m:t>j</m:t>
                        </m:r>
                      </m:sub>
                    </m:sSub>
                  </m:oMath>
                </a14:m>
                <a:r>
                  <a:rPr lang="zh-CN" altLang="en-US" sz="4800" b="1" dirty="0"/>
                  <a:t>为</a:t>
                </a:r>
                <a:r>
                  <a:rPr lang="en-US" altLang="zh-CN" sz="4800" b="1" dirty="0"/>
                  <a:t>1</a:t>
                </a:r>
                <a:r>
                  <a:rPr lang="zh-CN" altLang="en-US" sz="4800" b="1" dirty="0"/>
                  <a:t>；</a:t>
                </a:r>
                <a:endParaRPr lang="zh-CN" altLang="en-US" sz="4800" b="1" dirty="0"/>
              </a:p>
              <a:p>
                <a:pPr lvl="2"/>
                <a:endParaRPr lang="zh-CN" altLang="en-US" sz="4800" dirty="0"/>
              </a:p>
            </p:txBody>
          </p:sp>
        </mc:Choice>
        <mc:Fallback>
          <p:sp>
            <p:nvSpPr>
              <p:cNvPr id="20" name="Rectangle 3"/>
              <p:cNvSpPr txBox="1">
                <a:spLocks noRot="1" noChangeAspect="1" noMove="1" noResize="1" noEditPoints="1" noAdjustHandles="1" noChangeArrowheads="1" noChangeShapeType="1" noTextEdit="1"/>
              </p:cNvSpPr>
              <p:nvPr/>
            </p:nvSpPr>
            <p:spPr>
              <a:xfrm>
                <a:off x="2736000" y="3060000"/>
                <a:ext cx="12933372" cy="2372139"/>
              </a:xfrm>
              <a:prstGeom prst="rect">
                <a:avLst/>
              </a:prstGeom>
              <a:blipFill rotWithShape="1">
                <a:blip r:embed="rId1"/>
                <a:stretch>
                  <a:fillRect l="-3" t="-4735" r="1" b="-4723"/>
                </a:stretch>
              </a:blipFill>
              <a:ln w="12700">
                <a:miter lim="400000"/>
              </a:ln>
            </p:spPr>
            <p:txBody>
              <a:bodyPr/>
              <a:lstStyle/>
              <a:p>
                <a:r>
                  <a:rPr lang="zh-CN" altLang="en-US">
                    <a:noFill/>
                  </a:rPr>
                  <a:t> </a:t>
                </a:r>
              </a:p>
            </p:txBody>
          </p:sp>
        </mc:Fallback>
      </mc:AlternateContent>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01</a:t>
            </a:r>
            <a:endParaRPr dirty="0"/>
          </a:p>
        </p:txBody>
      </p:sp>
      <p:grpSp>
        <p:nvGrpSpPr>
          <p:cNvPr id="6" name="Group 5"/>
          <p:cNvGrpSpPr/>
          <p:nvPr/>
        </p:nvGrpSpPr>
        <p:grpSpPr>
          <a:xfrm>
            <a:off x="9916354" y="7997687"/>
            <a:ext cx="5493914" cy="1261991"/>
            <a:chOff x="9916354" y="7997687"/>
            <a:chExt cx="5493914" cy="1261991"/>
          </a:xfrm>
        </p:grpSpPr>
        <p:sp>
          <p:nvSpPr>
            <p:cNvPr id="11" name="Oval 5"/>
            <p:cNvSpPr>
              <a:spLocks noChangeArrowheads="1"/>
            </p:cNvSpPr>
            <p:nvPr/>
          </p:nvSpPr>
          <p:spPr bwMode="auto">
            <a:xfrm>
              <a:off x="9916354" y="7997687"/>
              <a:ext cx="1279659" cy="1253747"/>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hangingPunct="1">
                <a:spcBef>
                  <a:spcPct val="0"/>
                </a:spcBef>
                <a:buClrTx/>
                <a:buSzTx/>
                <a:buNone/>
              </a:pPr>
              <a:endParaRPr lang="en-US" altLang="zh-CN" sz="5400" dirty="0">
                <a:solidFill>
                  <a:srgbClr val="000000"/>
                </a:solidFill>
              </a:endParaRPr>
            </a:p>
          </p:txBody>
        </p:sp>
        <p:sp>
          <p:nvSpPr>
            <p:cNvPr id="13" name="Line 7"/>
            <p:cNvSpPr>
              <a:spLocks noChangeShapeType="1"/>
            </p:cNvSpPr>
            <p:nvPr/>
          </p:nvSpPr>
          <p:spPr bwMode="auto">
            <a:xfrm>
              <a:off x="11196013" y="8594185"/>
              <a:ext cx="2928185" cy="29967"/>
            </a:xfrm>
            <a:prstGeom prst="line">
              <a:avLst/>
            </a:prstGeom>
            <a:noFill/>
            <a:ln w="38100">
              <a:solidFill>
                <a:schemeClr val="tx1"/>
              </a:solidFill>
              <a:round/>
              <a:headEnd type="none"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8800"/>
            </a:p>
          </p:txBody>
        </p:sp>
        <mc:AlternateContent xmlns:mc="http://schemas.openxmlformats.org/markup-compatibility/2006">
          <mc:Choice xmlns:a14="http://schemas.microsoft.com/office/drawing/2010/main" Requires="a14">
            <p:sp>
              <p:nvSpPr>
                <p:cNvPr id="3" name="Rectangle 2"/>
                <p:cNvSpPr/>
                <p:nvPr/>
              </p:nvSpPr>
              <p:spPr>
                <a:xfrm>
                  <a:off x="10054348" y="8073331"/>
                  <a:ext cx="1003672" cy="923330"/>
                </a:xfrm>
                <a:prstGeom prst="rect">
                  <a:avLst/>
                </a:prstGeom>
              </p:spPr>
              <p:txBody>
                <a:bodyPr wrap="none">
                  <a:spAutoFit/>
                </a:bodyPr>
                <a:lstStyle/>
                <a:p>
                  <a:pPr hangingPunct="1">
                    <a:spcBef>
                      <a:spcPct val="0"/>
                    </a:spcBef>
                  </a:pPr>
                  <a14:m>
                    <m:oMathPara xmlns:m="http://schemas.openxmlformats.org/officeDocument/2006/math">
                      <m:oMathParaPr>
                        <m:jc m:val="centerGroup"/>
                      </m:oMathParaPr>
                      <m:oMath xmlns:m="http://schemas.openxmlformats.org/officeDocument/2006/math">
                        <m:sSub>
                          <m:sSubPr>
                            <m:ctrlPr>
                              <a:rPr lang="en-US" altLang="zh-CN" sz="5400" i="1" smtClean="0">
                                <a:solidFill>
                                  <a:schemeClr val="bg1"/>
                                </a:solidFill>
                                <a:latin typeface="Cambria Math" panose="02040503050406030204" pitchFamily="18" charset="0"/>
                              </a:rPr>
                            </m:ctrlPr>
                          </m:sSubPr>
                          <m:e>
                            <m:r>
                              <a:rPr lang="en-US" altLang="zh-CN" sz="5400" i="1">
                                <a:solidFill>
                                  <a:schemeClr val="bg1"/>
                                </a:solidFill>
                                <a:latin typeface="Cambria Math" panose="02040503050406030204" pitchFamily="18" charset="0"/>
                              </a:rPr>
                              <m:t>𝑪</m:t>
                            </m:r>
                          </m:e>
                          <m:sub>
                            <m:r>
                              <m:rPr>
                                <m:sty m:val="p"/>
                              </m:rPr>
                              <a:rPr lang="en-US" altLang="zh-CN" sz="5400" i="1">
                                <a:solidFill>
                                  <a:schemeClr val="bg1"/>
                                </a:solidFill>
                                <a:latin typeface="Cambria Math" panose="02040503050406030204" pitchFamily="18" charset="0"/>
                              </a:rPr>
                              <m:t>i</m:t>
                            </m:r>
                          </m:sub>
                        </m:sSub>
                      </m:oMath>
                    </m:oMathPara>
                  </a14:m>
                  <a:endParaRPr lang="en-US" altLang="zh-CN" sz="5400" dirty="0">
                    <a:solidFill>
                      <a:schemeClr val="bg1"/>
                    </a:solidFill>
                  </a:endParaRPr>
                </a:p>
              </p:txBody>
            </p:sp>
          </mc:Choice>
          <mc:Fallback>
            <p:sp>
              <p:nvSpPr>
                <p:cNvPr id="3" name="Rectangle 2"/>
                <p:cNvSpPr>
                  <a:spLocks noRot="1" noChangeAspect="1" noMove="1" noResize="1" noEditPoints="1" noAdjustHandles="1" noChangeArrowheads="1" noChangeShapeType="1" noTextEdit="1"/>
                </p:cNvSpPr>
                <p:nvPr/>
              </p:nvSpPr>
              <p:spPr>
                <a:xfrm>
                  <a:off x="10054348" y="8073331"/>
                  <a:ext cx="1003672" cy="923330"/>
                </a:xfrm>
                <a:prstGeom prst="rect">
                  <a:avLst/>
                </a:prstGeom>
                <a:blipFill rotWithShape="1">
                  <a:blip r:embed="rId2"/>
                </a:blipFill>
              </p:spPr>
              <p:txBody>
                <a:bodyPr/>
                <a:lstStyle/>
                <a:p>
                  <a:r>
                    <a:rPr lang="zh-CN" altLang="en-US">
                      <a:noFill/>
                    </a:rPr>
                    <a:t> </a:t>
                  </a:r>
                </a:p>
              </p:txBody>
            </p:sp>
          </mc:Fallback>
        </mc:AlternateContent>
        <p:sp>
          <p:nvSpPr>
            <p:cNvPr id="16" name="Oval 5"/>
            <p:cNvSpPr>
              <a:spLocks noChangeArrowheads="1"/>
            </p:cNvSpPr>
            <p:nvPr/>
          </p:nvSpPr>
          <p:spPr bwMode="auto">
            <a:xfrm>
              <a:off x="14130609" y="8005931"/>
              <a:ext cx="1279659" cy="1253747"/>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hangingPunct="1">
                <a:spcBef>
                  <a:spcPct val="0"/>
                </a:spcBef>
                <a:buClrTx/>
                <a:buSzTx/>
                <a:buNone/>
              </a:pPr>
              <a:endParaRPr lang="en-US" altLang="zh-CN" sz="5400" dirty="0">
                <a:solidFill>
                  <a:srgbClr val="000000"/>
                </a:solidFill>
              </a:endParaRPr>
            </a:p>
          </p:txBody>
        </p:sp>
        <mc:AlternateContent xmlns:mc="http://schemas.openxmlformats.org/markup-compatibility/2006">
          <mc:Choice xmlns:a14="http://schemas.microsoft.com/office/drawing/2010/main" Requires="a14">
            <p:sp>
              <p:nvSpPr>
                <p:cNvPr id="4" name="Rectangle 3"/>
                <p:cNvSpPr/>
                <p:nvPr/>
              </p:nvSpPr>
              <p:spPr>
                <a:xfrm>
                  <a:off x="14393772" y="8132635"/>
                  <a:ext cx="1016496" cy="1000338"/>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en-US" altLang="zh-CN" sz="5400" i="1" smtClean="0">
                                <a:solidFill>
                                  <a:schemeClr val="bg1"/>
                                </a:solidFill>
                                <a:latin typeface="Cambria Math" panose="02040503050406030204" pitchFamily="18" charset="0"/>
                              </a:rPr>
                            </m:ctrlPr>
                          </m:sSubPr>
                          <m:e>
                            <m:r>
                              <a:rPr lang="en-US" altLang="zh-CN" sz="5400" i="1">
                                <a:solidFill>
                                  <a:schemeClr val="bg1"/>
                                </a:solidFill>
                                <a:latin typeface="Cambria Math" panose="02040503050406030204" pitchFamily="18" charset="0"/>
                              </a:rPr>
                              <m:t>𝑬</m:t>
                            </m:r>
                          </m:e>
                          <m:sub>
                            <m:r>
                              <m:rPr>
                                <m:sty m:val="p"/>
                              </m:rPr>
                              <a:rPr lang="en-US" altLang="zh-CN" sz="5400" i="1">
                                <a:solidFill>
                                  <a:schemeClr val="bg1"/>
                                </a:solidFill>
                                <a:latin typeface="Cambria Math" panose="02040503050406030204" pitchFamily="18" charset="0"/>
                              </a:rPr>
                              <m:t>j</m:t>
                            </m:r>
                          </m:sub>
                        </m:sSub>
                      </m:oMath>
                    </m:oMathPara>
                  </a14:m>
                  <a:endParaRPr lang="zh-CN" altLang="en-US" sz="4800" dirty="0">
                    <a:solidFill>
                      <a:schemeClr val="bg1"/>
                    </a:solidFill>
                  </a:endParaRPr>
                </a:p>
              </p:txBody>
            </p:sp>
          </mc:Choice>
          <mc:Fallback>
            <p:sp>
              <p:nvSpPr>
                <p:cNvPr id="4" name="Rectangle 3"/>
                <p:cNvSpPr>
                  <a:spLocks noRot="1" noChangeAspect="1" noMove="1" noResize="1" noEditPoints="1" noAdjustHandles="1" noChangeArrowheads="1" noChangeShapeType="1" noTextEdit="1"/>
                </p:cNvSpPr>
                <p:nvPr/>
              </p:nvSpPr>
              <p:spPr>
                <a:xfrm>
                  <a:off x="14393772" y="8132635"/>
                  <a:ext cx="1016496" cy="1000338"/>
                </a:xfrm>
                <a:prstGeom prst="rect">
                  <a:avLst/>
                </a:prstGeom>
                <a:blipFill rotWithShape="1">
                  <a:blip r:embed="rId3"/>
                </a:blipFill>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24" name="Rectangle 3"/>
              <p:cNvSpPr txBox="1">
                <a:spLocks noChangeArrowheads="1"/>
              </p:cNvSpPr>
              <p:nvPr/>
            </p:nvSpPr>
            <p:spPr>
              <a:xfrm>
                <a:off x="5489228" y="4904867"/>
                <a:ext cx="12886343" cy="2372139"/>
              </a:xfrm>
              <a:prstGeom prst="rect">
                <a:avLst/>
              </a:prstGeom>
              <a:ln w="12700">
                <a:miter lim="400000"/>
              </a:ln>
            </p:spPr>
            <p:txBody>
              <a:bodyPr lIns="50800" tIns="50800" rIns="50800" bIns="50800" anchor="ctr">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pPr marL="0" indent="0">
                  <a:buNone/>
                </a:pPr>
                <a:r>
                  <a:rPr lang="zh-CN" altLang="en-US" sz="4800" b="1" dirty="0">
                    <a:solidFill>
                      <a:schemeClr val="accent5">
                        <a:lumMod val="75000"/>
                      </a:schemeClr>
                    </a:solidFill>
                  </a:rPr>
                  <a:t>若</a:t>
                </a:r>
                <a14:m>
                  <m:oMath xmlns:m="http://schemas.openxmlformats.org/officeDocument/2006/math">
                    <m:sSub>
                      <m:sSubPr>
                        <m:ctrlPr>
                          <a:rPr lang="en-US" altLang="zh-CN" sz="4800" b="1" i="1">
                            <a:solidFill>
                              <a:schemeClr val="accent5">
                                <a:lumMod val="75000"/>
                              </a:schemeClr>
                            </a:solidFill>
                            <a:latin typeface="Cambria Math" panose="02040503050406030204" pitchFamily="18" charset="0"/>
                          </a:rPr>
                        </m:ctrlPr>
                      </m:sSubPr>
                      <m:e>
                        <m:r>
                          <a:rPr lang="en-US" altLang="zh-CN" sz="4800" b="1" i="1">
                            <a:solidFill>
                              <a:schemeClr val="accent5">
                                <a:lumMod val="75000"/>
                              </a:schemeClr>
                            </a:solidFill>
                            <a:latin typeface="Cambria Math" panose="02040503050406030204" pitchFamily="18" charset="0"/>
                          </a:rPr>
                          <m:t>𝑪</m:t>
                        </m:r>
                      </m:e>
                      <m:sub>
                        <m:r>
                          <m:rPr>
                            <m:sty m:val="p"/>
                          </m:rPr>
                          <a:rPr lang="en-US" altLang="zh-CN" sz="4800" b="1" i="1">
                            <a:solidFill>
                              <a:schemeClr val="accent5">
                                <a:lumMod val="75000"/>
                              </a:schemeClr>
                            </a:solidFill>
                            <a:latin typeface="Cambria Math" panose="02040503050406030204" pitchFamily="18" charset="0"/>
                          </a:rPr>
                          <m:t>i</m:t>
                        </m:r>
                      </m:sub>
                    </m:sSub>
                  </m:oMath>
                </a14:m>
                <a:r>
                  <a:rPr lang="zh-CN" altLang="en-US" sz="4800" b="1" dirty="0">
                    <a:solidFill>
                      <a:schemeClr val="accent5">
                        <a:lumMod val="75000"/>
                      </a:schemeClr>
                    </a:solidFill>
                  </a:rPr>
                  <a:t>出现，则</a:t>
                </a:r>
                <a14:m>
                  <m:oMath xmlns:m="http://schemas.openxmlformats.org/officeDocument/2006/math">
                    <m:sSub>
                      <m:sSubPr>
                        <m:ctrlPr>
                          <a:rPr lang="en-US" altLang="zh-CN" sz="4800" b="1" i="1">
                            <a:solidFill>
                              <a:schemeClr val="accent5">
                                <a:lumMod val="75000"/>
                              </a:schemeClr>
                            </a:solidFill>
                            <a:latin typeface="Cambria Math" panose="02040503050406030204" pitchFamily="18" charset="0"/>
                          </a:rPr>
                        </m:ctrlPr>
                      </m:sSubPr>
                      <m:e>
                        <m:r>
                          <a:rPr lang="en-US" altLang="zh-CN" sz="4800" b="1" i="1">
                            <a:solidFill>
                              <a:schemeClr val="accent5">
                                <a:lumMod val="75000"/>
                              </a:schemeClr>
                            </a:solidFill>
                            <a:latin typeface="Cambria Math" panose="02040503050406030204" pitchFamily="18" charset="0"/>
                          </a:rPr>
                          <m:t>𝑬</m:t>
                        </m:r>
                      </m:e>
                      <m:sub>
                        <m:r>
                          <m:rPr>
                            <m:sty m:val="p"/>
                          </m:rPr>
                          <a:rPr lang="en-US" altLang="zh-CN" sz="4800" i="1">
                            <a:solidFill>
                              <a:schemeClr val="accent5">
                                <a:lumMod val="75000"/>
                              </a:schemeClr>
                            </a:solidFill>
                            <a:latin typeface="Cambria Math" panose="02040503050406030204" pitchFamily="18" charset="0"/>
                          </a:rPr>
                          <m:t>j</m:t>
                        </m:r>
                      </m:sub>
                    </m:sSub>
                  </m:oMath>
                </a14:m>
                <a:r>
                  <a:rPr lang="zh-CN" altLang="en-US" sz="4800" b="1" dirty="0">
                    <a:solidFill>
                      <a:schemeClr val="accent5">
                        <a:lumMod val="75000"/>
                      </a:schemeClr>
                    </a:solidFill>
                  </a:rPr>
                  <a:t>不可出现，否则</a:t>
                </a:r>
                <a14:m>
                  <m:oMath xmlns:m="http://schemas.openxmlformats.org/officeDocument/2006/math">
                    <m:sSub>
                      <m:sSubPr>
                        <m:ctrlPr>
                          <a:rPr lang="en-US" altLang="zh-CN" sz="4800" b="1" i="1">
                            <a:solidFill>
                              <a:schemeClr val="accent5">
                                <a:lumMod val="75000"/>
                              </a:schemeClr>
                            </a:solidFill>
                            <a:latin typeface="Cambria Math" panose="02040503050406030204" pitchFamily="18" charset="0"/>
                          </a:rPr>
                        </m:ctrlPr>
                      </m:sSubPr>
                      <m:e>
                        <m:r>
                          <a:rPr lang="en-US" altLang="zh-CN" sz="4800" b="1" i="1">
                            <a:solidFill>
                              <a:schemeClr val="accent5">
                                <a:lumMod val="75000"/>
                              </a:schemeClr>
                            </a:solidFill>
                            <a:latin typeface="Cambria Math" panose="02040503050406030204" pitchFamily="18" charset="0"/>
                          </a:rPr>
                          <m:t>𝑬</m:t>
                        </m:r>
                      </m:e>
                      <m:sub>
                        <m:r>
                          <m:rPr>
                            <m:sty m:val="p"/>
                          </m:rPr>
                          <a:rPr lang="en-US" altLang="zh-CN" sz="4800" i="1">
                            <a:solidFill>
                              <a:schemeClr val="accent5">
                                <a:lumMod val="75000"/>
                              </a:schemeClr>
                            </a:solidFill>
                            <a:latin typeface="Cambria Math" panose="02040503050406030204" pitchFamily="18" charset="0"/>
                          </a:rPr>
                          <m:t>j</m:t>
                        </m:r>
                      </m:sub>
                    </m:sSub>
                  </m:oMath>
                </a14:m>
                <a:r>
                  <a:rPr lang="zh-CN" altLang="en-US" sz="4800" b="1" dirty="0">
                    <a:solidFill>
                      <a:schemeClr val="accent5">
                        <a:lumMod val="75000"/>
                      </a:schemeClr>
                    </a:solidFill>
                  </a:rPr>
                  <a:t>必出现。</a:t>
                </a:r>
                <a:endParaRPr lang="zh-CN" altLang="en-US" sz="4800" b="1" dirty="0">
                  <a:solidFill>
                    <a:schemeClr val="accent5">
                      <a:lumMod val="75000"/>
                    </a:schemeClr>
                  </a:solidFill>
                </a:endParaRPr>
              </a:p>
              <a:p>
                <a:pPr lvl="2"/>
                <a:endParaRPr lang="zh-CN" altLang="en-US" sz="4800" dirty="0">
                  <a:solidFill>
                    <a:schemeClr val="accent5">
                      <a:lumMod val="75000"/>
                    </a:schemeClr>
                  </a:solidFill>
                </a:endParaRPr>
              </a:p>
            </p:txBody>
          </p:sp>
        </mc:Choice>
        <mc:Fallback>
          <p:sp>
            <p:nvSpPr>
              <p:cNvPr id="24" name="Rectangle 3"/>
              <p:cNvSpPr txBox="1">
                <a:spLocks noRot="1" noChangeAspect="1" noMove="1" noResize="1" noEditPoints="1" noAdjustHandles="1" noChangeArrowheads="1" noChangeShapeType="1" noTextEdit="1"/>
              </p:cNvSpPr>
              <p:nvPr/>
            </p:nvSpPr>
            <p:spPr>
              <a:xfrm>
                <a:off x="5489228" y="4904867"/>
                <a:ext cx="12886343" cy="2372139"/>
              </a:xfrm>
              <a:prstGeom prst="rect">
                <a:avLst/>
              </a:prstGeom>
              <a:blipFill rotWithShape="1">
                <a:blip r:embed="rId4"/>
                <a:stretch>
                  <a:fillRect l="-2" t="-4717" r="4" b="-4742"/>
                </a:stretch>
              </a:blipFill>
              <a:ln w="12700">
                <a:miter lim="400000"/>
              </a:ln>
            </p:spPr>
            <p:txBody>
              <a:bodyPr/>
              <a:lstStyle/>
              <a:p>
                <a:r>
                  <a:rPr lang="zh-CN" altLang="en-US">
                    <a:noFill/>
                  </a:rPr>
                  <a:t> </a:t>
                </a:r>
              </a:p>
            </p:txBody>
          </p:sp>
        </mc:Fallback>
      </mc:AlternateContent>
      <p:sp>
        <p:nvSpPr>
          <p:cNvPr id="12" name="Text Box 8"/>
          <p:cNvSpPr txBox="1">
            <a:spLocks noChangeArrowheads="1"/>
          </p:cNvSpPr>
          <p:nvPr/>
        </p:nvSpPr>
        <p:spPr bwMode="auto">
          <a:xfrm>
            <a:off x="12078173" y="8113164"/>
            <a:ext cx="863600" cy="923330"/>
          </a:xfrm>
          <a:prstGeom prst="rect">
            <a:avLst/>
          </a:prstGeom>
          <a:solidFill>
            <a:schemeClr val="bg1"/>
          </a:solidFill>
          <a:ln>
            <a:noFill/>
          </a:ln>
          <a:effec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5400" dirty="0">
                <a:solidFill>
                  <a:schemeClr val="accent5">
                    <a:lumMod val="75000"/>
                  </a:schemeClr>
                </a:solidFill>
                <a:latin typeface="微软雅黑" panose="020B0503020204020204" pitchFamily="34" charset="-122"/>
                <a:ea typeface="微软雅黑" panose="020B0503020204020204" pitchFamily="34" charset="-122"/>
              </a:rPr>
              <a:t>～</a:t>
            </a:r>
            <a:endParaRPr lang="zh-CN" altLang="en-US" sz="5400" dirty="0">
              <a:solidFill>
                <a:schemeClr val="accent5">
                  <a:lumMod val="75000"/>
                </a:schemeClr>
              </a:solidFill>
              <a:latin typeface="微软雅黑" panose="020B0503020204020204" pitchFamily="34" charset="-122"/>
              <a:ea typeface="微软雅黑" panose="020B0503020204020204" pitchFamily="34" charset="-122"/>
            </a:endParaRPr>
          </a:p>
        </p:txBody>
      </p:sp>
      <p:pic>
        <p:nvPicPr>
          <p:cNvPr id="7" name="Audio 6">
            <a:hlinkClick r:id="" action="ppaction://media"/>
          </p:cNvPr>
          <p:cNvPicPr>
            <a:picLocks noChangeAspect="1"/>
          </p:cNvPicPr>
          <p:nvPr>
            <a:audioFile r:link="rId5"/>
            <p:extLst>
              <p:ext uri="{DAA4B4D4-6D71-4841-9C94-3DE7FCFB9230}">
                <p14:media xmlns:p14="http://schemas.microsoft.com/office/powerpoint/2010/main" r:link="rId6"/>
              </p:ext>
            </p:extLst>
          </p:nvPr>
        </p:nvPicPr>
        <p:blipFill>
          <a:blip r:embed="rId7"/>
          <a:stretch>
            <a:fillRect/>
          </a:stretch>
        </p:blipFill>
        <p:spPr>
          <a:xfrm>
            <a:off x="23863300" y="13195300"/>
            <a:ext cx="304800" cy="304800"/>
          </a:xfrm>
          <a:prstGeom prst="rect">
            <a:avLst/>
          </a:prstGeom>
        </p:spPr>
      </p:pic>
    </p:spTree>
    <p:custDataLst>
      <p:tags r:id="rId8"/>
    </p:custDataLst>
  </p:cSld>
  <p:clrMapOvr>
    <a:masterClrMapping/>
  </p:clrMapOvr>
  <p:transition spd="med" advTm="58896"/>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因果图</a:t>
            </a:r>
            <a:endParaRPr lang="zh-CN" altLang="en-US" dirty="0"/>
          </a:p>
        </p:txBody>
      </p:sp>
      <mc:AlternateContent xmlns:mc="http://schemas.openxmlformats.org/markup-compatibility/2006">
        <mc:Choice xmlns:a14="http://schemas.microsoft.com/office/drawing/2010/main" Requires="a14">
          <p:sp>
            <p:nvSpPr>
              <p:cNvPr id="20" name="Rectangle 3"/>
              <p:cNvSpPr txBox="1">
                <a:spLocks noChangeArrowheads="1"/>
              </p:cNvSpPr>
              <p:nvPr/>
            </p:nvSpPr>
            <p:spPr>
              <a:xfrm>
                <a:off x="2736000" y="3060000"/>
                <a:ext cx="14701891" cy="2372139"/>
              </a:xfrm>
              <a:prstGeom prst="rect">
                <a:avLst/>
              </a:prstGeom>
              <a:ln w="12700">
                <a:miter lim="400000"/>
              </a:ln>
            </p:spPr>
            <p:txBody>
              <a:bodyPr lIns="50800" tIns="50800" rIns="50800" bIns="50800" anchor="ctr">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或：若</a:t>
                </a:r>
                <a14:m>
                  <m:oMath xmlns:m="http://schemas.openxmlformats.org/officeDocument/2006/math">
                    <m:sSub>
                      <m:sSubPr>
                        <m:ctrlPr>
                          <a:rPr lang="en-US" altLang="zh-CN" sz="4800" b="1" i="1">
                            <a:latin typeface="Cambria Math" panose="02040503050406030204" pitchFamily="18" charset="0"/>
                          </a:rPr>
                        </m:ctrlPr>
                      </m:sSubPr>
                      <m:e>
                        <m:r>
                          <a:rPr lang="en-US" altLang="zh-CN" sz="4800" b="1" i="1">
                            <a:latin typeface="Cambria Math" panose="02040503050406030204" pitchFamily="18" charset="0"/>
                          </a:rPr>
                          <m:t>𝑪</m:t>
                        </m:r>
                      </m:e>
                      <m:sub>
                        <m:r>
                          <a:rPr lang="en-US" altLang="zh-CN" sz="4800" b="1" i="1" smtClean="0">
                            <a:latin typeface="Cambria Math" panose="02040503050406030204" pitchFamily="18" charset="0"/>
                          </a:rPr>
                          <m:t>𝟏</m:t>
                        </m:r>
                      </m:sub>
                    </m:sSub>
                  </m:oMath>
                </a14:m>
                <a:r>
                  <a:rPr lang="zh-CN" altLang="en-US" sz="4800" b="1" dirty="0"/>
                  <a:t>或</a:t>
                </a:r>
                <a14:m>
                  <m:oMath xmlns:m="http://schemas.openxmlformats.org/officeDocument/2006/math">
                    <m:sSub>
                      <m:sSubPr>
                        <m:ctrlPr>
                          <a:rPr lang="en-US" altLang="zh-CN" sz="4800" b="1" i="1">
                            <a:latin typeface="Cambria Math" panose="02040503050406030204" pitchFamily="18" charset="0"/>
                          </a:rPr>
                        </m:ctrlPr>
                      </m:sSubPr>
                      <m:e>
                        <m:r>
                          <a:rPr lang="en-US" altLang="zh-CN" sz="4800" b="1" i="1">
                            <a:latin typeface="Cambria Math" panose="02040503050406030204" pitchFamily="18" charset="0"/>
                          </a:rPr>
                          <m:t>𝑪</m:t>
                        </m:r>
                      </m:e>
                      <m:sub>
                        <m:r>
                          <a:rPr lang="en-US" altLang="zh-CN" sz="4800" b="1" i="1" smtClean="0">
                            <a:latin typeface="Cambria Math" panose="02040503050406030204" pitchFamily="18" charset="0"/>
                          </a:rPr>
                          <m:t>𝟐</m:t>
                        </m:r>
                      </m:sub>
                    </m:sSub>
                  </m:oMath>
                </a14:m>
                <a:r>
                  <a:rPr lang="zh-CN" altLang="en-US" sz="4800" b="1" dirty="0"/>
                  <a:t>或</a:t>
                </a:r>
                <a14:m>
                  <m:oMath xmlns:m="http://schemas.openxmlformats.org/officeDocument/2006/math">
                    <m:sSub>
                      <m:sSubPr>
                        <m:ctrlPr>
                          <a:rPr lang="en-US" altLang="zh-CN" sz="4800" b="1" i="1">
                            <a:latin typeface="Cambria Math" panose="02040503050406030204" pitchFamily="18" charset="0"/>
                          </a:rPr>
                        </m:ctrlPr>
                      </m:sSubPr>
                      <m:e>
                        <m:r>
                          <a:rPr lang="en-US" altLang="zh-CN" sz="4800" b="1" i="1">
                            <a:latin typeface="Cambria Math" panose="02040503050406030204" pitchFamily="18" charset="0"/>
                          </a:rPr>
                          <m:t>𝑪</m:t>
                        </m:r>
                      </m:e>
                      <m:sub>
                        <m:r>
                          <a:rPr lang="en-US" altLang="zh-CN" sz="4800" b="1" i="1" smtClean="0">
                            <a:latin typeface="Cambria Math" panose="02040503050406030204" pitchFamily="18" charset="0"/>
                          </a:rPr>
                          <m:t>𝟑</m:t>
                        </m:r>
                      </m:sub>
                    </m:sSub>
                  </m:oMath>
                </a14:m>
                <a:r>
                  <a:rPr lang="zh-CN" altLang="en-US" sz="4800" b="1" dirty="0"/>
                  <a:t>是</a:t>
                </a:r>
                <a:r>
                  <a:rPr lang="en-US" altLang="zh-CN" sz="4800" b="1" dirty="0"/>
                  <a:t>1</a:t>
                </a:r>
                <a:r>
                  <a:rPr lang="zh-CN" altLang="en-US" sz="4800" b="1" dirty="0"/>
                  <a:t>，则</a:t>
                </a:r>
                <a14:m>
                  <m:oMath xmlns:m="http://schemas.openxmlformats.org/officeDocument/2006/math">
                    <m:sSub>
                      <m:sSubPr>
                        <m:ctrlPr>
                          <a:rPr lang="en-US" altLang="zh-CN" sz="4800" b="1" i="1">
                            <a:latin typeface="Cambria Math" panose="02040503050406030204" pitchFamily="18" charset="0"/>
                          </a:rPr>
                        </m:ctrlPr>
                      </m:sSubPr>
                      <m:e>
                        <m:r>
                          <a:rPr lang="en-US" altLang="zh-CN" sz="4800" b="1" i="1">
                            <a:latin typeface="Cambria Math" panose="02040503050406030204" pitchFamily="18" charset="0"/>
                          </a:rPr>
                          <m:t>𝑬</m:t>
                        </m:r>
                      </m:e>
                      <m:sub>
                        <m:r>
                          <m:rPr>
                            <m:sty m:val="p"/>
                          </m:rPr>
                          <a:rPr lang="en-US" altLang="zh-CN" sz="4800" i="1">
                            <a:latin typeface="Cambria Math" panose="02040503050406030204" pitchFamily="18" charset="0"/>
                          </a:rPr>
                          <m:t>j</m:t>
                        </m:r>
                      </m:sub>
                    </m:sSub>
                  </m:oMath>
                </a14:m>
                <a:r>
                  <a:rPr lang="zh-CN" altLang="en-US" sz="4800" b="1" dirty="0"/>
                  <a:t>也为</a:t>
                </a:r>
                <a:r>
                  <a:rPr lang="en-US" altLang="zh-CN" sz="4800" b="1" dirty="0"/>
                  <a:t>1</a:t>
                </a:r>
                <a:r>
                  <a:rPr lang="zh-CN" altLang="en-US" sz="4800" b="1" dirty="0"/>
                  <a:t>，否则</a:t>
                </a:r>
                <a14:m>
                  <m:oMath xmlns:m="http://schemas.openxmlformats.org/officeDocument/2006/math">
                    <m:sSub>
                      <m:sSubPr>
                        <m:ctrlPr>
                          <a:rPr lang="en-US" altLang="zh-CN" sz="4800" b="1" i="1">
                            <a:latin typeface="Cambria Math" panose="02040503050406030204" pitchFamily="18" charset="0"/>
                          </a:rPr>
                        </m:ctrlPr>
                      </m:sSubPr>
                      <m:e>
                        <m:r>
                          <a:rPr lang="en-US" altLang="zh-CN" sz="4800" b="1" i="1">
                            <a:latin typeface="Cambria Math" panose="02040503050406030204" pitchFamily="18" charset="0"/>
                          </a:rPr>
                          <m:t>𝑬</m:t>
                        </m:r>
                      </m:e>
                      <m:sub>
                        <m:r>
                          <m:rPr>
                            <m:sty m:val="p"/>
                          </m:rPr>
                          <a:rPr lang="en-US" altLang="zh-CN" sz="4800" i="1">
                            <a:latin typeface="Cambria Math" panose="02040503050406030204" pitchFamily="18" charset="0"/>
                          </a:rPr>
                          <m:t>j</m:t>
                        </m:r>
                      </m:sub>
                    </m:sSub>
                  </m:oMath>
                </a14:m>
                <a:r>
                  <a:rPr lang="zh-CN" altLang="en-US" sz="4800" b="1" dirty="0"/>
                  <a:t>为</a:t>
                </a:r>
                <a:r>
                  <a:rPr lang="en-US" altLang="zh-CN" sz="4800" b="1" dirty="0"/>
                  <a:t>0</a:t>
                </a:r>
                <a:r>
                  <a:rPr lang="zh-CN" altLang="en-US" sz="4800" b="1" dirty="0"/>
                  <a:t>；</a:t>
                </a:r>
                <a:endParaRPr lang="zh-CN" altLang="en-US" sz="4800" b="1" dirty="0"/>
              </a:p>
              <a:p>
                <a:pPr lvl="2"/>
                <a:endParaRPr lang="zh-CN" altLang="en-US" sz="4800" dirty="0"/>
              </a:p>
            </p:txBody>
          </p:sp>
        </mc:Choice>
        <mc:Fallback>
          <p:sp>
            <p:nvSpPr>
              <p:cNvPr id="20" name="Rectangle 3"/>
              <p:cNvSpPr txBox="1">
                <a:spLocks noRot="1" noChangeAspect="1" noMove="1" noResize="1" noEditPoints="1" noAdjustHandles="1" noChangeArrowheads="1" noChangeShapeType="1" noTextEdit="1"/>
              </p:cNvSpPr>
              <p:nvPr/>
            </p:nvSpPr>
            <p:spPr>
              <a:xfrm>
                <a:off x="2736000" y="3060000"/>
                <a:ext cx="14701891" cy="2372139"/>
              </a:xfrm>
              <a:prstGeom prst="rect">
                <a:avLst/>
              </a:prstGeom>
              <a:blipFill rotWithShape="1">
                <a:blip r:embed="rId1"/>
                <a:stretch>
                  <a:fillRect l="-3" t="-4735" r="1" b="-4723"/>
                </a:stretch>
              </a:blipFill>
              <a:ln w="12700">
                <a:miter lim="400000"/>
              </a:ln>
            </p:spPr>
            <p:txBody>
              <a:bodyPr/>
              <a:lstStyle/>
              <a:p>
                <a:r>
                  <a:rPr lang="zh-CN" altLang="en-US">
                    <a:noFill/>
                  </a:rPr>
                  <a:t> </a:t>
                </a:r>
              </a:p>
            </p:txBody>
          </p:sp>
        </mc:Fallback>
      </mc:AlternateContent>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01</a:t>
            </a:r>
            <a:endParaRPr dirty="0"/>
          </a:p>
        </p:txBody>
      </p:sp>
      <p:sp>
        <p:nvSpPr>
          <p:cNvPr id="11" name="Oval 5"/>
          <p:cNvSpPr>
            <a:spLocks noChangeArrowheads="1"/>
          </p:cNvSpPr>
          <p:nvPr/>
        </p:nvSpPr>
        <p:spPr bwMode="auto">
          <a:xfrm>
            <a:off x="10021963" y="6370378"/>
            <a:ext cx="1279659" cy="1253747"/>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hangingPunct="1">
              <a:spcBef>
                <a:spcPct val="0"/>
              </a:spcBef>
              <a:buClrTx/>
              <a:buSzTx/>
              <a:buNone/>
            </a:pPr>
            <a:endParaRPr lang="en-US" altLang="zh-CN" sz="5400" dirty="0">
              <a:solidFill>
                <a:srgbClr val="000000"/>
              </a:solidFill>
            </a:endParaRPr>
          </a:p>
        </p:txBody>
      </p:sp>
      <mc:AlternateContent xmlns:mc="http://schemas.openxmlformats.org/markup-compatibility/2006">
        <mc:Choice xmlns:a14="http://schemas.microsoft.com/office/drawing/2010/main" Requires="a14">
          <p:sp>
            <p:nvSpPr>
              <p:cNvPr id="3" name="Rectangle 2"/>
              <p:cNvSpPr/>
              <p:nvPr/>
            </p:nvSpPr>
            <p:spPr>
              <a:xfrm>
                <a:off x="10250655" y="6453413"/>
                <a:ext cx="1143133" cy="923330"/>
              </a:xfrm>
              <a:prstGeom prst="rect">
                <a:avLst/>
              </a:prstGeom>
            </p:spPr>
            <p:txBody>
              <a:bodyPr wrap="none">
                <a:spAutoFit/>
              </a:bodyPr>
              <a:lstStyle/>
              <a:p>
                <a:pPr hangingPunct="1">
                  <a:spcBef>
                    <a:spcPct val="0"/>
                  </a:spcBef>
                </a:pPr>
                <a14:m>
                  <m:oMathPara xmlns:m="http://schemas.openxmlformats.org/officeDocument/2006/math">
                    <m:oMathParaPr>
                      <m:jc m:val="centerGroup"/>
                    </m:oMathParaPr>
                    <m:oMath xmlns:m="http://schemas.openxmlformats.org/officeDocument/2006/math">
                      <m:sSub>
                        <m:sSubPr>
                          <m:ctrlPr>
                            <a:rPr lang="en-US" altLang="zh-CN" sz="5400" i="1" smtClean="0">
                              <a:solidFill>
                                <a:schemeClr val="bg1"/>
                              </a:solidFill>
                              <a:latin typeface="Cambria Math" panose="02040503050406030204" pitchFamily="18" charset="0"/>
                            </a:rPr>
                          </m:ctrlPr>
                        </m:sSubPr>
                        <m:e>
                          <m:r>
                            <a:rPr lang="en-US" altLang="zh-CN" sz="5400" i="1" smtClean="0">
                              <a:solidFill>
                                <a:schemeClr val="bg1"/>
                              </a:solidFill>
                              <a:latin typeface="Cambria Math" panose="02040503050406030204" pitchFamily="18" charset="0"/>
                            </a:rPr>
                            <m:t>𝑪</m:t>
                          </m:r>
                        </m:e>
                        <m:sub>
                          <m:r>
                            <a:rPr lang="en-US" altLang="zh-CN" sz="5400" b="1" i="1" smtClean="0">
                              <a:solidFill>
                                <a:schemeClr val="bg1"/>
                              </a:solidFill>
                              <a:latin typeface="Cambria Math" panose="02040503050406030204" pitchFamily="18" charset="0"/>
                            </a:rPr>
                            <m:t>𝟏</m:t>
                          </m:r>
                        </m:sub>
                      </m:sSub>
                    </m:oMath>
                  </m:oMathPara>
                </a14:m>
                <a:endParaRPr lang="en-US" altLang="zh-CN" sz="5400" dirty="0">
                  <a:solidFill>
                    <a:schemeClr val="bg1"/>
                  </a:solidFill>
                </a:endParaRPr>
              </a:p>
            </p:txBody>
          </p:sp>
        </mc:Choice>
        <mc:Fallback>
          <p:sp>
            <p:nvSpPr>
              <p:cNvPr id="3" name="Rectangle 2"/>
              <p:cNvSpPr>
                <a:spLocks noRot="1" noChangeAspect="1" noMove="1" noResize="1" noEditPoints="1" noAdjustHandles="1" noChangeArrowheads="1" noChangeShapeType="1" noTextEdit="1"/>
              </p:cNvSpPr>
              <p:nvPr/>
            </p:nvSpPr>
            <p:spPr>
              <a:xfrm>
                <a:off x="10250655" y="6453413"/>
                <a:ext cx="1143133" cy="923330"/>
              </a:xfrm>
              <a:prstGeom prst="rect">
                <a:avLst/>
              </a:prstGeom>
              <a:blipFill rotWithShape="1">
                <a:blip r:embed="rId2"/>
                <a:stretch>
                  <a:fillRect l="-42" t="-59" r="-12944" b="63"/>
                </a:stretch>
              </a:blipFill>
            </p:spPr>
            <p:txBody>
              <a:bodyPr/>
              <a:lstStyle/>
              <a:p>
                <a:r>
                  <a:rPr lang="zh-CN" altLang="en-US">
                    <a:noFill/>
                  </a:rPr>
                  <a:t> </a:t>
                </a:r>
              </a:p>
            </p:txBody>
          </p:sp>
        </mc:Fallback>
      </mc:AlternateContent>
      <p:sp>
        <p:nvSpPr>
          <p:cNvPr id="16" name="Oval 5"/>
          <p:cNvSpPr>
            <a:spLocks noChangeArrowheads="1"/>
          </p:cNvSpPr>
          <p:nvPr/>
        </p:nvSpPr>
        <p:spPr bwMode="auto">
          <a:xfrm>
            <a:off x="14213596" y="8604867"/>
            <a:ext cx="1279659" cy="1253747"/>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hangingPunct="1">
              <a:spcBef>
                <a:spcPct val="0"/>
              </a:spcBef>
              <a:buClrTx/>
              <a:buSzTx/>
              <a:buNone/>
            </a:pPr>
            <a:endParaRPr lang="en-US" altLang="zh-CN" sz="5400" dirty="0">
              <a:solidFill>
                <a:srgbClr val="000000"/>
              </a:solidFill>
            </a:endParaRPr>
          </a:p>
        </p:txBody>
      </p:sp>
      <mc:AlternateContent xmlns:mc="http://schemas.openxmlformats.org/markup-compatibility/2006">
        <mc:Choice xmlns:a14="http://schemas.microsoft.com/office/drawing/2010/main" Requires="a14">
          <p:sp>
            <p:nvSpPr>
              <p:cNvPr id="4" name="Rectangle 3"/>
              <p:cNvSpPr/>
              <p:nvPr/>
            </p:nvSpPr>
            <p:spPr>
              <a:xfrm>
                <a:off x="14516322" y="8731571"/>
                <a:ext cx="1016496" cy="1000338"/>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en-US" altLang="zh-CN" sz="5400" i="1" smtClean="0">
                              <a:solidFill>
                                <a:schemeClr val="bg1"/>
                              </a:solidFill>
                              <a:latin typeface="Cambria Math" panose="02040503050406030204" pitchFamily="18" charset="0"/>
                            </a:rPr>
                          </m:ctrlPr>
                        </m:sSubPr>
                        <m:e>
                          <m:r>
                            <a:rPr lang="en-US" altLang="zh-CN" sz="5400" i="1">
                              <a:solidFill>
                                <a:schemeClr val="bg1"/>
                              </a:solidFill>
                              <a:latin typeface="Cambria Math" panose="02040503050406030204" pitchFamily="18" charset="0"/>
                            </a:rPr>
                            <m:t>𝑬</m:t>
                          </m:r>
                        </m:e>
                        <m:sub>
                          <m:r>
                            <m:rPr>
                              <m:sty m:val="p"/>
                            </m:rPr>
                            <a:rPr lang="en-US" altLang="zh-CN" sz="5400" i="1">
                              <a:solidFill>
                                <a:schemeClr val="bg1"/>
                              </a:solidFill>
                              <a:latin typeface="Cambria Math" panose="02040503050406030204" pitchFamily="18" charset="0"/>
                            </a:rPr>
                            <m:t>j</m:t>
                          </m:r>
                        </m:sub>
                      </m:sSub>
                    </m:oMath>
                  </m:oMathPara>
                </a14:m>
                <a:endParaRPr lang="zh-CN" altLang="en-US" sz="4800" dirty="0">
                  <a:solidFill>
                    <a:schemeClr val="bg1"/>
                  </a:solidFill>
                </a:endParaRPr>
              </a:p>
            </p:txBody>
          </p:sp>
        </mc:Choice>
        <mc:Fallback>
          <p:sp>
            <p:nvSpPr>
              <p:cNvPr id="4" name="Rectangle 3"/>
              <p:cNvSpPr>
                <a:spLocks noRot="1" noChangeAspect="1" noMove="1" noResize="1" noEditPoints="1" noAdjustHandles="1" noChangeArrowheads="1" noChangeShapeType="1" noTextEdit="1"/>
              </p:cNvSpPr>
              <p:nvPr/>
            </p:nvSpPr>
            <p:spPr>
              <a:xfrm>
                <a:off x="14516322" y="8731571"/>
                <a:ext cx="1016496" cy="1000338"/>
              </a:xfrm>
              <a:prstGeom prst="rect">
                <a:avLst/>
              </a:prstGeom>
              <a:blipFill rotWithShape="1">
                <a:blip r:embed="rId3"/>
                <a:stretch>
                  <a:fillRect l="-22" t="-32" r="-10986" b="5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4" name="Rectangle 3"/>
              <p:cNvSpPr txBox="1">
                <a:spLocks noChangeArrowheads="1"/>
              </p:cNvSpPr>
              <p:nvPr/>
            </p:nvSpPr>
            <p:spPr>
              <a:xfrm>
                <a:off x="3376465" y="4774768"/>
                <a:ext cx="19242155" cy="1750849"/>
              </a:xfrm>
              <a:prstGeom prst="rect">
                <a:avLst/>
              </a:prstGeom>
              <a:ln w="12700">
                <a:miter lim="400000"/>
              </a:ln>
            </p:spPr>
            <p:txBody>
              <a:bodyPr lIns="50800" tIns="50800" rIns="50800" bIns="50800" anchor="ctr">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pPr marL="0" indent="0">
                  <a:buNone/>
                </a:pPr>
                <a:r>
                  <a:rPr lang="zh-CN" altLang="en-US" sz="4800" b="1" dirty="0">
                    <a:solidFill>
                      <a:schemeClr val="accent5">
                        <a:lumMod val="75000"/>
                      </a:schemeClr>
                    </a:solidFill>
                  </a:rPr>
                  <a:t>若</a:t>
                </a:r>
                <a14:m>
                  <m:oMath xmlns:m="http://schemas.openxmlformats.org/officeDocument/2006/math">
                    <m:sSub>
                      <m:sSubPr>
                        <m:ctrlPr>
                          <a:rPr lang="en-US" altLang="zh-CN" sz="4800" b="1" i="1">
                            <a:solidFill>
                              <a:schemeClr val="accent5">
                                <a:lumMod val="75000"/>
                              </a:schemeClr>
                            </a:solidFill>
                            <a:latin typeface="Cambria Math" panose="02040503050406030204" pitchFamily="18" charset="0"/>
                          </a:rPr>
                        </m:ctrlPr>
                      </m:sSubPr>
                      <m:e>
                        <m:r>
                          <a:rPr lang="en-US" altLang="zh-CN" sz="4800" b="1" i="1">
                            <a:solidFill>
                              <a:schemeClr val="accent5">
                                <a:lumMod val="75000"/>
                              </a:schemeClr>
                            </a:solidFill>
                            <a:latin typeface="Cambria Math" panose="02040503050406030204" pitchFamily="18" charset="0"/>
                          </a:rPr>
                          <m:t>𝑪</m:t>
                        </m:r>
                      </m:e>
                      <m:sub>
                        <m:r>
                          <a:rPr lang="en-US" altLang="zh-CN" sz="4800" b="1" i="1">
                            <a:solidFill>
                              <a:schemeClr val="accent5">
                                <a:lumMod val="75000"/>
                              </a:schemeClr>
                            </a:solidFill>
                            <a:latin typeface="Cambria Math" panose="02040503050406030204" pitchFamily="18" charset="0"/>
                          </a:rPr>
                          <m:t>𝟏</m:t>
                        </m:r>
                      </m:sub>
                    </m:sSub>
                  </m:oMath>
                </a14:m>
                <a:r>
                  <a:rPr lang="zh-CN" altLang="en-US" sz="4800" b="1" dirty="0">
                    <a:solidFill>
                      <a:schemeClr val="accent5">
                        <a:lumMod val="75000"/>
                      </a:schemeClr>
                    </a:solidFill>
                  </a:rPr>
                  <a:t>或</a:t>
                </a:r>
                <a14:m>
                  <m:oMath xmlns:m="http://schemas.openxmlformats.org/officeDocument/2006/math">
                    <m:sSub>
                      <m:sSubPr>
                        <m:ctrlPr>
                          <a:rPr lang="en-US" altLang="zh-CN" sz="4800" b="1" i="1">
                            <a:solidFill>
                              <a:schemeClr val="accent5">
                                <a:lumMod val="75000"/>
                              </a:schemeClr>
                            </a:solidFill>
                            <a:latin typeface="Cambria Math" panose="02040503050406030204" pitchFamily="18" charset="0"/>
                          </a:rPr>
                        </m:ctrlPr>
                      </m:sSubPr>
                      <m:e>
                        <m:r>
                          <a:rPr lang="en-US" altLang="zh-CN" sz="4800" b="1" i="1">
                            <a:solidFill>
                              <a:schemeClr val="accent5">
                                <a:lumMod val="75000"/>
                              </a:schemeClr>
                            </a:solidFill>
                            <a:latin typeface="Cambria Math" panose="02040503050406030204" pitchFamily="18" charset="0"/>
                          </a:rPr>
                          <m:t>𝑪</m:t>
                        </m:r>
                      </m:e>
                      <m:sub>
                        <m:r>
                          <a:rPr lang="en-US" altLang="zh-CN" sz="4800" b="1" i="1">
                            <a:solidFill>
                              <a:schemeClr val="accent5">
                                <a:lumMod val="75000"/>
                              </a:schemeClr>
                            </a:solidFill>
                            <a:latin typeface="Cambria Math" panose="02040503050406030204" pitchFamily="18" charset="0"/>
                          </a:rPr>
                          <m:t>𝟐</m:t>
                        </m:r>
                      </m:sub>
                    </m:sSub>
                  </m:oMath>
                </a14:m>
                <a:r>
                  <a:rPr lang="zh-CN" altLang="en-US" sz="4800" b="1" dirty="0">
                    <a:solidFill>
                      <a:schemeClr val="accent5">
                        <a:lumMod val="75000"/>
                      </a:schemeClr>
                    </a:solidFill>
                  </a:rPr>
                  <a:t>或</a:t>
                </a:r>
                <a14:m>
                  <m:oMath xmlns:m="http://schemas.openxmlformats.org/officeDocument/2006/math">
                    <m:sSub>
                      <m:sSubPr>
                        <m:ctrlPr>
                          <a:rPr lang="en-US" altLang="zh-CN" sz="4800" b="1" i="1">
                            <a:solidFill>
                              <a:schemeClr val="accent5">
                                <a:lumMod val="75000"/>
                              </a:schemeClr>
                            </a:solidFill>
                            <a:latin typeface="Cambria Math" panose="02040503050406030204" pitchFamily="18" charset="0"/>
                          </a:rPr>
                        </m:ctrlPr>
                      </m:sSubPr>
                      <m:e>
                        <m:r>
                          <a:rPr lang="en-US" altLang="zh-CN" sz="4800" b="1">
                            <a:solidFill>
                              <a:schemeClr val="accent5">
                                <a:lumMod val="75000"/>
                              </a:schemeClr>
                            </a:solidFill>
                            <a:latin typeface="Cambria Math" panose="02040503050406030204" pitchFamily="18" charset="0"/>
                          </a:rPr>
                          <m:t>𝑪</m:t>
                        </m:r>
                      </m:e>
                      <m:sub>
                        <m:r>
                          <a:rPr lang="en-US" altLang="zh-CN" sz="4800" b="1">
                            <a:solidFill>
                              <a:schemeClr val="accent5">
                                <a:lumMod val="75000"/>
                              </a:schemeClr>
                            </a:solidFill>
                            <a:latin typeface="Cambria Math" panose="02040503050406030204" pitchFamily="18" charset="0"/>
                          </a:rPr>
                          <m:t>𝟑</m:t>
                        </m:r>
                      </m:sub>
                    </m:sSub>
                  </m:oMath>
                </a14:m>
                <a:r>
                  <a:rPr lang="zh-CN" altLang="en-US" sz="4800" b="1" dirty="0">
                    <a:solidFill>
                      <a:schemeClr val="accent5">
                        <a:lumMod val="75000"/>
                      </a:schemeClr>
                    </a:solidFill>
                  </a:rPr>
                  <a:t>中的任意一个原因出现，则</a:t>
                </a:r>
                <a14:m>
                  <m:oMath xmlns:m="http://schemas.openxmlformats.org/officeDocument/2006/math">
                    <m:sSub>
                      <m:sSubPr>
                        <m:ctrlPr>
                          <a:rPr lang="en-US" altLang="zh-CN" sz="4800" b="1" i="1">
                            <a:solidFill>
                              <a:schemeClr val="accent5">
                                <a:lumMod val="75000"/>
                              </a:schemeClr>
                            </a:solidFill>
                            <a:latin typeface="Cambria Math" panose="02040503050406030204" pitchFamily="18" charset="0"/>
                          </a:rPr>
                        </m:ctrlPr>
                      </m:sSubPr>
                      <m:e>
                        <m:r>
                          <a:rPr lang="en-US" altLang="zh-CN" sz="4800" b="1" i="1">
                            <a:solidFill>
                              <a:schemeClr val="accent5">
                                <a:lumMod val="75000"/>
                              </a:schemeClr>
                            </a:solidFill>
                            <a:latin typeface="Cambria Math" panose="02040503050406030204" pitchFamily="18" charset="0"/>
                          </a:rPr>
                          <m:t>𝑬</m:t>
                        </m:r>
                      </m:e>
                      <m:sub>
                        <m:r>
                          <m:rPr>
                            <m:sty m:val="p"/>
                          </m:rPr>
                          <a:rPr lang="en-US" altLang="zh-CN" sz="4800" i="1">
                            <a:solidFill>
                              <a:schemeClr val="accent5">
                                <a:lumMod val="75000"/>
                              </a:schemeClr>
                            </a:solidFill>
                            <a:latin typeface="Cambria Math" panose="02040503050406030204" pitchFamily="18" charset="0"/>
                          </a:rPr>
                          <m:t>j</m:t>
                        </m:r>
                      </m:sub>
                    </m:sSub>
                  </m:oMath>
                </a14:m>
                <a:r>
                  <a:rPr lang="zh-CN" altLang="en-US" sz="4800" b="1" dirty="0">
                    <a:solidFill>
                      <a:schemeClr val="accent5">
                        <a:lumMod val="75000"/>
                      </a:schemeClr>
                    </a:solidFill>
                  </a:rPr>
                  <a:t>必出现，否则</a:t>
                </a:r>
                <a14:m>
                  <m:oMath xmlns:m="http://schemas.openxmlformats.org/officeDocument/2006/math">
                    <m:sSub>
                      <m:sSubPr>
                        <m:ctrlPr>
                          <a:rPr lang="en-US" altLang="zh-CN" sz="4800" b="1" i="1">
                            <a:solidFill>
                              <a:schemeClr val="accent5">
                                <a:lumMod val="75000"/>
                              </a:schemeClr>
                            </a:solidFill>
                            <a:latin typeface="Cambria Math" panose="02040503050406030204" pitchFamily="18" charset="0"/>
                          </a:rPr>
                        </m:ctrlPr>
                      </m:sSubPr>
                      <m:e>
                        <m:r>
                          <a:rPr lang="en-US" altLang="zh-CN" sz="4800" b="1" i="1">
                            <a:solidFill>
                              <a:schemeClr val="accent5">
                                <a:lumMod val="75000"/>
                              </a:schemeClr>
                            </a:solidFill>
                            <a:latin typeface="Cambria Math" panose="02040503050406030204" pitchFamily="18" charset="0"/>
                          </a:rPr>
                          <m:t>𝑬</m:t>
                        </m:r>
                      </m:e>
                      <m:sub>
                        <m:r>
                          <m:rPr>
                            <m:sty m:val="p"/>
                          </m:rPr>
                          <a:rPr lang="en-US" altLang="zh-CN" sz="4800" i="1">
                            <a:solidFill>
                              <a:schemeClr val="accent5">
                                <a:lumMod val="75000"/>
                              </a:schemeClr>
                            </a:solidFill>
                            <a:latin typeface="Cambria Math" panose="02040503050406030204" pitchFamily="18" charset="0"/>
                          </a:rPr>
                          <m:t>j</m:t>
                        </m:r>
                      </m:sub>
                    </m:sSub>
                  </m:oMath>
                </a14:m>
                <a:r>
                  <a:rPr lang="zh-CN" altLang="en-US" sz="4800" b="1" dirty="0">
                    <a:solidFill>
                      <a:schemeClr val="accent5">
                        <a:lumMod val="75000"/>
                      </a:schemeClr>
                    </a:solidFill>
                  </a:rPr>
                  <a:t>不会出现。</a:t>
                </a:r>
                <a:endParaRPr lang="zh-CN" altLang="en-US" sz="4800" b="1" dirty="0">
                  <a:solidFill>
                    <a:schemeClr val="accent5">
                      <a:lumMod val="75000"/>
                    </a:schemeClr>
                  </a:solidFill>
                </a:endParaRPr>
              </a:p>
              <a:p>
                <a:pPr lvl="2"/>
                <a:endParaRPr lang="zh-CN" altLang="en-US" sz="4800" dirty="0">
                  <a:solidFill>
                    <a:schemeClr val="accent5">
                      <a:lumMod val="75000"/>
                    </a:schemeClr>
                  </a:solidFill>
                </a:endParaRPr>
              </a:p>
            </p:txBody>
          </p:sp>
        </mc:Choice>
        <mc:Fallback>
          <p:sp>
            <p:nvSpPr>
              <p:cNvPr id="24" name="Rectangle 3"/>
              <p:cNvSpPr txBox="1">
                <a:spLocks noRot="1" noChangeAspect="1" noMove="1" noResize="1" noEditPoints="1" noAdjustHandles="1" noChangeArrowheads="1" noChangeShapeType="1" noTextEdit="1"/>
              </p:cNvSpPr>
              <p:nvPr/>
            </p:nvSpPr>
            <p:spPr>
              <a:xfrm>
                <a:off x="3376465" y="4774768"/>
                <a:ext cx="19242155" cy="1750849"/>
              </a:xfrm>
              <a:prstGeom prst="rect">
                <a:avLst/>
              </a:prstGeom>
              <a:blipFill rotWithShape="1">
                <a:blip r:embed="rId4"/>
                <a:stretch>
                  <a:fillRect l="-1" t="-24130" r="3" b="-24170"/>
                </a:stretch>
              </a:blipFill>
              <a:ln w="12700">
                <a:miter lim="400000"/>
              </a:ln>
            </p:spPr>
            <p:txBody>
              <a:bodyPr/>
              <a:lstStyle/>
              <a:p>
                <a:r>
                  <a:rPr lang="zh-CN" altLang="en-US">
                    <a:noFill/>
                  </a:rPr>
                  <a:t> </a:t>
                </a:r>
              </a:p>
            </p:txBody>
          </p:sp>
        </mc:Fallback>
      </mc:AlternateContent>
      <p:sp>
        <p:nvSpPr>
          <p:cNvPr id="18" name="Line 7"/>
          <p:cNvSpPr>
            <a:spLocks noChangeShapeType="1"/>
          </p:cNvSpPr>
          <p:nvPr/>
        </p:nvSpPr>
        <p:spPr bwMode="auto">
          <a:xfrm flipV="1">
            <a:off x="11316222" y="9192079"/>
            <a:ext cx="2853701" cy="0"/>
          </a:xfrm>
          <a:prstGeom prst="line">
            <a:avLst/>
          </a:prstGeom>
          <a:noFill/>
          <a:ln w="38100">
            <a:solidFill>
              <a:schemeClr val="tx1"/>
            </a:solidFill>
            <a:round/>
            <a:headEnd type="none"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4800"/>
          </a:p>
        </p:txBody>
      </p:sp>
      <p:sp>
        <p:nvSpPr>
          <p:cNvPr id="22" name="Line 10"/>
          <p:cNvSpPr>
            <a:spLocks noChangeShapeType="1"/>
          </p:cNvSpPr>
          <p:nvPr/>
        </p:nvSpPr>
        <p:spPr bwMode="auto">
          <a:xfrm flipV="1">
            <a:off x="11309923" y="9421001"/>
            <a:ext cx="2860001" cy="2080647"/>
          </a:xfrm>
          <a:prstGeom prst="line">
            <a:avLst/>
          </a:prstGeom>
          <a:noFill/>
          <a:ln w="38100">
            <a:solidFill>
              <a:schemeClr val="tx1"/>
            </a:solidFill>
            <a:round/>
            <a:headEnd type="none"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4800"/>
          </a:p>
        </p:txBody>
      </p:sp>
      <p:sp>
        <p:nvSpPr>
          <p:cNvPr id="23" name="Line 11"/>
          <p:cNvSpPr>
            <a:spLocks noChangeShapeType="1"/>
          </p:cNvSpPr>
          <p:nvPr/>
        </p:nvSpPr>
        <p:spPr bwMode="auto">
          <a:xfrm>
            <a:off x="11309923" y="7116520"/>
            <a:ext cx="2860001" cy="1846638"/>
          </a:xfrm>
          <a:prstGeom prst="line">
            <a:avLst/>
          </a:prstGeom>
          <a:noFill/>
          <a:ln w="38100">
            <a:solidFill>
              <a:schemeClr val="tx1"/>
            </a:solidFill>
            <a:round/>
            <a:headEnd type="none"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4800"/>
          </a:p>
        </p:txBody>
      </p:sp>
      <p:sp>
        <p:nvSpPr>
          <p:cNvPr id="25" name="Arc 12"/>
          <p:cNvSpPr/>
          <p:nvPr/>
        </p:nvSpPr>
        <p:spPr bwMode="auto">
          <a:xfrm flipH="1">
            <a:off x="13233671" y="8500226"/>
            <a:ext cx="573260" cy="1383707"/>
          </a:xfrm>
          <a:custGeom>
            <a:avLst/>
            <a:gdLst>
              <a:gd name="T0" fmla="*/ 0 w 21600"/>
              <a:gd name="T1" fmla="*/ 0 h 36450"/>
              <a:gd name="T2" fmla="*/ 0 w 21600"/>
              <a:gd name="T3" fmla="*/ 0 h 36450"/>
              <a:gd name="T4" fmla="*/ 0 w 21600"/>
              <a:gd name="T5" fmla="*/ 0 h 36450"/>
              <a:gd name="T6" fmla="*/ 0 60000 65536"/>
              <a:gd name="T7" fmla="*/ 0 60000 65536"/>
              <a:gd name="T8" fmla="*/ 0 60000 65536"/>
            </a:gdLst>
            <a:ahLst/>
            <a:cxnLst>
              <a:cxn ang="T6">
                <a:pos x="T0" y="T1"/>
              </a:cxn>
              <a:cxn ang="T7">
                <a:pos x="T2" y="T3"/>
              </a:cxn>
              <a:cxn ang="T8">
                <a:pos x="T4" y="T5"/>
              </a:cxn>
            </a:cxnLst>
            <a:rect l="0" t="0" r="r" b="b"/>
            <a:pathLst>
              <a:path w="21600" h="36450" fill="none" extrusionOk="0">
                <a:moveTo>
                  <a:pt x="11097" y="0"/>
                </a:moveTo>
                <a:cubicBezTo>
                  <a:pt x="17612" y="3901"/>
                  <a:pt x="21600" y="10937"/>
                  <a:pt x="21600" y="18531"/>
                </a:cubicBezTo>
                <a:cubicBezTo>
                  <a:pt x="21600" y="25719"/>
                  <a:pt x="18024" y="32436"/>
                  <a:pt x="12061" y="36450"/>
                </a:cubicBezTo>
              </a:path>
              <a:path w="21600" h="36450" stroke="0" extrusionOk="0">
                <a:moveTo>
                  <a:pt x="11097" y="0"/>
                </a:moveTo>
                <a:cubicBezTo>
                  <a:pt x="17612" y="3901"/>
                  <a:pt x="21600" y="10937"/>
                  <a:pt x="21600" y="18531"/>
                </a:cubicBezTo>
                <a:cubicBezTo>
                  <a:pt x="21600" y="25719"/>
                  <a:pt x="18024" y="32436"/>
                  <a:pt x="12061" y="36450"/>
                </a:cubicBezTo>
                <a:lnTo>
                  <a:pt x="0" y="18531"/>
                </a:lnTo>
                <a:lnTo>
                  <a:pt x="11097" y="0"/>
                </a:lnTo>
                <a:close/>
              </a:path>
            </a:pathLst>
          </a:cu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4800">
              <a:solidFill>
                <a:schemeClr val="accent5">
                  <a:lumMod val="75000"/>
                </a:schemeClr>
              </a:solidFill>
            </a:endParaRPr>
          </a:p>
        </p:txBody>
      </p:sp>
      <p:sp>
        <p:nvSpPr>
          <p:cNvPr id="26" name="Rectangle 13"/>
          <p:cNvSpPr>
            <a:spLocks noChangeArrowheads="1"/>
          </p:cNvSpPr>
          <p:nvPr/>
        </p:nvSpPr>
        <p:spPr bwMode="auto">
          <a:xfrm>
            <a:off x="12337085" y="8746400"/>
            <a:ext cx="1064626" cy="1037780"/>
          </a:xfrm>
          <a:prstGeom prst="rect">
            <a:avLst/>
          </a:prstGeom>
          <a:noFill/>
          <a:ln w="9525">
            <a:no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buNone/>
            </a:pPr>
            <a:r>
              <a:rPr lang="en-US" altLang="zh-CN" sz="4800" dirty="0">
                <a:solidFill>
                  <a:schemeClr val="accent5">
                    <a:lumMod val="75000"/>
                  </a:schemeClr>
                </a:solidFill>
              </a:rPr>
              <a:t>V</a:t>
            </a:r>
            <a:endParaRPr lang="en-US" altLang="zh-CN" sz="4800" dirty="0">
              <a:solidFill>
                <a:schemeClr val="accent5">
                  <a:lumMod val="75000"/>
                </a:schemeClr>
              </a:solidFill>
            </a:endParaRPr>
          </a:p>
        </p:txBody>
      </p:sp>
      <p:sp>
        <p:nvSpPr>
          <p:cNvPr id="27" name="Oval 5"/>
          <p:cNvSpPr>
            <a:spLocks noChangeArrowheads="1"/>
          </p:cNvSpPr>
          <p:nvPr/>
        </p:nvSpPr>
        <p:spPr bwMode="auto">
          <a:xfrm>
            <a:off x="10016633" y="8532413"/>
            <a:ext cx="1279659" cy="1253747"/>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hangingPunct="1">
              <a:spcBef>
                <a:spcPct val="0"/>
              </a:spcBef>
              <a:buClrTx/>
              <a:buSzTx/>
              <a:buNone/>
            </a:pPr>
            <a:endParaRPr lang="en-US" altLang="zh-CN" sz="5400" dirty="0">
              <a:solidFill>
                <a:srgbClr val="000000"/>
              </a:solidFill>
            </a:endParaRPr>
          </a:p>
        </p:txBody>
      </p:sp>
      <mc:AlternateContent xmlns:mc="http://schemas.openxmlformats.org/markup-compatibility/2006">
        <mc:Choice xmlns:a14="http://schemas.microsoft.com/office/drawing/2010/main" Requires="a14">
          <p:sp>
            <p:nvSpPr>
              <p:cNvPr id="28" name="Rectangle 27"/>
              <p:cNvSpPr/>
              <p:nvPr/>
            </p:nvSpPr>
            <p:spPr>
              <a:xfrm>
                <a:off x="10250655" y="8613332"/>
                <a:ext cx="1143133" cy="923330"/>
              </a:xfrm>
              <a:prstGeom prst="rect">
                <a:avLst/>
              </a:prstGeom>
            </p:spPr>
            <p:txBody>
              <a:bodyPr wrap="none">
                <a:spAutoFit/>
              </a:bodyPr>
              <a:lstStyle/>
              <a:p>
                <a:pPr hangingPunct="1">
                  <a:spcBef>
                    <a:spcPct val="0"/>
                  </a:spcBef>
                </a:pPr>
                <a14:m>
                  <m:oMathPara xmlns:m="http://schemas.openxmlformats.org/officeDocument/2006/math">
                    <m:oMathParaPr>
                      <m:jc m:val="centerGroup"/>
                    </m:oMathParaPr>
                    <m:oMath xmlns:m="http://schemas.openxmlformats.org/officeDocument/2006/math">
                      <m:sSub>
                        <m:sSubPr>
                          <m:ctrlPr>
                            <a:rPr lang="en-US" altLang="zh-CN" sz="5400" i="1" smtClean="0">
                              <a:solidFill>
                                <a:schemeClr val="bg1"/>
                              </a:solidFill>
                              <a:latin typeface="Cambria Math" panose="02040503050406030204" pitchFamily="18" charset="0"/>
                            </a:rPr>
                          </m:ctrlPr>
                        </m:sSubPr>
                        <m:e>
                          <m:r>
                            <a:rPr lang="en-US" altLang="zh-CN" sz="5400" i="1" smtClean="0">
                              <a:solidFill>
                                <a:schemeClr val="bg1"/>
                              </a:solidFill>
                              <a:latin typeface="Cambria Math" panose="02040503050406030204" pitchFamily="18" charset="0"/>
                            </a:rPr>
                            <m:t>𝑪</m:t>
                          </m:r>
                        </m:e>
                        <m:sub>
                          <m:r>
                            <a:rPr lang="en-US" altLang="zh-CN" sz="5400" b="1" i="1" smtClean="0">
                              <a:solidFill>
                                <a:schemeClr val="bg1"/>
                              </a:solidFill>
                              <a:latin typeface="Cambria Math" panose="02040503050406030204" pitchFamily="18" charset="0"/>
                            </a:rPr>
                            <m:t>𝟐</m:t>
                          </m:r>
                        </m:sub>
                      </m:sSub>
                    </m:oMath>
                  </m:oMathPara>
                </a14:m>
                <a:endParaRPr lang="en-US" altLang="zh-CN" sz="5400" dirty="0">
                  <a:solidFill>
                    <a:schemeClr val="bg1"/>
                  </a:solidFill>
                </a:endParaRPr>
              </a:p>
            </p:txBody>
          </p:sp>
        </mc:Choice>
        <mc:Fallback>
          <p:sp>
            <p:nvSpPr>
              <p:cNvPr id="28" name="Rectangle 27"/>
              <p:cNvSpPr>
                <a:spLocks noRot="1" noChangeAspect="1" noMove="1" noResize="1" noEditPoints="1" noAdjustHandles="1" noChangeArrowheads="1" noChangeShapeType="1" noTextEdit="1"/>
              </p:cNvSpPr>
              <p:nvPr/>
            </p:nvSpPr>
            <p:spPr>
              <a:xfrm>
                <a:off x="10250655" y="8613332"/>
                <a:ext cx="1143133" cy="923330"/>
              </a:xfrm>
              <a:prstGeom prst="rect">
                <a:avLst/>
              </a:prstGeom>
              <a:blipFill rotWithShape="1">
                <a:blip r:embed="rId5"/>
                <a:stretch>
                  <a:fillRect l="-42" t="-21" r="-12944" b="25"/>
                </a:stretch>
              </a:blipFill>
            </p:spPr>
            <p:txBody>
              <a:bodyPr/>
              <a:lstStyle/>
              <a:p>
                <a:r>
                  <a:rPr lang="zh-CN" altLang="en-US">
                    <a:noFill/>
                  </a:rPr>
                  <a:t> </a:t>
                </a:r>
              </a:p>
            </p:txBody>
          </p:sp>
        </mc:Fallback>
      </mc:AlternateContent>
      <p:sp>
        <p:nvSpPr>
          <p:cNvPr id="31" name="Oval 5"/>
          <p:cNvSpPr>
            <a:spLocks noChangeArrowheads="1"/>
          </p:cNvSpPr>
          <p:nvPr/>
        </p:nvSpPr>
        <p:spPr bwMode="auto">
          <a:xfrm>
            <a:off x="10147859" y="10922502"/>
            <a:ext cx="1279659" cy="1253747"/>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hangingPunct="1">
              <a:spcBef>
                <a:spcPct val="0"/>
              </a:spcBef>
              <a:buClrTx/>
              <a:buSzTx/>
              <a:buNone/>
            </a:pPr>
            <a:endParaRPr lang="en-US" altLang="zh-CN" sz="5400" dirty="0">
              <a:solidFill>
                <a:srgbClr val="000000"/>
              </a:solidFill>
            </a:endParaRPr>
          </a:p>
        </p:txBody>
      </p:sp>
      <mc:AlternateContent xmlns:mc="http://schemas.openxmlformats.org/markup-compatibility/2006">
        <mc:Choice xmlns:a14="http://schemas.microsoft.com/office/drawing/2010/main" Requires="a14">
          <p:sp>
            <p:nvSpPr>
              <p:cNvPr id="32" name="Rectangle 31"/>
              <p:cNvSpPr/>
              <p:nvPr/>
            </p:nvSpPr>
            <p:spPr>
              <a:xfrm>
                <a:off x="10311300" y="11006883"/>
                <a:ext cx="1143133" cy="923330"/>
              </a:xfrm>
              <a:prstGeom prst="rect">
                <a:avLst/>
              </a:prstGeom>
            </p:spPr>
            <p:txBody>
              <a:bodyPr wrap="none">
                <a:spAutoFit/>
              </a:bodyPr>
              <a:lstStyle/>
              <a:p>
                <a:pPr hangingPunct="1">
                  <a:spcBef>
                    <a:spcPct val="0"/>
                  </a:spcBef>
                </a:pPr>
                <a14:m>
                  <m:oMathPara xmlns:m="http://schemas.openxmlformats.org/officeDocument/2006/math">
                    <m:oMathParaPr>
                      <m:jc m:val="centerGroup"/>
                    </m:oMathParaPr>
                    <m:oMath xmlns:m="http://schemas.openxmlformats.org/officeDocument/2006/math">
                      <m:sSub>
                        <m:sSubPr>
                          <m:ctrlPr>
                            <a:rPr lang="en-US" altLang="zh-CN" sz="5400" i="1" smtClean="0">
                              <a:solidFill>
                                <a:schemeClr val="bg1"/>
                              </a:solidFill>
                              <a:latin typeface="Cambria Math" panose="02040503050406030204" pitchFamily="18" charset="0"/>
                            </a:rPr>
                          </m:ctrlPr>
                        </m:sSubPr>
                        <m:e>
                          <m:r>
                            <a:rPr lang="en-US" altLang="zh-CN" sz="5400" i="1" smtClean="0">
                              <a:solidFill>
                                <a:schemeClr val="bg1"/>
                              </a:solidFill>
                              <a:latin typeface="Cambria Math" panose="02040503050406030204" pitchFamily="18" charset="0"/>
                            </a:rPr>
                            <m:t>𝑪</m:t>
                          </m:r>
                        </m:e>
                        <m:sub>
                          <m:r>
                            <a:rPr lang="en-US" altLang="zh-CN" sz="5400" b="1" i="1" smtClean="0">
                              <a:solidFill>
                                <a:schemeClr val="bg1"/>
                              </a:solidFill>
                              <a:latin typeface="Cambria Math" panose="02040503050406030204" pitchFamily="18" charset="0"/>
                            </a:rPr>
                            <m:t>𝟑</m:t>
                          </m:r>
                        </m:sub>
                      </m:sSub>
                    </m:oMath>
                  </m:oMathPara>
                </a14:m>
                <a:endParaRPr lang="en-US" altLang="zh-CN" sz="5400" dirty="0">
                  <a:solidFill>
                    <a:schemeClr val="bg1"/>
                  </a:solidFill>
                </a:endParaRPr>
              </a:p>
            </p:txBody>
          </p:sp>
        </mc:Choice>
        <mc:Fallback>
          <p:sp>
            <p:nvSpPr>
              <p:cNvPr id="32" name="Rectangle 31"/>
              <p:cNvSpPr>
                <a:spLocks noRot="1" noChangeAspect="1" noMove="1" noResize="1" noEditPoints="1" noAdjustHandles="1" noChangeArrowheads="1" noChangeShapeType="1" noTextEdit="1"/>
              </p:cNvSpPr>
              <p:nvPr/>
            </p:nvSpPr>
            <p:spPr>
              <a:xfrm>
                <a:off x="10311300" y="11006883"/>
                <a:ext cx="1143133" cy="923330"/>
              </a:xfrm>
              <a:prstGeom prst="rect">
                <a:avLst/>
              </a:prstGeom>
              <a:blipFill rotWithShape="1">
                <a:blip r:embed="rId6"/>
                <a:stretch>
                  <a:fillRect l="-15" t="-46" r="-12972" b="51"/>
                </a:stretch>
              </a:blipFill>
            </p:spPr>
            <p:txBody>
              <a:bodyPr/>
              <a:lstStyle/>
              <a:p>
                <a:r>
                  <a:rPr lang="zh-CN" altLang="en-US">
                    <a:noFill/>
                  </a:rPr>
                  <a:t> </a:t>
                </a:r>
              </a:p>
            </p:txBody>
          </p:sp>
        </mc:Fallback>
      </mc:AlternateContent>
      <p:pic>
        <p:nvPicPr>
          <p:cNvPr id="6" name="Audio 5">
            <a:hlinkClick r:id="" action="ppaction://media"/>
          </p:cNvPr>
          <p:cNvPicPr>
            <a:picLocks noChangeAspect="1"/>
          </p:cNvPicPr>
          <p:nvPr>
            <a:audioFile r:link="rId7"/>
            <p:extLst>
              <p:ext uri="{DAA4B4D4-6D71-4841-9C94-3DE7FCFB9230}">
                <p14:media xmlns:p14="http://schemas.microsoft.com/office/powerpoint/2010/main" r:link="rId8"/>
              </p:ext>
            </p:extLst>
          </p:nvPr>
        </p:nvPicPr>
        <p:blipFill>
          <a:blip r:embed="rId9"/>
          <a:stretch>
            <a:fillRect/>
          </a:stretch>
        </p:blipFill>
        <p:spPr>
          <a:xfrm>
            <a:off x="23863300" y="13195300"/>
            <a:ext cx="304800" cy="304800"/>
          </a:xfrm>
          <a:prstGeom prst="rect">
            <a:avLst/>
          </a:prstGeom>
        </p:spPr>
      </p:pic>
    </p:spTree>
    <p:custDataLst>
      <p:tags r:id="rId10"/>
    </p:custDataLst>
  </p:cSld>
  <p:clrMapOvr>
    <a:masterClrMapping/>
  </p:clrMapOvr>
  <p:transition spd="med" advTm="16038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因果图</a:t>
            </a:r>
            <a:endParaRPr lang="zh-CN" altLang="en-US" dirty="0"/>
          </a:p>
        </p:txBody>
      </p:sp>
      <mc:AlternateContent xmlns:mc="http://schemas.openxmlformats.org/markup-compatibility/2006">
        <mc:Choice xmlns:a14="http://schemas.microsoft.com/office/drawing/2010/main" Requires="a14">
          <p:sp>
            <p:nvSpPr>
              <p:cNvPr id="20" name="Rectangle 3"/>
              <p:cNvSpPr txBox="1">
                <a:spLocks noChangeArrowheads="1"/>
              </p:cNvSpPr>
              <p:nvPr/>
            </p:nvSpPr>
            <p:spPr>
              <a:xfrm>
                <a:off x="2736000" y="3060000"/>
                <a:ext cx="15801822" cy="2372139"/>
              </a:xfrm>
              <a:prstGeom prst="rect">
                <a:avLst/>
              </a:prstGeom>
              <a:ln w="12700">
                <a:miter lim="400000"/>
              </a:ln>
            </p:spPr>
            <p:txBody>
              <a:bodyPr lIns="50800" tIns="50800" rIns="50800" bIns="50800" anchor="ctr">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与：若</a:t>
                </a:r>
                <a14:m>
                  <m:oMath xmlns:m="http://schemas.openxmlformats.org/officeDocument/2006/math">
                    <m:sSub>
                      <m:sSubPr>
                        <m:ctrlPr>
                          <a:rPr lang="en-US" altLang="zh-CN" sz="4800" b="1" i="1">
                            <a:latin typeface="Cambria Math" panose="02040503050406030204" pitchFamily="18" charset="0"/>
                          </a:rPr>
                        </m:ctrlPr>
                      </m:sSubPr>
                      <m:e>
                        <m:r>
                          <a:rPr lang="en-US" altLang="zh-CN" sz="4800" b="1" i="1">
                            <a:latin typeface="Cambria Math" panose="02040503050406030204" pitchFamily="18" charset="0"/>
                          </a:rPr>
                          <m:t>𝑪</m:t>
                        </m:r>
                      </m:e>
                      <m:sub>
                        <m:r>
                          <a:rPr lang="en-US" altLang="zh-CN" sz="4800" b="1" i="1" smtClean="0">
                            <a:latin typeface="Cambria Math" panose="02040503050406030204" pitchFamily="18" charset="0"/>
                          </a:rPr>
                          <m:t>𝟏</m:t>
                        </m:r>
                      </m:sub>
                    </m:sSub>
                  </m:oMath>
                </a14:m>
                <a:r>
                  <a:rPr lang="zh-CN" altLang="en-US" sz="4800" b="1" dirty="0"/>
                  <a:t>、</a:t>
                </a:r>
                <a14:m>
                  <m:oMath xmlns:m="http://schemas.openxmlformats.org/officeDocument/2006/math">
                    <m:sSub>
                      <m:sSubPr>
                        <m:ctrlPr>
                          <a:rPr lang="en-US" altLang="zh-CN" sz="4800" b="1" i="1">
                            <a:latin typeface="Cambria Math" panose="02040503050406030204" pitchFamily="18" charset="0"/>
                          </a:rPr>
                        </m:ctrlPr>
                      </m:sSubPr>
                      <m:e>
                        <m:r>
                          <a:rPr lang="en-US" altLang="zh-CN" sz="4800" b="1" i="1">
                            <a:latin typeface="Cambria Math" panose="02040503050406030204" pitchFamily="18" charset="0"/>
                          </a:rPr>
                          <m:t>𝑪</m:t>
                        </m:r>
                      </m:e>
                      <m:sub>
                        <m:r>
                          <a:rPr lang="en-US" altLang="zh-CN" sz="4800" b="1" i="1" smtClean="0">
                            <a:latin typeface="Cambria Math" panose="02040503050406030204" pitchFamily="18" charset="0"/>
                          </a:rPr>
                          <m:t>𝟐</m:t>
                        </m:r>
                      </m:sub>
                    </m:sSub>
                  </m:oMath>
                </a14:m>
                <a:r>
                  <a:rPr lang="zh-CN" altLang="en-US" sz="4800" b="1" dirty="0"/>
                  <a:t>和</a:t>
                </a:r>
                <a14:m>
                  <m:oMath xmlns:m="http://schemas.openxmlformats.org/officeDocument/2006/math">
                    <m:sSub>
                      <m:sSubPr>
                        <m:ctrlPr>
                          <a:rPr lang="en-US" altLang="zh-CN" sz="4800" b="1" i="1">
                            <a:latin typeface="Cambria Math" panose="02040503050406030204" pitchFamily="18" charset="0"/>
                          </a:rPr>
                        </m:ctrlPr>
                      </m:sSubPr>
                      <m:e>
                        <m:r>
                          <a:rPr lang="en-US" altLang="zh-CN" sz="4800" b="1" i="1">
                            <a:latin typeface="Cambria Math" panose="02040503050406030204" pitchFamily="18" charset="0"/>
                          </a:rPr>
                          <m:t>𝑪</m:t>
                        </m:r>
                      </m:e>
                      <m:sub>
                        <m:r>
                          <a:rPr lang="en-US" altLang="zh-CN" sz="4800" b="1" i="1" smtClean="0">
                            <a:latin typeface="Cambria Math" panose="02040503050406030204" pitchFamily="18" charset="0"/>
                          </a:rPr>
                          <m:t>𝟑</m:t>
                        </m:r>
                      </m:sub>
                    </m:sSub>
                  </m:oMath>
                </a14:m>
                <a:r>
                  <a:rPr lang="zh-CN" altLang="en-US" sz="4800" b="1" dirty="0"/>
                  <a:t>都是</a:t>
                </a:r>
                <a:r>
                  <a:rPr lang="en-US" altLang="zh-CN" sz="4800" b="1" dirty="0"/>
                  <a:t>1</a:t>
                </a:r>
                <a:r>
                  <a:rPr lang="zh-CN" altLang="en-US" sz="4800" b="1" dirty="0"/>
                  <a:t>，则</a:t>
                </a:r>
                <a14:m>
                  <m:oMath xmlns:m="http://schemas.openxmlformats.org/officeDocument/2006/math">
                    <m:sSub>
                      <m:sSubPr>
                        <m:ctrlPr>
                          <a:rPr lang="en-US" altLang="zh-CN" sz="4800" b="1" i="1">
                            <a:latin typeface="Cambria Math" panose="02040503050406030204" pitchFamily="18" charset="0"/>
                          </a:rPr>
                        </m:ctrlPr>
                      </m:sSubPr>
                      <m:e>
                        <m:r>
                          <a:rPr lang="en-US" altLang="zh-CN" sz="4800" b="1" i="1">
                            <a:latin typeface="Cambria Math" panose="02040503050406030204" pitchFamily="18" charset="0"/>
                          </a:rPr>
                          <m:t>𝑬</m:t>
                        </m:r>
                      </m:e>
                      <m:sub>
                        <m:r>
                          <m:rPr>
                            <m:sty m:val="p"/>
                          </m:rPr>
                          <a:rPr lang="en-US" altLang="zh-CN" sz="4800" i="1">
                            <a:latin typeface="Cambria Math" panose="02040503050406030204" pitchFamily="18" charset="0"/>
                          </a:rPr>
                          <m:t>j</m:t>
                        </m:r>
                      </m:sub>
                    </m:sSub>
                  </m:oMath>
                </a14:m>
                <a:r>
                  <a:rPr lang="zh-CN" altLang="en-US" sz="4800" b="1" dirty="0"/>
                  <a:t>也为</a:t>
                </a:r>
                <a:r>
                  <a:rPr lang="en-US" altLang="zh-CN" sz="4800" b="1" dirty="0"/>
                  <a:t>1</a:t>
                </a:r>
                <a:r>
                  <a:rPr lang="zh-CN" altLang="en-US" sz="4800" b="1" dirty="0"/>
                  <a:t>，否则</a:t>
                </a:r>
                <a14:m>
                  <m:oMath xmlns:m="http://schemas.openxmlformats.org/officeDocument/2006/math">
                    <m:sSub>
                      <m:sSubPr>
                        <m:ctrlPr>
                          <a:rPr lang="en-US" altLang="zh-CN" sz="4800" b="1" i="1">
                            <a:latin typeface="Cambria Math" panose="02040503050406030204" pitchFamily="18" charset="0"/>
                          </a:rPr>
                        </m:ctrlPr>
                      </m:sSubPr>
                      <m:e>
                        <m:r>
                          <a:rPr lang="en-US" altLang="zh-CN" sz="4800" b="1" i="1">
                            <a:latin typeface="Cambria Math" panose="02040503050406030204" pitchFamily="18" charset="0"/>
                          </a:rPr>
                          <m:t>𝑬</m:t>
                        </m:r>
                      </m:e>
                      <m:sub>
                        <m:r>
                          <m:rPr>
                            <m:sty m:val="p"/>
                          </m:rPr>
                          <a:rPr lang="en-US" altLang="zh-CN" sz="4800" i="1">
                            <a:latin typeface="Cambria Math" panose="02040503050406030204" pitchFamily="18" charset="0"/>
                          </a:rPr>
                          <m:t>j</m:t>
                        </m:r>
                      </m:sub>
                    </m:sSub>
                  </m:oMath>
                </a14:m>
                <a:r>
                  <a:rPr lang="zh-CN" altLang="en-US" sz="4800" b="1" dirty="0"/>
                  <a:t>为</a:t>
                </a:r>
                <a:r>
                  <a:rPr lang="en-US" altLang="zh-CN" sz="4800" b="1" dirty="0"/>
                  <a:t>0</a:t>
                </a:r>
                <a:r>
                  <a:rPr lang="zh-CN" altLang="en-US" sz="4800" b="1" dirty="0"/>
                  <a:t>；</a:t>
                </a:r>
                <a:endParaRPr lang="zh-CN" altLang="en-US" sz="4800" b="1" dirty="0"/>
              </a:p>
              <a:p>
                <a:pPr lvl="2"/>
                <a:endParaRPr lang="zh-CN" altLang="en-US" sz="4800" dirty="0"/>
              </a:p>
            </p:txBody>
          </p:sp>
        </mc:Choice>
        <mc:Fallback>
          <p:sp>
            <p:nvSpPr>
              <p:cNvPr id="20" name="Rectangle 3"/>
              <p:cNvSpPr txBox="1">
                <a:spLocks noRot="1" noChangeAspect="1" noMove="1" noResize="1" noEditPoints="1" noAdjustHandles="1" noChangeArrowheads="1" noChangeShapeType="1" noTextEdit="1"/>
              </p:cNvSpPr>
              <p:nvPr/>
            </p:nvSpPr>
            <p:spPr>
              <a:xfrm>
                <a:off x="2736000" y="3060000"/>
                <a:ext cx="15801822" cy="2372139"/>
              </a:xfrm>
              <a:prstGeom prst="rect">
                <a:avLst/>
              </a:prstGeom>
              <a:blipFill rotWithShape="1">
                <a:blip r:embed="rId1"/>
                <a:stretch>
                  <a:fillRect l="-3" t="-4735" r="2" b="-4723"/>
                </a:stretch>
              </a:blipFill>
              <a:ln w="12700">
                <a:miter lim="400000"/>
              </a:ln>
            </p:spPr>
            <p:txBody>
              <a:bodyPr/>
              <a:lstStyle/>
              <a:p>
                <a:r>
                  <a:rPr lang="zh-CN" altLang="en-US">
                    <a:noFill/>
                  </a:rPr>
                  <a:t> </a:t>
                </a:r>
              </a:p>
            </p:txBody>
          </p:sp>
        </mc:Fallback>
      </mc:AlternateContent>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01</a:t>
            </a:r>
            <a:endParaRPr dirty="0"/>
          </a:p>
        </p:txBody>
      </p:sp>
      <p:sp>
        <p:nvSpPr>
          <p:cNvPr id="11" name="Oval 5"/>
          <p:cNvSpPr>
            <a:spLocks noChangeArrowheads="1"/>
          </p:cNvSpPr>
          <p:nvPr/>
        </p:nvSpPr>
        <p:spPr bwMode="auto">
          <a:xfrm>
            <a:off x="9962454" y="6370378"/>
            <a:ext cx="1279659" cy="1253747"/>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hangingPunct="1">
              <a:spcBef>
                <a:spcPct val="0"/>
              </a:spcBef>
              <a:buClrTx/>
              <a:buSzTx/>
              <a:buNone/>
            </a:pPr>
            <a:endParaRPr lang="en-US" altLang="zh-CN" sz="5400" dirty="0">
              <a:solidFill>
                <a:srgbClr val="000000"/>
              </a:solidFill>
            </a:endParaRPr>
          </a:p>
        </p:txBody>
      </p:sp>
      <mc:AlternateContent xmlns:mc="http://schemas.openxmlformats.org/markup-compatibility/2006">
        <mc:Choice xmlns:a14="http://schemas.microsoft.com/office/drawing/2010/main" Requires="a14">
          <p:sp>
            <p:nvSpPr>
              <p:cNvPr id="3" name="Rectangle 2"/>
              <p:cNvSpPr/>
              <p:nvPr/>
            </p:nvSpPr>
            <p:spPr>
              <a:xfrm>
                <a:off x="10120816" y="6454333"/>
                <a:ext cx="1143133" cy="923330"/>
              </a:xfrm>
              <a:prstGeom prst="rect">
                <a:avLst/>
              </a:prstGeom>
            </p:spPr>
            <p:txBody>
              <a:bodyPr wrap="none">
                <a:spAutoFit/>
              </a:bodyPr>
              <a:lstStyle/>
              <a:p>
                <a:pPr hangingPunct="1">
                  <a:spcBef>
                    <a:spcPct val="0"/>
                  </a:spcBef>
                </a:pPr>
                <a14:m>
                  <m:oMathPara xmlns:m="http://schemas.openxmlformats.org/officeDocument/2006/math">
                    <m:oMathParaPr>
                      <m:jc m:val="centerGroup"/>
                    </m:oMathParaPr>
                    <m:oMath xmlns:m="http://schemas.openxmlformats.org/officeDocument/2006/math">
                      <m:sSub>
                        <m:sSubPr>
                          <m:ctrlPr>
                            <a:rPr lang="en-US" altLang="zh-CN" sz="5400" i="1" smtClean="0">
                              <a:solidFill>
                                <a:schemeClr val="bg1"/>
                              </a:solidFill>
                              <a:latin typeface="Cambria Math" panose="02040503050406030204" pitchFamily="18" charset="0"/>
                            </a:rPr>
                          </m:ctrlPr>
                        </m:sSubPr>
                        <m:e>
                          <m:r>
                            <a:rPr lang="en-US" altLang="zh-CN" sz="5400" i="1" smtClean="0">
                              <a:solidFill>
                                <a:schemeClr val="bg1"/>
                              </a:solidFill>
                              <a:latin typeface="Cambria Math" panose="02040503050406030204" pitchFamily="18" charset="0"/>
                            </a:rPr>
                            <m:t>𝑪</m:t>
                          </m:r>
                        </m:e>
                        <m:sub>
                          <m:r>
                            <a:rPr lang="en-US" altLang="zh-CN" sz="5400" b="1" i="1" smtClean="0">
                              <a:solidFill>
                                <a:schemeClr val="bg1"/>
                              </a:solidFill>
                              <a:latin typeface="Cambria Math" panose="02040503050406030204" pitchFamily="18" charset="0"/>
                            </a:rPr>
                            <m:t>𝟏</m:t>
                          </m:r>
                        </m:sub>
                      </m:sSub>
                    </m:oMath>
                  </m:oMathPara>
                </a14:m>
                <a:endParaRPr lang="en-US" altLang="zh-CN" sz="5400" dirty="0">
                  <a:solidFill>
                    <a:schemeClr val="bg1"/>
                  </a:solidFill>
                </a:endParaRPr>
              </a:p>
            </p:txBody>
          </p:sp>
        </mc:Choice>
        <mc:Fallback>
          <p:sp>
            <p:nvSpPr>
              <p:cNvPr id="3" name="Rectangle 2"/>
              <p:cNvSpPr>
                <a:spLocks noRot="1" noChangeAspect="1" noMove="1" noResize="1" noEditPoints="1" noAdjustHandles="1" noChangeArrowheads="1" noChangeShapeType="1" noTextEdit="1"/>
              </p:cNvSpPr>
              <p:nvPr/>
            </p:nvSpPr>
            <p:spPr>
              <a:xfrm>
                <a:off x="10120816" y="6454333"/>
                <a:ext cx="1143133" cy="923330"/>
              </a:xfrm>
              <a:prstGeom prst="rect">
                <a:avLst/>
              </a:prstGeom>
              <a:blipFill rotWithShape="1">
                <a:blip r:embed="rId2"/>
                <a:stretch>
                  <a:fillRect l="-16" t="-21" r="-12971" b="25"/>
                </a:stretch>
              </a:blipFill>
            </p:spPr>
            <p:txBody>
              <a:bodyPr/>
              <a:lstStyle/>
              <a:p>
                <a:r>
                  <a:rPr lang="zh-CN" altLang="en-US">
                    <a:noFill/>
                  </a:rPr>
                  <a:t> </a:t>
                </a:r>
              </a:p>
            </p:txBody>
          </p:sp>
        </mc:Fallback>
      </mc:AlternateContent>
      <p:sp>
        <p:nvSpPr>
          <p:cNvPr id="16" name="Oval 5"/>
          <p:cNvSpPr>
            <a:spLocks noChangeArrowheads="1"/>
          </p:cNvSpPr>
          <p:nvPr/>
        </p:nvSpPr>
        <p:spPr bwMode="auto">
          <a:xfrm>
            <a:off x="14154087" y="8604867"/>
            <a:ext cx="1279659" cy="1253747"/>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hangingPunct="1">
              <a:spcBef>
                <a:spcPct val="0"/>
              </a:spcBef>
              <a:buClrTx/>
              <a:buSzTx/>
              <a:buNone/>
            </a:pPr>
            <a:endParaRPr lang="en-US" altLang="zh-CN" sz="5400" dirty="0">
              <a:solidFill>
                <a:srgbClr val="000000"/>
              </a:solidFill>
            </a:endParaRPr>
          </a:p>
        </p:txBody>
      </p:sp>
      <mc:AlternateContent xmlns:mc="http://schemas.openxmlformats.org/markup-compatibility/2006">
        <mc:Choice xmlns:a14="http://schemas.microsoft.com/office/drawing/2010/main" Requires="a14">
          <p:sp>
            <p:nvSpPr>
              <p:cNvPr id="4" name="Rectangle 3"/>
              <p:cNvSpPr/>
              <p:nvPr/>
            </p:nvSpPr>
            <p:spPr>
              <a:xfrm>
                <a:off x="14417250" y="8765121"/>
                <a:ext cx="1016496" cy="1000338"/>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en-US" altLang="zh-CN" sz="5400" i="1" smtClean="0">
                              <a:solidFill>
                                <a:schemeClr val="bg1"/>
                              </a:solidFill>
                              <a:latin typeface="Cambria Math" panose="02040503050406030204" pitchFamily="18" charset="0"/>
                            </a:rPr>
                          </m:ctrlPr>
                        </m:sSubPr>
                        <m:e>
                          <m:r>
                            <a:rPr lang="en-US" altLang="zh-CN" sz="5400" i="1">
                              <a:solidFill>
                                <a:schemeClr val="bg1"/>
                              </a:solidFill>
                              <a:latin typeface="Cambria Math" panose="02040503050406030204" pitchFamily="18" charset="0"/>
                            </a:rPr>
                            <m:t>𝑬</m:t>
                          </m:r>
                        </m:e>
                        <m:sub>
                          <m:r>
                            <m:rPr>
                              <m:sty m:val="p"/>
                            </m:rPr>
                            <a:rPr lang="en-US" altLang="zh-CN" sz="5400" i="1">
                              <a:solidFill>
                                <a:schemeClr val="bg1"/>
                              </a:solidFill>
                              <a:latin typeface="Cambria Math" panose="02040503050406030204" pitchFamily="18" charset="0"/>
                            </a:rPr>
                            <m:t>j</m:t>
                          </m:r>
                        </m:sub>
                      </m:sSub>
                    </m:oMath>
                  </m:oMathPara>
                </a14:m>
                <a:endParaRPr lang="zh-CN" altLang="en-US" sz="4800" dirty="0">
                  <a:solidFill>
                    <a:schemeClr val="bg1"/>
                  </a:solidFill>
                </a:endParaRPr>
              </a:p>
            </p:txBody>
          </p:sp>
        </mc:Choice>
        <mc:Fallback>
          <p:sp>
            <p:nvSpPr>
              <p:cNvPr id="4" name="Rectangle 3"/>
              <p:cNvSpPr>
                <a:spLocks noRot="1" noChangeAspect="1" noMove="1" noResize="1" noEditPoints="1" noAdjustHandles="1" noChangeArrowheads="1" noChangeShapeType="1" noTextEdit="1"/>
              </p:cNvSpPr>
              <p:nvPr/>
            </p:nvSpPr>
            <p:spPr>
              <a:xfrm>
                <a:off x="14417250" y="8765121"/>
                <a:ext cx="1016496" cy="1000338"/>
              </a:xfrm>
              <a:prstGeom prst="rect">
                <a:avLst/>
              </a:prstGeom>
              <a:blipFill rotWithShape="1">
                <a:blip r:embed="rId3"/>
                <a:stretch>
                  <a:fillRect l="-21" t="-22" r="-10988" b="4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4" name="Rectangle 3"/>
              <p:cNvSpPr txBox="1">
                <a:spLocks noChangeArrowheads="1"/>
              </p:cNvSpPr>
              <p:nvPr/>
            </p:nvSpPr>
            <p:spPr>
              <a:xfrm>
                <a:off x="3244601" y="4676847"/>
                <a:ext cx="19242155" cy="1750849"/>
              </a:xfrm>
              <a:prstGeom prst="rect">
                <a:avLst/>
              </a:prstGeom>
              <a:ln w="12700">
                <a:miter lim="400000"/>
              </a:ln>
            </p:spPr>
            <p:txBody>
              <a:bodyPr lIns="50800" tIns="50800" rIns="50800" bIns="50800" anchor="ctr">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pPr marL="0" indent="0">
                  <a:buNone/>
                </a:pPr>
                <a:r>
                  <a:rPr lang="zh-CN" altLang="en-US" sz="4800" b="1" dirty="0">
                    <a:solidFill>
                      <a:schemeClr val="accent5">
                        <a:lumMod val="75000"/>
                      </a:schemeClr>
                    </a:solidFill>
                  </a:rPr>
                  <a:t>若</a:t>
                </a:r>
                <a14:m>
                  <m:oMath xmlns:m="http://schemas.openxmlformats.org/officeDocument/2006/math">
                    <m:sSub>
                      <m:sSubPr>
                        <m:ctrlPr>
                          <a:rPr lang="en-US" altLang="zh-CN" sz="4800" b="1" i="1">
                            <a:solidFill>
                              <a:schemeClr val="accent5">
                                <a:lumMod val="75000"/>
                              </a:schemeClr>
                            </a:solidFill>
                            <a:latin typeface="Cambria Math" panose="02040503050406030204" pitchFamily="18" charset="0"/>
                          </a:rPr>
                        </m:ctrlPr>
                      </m:sSubPr>
                      <m:e>
                        <m:r>
                          <a:rPr lang="en-US" altLang="zh-CN" sz="4800" b="1">
                            <a:solidFill>
                              <a:schemeClr val="accent5">
                                <a:lumMod val="75000"/>
                              </a:schemeClr>
                            </a:solidFill>
                            <a:latin typeface="Cambria Math" panose="02040503050406030204" pitchFamily="18" charset="0"/>
                          </a:rPr>
                          <m:t>𝑪</m:t>
                        </m:r>
                      </m:e>
                      <m:sub>
                        <m:r>
                          <a:rPr lang="en-US" altLang="zh-CN" sz="4800" b="1">
                            <a:solidFill>
                              <a:schemeClr val="accent5">
                                <a:lumMod val="75000"/>
                              </a:schemeClr>
                            </a:solidFill>
                            <a:latin typeface="Cambria Math" panose="02040503050406030204" pitchFamily="18" charset="0"/>
                          </a:rPr>
                          <m:t>𝟏</m:t>
                        </m:r>
                      </m:sub>
                    </m:sSub>
                  </m:oMath>
                </a14:m>
                <a:r>
                  <a:rPr lang="zh-CN" altLang="en-US" sz="4800" b="1" dirty="0">
                    <a:solidFill>
                      <a:schemeClr val="accent5">
                        <a:lumMod val="75000"/>
                      </a:schemeClr>
                    </a:solidFill>
                  </a:rPr>
                  <a:t>、</a:t>
                </a:r>
                <a14:m>
                  <m:oMath xmlns:m="http://schemas.openxmlformats.org/officeDocument/2006/math">
                    <m:sSub>
                      <m:sSubPr>
                        <m:ctrlPr>
                          <a:rPr lang="en-US" altLang="zh-CN" sz="4800" b="1" i="1">
                            <a:solidFill>
                              <a:schemeClr val="accent5">
                                <a:lumMod val="75000"/>
                              </a:schemeClr>
                            </a:solidFill>
                            <a:latin typeface="Cambria Math" panose="02040503050406030204" pitchFamily="18" charset="0"/>
                          </a:rPr>
                        </m:ctrlPr>
                      </m:sSubPr>
                      <m:e>
                        <m:r>
                          <a:rPr lang="en-US" altLang="zh-CN" sz="4800" b="1">
                            <a:solidFill>
                              <a:schemeClr val="accent5">
                                <a:lumMod val="75000"/>
                              </a:schemeClr>
                            </a:solidFill>
                            <a:latin typeface="Cambria Math" panose="02040503050406030204" pitchFamily="18" charset="0"/>
                          </a:rPr>
                          <m:t>𝑪</m:t>
                        </m:r>
                      </m:e>
                      <m:sub>
                        <m:r>
                          <a:rPr lang="en-US" altLang="zh-CN" sz="4800" b="1">
                            <a:solidFill>
                              <a:schemeClr val="accent5">
                                <a:lumMod val="75000"/>
                              </a:schemeClr>
                            </a:solidFill>
                            <a:latin typeface="Cambria Math" panose="02040503050406030204" pitchFamily="18" charset="0"/>
                          </a:rPr>
                          <m:t>𝟐</m:t>
                        </m:r>
                      </m:sub>
                    </m:sSub>
                  </m:oMath>
                </a14:m>
                <a:r>
                  <a:rPr lang="zh-CN" altLang="en-US" sz="4800" b="1" dirty="0">
                    <a:solidFill>
                      <a:schemeClr val="accent5">
                        <a:lumMod val="75000"/>
                      </a:schemeClr>
                    </a:solidFill>
                  </a:rPr>
                  <a:t>和</a:t>
                </a:r>
                <a14:m>
                  <m:oMath xmlns:m="http://schemas.openxmlformats.org/officeDocument/2006/math">
                    <m:sSub>
                      <m:sSubPr>
                        <m:ctrlPr>
                          <a:rPr lang="en-US" altLang="zh-CN" sz="4800" b="1" i="1">
                            <a:solidFill>
                              <a:schemeClr val="accent5">
                                <a:lumMod val="75000"/>
                              </a:schemeClr>
                            </a:solidFill>
                            <a:latin typeface="Cambria Math" panose="02040503050406030204" pitchFamily="18" charset="0"/>
                          </a:rPr>
                        </m:ctrlPr>
                      </m:sSubPr>
                      <m:e>
                        <m:r>
                          <a:rPr lang="en-US" altLang="zh-CN" sz="4800" b="1">
                            <a:solidFill>
                              <a:schemeClr val="accent5">
                                <a:lumMod val="75000"/>
                              </a:schemeClr>
                            </a:solidFill>
                            <a:latin typeface="Cambria Math" panose="02040503050406030204" pitchFamily="18" charset="0"/>
                          </a:rPr>
                          <m:t>𝑪</m:t>
                        </m:r>
                      </m:e>
                      <m:sub>
                        <m:r>
                          <a:rPr lang="en-US" altLang="zh-CN" sz="4800" b="1">
                            <a:solidFill>
                              <a:schemeClr val="accent5">
                                <a:lumMod val="75000"/>
                              </a:schemeClr>
                            </a:solidFill>
                            <a:latin typeface="Cambria Math" panose="02040503050406030204" pitchFamily="18" charset="0"/>
                          </a:rPr>
                          <m:t>𝟑</m:t>
                        </m:r>
                      </m:sub>
                    </m:sSub>
                  </m:oMath>
                </a14:m>
                <a:r>
                  <a:rPr lang="zh-CN" altLang="en-US" sz="4800" b="1" dirty="0">
                    <a:solidFill>
                      <a:schemeClr val="accent5">
                        <a:lumMod val="75000"/>
                      </a:schemeClr>
                    </a:solidFill>
                  </a:rPr>
                  <a:t>都出现，则</a:t>
                </a:r>
                <a14:m>
                  <m:oMath xmlns:m="http://schemas.openxmlformats.org/officeDocument/2006/math">
                    <m:sSub>
                      <m:sSubPr>
                        <m:ctrlPr>
                          <a:rPr lang="en-US" altLang="zh-CN" sz="4800" b="1" i="1">
                            <a:solidFill>
                              <a:schemeClr val="accent5">
                                <a:lumMod val="75000"/>
                              </a:schemeClr>
                            </a:solidFill>
                            <a:latin typeface="Cambria Math" panose="02040503050406030204" pitchFamily="18" charset="0"/>
                          </a:rPr>
                        </m:ctrlPr>
                      </m:sSubPr>
                      <m:e>
                        <m:r>
                          <a:rPr lang="en-US" altLang="zh-CN" sz="4800" b="1" i="1">
                            <a:solidFill>
                              <a:schemeClr val="accent5">
                                <a:lumMod val="75000"/>
                              </a:schemeClr>
                            </a:solidFill>
                            <a:latin typeface="Cambria Math" panose="02040503050406030204" pitchFamily="18" charset="0"/>
                          </a:rPr>
                          <m:t>𝑬</m:t>
                        </m:r>
                      </m:e>
                      <m:sub>
                        <m:r>
                          <m:rPr>
                            <m:sty m:val="p"/>
                          </m:rPr>
                          <a:rPr lang="en-US" altLang="zh-CN" sz="4800" i="1">
                            <a:solidFill>
                              <a:schemeClr val="accent5">
                                <a:lumMod val="75000"/>
                              </a:schemeClr>
                            </a:solidFill>
                            <a:latin typeface="Cambria Math" panose="02040503050406030204" pitchFamily="18" charset="0"/>
                          </a:rPr>
                          <m:t>j</m:t>
                        </m:r>
                      </m:sub>
                    </m:sSub>
                  </m:oMath>
                </a14:m>
                <a:r>
                  <a:rPr lang="zh-CN" altLang="en-US" sz="4800" b="1" dirty="0">
                    <a:solidFill>
                      <a:schemeClr val="accent5">
                        <a:lumMod val="75000"/>
                      </a:schemeClr>
                    </a:solidFill>
                  </a:rPr>
                  <a:t>必出现，否则</a:t>
                </a:r>
                <a14:m>
                  <m:oMath xmlns:m="http://schemas.openxmlformats.org/officeDocument/2006/math">
                    <m:sSub>
                      <m:sSubPr>
                        <m:ctrlPr>
                          <a:rPr lang="en-US" altLang="zh-CN" sz="4800" b="1" i="1">
                            <a:solidFill>
                              <a:schemeClr val="accent5">
                                <a:lumMod val="75000"/>
                              </a:schemeClr>
                            </a:solidFill>
                            <a:latin typeface="Cambria Math" panose="02040503050406030204" pitchFamily="18" charset="0"/>
                          </a:rPr>
                        </m:ctrlPr>
                      </m:sSubPr>
                      <m:e>
                        <m:r>
                          <a:rPr lang="en-US" altLang="zh-CN" sz="4800" b="1" i="1">
                            <a:solidFill>
                              <a:schemeClr val="accent5">
                                <a:lumMod val="75000"/>
                              </a:schemeClr>
                            </a:solidFill>
                            <a:latin typeface="Cambria Math" panose="02040503050406030204" pitchFamily="18" charset="0"/>
                          </a:rPr>
                          <m:t>𝑬</m:t>
                        </m:r>
                      </m:e>
                      <m:sub>
                        <m:r>
                          <m:rPr>
                            <m:sty m:val="p"/>
                          </m:rPr>
                          <a:rPr lang="en-US" altLang="zh-CN" sz="4800" i="1">
                            <a:solidFill>
                              <a:schemeClr val="accent5">
                                <a:lumMod val="75000"/>
                              </a:schemeClr>
                            </a:solidFill>
                            <a:latin typeface="Cambria Math" panose="02040503050406030204" pitchFamily="18" charset="0"/>
                          </a:rPr>
                          <m:t>j</m:t>
                        </m:r>
                      </m:sub>
                    </m:sSub>
                  </m:oMath>
                </a14:m>
                <a:r>
                  <a:rPr lang="zh-CN" altLang="en-US" sz="4800" b="1" dirty="0">
                    <a:solidFill>
                      <a:schemeClr val="accent5">
                        <a:lumMod val="75000"/>
                      </a:schemeClr>
                    </a:solidFill>
                  </a:rPr>
                  <a:t>不会出现。</a:t>
                </a:r>
                <a:endParaRPr lang="zh-CN" altLang="en-US" sz="4800" b="1" dirty="0">
                  <a:solidFill>
                    <a:schemeClr val="accent5">
                      <a:lumMod val="75000"/>
                    </a:schemeClr>
                  </a:solidFill>
                </a:endParaRPr>
              </a:p>
              <a:p>
                <a:pPr lvl="2"/>
                <a:endParaRPr lang="zh-CN" altLang="en-US" sz="4800" dirty="0">
                  <a:solidFill>
                    <a:schemeClr val="accent5">
                      <a:lumMod val="75000"/>
                    </a:schemeClr>
                  </a:solidFill>
                </a:endParaRPr>
              </a:p>
            </p:txBody>
          </p:sp>
        </mc:Choice>
        <mc:Fallback>
          <p:sp>
            <p:nvSpPr>
              <p:cNvPr id="24" name="Rectangle 3"/>
              <p:cNvSpPr txBox="1">
                <a:spLocks noRot="1" noChangeAspect="1" noMove="1" noResize="1" noEditPoints="1" noAdjustHandles="1" noChangeArrowheads="1" noChangeShapeType="1" noTextEdit="1"/>
              </p:cNvSpPr>
              <p:nvPr/>
            </p:nvSpPr>
            <p:spPr>
              <a:xfrm>
                <a:off x="3244601" y="4676847"/>
                <a:ext cx="19242155" cy="1750849"/>
              </a:xfrm>
              <a:prstGeom prst="rect">
                <a:avLst/>
              </a:prstGeom>
              <a:blipFill rotWithShape="1">
                <a:blip r:embed="rId4"/>
                <a:stretch>
                  <a:fillRect l="-2" t="-24122" r="1" b="-24178"/>
                </a:stretch>
              </a:blipFill>
              <a:ln w="12700">
                <a:miter lim="400000"/>
              </a:ln>
            </p:spPr>
            <p:txBody>
              <a:bodyPr/>
              <a:lstStyle/>
              <a:p>
                <a:r>
                  <a:rPr lang="zh-CN" altLang="en-US">
                    <a:noFill/>
                  </a:rPr>
                  <a:t> </a:t>
                </a:r>
              </a:p>
            </p:txBody>
          </p:sp>
        </mc:Fallback>
      </mc:AlternateContent>
      <p:sp>
        <p:nvSpPr>
          <p:cNvPr id="18" name="Line 7"/>
          <p:cNvSpPr>
            <a:spLocks noChangeShapeType="1"/>
          </p:cNvSpPr>
          <p:nvPr/>
        </p:nvSpPr>
        <p:spPr bwMode="auto">
          <a:xfrm flipV="1">
            <a:off x="11256713" y="9192079"/>
            <a:ext cx="2853701" cy="0"/>
          </a:xfrm>
          <a:prstGeom prst="line">
            <a:avLst/>
          </a:prstGeom>
          <a:noFill/>
          <a:ln w="38100">
            <a:solidFill>
              <a:schemeClr val="tx1"/>
            </a:solidFill>
            <a:round/>
            <a:headEnd type="none"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4800"/>
          </a:p>
        </p:txBody>
      </p:sp>
      <p:sp>
        <p:nvSpPr>
          <p:cNvPr id="22" name="Line 10"/>
          <p:cNvSpPr>
            <a:spLocks noChangeShapeType="1"/>
          </p:cNvSpPr>
          <p:nvPr/>
        </p:nvSpPr>
        <p:spPr bwMode="auto">
          <a:xfrm flipV="1">
            <a:off x="11250414" y="9421001"/>
            <a:ext cx="2860001" cy="2080647"/>
          </a:xfrm>
          <a:prstGeom prst="line">
            <a:avLst/>
          </a:prstGeom>
          <a:noFill/>
          <a:ln w="38100">
            <a:solidFill>
              <a:schemeClr val="tx1"/>
            </a:solidFill>
            <a:round/>
            <a:headEnd type="none"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4800"/>
          </a:p>
        </p:txBody>
      </p:sp>
      <p:sp>
        <p:nvSpPr>
          <p:cNvPr id="23" name="Line 11"/>
          <p:cNvSpPr>
            <a:spLocks noChangeShapeType="1"/>
          </p:cNvSpPr>
          <p:nvPr/>
        </p:nvSpPr>
        <p:spPr bwMode="auto">
          <a:xfrm>
            <a:off x="11250414" y="7116520"/>
            <a:ext cx="2860001" cy="1846638"/>
          </a:xfrm>
          <a:prstGeom prst="line">
            <a:avLst/>
          </a:prstGeom>
          <a:noFill/>
          <a:ln w="38100">
            <a:solidFill>
              <a:schemeClr val="tx1"/>
            </a:solidFill>
            <a:round/>
            <a:headEnd type="none"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4800"/>
          </a:p>
        </p:txBody>
      </p:sp>
      <p:sp>
        <p:nvSpPr>
          <p:cNvPr id="25" name="Arc 12"/>
          <p:cNvSpPr/>
          <p:nvPr/>
        </p:nvSpPr>
        <p:spPr bwMode="auto">
          <a:xfrm flipH="1">
            <a:off x="13174162" y="8500226"/>
            <a:ext cx="573260" cy="1383707"/>
          </a:xfrm>
          <a:custGeom>
            <a:avLst/>
            <a:gdLst>
              <a:gd name="T0" fmla="*/ 0 w 21600"/>
              <a:gd name="T1" fmla="*/ 0 h 36450"/>
              <a:gd name="T2" fmla="*/ 0 w 21600"/>
              <a:gd name="T3" fmla="*/ 0 h 36450"/>
              <a:gd name="T4" fmla="*/ 0 w 21600"/>
              <a:gd name="T5" fmla="*/ 0 h 36450"/>
              <a:gd name="T6" fmla="*/ 0 60000 65536"/>
              <a:gd name="T7" fmla="*/ 0 60000 65536"/>
              <a:gd name="T8" fmla="*/ 0 60000 65536"/>
            </a:gdLst>
            <a:ahLst/>
            <a:cxnLst>
              <a:cxn ang="T6">
                <a:pos x="T0" y="T1"/>
              </a:cxn>
              <a:cxn ang="T7">
                <a:pos x="T2" y="T3"/>
              </a:cxn>
              <a:cxn ang="T8">
                <a:pos x="T4" y="T5"/>
              </a:cxn>
            </a:cxnLst>
            <a:rect l="0" t="0" r="r" b="b"/>
            <a:pathLst>
              <a:path w="21600" h="36450" fill="none" extrusionOk="0">
                <a:moveTo>
                  <a:pt x="11097" y="0"/>
                </a:moveTo>
                <a:cubicBezTo>
                  <a:pt x="17612" y="3901"/>
                  <a:pt x="21600" y="10937"/>
                  <a:pt x="21600" y="18531"/>
                </a:cubicBezTo>
                <a:cubicBezTo>
                  <a:pt x="21600" y="25719"/>
                  <a:pt x="18024" y="32436"/>
                  <a:pt x="12061" y="36450"/>
                </a:cubicBezTo>
              </a:path>
              <a:path w="21600" h="36450" stroke="0" extrusionOk="0">
                <a:moveTo>
                  <a:pt x="11097" y="0"/>
                </a:moveTo>
                <a:cubicBezTo>
                  <a:pt x="17612" y="3901"/>
                  <a:pt x="21600" y="10937"/>
                  <a:pt x="21600" y="18531"/>
                </a:cubicBezTo>
                <a:cubicBezTo>
                  <a:pt x="21600" y="25719"/>
                  <a:pt x="18024" y="32436"/>
                  <a:pt x="12061" y="36450"/>
                </a:cubicBezTo>
                <a:lnTo>
                  <a:pt x="0" y="18531"/>
                </a:lnTo>
                <a:lnTo>
                  <a:pt x="11097" y="0"/>
                </a:lnTo>
                <a:close/>
              </a:path>
            </a:pathLst>
          </a:cu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4800">
              <a:solidFill>
                <a:schemeClr val="accent5">
                  <a:lumMod val="75000"/>
                </a:schemeClr>
              </a:solidFill>
            </a:endParaRPr>
          </a:p>
        </p:txBody>
      </p:sp>
      <p:sp>
        <p:nvSpPr>
          <p:cNvPr id="26" name="Rectangle 13"/>
          <p:cNvSpPr>
            <a:spLocks noChangeArrowheads="1"/>
          </p:cNvSpPr>
          <p:nvPr/>
        </p:nvSpPr>
        <p:spPr bwMode="auto">
          <a:xfrm>
            <a:off x="12277576" y="8746400"/>
            <a:ext cx="1064626" cy="1037780"/>
          </a:xfrm>
          <a:prstGeom prst="rect">
            <a:avLst/>
          </a:prstGeom>
          <a:noFill/>
          <a:ln w="9525">
            <a:no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hangingPunct="1">
              <a:spcBef>
                <a:spcPct val="0"/>
              </a:spcBef>
              <a:buClrTx/>
              <a:buSzTx/>
              <a:buNone/>
            </a:pPr>
            <a:endParaRPr lang="en-US" altLang="zh-CN" sz="4800" dirty="0">
              <a:solidFill>
                <a:srgbClr val="000000"/>
              </a:solidFill>
            </a:endParaRPr>
          </a:p>
        </p:txBody>
      </p:sp>
      <p:sp>
        <p:nvSpPr>
          <p:cNvPr id="27" name="Oval 5"/>
          <p:cNvSpPr>
            <a:spLocks noChangeArrowheads="1"/>
          </p:cNvSpPr>
          <p:nvPr/>
        </p:nvSpPr>
        <p:spPr bwMode="auto">
          <a:xfrm>
            <a:off x="9957124" y="8532413"/>
            <a:ext cx="1279659" cy="1253747"/>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hangingPunct="1">
              <a:spcBef>
                <a:spcPct val="0"/>
              </a:spcBef>
              <a:buClrTx/>
              <a:buSzTx/>
              <a:buNone/>
            </a:pPr>
            <a:endParaRPr lang="en-US" altLang="zh-CN" sz="5400" dirty="0">
              <a:solidFill>
                <a:srgbClr val="000000"/>
              </a:solidFill>
            </a:endParaRPr>
          </a:p>
        </p:txBody>
      </p:sp>
      <mc:AlternateContent xmlns:mc="http://schemas.openxmlformats.org/markup-compatibility/2006">
        <mc:Choice xmlns:a14="http://schemas.microsoft.com/office/drawing/2010/main" Requires="a14">
          <p:sp>
            <p:nvSpPr>
              <p:cNvPr id="28" name="Rectangle 27"/>
              <p:cNvSpPr/>
              <p:nvPr/>
            </p:nvSpPr>
            <p:spPr>
              <a:xfrm>
                <a:off x="10124252" y="8712157"/>
                <a:ext cx="1143133" cy="923330"/>
              </a:xfrm>
              <a:prstGeom prst="rect">
                <a:avLst/>
              </a:prstGeom>
            </p:spPr>
            <p:txBody>
              <a:bodyPr wrap="none">
                <a:spAutoFit/>
              </a:bodyPr>
              <a:lstStyle/>
              <a:p>
                <a:pPr hangingPunct="1">
                  <a:spcBef>
                    <a:spcPct val="0"/>
                  </a:spcBef>
                </a:pPr>
                <a14:m>
                  <m:oMathPara xmlns:m="http://schemas.openxmlformats.org/officeDocument/2006/math">
                    <m:oMathParaPr>
                      <m:jc m:val="centerGroup"/>
                    </m:oMathParaPr>
                    <m:oMath xmlns:m="http://schemas.openxmlformats.org/officeDocument/2006/math">
                      <m:sSub>
                        <m:sSubPr>
                          <m:ctrlPr>
                            <a:rPr lang="en-US" altLang="zh-CN" sz="5400" i="1" smtClean="0">
                              <a:solidFill>
                                <a:schemeClr val="bg1"/>
                              </a:solidFill>
                              <a:latin typeface="Cambria Math" panose="02040503050406030204" pitchFamily="18" charset="0"/>
                            </a:rPr>
                          </m:ctrlPr>
                        </m:sSubPr>
                        <m:e>
                          <m:r>
                            <a:rPr lang="en-US" altLang="zh-CN" sz="5400" i="1" smtClean="0">
                              <a:solidFill>
                                <a:schemeClr val="bg1"/>
                              </a:solidFill>
                              <a:latin typeface="Cambria Math" panose="02040503050406030204" pitchFamily="18" charset="0"/>
                            </a:rPr>
                            <m:t>𝑪</m:t>
                          </m:r>
                        </m:e>
                        <m:sub>
                          <m:r>
                            <a:rPr lang="en-US" altLang="zh-CN" sz="5400" b="1" i="1" smtClean="0">
                              <a:solidFill>
                                <a:schemeClr val="bg1"/>
                              </a:solidFill>
                              <a:latin typeface="Cambria Math" panose="02040503050406030204" pitchFamily="18" charset="0"/>
                            </a:rPr>
                            <m:t>𝟐</m:t>
                          </m:r>
                        </m:sub>
                      </m:sSub>
                    </m:oMath>
                  </m:oMathPara>
                </a14:m>
                <a:endParaRPr lang="en-US" altLang="zh-CN" sz="5400" dirty="0">
                  <a:solidFill>
                    <a:schemeClr val="bg1"/>
                  </a:solidFill>
                </a:endParaRPr>
              </a:p>
            </p:txBody>
          </p:sp>
        </mc:Choice>
        <mc:Fallback>
          <p:sp>
            <p:nvSpPr>
              <p:cNvPr id="28" name="Rectangle 27"/>
              <p:cNvSpPr>
                <a:spLocks noRot="1" noChangeAspect="1" noMove="1" noResize="1" noEditPoints="1" noAdjustHandles="1" noChangeArrowheads="1" noChangeShapeType="1" noTextEdit="1"/>
              </p:cNvSpPr>
              <p:nvPr/>
            </p:nvSpPr>
            <p:spPr>
              <a:xfrm>
                <a:off x="10124252" y="8712157"/>
                <a:ext cx="1143133" cy="923330"/>
              </a:xfrm>
              <a:prstGeom prst="rect">
                <a:avLst/>
              </a:prstGeom>
              <a:blipFill rotWithShape="1">
                <a:blip r:embed="rId5"/>
                <a:stretch>
                  <a:fillRect l="-39" t="-64" r="-12948" b="68"/>
                </a:stretch>
              </a:blipFill>
            </p:spPr>
            <p:txBody>
              <a:bodyPr/>
              <a:lstStyle/>
              <a:p>
                <a:r>
                  <a:rPr lang="zh-CN" altLang="en-US">
                    <a:noFill/>
                  </a:rPr>
                  <a:t> </a:t>
                </a:r>
              </a:p>
            </p:txBody>
          </p:sp>
        </mc:Fallback>
      </mc:AlternateContent>
      <p:sp>
        <p:nvSpPr>
          <p:cNvPr id="31" name="Oval 5"/>
          <p:cNvSpPr>
            <a:spLocks noChangeArrowheads="1"/>
          </p:cNvSpPr>
          <p:nvPr/>
        </p:nvSpPr>
        <p:spPr bwMode="auto">
          <a:xfrm>
            <a:off x="10088350" y="10922502"/>
            <a:ext cx="1279659" cy="1253747"/>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hangingPunct="1">
              <a:spcBef>
                <a:spcPct val="0"/>
              </a:spcBef>
              <a:buClrTx/>
              <a:buSzTx/>
              <a:buNone/>
            </a:pPr>
            <a:endParaRPr lang="en-US" altLang="zh-CN" sz="5400" dirty="0">
              <a:solidFill>
                <a:srgbClr val="000000"/>
              </a:solidFill>
            </a:endParaRPr>
          </a:p>
        </p:txBody>
      </p:sp>
      <mc:AlternateContent xmlns:mc="http://schemas.openxmlformats.org/markup-compatibility/2006">
        <mc:Choice xmlns:a14="http://schemas.microsoft.com/office/drawing/2010/main" Requires="a14">
          <p:sp>
            <p:nvSpPr>
              <p:cNvPr id="32" name="Rectangle 31"/>
              <p:cNvSpPr/>
              <p:nvPr/>
            </p:nvSpPr>
            <p:spPr>
              <a:xfrm>
                <a:off x="10246712" y="11036161"/>
                <a:ext cx="1143133" cy="923330"/>
              </a:xfrm>
              <a:prstGeom prst="rect">
                <a:avLst/>
              </a:prstGeom>
            </p:spPr>
            <p:txBody>
              <a:bodyPr wrap="none">
                <a:spAutoFit/>
              </a:bodyPr>
              <a:lstStyle/>
              <a:p>
                <a:pPr hangingPunct="1">
                  <a:spcBef>
                    <a:spcPct val="0"/>
                  </a:spcBef>
                </a:pPr>
                <a14:m>
                  <m:oMathPara xmlns:m="http://schemas.openxmlformats.org/officeDocument/2006/math">
                    <m:oMathParaPr>
                      <m:jc m:val="centerGroup"/>
                    </m:oMathParaPr>
                    <m:oMath xmlns:m="http://schemas.openxmlformats.org/officeDocument/2006/math">
                      <m:sSub>
                        <m:sSubPr>
                          <m:ctrlPr>
                            <a:rPr lang="en-US" altLang="zh-CN" sz="5400" i="1" smtClean="0">
                              <a:solidFill>
                                <a:schemeClr val="bg1"/>
                              </a:solidFill>
                              <a:latin typeface="Cambria Math" panose="02040503050406030204" pitchFamily="18" charset="0"/>
                            </a:rPr>
                          </m:ctrlPr>
                        </m:sSubPr>
                        <m:e>
                          <m:r>
                            <a:rPr lang="en-US" altLang="zh-CN" sz="5400" i="1" smtClean="0">
                              <a:solidFill>
                                <a:schemeClr val="bg1"/>
                              </a:solidFill>
                              <a:latin typeface="Cambria Math" panose="02040503050406030204" pitchFamily="18" charset="0"/>
                            </a:rPr>
                            <m:t>𝑪</m:t>
                          </m:r>
                        </m:e>
                        <m:sub>
                          <m:r>
                            <a:rPr lang="en-US" altLang="zh-CN" sz="5400" b="1" i="1" smtClean="0">
                              <a:solidFill>
                                <a:schemeClr val="bg1"/>
                              </a:solidFill>
                              <a:latin typeface="Cambria Math" panose="02040503050406030204" pitchFamily="18" charset="0"/>
                            </a:rPr>
                            <m:t>𝟑</m:t>
                          </m:r>
                        </m:sub>
                      </m:sSub>
                    </m:oMath>
                  </m:oMathPara>
                </a14:m>
                <a:endParaRPr lang="en-US" altLang="zh-CN" sz="5400" dirty="0">
                  <a:solidFill>
                    <a:schemeClr val="bg1"/>
                  </a:solidFill>
                </a:endParaRPr>
              </a:p>
            </p:txBody>
          </p:sp>
        </mc:Choice>
        <mc:Fallback>
          <p:sp>
            <p:nvSpPr>
              <p:cNvPr id="32" name="Rectangle 31"/>
              <p:cNvSpPr>
                <a:spLocks noRot="1" noChangeAspect="1" noMove="1" noResize="1" noEditPoints="1" noAdjustHandles="1" noChangeArrowheads="1" noChangeShapeType="1" noTextEdit="1"/>
              </p:cNvSpPr>
              <p:nvPr/>
            </p:nvSpPr>
            <p:spPr>
              <a:xfrm>
                <a:off x="10246712" y="11036161"/>
                <a:ext cx="1143133" cy="923330"/>
              </a:xfrm>
              <a:prstGeom prst="rect">
                <a:avLst/>
              </a:prstGeom>
              <a:blipFill rotWithShape="1">
                <a:blip r:embed="rId6"/>
                <a:stretch>
                  <a:fillRect l="-31" t="-54" r="-12956" b="58"/>
                </a:stretch>
              </a:blipFill>
            </p:spPr>
            <p:txBody>
              <a:bodyPr/>
              <a:lstStyle/>
              <a:p>
                <a:r>
                  <a:rPr lang="zh-CN" altLang="en-US">
                    <a:noFill/>
                  </a:rPr>
                  <a:t> </a:t>
                </a:r>
              </a:p>
            </p:txBody>
          </p:sp>
        </mc:Fallback>
      </mc:AlternateContent>
      <p:sp>
        <p:nvSpPr>
          <p:cNvPr id="19" name="Rectangle 13"/>
          <p:cNvSpPr>
            <a:spLocks noChangeArrowheads="1"/>
          </p:cNvSpPr>
          <p:nvPr/>
        </p:nvSpPr>
        <p:spPr bwMode="auto">
          <a:xfrm rot="10597731">
            <a:off x="12272796" y="8567302"/>
            <a:ext cx="1064626" cy="1037780"/>
          </a:xfrm>
          <a:prstGeom prst="rect">
            <a:avLst/>
          </a:prstGeom>
          <a:noFill/>
          <a:ln w="9525">
            <a:no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buNone/>
            </a:pPr>
            <a:r>
              <a:rPr lang="en-US" altLang="zh-CN" sz="4800" dirty="0">
                <a:solidFill>
                  <a:schemeClr val="accent5">
                    <a:lumMod val="75000"/>
                  </a:schemeClr>
                </a:solidFill>
              </a:rPr>
              <a:t>V</a:t>
            </a:r>
            <a:endParaRPr lang="en-US" altLang="zh-CN" sz="4800" dirty="0">
              <a:solidFill>
                <a:schemeClr val="accent5">
                  <a:lumMod val="75000"/>
                </a:schemeClr>
              </a:solidFill>
            </a:endParaRPr>
          </a:p>
        </p:txBody>
      </p:sp>
      <p:pic>
        <p:nvPicPr>
          <p:cNvPr id="6" name="Audio 5">
            <a:hlinkClick r:id="" action="ppaction://media"/>
          </p:cNvPr>
          <p:cNvPicPr>
            <a:picLocks noChangeAspect="1"/>
          </p:cNvPicPr>
          <p:nvPr>
            <a:audioFile r:link="rId7"/>
            <p:extLst>
              <p:ext uri="{DAA4B4D4-6D71-4841-9C94-3DE7FCFB9230}">
                <p14:media xmlns:p14="http://schemas.microsoft.com/office/powerpoint/2010/main" r:link="rId8"/>
              </p:ext>
            </p:extLst>
          </p:nvPr>
        </p:nvPicPr>
        <p:blipFill>
          <a:blip r:embed="rId9"/>
          <a:stretch>
            <a:fillRect/>
          </a:stretch>
        </p:blipFill>
        <p:spPr>
          <a:xfrm>
            <a:off x="23863300" y="13195300"/>
            <a:ext cx="304800" cy="304800"/>
          </a:xfrm>
          <a:prstGeom prst="rect">
            <a:avLst/>
          </a:prstGeom>
        </p:spPr>
      </p:pic>
    </p:spTree>
    <p:custDataLst>
      <p:tags r:id="rId10"/>
    </p:custDataLst>
  </p:cSld>
  <p:clrMapOvr>
    <a:masterClrMapping/>
  </p:clrMapOvr>
  <p:transition spd="med" advTm="97249"/>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因果图</a:t>
            </a:r>
            <a:endParaRPr lang="zh-CN" altLang="en-US" dirty="0"/>
          </a:p>
        </p:txBody>
      </p:sp>
      <p:sp>
        <p:nvSpPr>
          <p:cNvPr id="20" name="Rectangle 3"/>
          <p:cNvSpPr txBox="1">
            <a:spLocks noChangeArrowheads="1"/>
          </p:cNvSpPr>
          <p:nvPr/>
        </p:nvSpPr>
        <p:spPr>
          <a:xfrm>
            <a:off x="3162040" y="5512904"/>
            <a:ext cx="15801822" cy="2372139"/>
          </a:xfrm>
          <a:prstGeom prst="rect">
            <a:avLst/>
          </a:prstGeom>
          <a:ln w="12700">
            <a:miter lim="400000"/>
          </a:ln>
        </p:spPr>
        <p:txBody>
          <a:bodyPr lIns="50800" tIns="50800" rIns="50800" bIns="50800" anchor="ctr">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pPr lvl="2"/>
            <a:endParaRPr lang="zh-CN" altLang="en-US" sz="4800" dirty="0"/>
          </a:p>
        </p:txBody>
      </p:sp>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01</a:t>
            </a:r>
            <a:endParaRPr dirty="0"/>
          </a:p>
        </p:txBody>
      </p:sp>
      <mc:AlternateContent xmlns:mc="http://schemas.openxmlformats.org/markup-compatibility/2006">
        <mc:Choice xmlns:a14="http://schemas.microsoft.com/office/drawing/2010/main" Requires="a14">
          <p:sp>
            <p:nvSpPr>
              <p:cNvPr id="21" name="Rectangle 3"/>
              <p:cNvSpPr txBox="1">
                <a:spLocks noChangeArrowheads="1"/>
              </p:cNvSpPr>
              <p:nvPr/>
            </p:nvSpPr>
            <p:spPr>
              <a:xfrm>
                <a:off x="2737970" y="2080590"/>
                <a:ext cx="18849822" cy="9236765"/>
              </a:xfrm>
              <a:prstGeom prst="rect">
                <a:avLst/>
              </a:prstGeom>
              <a:ln w="12700">
                <a:miter lim="400000"/>
              </a:ln>
            </p:spPr>
            <p:txBody>
              <a:bodyPr lIns="50800" tIns="50800" rIns="50800" bIns="50800" anchor="ctr">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恒等：若</a:t>
                </a:r>
                <a14:m>
                  <m:oMath xmlns:m="http://schemas.openxmlformats.org/officeDocument/2006/math">
                    <m:sSub>
                      <m:sSubPr>
                        <m:ctrlPr>
                          <a:rPr lang="en-US" altLang="zh-CN" sz="4800" b="1" i="1">
                            <a:latin typeface="Cambria Math" panose="02040503050406030204" pitchFamily="18" charset="0"/>
                          </a:rPr>
                        </m:ctrlPr>
                      </m:sSubPr>
                      <m:e>
                        <m:r>
                          <a:rPr lang="en-US" altLang="zh-CN" sz="4800" b="1" i="1">
                            <a:latin typeface="Cambria Math" panose="02040503050406030204" pitchFamily="18" charset="0"/>
                          </a:rPr>
                          <m:t>𝑪</m:t>
                        </m:r>
                      </m:e>
                      <m:sub>
                        <m:r>
                          <m:rPr>
                            <m:sty m:val="p"/>
                          </m:rPr>
                          <a:rPr lang="en-US" altLang="zh-CN" sz="4800" b="1" i="1">
                            <a:latin typeface="Cambria Math" panose="02040503050406030204" pitchFamily="18" charset="0"/>
                          </a:rPr>
                          <m:t>i</m:t>
                        </m:r>
                      </m:sub>
                    </m:sSub>
                  </m:oMath>
                </a14:m>
                <a:r>
                  <a:rPr lang="zh-CN" altLang="en-US" sz="4800" b="1" dirty="0"/>
                  <a:t>是</a:t>
                </a:r>
                <a:r>
                  <a:rPr lang="en-US" altLang="zh-CN" sz="4800" b="1" dirty="0"/>
                  <a:t>1</a:t>
                </a:r>
                <a:r>
                  <a:rPr lang="zh-CN" altLang="en-US" sz="4800" b="1" dirty="0"/>
                  <a:t>，则</a:t>
                </a:r>
                <a14:m>
                  <m:oMath xmlns:m="http://schemas.openxmlformats.org/officeDocument/2006/math">
                    <m:sSub>
                      <m:sSubPr>
                        <m:ctrlPr>
                          <a:rPr lang="en-US" altLang="zh-CN" sz="4800" b="1" i="1">
                            <a:latin typeface="Cambria Math" panose="02040503050406030204" pitchFamily="18" charset="0"/>
                          </a:rPr>
                        </m:ctrlPr>
                      </m:sSubPr>
                      <m:e>
                        <m:r>
                          <a:rPr lang="en-US" altLang="zh-CN" sz="4800" b="1" i="1">
                            <a:latin typeface="Cambria Math" panose="02040503050406030204" pitchFamily="18" charset="0"/>
                          </a:rPr>
                          <m:t>𝑬</m:t>
                        </m:r>
                      </m:e>
                      <m:sub>
                        <m:r>
                          <m:rPr>
                            <m:sty m:val="p"/>
                          </m:rPr>
                          <a:rPr lang="en-US" altLang="zh-CN" sz="4800" i="1">
                            <a:latin typeface="Cambria Math" panose="02040503050406030204" pitchFamily="18" charset="0"/>
                          </a:rPr>
                          <m:t>j</m:t>
                        </m:r>
                      </m:sub>
                    </m:sSub>
                  </m:oMath>
                </a14:m>
                <a:r>
                  <a:rPr lang="zh-CN" altLang="en-US" sz="4800" b="1" dirty="0"/>
                  <a:t>也为</a:t>
                </a:r>
                <a:r>
                  <a:rPr lang="en-US" altLang="zh-CN" sz="4800" b="1" dirty="0"/>
                  <a:t>1</a:t>
                </a:r>
                <a:r>
                  <a:rPr lang="zh-CN" altLang="en-US" sz="4800" b="1" dirty="0"/>
                  <a:t>，否则</a:t>
                </a:r>
                <a14:m>
                  <m:oMath xmlns:m="http://schemas.openxmlformats.org/officeDocument/2006/math">
                    <m:sSub>
                      <m:sSubPr>
                        <m:ctrlPr>
                          <a:rPr lang="en-US" altLang="zh-CN" sz="4800" b="1" i="1">
                            <a:latin typeface="Cambria Math" panose="02040503050406030204" pitchFamily="18" charset="0"/>
                          </a:rPr>
                        </m:ctrlPr>
                      </m:sSubPr>
                      <m:e>
                        <m:r>
                          <a:rPr lang="en-US" altLang="zh-CN" sz="4800" b="1" i="1">
                            <a:latin typeface="Cambria Math" panose="02040503050406030204" pitchFamily="18" charset="0"/>
                          </a:rPr>
                          <m:t>𝑬</m:t>
                        </m:r>
                      </m:e>
                      <m:sub>
                        <m:r>
                          <m:rPr>
                            <m:sty m:val="p"/>
                          </m:rPr>
                          <a:rPr lang="en-US" altLang="zh-CN" sz="4800" i="1">
                            <a:latin typeface="Cambria Math" panose="02040503050406030204" pitchFamily="18" charset="0"/>
                          </a:rPr>
                          <m:t>j</m:t>
                        </m:r>
                      </m:sub>
                    </m:sSub>
                  </m:oMath>
                </a14:m>
                <a:r>
                  <a:rPr lang="zh-CN" altLang="en-US" sz="4800" b="1" dirty="0"/>
                  <a:t>为</a:t>
                </a:r>
                <a:r>
                  <a:rPr lang="en-US" altLang="zh-CN" sz="4800" b="1" dirty="0"/>
                  <a:t>0</a:t>
                </a:r>
                <a:r>
                  <a:rPr lang="zh-CN" altLang="en-US" sz="4800" b="1" dirty="0"/>
                  <a:t>；</a:t>
                </a:r>
                <a:endParaRPr lang="en-US" altLang="zh-CN" sz="4800" b="1" dirty="0"/>
              </a:p>
              <a:p>
                <a:r>
                  <a:rPr lang="zh-CN" altLang="en-US" sz="4800" b="1" dirty="0"/>
                  <a:t>非：若</a:t>
                </a:r>
                <a14:m>
                  <m:oMath xmlns:m="http://schemas.openxmlformats.org/officeDocument/2006/math">
                    <m:sSub>
                      <m:sSubPr>
                        <m:ctrlPr>
                          <a:rPr lang="en-US" altLang="zh-CN" sz="4800" b="1" i="1">
                            <a:latin typeface="Cambria Math" panose="02040503050406030204" pitchFamily="18" charset="0"/>
                          </a:rPr>
                        </m:ctrlPr>
                      </m:sSubPr>
                      <m:e>
                        <m:r>
                          <a:rPr lang="en-US" altLang="zh-CN" sz="4800" b="1" i="1">
                            <a:latin typeface="Cambria Math" panose="02040503050406030204" pitchFamily="18" charset="0"/>
                          </a:rPr>
                          <m:t>𝑪</m:t>
                        </m:r>
                      </m:e>
                      <m:sub>
                        <m:r>
                          <m:rPr>
                            <m:sty m:val="p"/>
                          </m:rPr>
                          <a:rPr lang="en-US" altLang="zh-CN" sz="4800" b="1" i="1">
                            <a:latin typeface="Cambria Math" panose="02040503050406030204" pitchFamily="18" charset="0"/>
                          </a:rPr>
                          <m:t>i</m:t>
                        </m:r>
                      </m:sub>
                    </m:sSub>
                  </m:oMath>
                </a14:m>
                <a:r>
                  <a:rPr lang="zh-CN" altLang="en-US" sz="4800" b="1" dirty="0"/>
                  <a:t>是</a:t>
                </a:r>
                <a:r>
                  <a:rPr lang="en-US" altLang="zh-CN" sz="4800" b="1" dirty="0"/>
                  <a:t>1</a:t>
                </a:r>
                <a:r>
                  <a:rPr lang="zh-CN" altLang="en-US" sz="4800" b="1" dirty="0"/>
                  <a:t>，则</a:t>
                </a:r>
                <a14:m>
                  <m:oMath xmlns:m="http://schemas.openxmlformats.org/officeDocument/2006/math">
                    <m:sSub>
                      <m:sSubPr>
                        <m:ctrlPr>
                          <a:rPr lang="en-US" altLang="zh-CN" sz="4800" b="1" i="1">
                            <a:latin typeface="Cambria Math" panose="02040503050406030204" pitchFamily="18" charset="0"/>
                          </a:rPr>
                        </m:ctrlPr>
                      </m:sSubPr>
                      <m:e>
                        <m:r>
                          <a:rPr lang="en-US" altLang="zh-CN" sz="4800" b="1" i="1">
                            <a:latin typeface="Cambria Math" panose="02040503050406030204" pitchFamily="18" charset="0"/>
                          </a:rPr>
                          <m:t>𝑬</m:t>
                        </m:r>
                      </m:e>
                      <m:sub>
                        <m:r>
                          <m:rPr>
                            <m:sty m:val="p"/>
                          </m:rPr>
                          <a:rPr lang="en-US" altLang="zh-CN" sz="4800" i="1">
                            <a:latin typeface="Cambria Math" panose="02040503050406030204" pitchFamily="18" charset="0"/>
                          </a:rPr>
                          <m:t>j</m:t>
                        </m:r>
                      </m:sub>
                    </m:sSub>
                  </m:oMath>
                </a14:m>
                <a:r>
                  <a:rPr lang="zh-CN" altLang="en-US" sz="4800" b="1" dirty="0"/>
                  <a:t>也为</a:t>
                </a:r>
                <a:r>
                  <a:rPr lang="en-US" altLang="zh-CN" sz="4800" b="1" dirty="0"/>
                  <a:t>0</a:t>
                </a:r>
                <a:r>
                  <a:rPr lang="zh-CN" altLang="en-US" sz="4800" b="1" dirty="0"/>
                  <a:t>，否则</a:t>
                </a:r>
                <a14:m>
                  <m:oMath xmlns:m="http://schemas.openxmlformats.org/officeDocument/2006/math">
                    <m:sSub>
                      <m:sSubPr>
                        <m:ctrlPr>
                          <a:rPr lang="en-US" altLang="zh-CN" sz="4800" b="1" i="1">
                            <a:latin typeface="Cambria Math" panose="02040503050406030204" pitchFamily="18" charset="0"/>
                          </a:rPr>
                        </m:ctrlPr>
                      </m:sSubPr>
                      <m:e>
                        <m:r>
                          <a:rPr lang="en-US" altLang="zh-CN" sz="4800" b="1" i="1">
                            <a:latin typeface="Cambria Math" panose="02040503050406030204" pitchFamily="18" charset="0"/>
                          </a:rPr>
                          <m:t>𝑬</m:t>
                        </m:r>
                      </m:e>
                      <m:sub>
                        <m:r>
                          <m:rPr>
                            <m:sty m:val="p"/>
                          </m:rPr>
                          <a:rPr lang="en-US" altLang="zh-CN" sz="4800" i="1">
                            <a:latin typeface="Cambria Math" panose="02040503050406030204" pitchFamily="18" charset="0"/>
                          </a:rPr>
                          <m:t>j</m:t>
                        </m:r>
                      </m:sub>
                    </m:sSub>
                  </m:oMath>
                </a14:m>
                <a:r>
                  <a:rPr lang="zh-CN" altLang="en-US" sz="4800" b="1" dirty="0"/>
                  <a:t>为</a:t>
                </a:r>
                <a:r>
                  <a:rPr lang="en-US" altLang="zh-CN" sz="4800" b="1" dirty="0"/>
                  <a:t>1</a:t>
                </a:r>
                <a:r>
                  <a:rPr lang="zh-CN" altLang="en-US" sz="4800" b="1" dirty="0"/>
                  <a:t>；</a:t>
                </a:r>
                <a:endParaRPr lang="en-US" altLang="zh-CN" sz="4800" b="1" dirty="0"/>
              </a:p>
              <a:p>
                <a:r>
                  <a:rPr lang="zh-CN" altLang="en-US" sz="4800" b="1" dirty="0"/>
                  <a:t>或：若</a:t>
                </a:r>
                <a14:m>
                  <m:oMath xmlns:m="http://schemas.openxmlformats.org/officeDocument/2006/math">
                    <m:sSub>
                      <m:sSubPr>
                        <m:ctrlPr>
                          <a:rPr lang="en-US" altLang="zh-CN" sz="4800" b="1" i="1">
                            <a:latin typeface="Cambria Math" panose="02040503050406030204" pitchFamily="18" charset="0"/>
                          </a:rPr>
                        </m:ctrlPr>
                      </m:sSubPr>
                      <m:e>
                        <m:r>
                          <a:rPr lang="en-US" altLang="zh-CN" sz="4800" b="1" i="1">
                            <a:latin typeface="Cambria Math" panose="02040503050406030204" pitchFamily="18" charset="0"/>
                          </a:rPr>
                          <m:t>𝑪</m:t>
                        </m:r>
                      </m:e>
                      <m:sub>
                        <m:r>
                          <a:rPr lang="en-US" altLang="zh-CN" sz="4800" b="1" i="1">
                            <a:latin typeface="Cambria Math" panose="02040503050406030204" pitchFamily="18" charset="0"/>
                          </a:rPr>
                          <m:t>𝟏</m:t>
                        </m:r>
                      </m:sub>
                    </m:sSub>
                  </m:oMath>
                </a14:m>
                <a:r>
                  <a:rPr lang="zh-CN" altLang="en-US" sz="4800" b="1" dirty="0"/>
                  <a:t>或</a:t>
                </a:r>
                <a14:m>
                  <m:oMath xmlns:m="http://schemas.openxmlformats.org/officeDocument/2006/math">
                    <m:sSub>
                      <m:sSubPr>
                        <m:ctrlPr>
                          <a:rPr lang="en-US" altLang="zh-CN" sz="4800" b="1" i="1">
                            <a:latin typeface="Cambria Math" panose="02040503050406030204" pitchFamily="18" charset="0"/>
                          </a:rPr>
                        </m:ctrlPr>
                      </m:sSubPr>
                      <m:e>
                        <m:r>
                          <a:rPr lang="en-US" altLang="zh-CN" sz="4800" b="1" i="1">
                            <a:latin typeface="Cambria Math" panose="02040503050406030204" pitchFamily="18" charset="0"/>
                          </a:rPr>
                          <m:t>𝑪</m:t>
                        </m:r>
                      </m:e>
                      <m:sub>
                        <m:r>
                          <a:rPr lang="en-US" altLang="zh-CN" sz="4800" b="1" i="1">
                            <a:latin typeface="Cambria Math" panose="02040503050406030204" pitchFamily="18" charset="0"/>
                          </a:rPr>
                          <m:t>𝟐</m:t>
                        </m:r>
                      </m:sub>
                    </m:sSub>
                  </m:oMath>
                </a14:m>
                <a:r>
                  <a:rPr lang="zh-CN" altLang="en-US" sz="4800" b="1" dirty="0"/>
                  <a:t>或</a:t>
                </a:r>
                <a14:m>
                  <m:oMath xmlns:m="http://schemas.openxmlformats.org/officeDocument/2006/math">
                    <m:sSub>
                      <m:sSubPr>
                        <m:ctrlPr>
                          <a:rPr lang="en-US" altLang="zh-CN" sz="4800" b="1" i="1">
                            <a:latin typeface="Cambria Math" panose="02040503050406030204" pitchFamily="18" charset="0"/>
                          </a:rPr>
                        </m:ctrlPr>
                      </m:sSubPr>
                      <m:e>
                        <m:r>
                          <a:rPr lang="en-US" altLang="zh-CN" sz="4800" b="1" i="1">
                            <a:latin typeface="Cambria Math" panose="02040503050406030204" pitchFamily="18" charset="0"/>
                          </a:rPr>
                          <m:t>𝑪</m:t>
                        </m:r>
                      </m:e>
                      <m:sub>
                        <m:r>
                          <a:rPr lang="en-US" altLang="zh-CN" sz="4800" b="1" i="1">
                            <a:latin typeface="Cambria Math" panose="02040503050406030204" pitchFamily="18" charset="0"/>
                          </a:rPr>
                          <m:t>𝟑</m:t>
                        </m:r>
                      </m:sub>
                    </m:sSub>
                  </m:oMath>
                </a14:m>
                <a:r>
                  <a:rPr lang="zh-CN" altLang="en-US" sz="4800" b="1" dirty="0"/>
                  <a:t>是</a:t>
                </a:r>
                <a:r>
                  <a:rPr lang="en-US" altLang="zh-CN" sz="4800" b="1" dirty="0"/>
                  <a:t>1</a:t>
                </a:r>
                <a:r>
                  <a:rPr lang="zh-CN" altLang="en-US" sz="4800" b="1" dirty="0"/>
                  <a:t>，则</a:t>
                </a:r>
                <a14:m>
                  <m:oMath xmlns:m="http://schemas.openxmlformats.org/officeDocument/2006/math">
                    <m:sSub>
                      <m:sSubPr>
                        <m:ctrlPr>
                          <a:rPr lang="en-US" altLang="zh-CN" sz="4800" b="1" i="1">
                            <a:latin typeface="Cambria Math" panose="02040503050406030204" pitchFamily="18" charset="0"/>
                          </a:rPr>
                        </m:ctrlPr>
                      </m:sSubPr>
                      <m:e>
                        <m:r>
                          <a:rPr lang="en-US" altLang="zh-CN" sz="4800" b="1" i="1">
                            <a:latin typeface="Cambria Math" panose="02040503050406030204" pitchFamily="18" charset="0"/>
                          </a:rPr>
                          <m:t>𝑬</m:t>
                        </m:r>
                      </m:e>
                      <m:sub>
                        <m:r>
                          <m:rPr>
                            <m:sty m:val="p"/>
                          </m:rPr>
                          <a:rPr lang="en-US" altLang="zh-CN" sz="4800" i="1">
                            <a:latin typeface="Cambria Math" panose="02040503050406030204" pitchFamily="18" charset="0"/>
                          </a:rPr>
                          <m:t>j</m:t>
                        </m:r>
                      </m:sub>
                    </m:sSub>
                  </m:oMath>
                </a14:m>
                <a:r>
                  <a:rPr lang="zh-CN" altLang="en-US" sz="4800" b="1" dirty="0"/>
                  <a:t>也为</a:t>
                </a:r>
                <a:r>
                  <a:rPr lang="en-US" altLang="zh-CN" sz="4800" b="1" dirty="0"/>
                  <a:t>1</a:t>
                </a:r>
                <a:r>
                  <a:rPr lang="zh-CN" altLang="en-US" sz="4800" b="1" dirty="0"/>
                  <a:t>，否则</a:t>
                </a:r>
                <a14:m>
                  <m:oMath xmlns:m="http://schemas.openxmlformats.org/officeDocument/2006/math">
                    <m:sSub>
                      <m:sSubPr>
                        <m:ctrlPr>
                          <a:rPr lang="en-US" altLang="zh-CN" sz="4800" b="1" i="1">
                            <a:latin typeface="Cambria Math" panose="02040503050406030204" pitchFamily="18" charset="0"/>
                          </a:rPr>
                        </m:ctrlPr>
                      </m:sSubPr>
                      <m:e>
                        <m:r>
                          <a:rPr lang="en-US" altLang="zh-CN" sz="4800" b="1" i="1">
                            <a:latin typeface="Cambria Math" panose="02040503050406030204" pitchFamily="18" charset="0"/>
                          </a:rPr>
                          <m:t>𝑬</m:t>
                        </m:r>
                      </m:e>
                      <m:sub>
                        <m:r>
                          <m:rPr>
                            <m:sty m:val="p"/>
                          </m:rPr>
                          <a:rPr lang="en-US" altLang="zh-CN" sz="4800" i="1">
                            <a:latin typeface="Cambria Math" panose="02040503050406030204" pitchFamily="18" charset="0"/>
                          </a:rPr>
                          <m:t>j</m:t>
                        </m:r>
                      </m:sub>
                    </m:sSub>
                  </m:oMath>
                </a14:m>
                <a:r>
                  <a:rPr lang="zh-CN" altLang="en-US" sz="4800" b="1" dirty="0"/>
                  <a:t>为</a:t>
                </a:r>
                <a:r>
                  <a:rPr lang="en-US" altLang="zh-CN" sz="4800" b="1" dirty="0"/>
                  <a:t>0</a:t>
                </a:r>
                <a:r>
                  <a:rPr lang="zh-CN" altLang="en-US" sz="4800" b="1" dirty="0"/>
                  <a:t>；</a:t>
                </a:r>
                <a:endParaRPr lang="zh-CN" altLang="en-US" sz="4800" b="1" dirty="0"/>
              </a:p>
              <a:p>
                <a:r>
                  <a:rPr lang="zh-CN" altLang="en-US" sz="4800" b="1" dirty="0"/>
                  <a:t>与：若</a:t>
                </a:r>
                <a14:m>
                  <m:oMath xmlns:m="http://schemas.openxmlformats.org/officeDocument/2006/math">
                    <m:sSub>
                      <m:sSubPr>
                        <m:ctrlPr>
                          <a:rPr lang="en-US" altLang="zh-CN" sz="4800" b="1" i="1">
                            <a:latin typeface="Cambria Math" panose="02040503050406030204" pitchFamily="18" charset="0"/>
                          </a:rPr>
                        </m:ctrlPr>
                      </m:sSubPr>
                      <m:e>
                        <m:r>
                          <a:rPr lang="en-US" altLang="zh-CN" sz="4800" b="1" i="1">
                            <a:latin typeface="Cambria Math" panose="02040503050406030204" pitchFamily="18" charset="0"/>
                          </a:rPr>
                          <m:t>𝑪</m:t>
                        </m:r>
                      </m:e>
                      <m:sub>
                        <m:r>
                          <a:rPr lang="en-US" altLang="zh-CN" sz="4800" b="1" i="1">
                            <a:latin typeface="Cambria Math" panose="02040503050406030204" pitchFamily="18" charset="0"/>
                          </a:rPr>
                          <m:t>𝟏</m:t>
                        </m:r>
                      </m:sub>
                    </m:sSub>
                  </m:oMath>
                </a14:m>
                <a:r>
                  <a:rPr lang="zh-CN" altLang="en-US" sz="4800" b="1" dirty="0"/>
                  <a:t>、</a:t>
                </a:r>
                <a14:m>
                  <m:oMath xmlns:m="http://schemas.openxmlformats.org/officeDocument/2006/math">
                    <m:sSub>
                      <m:sSubPr>
                        <m:ctrlPr>
                          <a:rPr lang="en-US" altLang="zh-CN" sz="4800" b="1" i="1">
                            <a:latin typeface="Cambria Math" panose="02040503050406030204" pitchFamily="18" charset="0"/>
                          </a:rPr>
                        </m:ctrlPr>
                      </m:sSubPr>
                      <m:e>
                        <m:r>
                          <a:rPr lang="en-US" altLang="zh-CN" sz="4800" b="1" i="1">
                            <a:latin typeface="Cambria Math" panose="02040503050406030204" pitchFamily="18" charset="0"/>
                          </a:rPr>
                          <m:t>𝑪</m:t>
                        </m:r>
                      </m:e>
                      <m:sub>
                        <m:r>
                          <a:rPr lang="en-US" altLang="zh-CN" sz="4800" b="1" i="1">
                            <a:latin typeface="Cambria Math" panose="02040503050406030204" pitchFamily="18" charset="0"/>
                          </a:rPr>
                          <m:t>𝟐</m:t>
                        </m:r>
                      </m:sub>
                    </m:sSub>
                  </m:oMath>
                </a14:m>
                <a:r>
                  <a:rPr lang="zh-CN" altLang="en-US" sz="4800" b="1" dirty="0"/>
                  <a:t>和</a:t>
                </a:r>
                <a14:m>
                  <m:oMath xmlns:m="http://schemas.openxmlformats.org/officeDocument/2006/math">
                    <m:sSub>
                      <m:sSubPr>
                        <m:ctrlPr>
                          <a:rPr lang="en-US" altLang="zh-CN" sz="4800" b="1" i="1">
                            <a:latin typeface="Cambria Math" panose="02040503050406030204" pitchFamily="18" charset="0"/>
                          </a:rPr>
                        </m:ctrlPr>
                      </m:sSubPr>
                      <m:e>
                        <m:r>
                          <a:rPr lang="en-US" altLang="zh-CN" sz="4800" b="1" i="1">
                            <a:latin typeface="Cambria Math" panose="02040503050406030204" pitchFamily="18" charset="0"/>
                          </a:rPr>
                          <m:t>𝑪</m:t>
                        </m:r>
                      </m:e>
                      <m:sub>
                        <m:r>
                          <a:rPr lang="en-US" altLang="zh-CN" sz="4800" b="1" i="1">
                            <a:latin typeface="Cambria Math" panose="02040503050406030204" pitchFamily="18" charset="0"/>
                          </a:rPr>
                          <m:t>𝟑</m:t>
                        </m:r>
                      </m:sub>
                    </m:sSub>
                  </m:oMath>
                </a14:m>
                <a:r>
                  <a:rPr lang="zh-CN" altLang="en-US" sz="4800" b="1" dirty="0"/>
                  <a:t>都是</a:t>
                </a:r>
                <a:r>
                  <a:rPr lang="en-US" altLang="zh-CN" sz="4800" b="1" dirty="0"/>
                  <a:t>1</a:t>
                </a:r>
                <a:r>
                  <a:rPr lang="zh-CN" altLang="en-US" sz="4800" b="1" dirty="0"/>
                  <a:t>，则</a:t>
                </a:r>
                <a14:m>
                  <m:oMath xmlns:m="http://schemas.openxmlformats.org/officeDocument/2006/math">
                    <m:sSub>
                      <m:sSubPr>
                        <m:ctrlPr>
                          <a:rPr lang="en-US" altLang="zh-CN" sz="4800" b="1" i="1">
                            <a:latin typeface="Cambria Math" panose="02040503050406030204" pitchFamily="18" charset="0"/>
                          </a:rPr>
                        </m:ctrlPr>
                      </m:sSubPr>
                      <m:e>
                        <m:r>
                          <a:rPr lang="en-US" altLang="zh-CN" sz="4800" b="1" i="1">
                            <a:latin typeface="Cambria Math" panose="02040503050406030204" pitchFamily="18" charset="0"/>
                          </a:rPr>
                          <m:t>𝑬</m:t>
                        </m:r>
                      </m:e>
                      <m:sub>
                        <m:r>
                          <m:rPr>
                            <m:sty m:val="p"/>
                          </m:rPr>
                          <a:rPr lang="en-US" altLang="zh-CN" sz="4800" i="1">
                            <a:latin typeface="Cambria Math" panose="02040503050406030204" pitchFamily="18" charset="0"/>
                          </a:rPr>
                          <m:t>j</m:t>
                        </m:r>
                      </m:sub>
                    </m:sSub>
                  </m:oMath>
                </a14:m>
                <a:r>
                  <a:rPr lang="zh-CN" altLang="en-US" sz="4800" b="1" dirty="0"/>
                  <a:t>也为</a:t>
                </a:r>
                <a:r>
                  <a:rPr lang="en-US" altLang="zh-CN" sz="4800" b="1" dirty="0"/>
                  <a:t>1</a:t>
                </a:r>
                <a:r>
                  <a:rPr lang="zh-CN" altLang="en-US" sz="4800" b="1" dirty="0"/>
                  <a:t>，否则</a:t>
                </a:r>
                <a14:m>
                  <m:oMath xmlns:m="http://schemas.openxmlformats.org/officeDocument/2006/math">
                    <m:sSub>
                      <m:sSubPr>
                        <m:ctrlPr>
                          <a:rPr lang="en-US" altLang="zh-CN" sz="4800" b="1" i="1">
                            <a:latin typeface="Cambria Math" panose="02040503050406030204" pitchFamily="18" charset="0"/>
                          </a:rPr>
                        </m:ctrlPr>
                      </m:sSubPr>
                      <m:e>
                        <m:r>
                          <a:rPr lang="en-US" altLang="zh-CN" sz="4800" b="1" i="1">
                            <a:latin typeface="Cambria Math" panose="02040503050406030204" pitchFamily="18" charset="0"/>
                          </a:rPr>
                          <m:t>𝑬</m:t>
                        </m:r>
                      </m:e>
                      <m:sub>
                        <m:r>
                          <m:rPr>
                            <m:sty m:val="p"/>
                          </m:rPr>
                          <a:rPr lang="en-US" altLang="zh-CN" sz="4800" i="1">
                            <a:latin typeface="Cambria Math" panose="02040503050406030204" pitchFamily="18" charset="0"/>
                          </a:rPr>
                          <m:t>j</m:t>
                        </m:r>
                      </m:sub>
                    </m:sSub>
                  </m:oMath>
                </a14:m>
                <a:r>
                  <a:rPr lang="zh-CN" altLang="en-US" sz="4800" b="1" dirty="0"/>
                  <a:t>为</a:t>
                </a:r>
                <a:r>
                  <a:rPr lang="en-US" altLang="zh-CN" sz="4800" b="1" dirty="0"/>
                  <a:t>0</a:t>
                </a:r>
                <a:r>
                  <a:rPr lang="zh-CN" altLang="en-US" sz="4800" b="1" dirty="0"/>
                  <a:t>。</a:t>
                </a:r>
                <a:endParaRPr lang="en-US" altLang="zh-CN" sz="4800" b="1" dirty="0"/>
              </a:p>
              <a:p>
                <a:pPr lvl="2"/>
                <a:endParaRPr lang="zh-CN" altLang="en-US" sz="4800" dirty="0"/>
              </a:p>
            </p:txBody>
          </p:sp>
        </mc:Choice>
        <mc:Fallback>
          <p:sp>
            <p:nvSpPr>
              <p:cNvPr id="21" name="Rectangle 3"/>
              <p:cNvSpPr txBox="1">
                <a:spLocks noRot="1" noChangeAspect="1" noMove="1" noResize="1" noEditPoints="1" noAdjustHandles="1" noChangeArrowheads="1" noChangeShapeType="1" noTextEdit="1"/>
              </p:cNvSpPr>
              <p:nvPr/>
            </p:nvSpPr>
            <p:spPr>
              <a:xfrm>
                <a:off x="2737970" y="2080590"/>
                <a:ext cx="18849822" cy="9236765"/>
              </a:xfrm>
              <a:prstGeom prst="rect">
                <a:avLst/>
              </a:prstGeom>
              <a:blipFill rotWithShape="1">
                <a:blip r:embed="rId1"/>
                <a:stretch>
                  <a:fillRect l="-3" t="-4" r="2" b="4"/>
                </a:stretch>
              </a:blipFill>
              <a:ln w="12700">
                <a:miter lim="400000"/>
              </a:ln>
            </p:spPr>
            <p:txBody>
              <a:bodyPr/>
              <a:lstStyle/>
              <a:p>
                <a:r>
                  <a:rPr lang="zh-CN" altLang="en-US">
                    <a:noFill/>
                  </a:rPr>
                  <a:t> </a:t>
                </a:r>
              </a:p>
            </p:txBody>
          </p:sp>
        </mc:Fallback>
      </mc:AlternateContent>
      <p:pic>
        <p:nvPicPr>
          <p:cNvPr id="4" name="Audio 3">
            <a:hlinkClick r:id="" action="ppaction://media"/>
          </p:cNvPr>
          <p:cNvPicPr>
            <a:picLocks noChangeAspect="1"/>
          </p:cNvPicPr>
          <p:nvPr>
            <a:audioFile r:link="rId2"/>
            <p:extLst>
              <p:ext uri="{DAA4B4D4-6D71-4841-9C94-3DE7FCFB9230}">
                <p14:media xmlns:p14="http://schemas.microsoft.com/office/powerpoint/2010/main" r:link="rId3"/>
              </p:ext>
            </p:extLst>
          </p:nvPr>
        </p:nvPicPr>
        <p:blipFill>
          <a:blip r:embed="rId4"/>
          <a:stretch>
            <a:fillRect/>
          </a:stretch>
        </p:blipFill>
        <p:spPr>
          <a:xfrm>
            <a:off x="23863300" y="13195300"/>
            <a:ext cx="304800" cy="304800"/>
          </a:xfrm>
          <a:prstGeom prst="rect">
            <a:avLst/>
          </a:prstGeom>
        </p:spPr>
      </p:pic>
    </p:spTree>
    <p:custDataLst>
      <p:tags r:id="rId5"/>
    </p:custDataLst>
  </p:cSld>
  <p:clrMapOvr>
    <a:masterClrMapping/>
  </p:clrMapOvr>
  <p:transition spd="med" advTm="73243"/>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因果图</a:t>
            </a:r>
            <a:endParaRPr lang="zh-CN" altLang="en-US" dirty="0"/>
          </a:p>
        </p:txBody>
      </p:sp>
      <p:sp>
        <p:nvSpPr>
          <p:cNvPr id="20" name="Rectangle 3"/>
          <p:cNvSpPr txBox="1">
            <a:spLocks noChangeArrowheads="1"/>
          </p:cNvSpPr>
          <p:nvPr/>
        </p:nvSpPr>
        <p:spPr>
          <a:xfrm>
            <a:off x="2737970" y="1676512"/>
            <a:ext cx="10037126" cy="9608912"/>
          </a:xfrm>
          <a:prstGeom prst="rect">
            <a:avLst/>
          </a:prstGeom>
          <a:ln w="12700">
            <a:miter lim="400000"/>
          </a:ln>
        </p:spPr>
        <p:txBody>
          <a:bodyPr lIns="50800" tIns="50800" rIns="50800" bIns="50800" anchor="ctr">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原因与原因之间的关系</a:t>
            </a:r>
            <a:endParaRPr lang="en-US" altLang="zh-CN" sz="4800" b="1" dirty="0"/>
          </a:p>
          <a:p>
            <a:pPr lvl="2"/>
            <a:r>
              <a:rPr lang="zh-CN" altLang="en-US" sz="4800" dirty="0"/>
              <a:t>异</a:t>
            </a:r>
            <a:endParaRPr lang="en-US" altLang="zh-CN" sz="4800" dirty="0"/>
          </a:p>
          <a:p>
            <a:pPr lvl="2"/>
            <a:r>
              <a:rPr lang="zh-CN" altLang="en-US" sz="4800" dirty="0"/>
              <a:t>或</a:t>
            </a:r>
            <a:endParaRPr lang="en-US" altLang="zh-CN" sz="4800" dirty="0"/>
          </a:p>
          <a:p>
            <a:pPr lvl="2"/>
            <a:r>
              <a:rPr lang="zh-CN" altLang="en-US" sz="4800" dirty="0"/>
              <a:t>唯一</a:t>
            </a:r>
            <a:endParaRPr lang="en-US" altLang="zh-CN" sz="4800" dirty="0"/>
          </a:p>
          <a:p>
            <a:pPr lvl="2"/>
            <a:r>
              <a:rPr lang="zh-CN" altLang="en-US" sz="4800" dirty="0"/>
              <a:t>要求</a:t>
            </a:r>
            <a:endParaRPr lang="en-US" altLang="zh-CN" sz="4800" dirty="0"/>
          </a:p>
          <a:p>
            <a:pPr lvl="2"/>
            <a:endParaRPr lang="zh-CN" altLang="en-US" sz="4800" dirty="0"/>
          </a:p>
        </p:txBody>
      </p:sp>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01</a:t>
            </a:r>
            <a:endParaRPr dirty="0"/>
          </a:p>
        </p:txBody>
      </p:sp>
      <p:sp>
        <p:nvSpPr>
          <p:cNvPr id="19" name="TextBox 18"/>
          <p:cNvSpPr txBox="1"/>
          <p:nvPr/>
        </p:nvSpPr>
        <p:spPr>
          <a:xfrm>
            <a:off x="11716315" y="3521512"/>
            <a:ext cx="1333698" cy="84125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r>
              <a:rPr lang="zh-CN" altLang="en-US" sz="4800" dirty="0">
                <a:latin typeface="微软雅黑" panose="020B0503020204020204" pitchFamily="34" charset="-122"/>
                <a:ea typeface="微软雅黑" panose="020B0503020204020204" pitchFamily="34" charset="-122"/>
              </a:rPr>
              <a:t>原因</a:t>
            </a:r>
            <a:endParaRPr kumimoji="0" lang="zh-CN" altLang="en-US" sz="4800" b="1"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a:endParaRPr>
          </a:p>
        </p:txBody>
      </p:sp>
      <p:sp>
        <p:nvSpPr>
          <p:cNvPr id="21" name="Arrow: Down 20"/>
          <p:cNvSpPr/>
          <p:nvPr/>
        </p:nvSpPr>
        <p:spPr>
          <a:xfrm>
            <a:off x="11965721" y="4908707"/>
            <a:ext cx="834887" cy="887896"/>
          </a:xfrm>
          <a:prstGeom prst="downArrow">
            <a:avLst/>
          </a:prstGeom>
          <a:ln>
            <a:solidFill>
              <a:srgbClr val="FF0000"/>
            </a:solidFill>
          </a:ln>
        </p:spPr>
        <p:style>
          <a:lnRef idx="2">
            <a:schemeClr val="accent5"/>
          </a:lnRef>
          <a:fillRef idx="1">
            <a:schemeClr val="lt1"/>
          </a:fillRef>
          <a:effectRef idx="0">
            <a:schemeClr val="accent5"/>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22" name="TextBox 21"/>
          <p:cNvSpPr txBox="1"/>
          <p:nvPr/>
        </p:nvSpPr>
        <p:spPr>
          <a:xfrm>
            <a:off x="16171088" y="3521512"/>
            <a:ext cx="1333698" cy="84125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r>
              <a:rPr kumimoji="0" lang="zh-CN" altLang="en-US" sz="4800" b="1"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a:rPr>
              <a:t>结果</a:t>
            </a:r>
            <a:endParaRPr kumimoji="0" lang="zh-CN" altLang="en-US" sz="4800" b="1"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a:endParaRPr>
          </a:p>
        </p:txBody>
      </p:sp>
      <p:sp>
        <p:nvSpPr>
          <p:cNvPr id="23" name="Arrow: Down 22"/>
          <p:cNvSpPr/>
          <p:nvPr/>
        </p:nvSpPr>
        <p:spPr>
          <a:xfrm>
            <a:off x="16526510" y="4908707"/>
            <a:ext cx="834887" cy="887896"/>
          </a:xfrm>
          <a:prstGeom prst="downArrow">
            <a:avLst/>
          </a:prstGeom>
          <a:ln>
            <a:solidFill>
              <a:srgbClr val="7030A0"/>
            </a:solidFill>
          </a:ln>
        </p:spPr>
        <p:style>
          <a:lnRef idx="2">
            <a:schemeClr val="accent5"/>
          </a:lnRef>
          <a:fillRef idx="1">
            <a:schemeClr val="lt1"/>
          </a:fillRef>
          <a:effectRef idx="0">
            <a:schemeClr val="accent5"/>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pic>
        <p:nvPicPr>
          <p:cNvPr id="3" name="Audio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63300" y="13195300"/>
            <a:ext cx="304800" cy="304800"/>
          </a:xfrm>
          <a:prstGeom prst="rect">
            <a:avLst/>
          </a:prstGeom>
        </p:spPr>
      </p:pic>
      <p:pic>
        <p:nvPicPr>
          <p:cNvPr id="11" name="Picture 10"/>
          <p:cNvPicPr>
            <a:picLocks noChangeAspect="1"/>
          </p:cNvPicPr>
          <p:nvPr/>
        </p:nvPicPr>
        <p:blipFill>
          <a:blip r:embed="rId4"/>
          <a:stretch>
            <a:fillRect/>
          </a:stretch>
        </p:blipFill>
        <p:spPr>
          <a:xfrm>
            <a:off x="10431056" y="6082663"/>
            <a:ext cx="7253360" cy="5202761"/>
          </a:xfrm>
          <a:prstGeom prst="rect">
            <a:avLst/>
          </a:prstGeom>
        </p:spPr>
      </p:pic>
    </p:spTree>
    <p:custDataLst>
      <p:tags r:id="rId5"/>
    </p:custDataLst>
  </p:cSld>
  <p:clrMapOvr>
    <a:masterClrMapping/>
  </p:clrMapOvr>
  <p:transition spd="med" advTm="25586"/>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因果图</a:t>
            </a:r>
            <a:endParaRPr lang="zh-CN" altLang="en-US" dirty="0"/>
          </a:p>
        </p:txBody>
      </p:sp>
      <p:grpSp>
        <p:nvGrpSpPr>
          <p:cNvPr id="53" name="Group 52"/>
          <p:cNvGrpSpPr/>
          <p:nvPr/>
        </p:nvGrpSpPr>
        <p:grpSpPr>
          <a:xfrm>
            <a:off x="3757771" y="5995722"/>
            <a:ext cx="3216832" cy="3530599"/>
            <a:chOff x="3757771" y="6648865"/>
            <a:chExt cx="3216832" cy="3530599"/>
          </a:xfrm>
        </p:grpSpPr>
        <p:grpSp>
          <p:nvGrpSpPr>
            <p:cNvPr id="3" name="Group 4"/>
            <p:cNvGrpSpPr/>
            <p:nvPr/>
          </p:nvGrpSpPr>
          <p:grpSpPr bwMode="auto">
            <a:xfrm>
              <a:off x="3757771" y="6648865"/>
              <a:ext cx="3025776" cy="3530599"/>
              <a:chOff x="521" y="1842"/>
              <a:chExt cx="953" cy="1112"/>
            </a:xfrm>
          </p:grpSpPr>
          <p:sp>
            <p:nvSpPr>
              <p:cNvPr id="4" name="Oval 5"/>
              <p:cNvSpPr>
                <a:spLocks noChangeArrowheads="1"/>
              </p:cNvSpPr>
              <p:nvPr/>
            </p:nvSpPr>
            <p:spPr bwMode="auto">
              <a:xfrm>
                <a:off x="1156" y="1842"/>
                <a:ext cx="318" cy="31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endParaRPr lang="en-US" altLang="zh-CN" sz="3600" dirty="0">
                  <a:solidFill>
                    <a:srgbClr val="000000"/>
                  </a:solidFill>
                </a:endParaRPr>
              </a:p>
            </p:txBody>
          </p:sp>
          <p:sp>
            <p:nvSpPr>
              <p:cNvPr id="5" name="Oval 6"/>
              <p:cNvSpPr>
                <a:spLocks noChangeArrowheads="1"/>
              </p:cNvSpPr>
              <p:nvPr/>
            </p:nvSpPr>
            <p:spPr bwMode="auto">
              <a:xfrm>
                <a:off x="1156" y="2568"/>
                <a:ext cx="318" cy="31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endParaRPr lang="en-US" altLang="zh-CN" sz="3600" dirty="0">
                  <a:solidFill>
                    <a:srgbClr val="000000"/>
                  </a:solidFill>
                </a:endParaRPr>
              </a:p>
            </p:txBody>
          </p:sp>
          <p:sp>
            <p:nvSpPr>
              <p:cNvPr id="6" name="Text Box 7"/>
              <p:cNvSpPr txBox="1">
                <a:spLocks noChangeArrowheads="1"/>
              </p:cNvSpPr>
              <p:nvPr/>
            </p:nvSpPr>
            <p:spPr bwMode="auto">
              <a:xfrm>
                <a:off x="521" y="2251"/>
                <a:ext cx="227"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3600">
                    <a:solidFill>
                      <a:srgbClr val="000000"/>
                    </a:solidFill>
                  </a:rPr>
                  <a:t>E</a:t>
                </a:r>
                <a:endParaRPr lang="en-US" altLang="zh-CN" sz="3600">
                  <a:solidFill>
                    <a:srgbClr val="000000"/>
                  </a:solidFill>
                </a:endParaRPr>
              </a:p>
            </p:txBody>
          </p:sp>
          <p:sp>
            <p:nvSpPr>
              <p:cNvPr id="7" name="Line 8"/>
              <p:cNvSpPr>
                <a:spLocks noChangeShapeType="1"/>
              </p:cNvSpPr>
              <p:nvPr/>
            </p:nvSpPr>
            <p:spPr bwMode="auto">
              <a:xfrm flipV="1">
                <a:off x="703" y="2024"/>
                <a:ext cx="453" cy="317"/>
              </a:xfrm>
              <a:prstGeom prst="line">
                <a:avLst/>
              </a:prstGeom>
              <a:noFill/>
              <a:ln w="571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6000"/>
              </a:p>
            </p:txBody>
          </p:sp>
          <p:sp>
            <p:nvSpPr>
              <p:cNvPr id="8" name="Line 9"/>
              <p:cNvSpPr>
                <a:spLocks noChangeShapeType="1"/>
              </p:cNvSpPr>
              <p:nvPr/>
            </p:nvSpPr>
            <p:spPr bwMode="auto">
              <a:xfrm>
                <a:off x="703" y="2341"/>
                <a:ext cx="453" cy="318"/>
              </a:xfrm>
              <a:prstGeom prst="line">
                <a:avLst/>
              </a:prstGeom>
              <a:noFill/>
              <a:ln w="571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6000"/>
              </a:p>
            </p:txBody>
          </p:sp>
          <p:sp>
            <p:nvSpPr>
              <p:cNvPr id="9" name="Text Box 10"/>
              <p:cNvSpPr txBox="1">
                <a:spLocks noChangeArrowheads="1"/>
              </p:cNvSpPr>
              <p:nvPr/>
            </p:nvSpPr>
            <p:spPr bwMode="auto">
              <a:xfrm>
                <a:off x="748" y="2750"/>
                <a:ext cx="227"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3600" dirty="0">
                    <a:solidFill>
                      <a:srgbClr val="000000"/>
                    </a:solidFill>
                    <a:latin typeface="微软雅黑" panose="020B0503020204020204" pitchFamily="34" charset="-122"/>
                    <a:ea typeface="微软雅黑" panose="020B0503020204020204" pitchFamily="34" charset="-122"/>
                  </a:rPr>
                  <a:t>异</a:t>
                </a:r>
                <a:endParaRPr lang="zh-CN" altLang="en-US" sz="3600" dirty="0">
                  <a:solidFill>
                    <a:srgbClr val="000000"/>
                  </a:solidFill>
                  <a:latin typeface="微软雅黑" panose="020B0503020204020204" pitchFamily="34" charset="-122"/>
                  <a:ea typeface="微软雅黑" panose="020B0503020204020204" pitchFamily="34" charset="-122"/>
                </a:endParaRPr>
              </a:p>
            </p:txBody>
          </p:sp>
        </p:grpSp>
        <mc:AlternateContent xmlns:mc="http://schemas.openxmlformats.org/markup-compatibility/2006">
          <mc:Choice xmlns:a14="http://schemas.microsoft.com/office/drawing/2010/main" Requires="a14">
            <p:sp>
              <p:nvSpPr>
                <p:cNvPr id="10" name="Rectangle 9"/>
                <p:cNvSpPr/>
                <p:nvPr/>
              </p:nvSpPr>
              <p:spPr>
                <a:xfrm>
                  <a:off x="5793826" y="6692025"/>
                  <a:ext cx="1143133" cy="923330"/>
                </a:xfrm>
                <a:prstGeom prst="rect">
                  <a:avLst/>
                </a:prstGeom>
              </p:spPr>
              <p:txBody>
                <a:bodyPr wrap="none">
                  <a:spAutoFit/>
                </a:bodyPr>
                <a:lstStyle/>
                <a:p>
                  <a:pPr hangingPunct="1">
                    <a:spcBef>
                      <a:spcPct val="0"/>
                    </a:spcBef>
                  </a:pPr>
                  <a14:m>
                    <m:oMathPara xmlns:m="http://schemas.openxmlformats.org/officeDocument/2006/math">
                      <m:oMathParaPr>
                        <m:jc m:val="centerGroup"/>
                      </m:oMathParaPr>
                      <m:oMath xmlns:m="http://schemas.openxmlformats.org/officeDocument/2006/math">
                        <m:sSub>
                          <m:sSubPr>
                            <m:ctrlPr>
                              <a:rPr lang="en-US" altLang="zh-CN" sz="5400" i="1" smtClean="0">
                                <a:solidFill>
                                  <a:schemeClr val="bg1"/>
                                </a:solidFill>
                                <a:latin typeface="Cambria Math" panose="02040503050406030204" pitchFamily="18" charset="0"/>
                              </a:rPr>
                            </m:ctrlPr>
                          </m:sSubPr>
                          <m:e>
                            <m:r>
                              <a:rPr lang="en-US" altLang="zh-CN" sz="5400" i="1" smtClean="0">
                                <a:solidFill>
                                  <a:schemeClr val="bg1"/>
                                </a:solidFill>
                                <a:latin typeface="Cambria Math" panose="02040503050406030204" pitchFamily="18" charset="0"/>
                              </a:rPr>
                              <m:t>𝑪</m:t>
                            </m:r>
                          </m:e>
                          <m:sub>
                            <m:r>
                              <a:rPr lang="en-US" altLang="zh-CN" sz="5400" b="1" i="1" smtClean="0">
                                <a:solidFill>
                                  <a:schemeClr val="bg1"/>
                                </a:solidFill>
                                <a:latin typeface="Cambria Math" panose="02040503050406030204" pitchFamily="18" charset="0"/>
                              </a:rPr>
                              <m:t>𝟏</m:t>
                            </m:r>
                          </m:sub>
                        </m:sSub>
                      </m:oMath>
                    </m:oMathPara>
                  </a14:m>
                  <a:endParaRPr lang="en-US" altLang="zh-CN" sz="5400" dirty="0">
                    <a:solidFill>
                      <a:schemeClr val="bg1"/>
                    </a:solidFill>
                  </a:endParaRPr>
                </a:p>
              </p:txBody>
            </p:sp>
          </mc:Choice>
          <mc:Fallback>
            <p:sp>
              <p:nvSpPr>
                <p:cNvPr id="10" name="Rectangle 9"/>
                <p:cNvSpPr>
                  <a:spLocks noRot="1" noChangeAspect="1" noMove="1" noResize="1" noEditPoints="1" noAdjustHandles="1" noChangeArrowheads="1" noChangeShapeType="1" noTextEdit="1"/>
                </p:cNvSpPr>
                <p:nvPr/>
              </p:nvSpPr>
              <p:spPr>
                <a:xfrm>
                  <a:off x="5793826" y="6692025"/>
                  <a:ext cx="1143133" cy="923330"/>
                </a:xfrm>
                <a:prstGeom prst="rect">
                  <a:avLst/>
                </a:prstGeom>
                <a:blipFill rotWithShape="1">
                  <a:blip r:embed="rId1"/>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Rectangle 10"/>
                <p:cNvSpPr/>
                <p:nvPr/>
              </p:nvSpPr>
              <p:spPr>
                <a:xfrm>
                  <a:off x="5831470" y="8904682"/>
                  <a:ext cx="1143133" cy="923330"/>
                </a:xfrm>
                <a:prstGeom prst="rect">
                  <a:avLst/>
                </a:prstGeom>
              </p:spPr>
              <p:txBody>
                <a:bodyPr wrap="none">
                  <a:spAutoFit/>
                </a:bodyPr>
                <a:lstStyle/>
                <a:p>
                  <a:pPr hangingPunct="1">
                    <a:spcBef>
                      <a:spcPct val="0"/>
                    </a:spcBef>
                  </a:pPr>
                  <a14:m>
                    <m:oMathPara xmlns:m="http://schemas.openxmlformats.org/officeDocument/2006/math">
                      <m:oMathParaPr>
                        <m:jc m:val="centerGroup"/>
                      </m:oMathParaPr>
                      <m:oMath xmlns:m="http://schemas.openxmlformats.org/officeDocument/2006/math">
                        <m:sSub>
                          <m:sSubPr>
                            <m:ctrlPr>
                              <a:rPr lang="en-US" altLang="zh-CN" sz="5400" i="1" smtClean="0">
                                <a:solidFill>
                                  <a:schemeClr val="bg1"/>
                                </a:solidFill>
                                <a:latin typeface="Cambria Math" panose="02040503050406030204" pitchFamily="18" charset="0"/>
                              </a:rPr>
                            </m:ctrlPr>
                          </m:sSubPr>
                          <m:e>
                            <m:r>
                              <a:rPr lang="en-US" altLang="zh-CN" sz="5400" i="1" smtClean="0">
                                <a:solidFill>
                                  <a:schemeClr val="bg1"/>
                                </a:solidFill>
                                <a:latin typeface="Cambria Math" panose="02040503050406030204" pitchFamily="18" charset="0"/>
                              </a:rPr>
                              <m:t>𝑪</m:t>
                            </m:r>
                          </m:e>
                          <m:sub>
                            <m:r>
                              <a:rPr lang="en-US" altLang="zh-CN" sz="5400" b="1" i="1" smtClean="0">
                                <a:solidFill>
                                  <a:schemeClr val="bg1"/>
                                </a:solidFill>
                                <a:latin typeface="Cambria Math" panose="02040503050406030204" pitchFamily="18" charset="0"/>
                              </a:rPr>
                              <m:t>𝟐</m:t>
                            </m:r>
                          </m:sub>
                        </m:sSub>
                      </m:oMath>
                    </m:oMathPara>
                  </a14:m>
                  <a:endParaRPr lang="en-US" altLang="zh-CN" sz="5400" dirty="0">
                    <a:solidFill>
                      <a:schemeClr val="bg1"/>
                    </a:solidFill>
                  </a:endParaRPr>
                </a:p>
              </p:txBody>
            </p:sp>
          </mc:Choice>
          <mc:Fallback>
            <p:sp>
              <p:nvSpPr>
                <p:cNvPr id="11" name="Rectangle 10"/>
                <p:cNvSpPr>
                  <a:spLocks noRot="1" noChangeAspect="1" noMove="1" noResize="1" noEditPoints="1" noAdjustHandles="1" noChangeArrowheads="1" noChangeShapeType="1" noTextEdit="1"/>
                </p:cNvSpPr>
                <p:nvPr/>
              </p:nvSpPr>
              <p:spPr>
                <a:xfrm>
                  <a:off x="5831470" y="8904682"/>
                  <a:ext cx="1143133" cy="923330"/>
                </a:xfrm>
                <a:prstGeom prst="rect">
                  <a:avLst/>
                </a:prstGeom>
                <a:blipFill rotWithShape="1">
                  <a:blip r:embed="rId2"/>
                </a:blipFill>
              </p:spPr>
              <p:txBody>
                <a:bodyPr/>
                <a:lstStyle/>
                <a:p>
                  <a:r>
                    <a:rPr lang="zh-CN" altLang="en-US">
                      <a:noFill/>
                    </a:rPr>
                    <a:t> </a:t>
                  </a:r>
                </a:p>
              </p:txBody>
            </p:sp>
          </mc:Fallback>
        </mc:AlternateContent>
      </p:grpSp>
      <p:grpSp>
        <p:nvGrpSpPr>
          <p:cNvPr id="12" name="Group 4"/>
          <p:cNvGrpSpPr/>
          <p:nvPr/>
        </p:nvGrpSpPr>
        <p:grpSpPr bwMode="auto">
          <a:xfrm>
            <a:off x="8283388" y="6008652"/>
            <a:ext cx="3025776" cy="3530599"/>
            <a:chOff x="521" y="1842"/>
            <a:chExt cx="953" cy="1112"/>
          </a:xfrm>
        </p:grpSpPr>
        <p:sp>
          <p:nvSpPr>
            <p:cNvPr id="13" name="Oval 5"/>
            <p:cNvSpPr>
              <a:spLocks noChangeArrowheads="1"/>
            </p:cNvSpPr>
            <p:nvPr/>
          </p:nvSpPr>
          <p:spPr bwMode="auto">
            <a:xfrm>
              <a:off x="1156" y="1842"/>
              <a:ext cx="318" cy="31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endParaRPr lang="en-US" altLang="zh-CN" sz="3600" dirty="0">
                <a:solidFill>
                  <a:srgbClr val="000000"/>
                </a:solidFill>
              </a:endParaRPr>
            </a:p>
          </p:txBody>
        </p:sp>
        <p:sp>
          <p:nvSpPr>
            <p:cNvPr id="14" name="Oval 6"/>
            <p:cNvSpPr>
              <a:spLocks noChangeArrowheads="1"/>
            </p:cNvSpPr>
            <p:nvPr/>
          </p:nvSpPr>
          <p:spPr bwMode="auto">
            <a:xfrm>
              <a:off x="1156" y="2568"/>
              <a:ext cx="318" cy="31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endParaRPr lang="en-US" altLang="zh-CN" sz="3600" dirty="0">
                <a:solidFill>
                  <a:srgbClr val="000000"/>
                </a:solidFill>
              </a:endParaRPr>
            </a:p>
          </p:txBody>
        </p:sp>
        <p:sp>
          <p:nvSpPr>
            <p:cNvPr id="15" name="Text Box 7"/>
            <p:cNvSpPr txBox="1">
              <a:spLocks noChangeArrowheads="1"/>
            </p:cNvSpPr>
            <p:nvPr/>
          </p:nvSpPr>
          <p:spPr bwMode="auto">
            <a:xfrm>
              <a:off x="521" y="2251"/>
              <a:ext cx="227"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3600" dirty="0">
                  <a:solidFill>
                    <a:srgbClr val="000000"/>
                  </a:solidFill>
                </a:rPr>
                <a:t>I</a:t>
              </a:r>
              <a:endParaRPr lang="en-US" altLang="zh-CN" sz="3600" dirty="0">
                <a:solidFill>
                  <a:srgbClr val="000000"/>
                </a:solidFill>
              </a:endParaRPr>
            </a:p>
          </p:txBody>
        </p:sp>
        <p:sp>
          <p:nvSpPr>
            <p:cNvPr id="16" name="Line 8"/>
            <p:cNvSpPr>
              <a:spLocks noChangeShapeType="1"/>
            </p:cNvSpPr>
            <p:nvPr/>
          </p:nvSpPr>
          <p:spPr bwMode="auto">
            <a:xfrm flipV="1">
              <a:off x="703" y="2024"/>
              <a:ext cx="453" cy="317"/>
            </a:xfrm>
            <a:prstGeom prst="line">
              <a:avLst/>
            </a:prstGeom>
            <a:noFill/>
            <a:ln w="571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6000"/>
            </a:p>
          </p:txBody>
        </p:sp>
        <p:sp>
          <p:nvSpPr>
            <p:cNvPr id="17" name="Line 9"/>
            <p:cNvSpPr>
              <a:spLocks noChangeShapeType="1"/>
            </p:cNvSpPr>
            <p:nvPr/>
          </p:nvSpPr>
          <p:spPr bwMode="auto">
            <a:xfrm>
              <a:off x="703" y="2341"/>
              <a:ext cx="453" cy="318"/>
            </a:xfrm>
            <a:prstGeom prst="line">
              <a:avLst/>
            </a:prstGeom>
            <a:noFill/>
            <a:ln w="571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6000"/>
            </a:p>
          </p:txBody>
        </p:sp>
        <p:sp>
          <p:nvSpPr>
            <p:cNvPr id="18" name="Text Box 10"/>
            <p:cNvSpPr txBox="1">
              <a:spLocks noChangeArrowheads="1"/>
            </p:cNvSpPr>
            <p:nvPr/>
          </p:nvSpPr>
          <p:spPr bwMode="auto">
            <a:xfrm>
              <a:off x="747" y="2750"/>
              <a:ext cx="227"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3600" dirty="0">
                  <a:solidFill>
                    <a:srgbClr val="000000"/>
                  </a:solidFill>
                  <a:latin typeface="微软雅黑" panose="020B0503020204020204" pitchFamily="34" charset="-122"/>
                  <a:ea typeface="微软雅黑" panose="020B0503020204020204" pitchFamily="34" charset="-122"/>
                </a:rPr>
                <a:t>或</a:t>
              </a:r>
              <a:endParaRPr lang="zh-CN" altLang="en-US" sz="3600" dirty="0">
                <a:solidFill>
                  <a:srgbClr val="000000"/>
                </a:solidFill>
                <a:latin typeface="微软雅黑" panose="020B0503020204020204" pitchFamily="34" charset="-122"/>
                <a:ea typeface="微软雅黑" panose="020B0503020204020204" pitchFamily="34" charset="-122"/>
              </a:endParaRPr>
            </a:p>
          </p:txBody>
        </p:sp>
      </p:grpSp>
      <mc:AlternateContent xmlns:mc="http://schemas.openxmlformats.org/markup-compatibility/2006">
        <mc:Choice xmlns:a14="http://schemas.microsoft.com/office/drawing/2010/main" Requires="a14">
          <p:sp>
            <p:nvSpPr>
              <p:cNvPr id="19" name="Rectangle 18"/>
              <p:cNvSpPr/>
              <p:nvPr/>
            </p:nvSpPr>
            <p:spPr>
              <a:xfrm>
                <a:off x="10319443" y="6051812"/>
                <a:ext cx="1143133" cy="923330"/>
              </a:xfrm>
              <a:prstGeom prst="rect">
                <a:avLst/>
              </a:prstGeom>
            </p:spPr>
            <p:txBody>
              <a:bodyPr wrap="none">
                <a:spAutoFit/>
              </a:bodyPr>
              <a:lstStyle/>
              <a:p>
                <a:pPr hangingPunct="1">
                  <a:spcBef>
                    <a:spcPct val="0"/>
                  </a:spcBef>
                </a:pPr>
                <a14:m>
                  <m:oMathPara xmlns:m="http://schemas.openxmlformats.org/officeDocument/2006/math">
                    <m:oMathParaPr>
                      <m:jc m:val="centerGroup"/>
                    </m:oMathParaPr>
                    <m:oMath xmlns:m="http://schemas.openxmlformats.org/officeDocument/2006/math">
                      <m:sSub>
                        <m:sSubPr>
                          <m:ctrlPr>
                            <a:rPr lang="en-US" altLang="zh-CN" sz="5400" i="1" smtClean="0">
                              <a:solidFill>
                                <a:schemeClr val="bg1"/>
                              </a:solidFill>
                              <a:latin typeface="Cambria Math" panose="02040503050406030204" pitchFamily="18" charset="0"/>
                            </a:rPr>
                          </m:ctrlPr>
                        </m:sSubPr>
                        <m:e>
                          <m:r>
                            <a:rPr lang="en-US" altLang="zh-CN" sz="5400" i="1" smtClean="0">
                              <a:solidFill>
                                <a:schemeClr val="bg1"/>
                              </a:solidFill>
                              <a:latin typeface="Cambria Math" panose="02040503050406030204" pitchFamily="18" charset="0"/>
                            </a:rPr>
                            <m:t>𝑪</m:t>
                          </m:r>
                        </m:e>
                        <m:sub>
                          <m:r>
                            <a:rPr lang="en-US" altLang="zh-CN" sz="5400" b="1" i="1" smtClean="0">
                              <a:solidFill>
                                <a:schemeClr val="bg1"/>
                              </a:solidFill>
                              <a:latin typeface="Cambria Math" panose="02040503050406030204" pitchFamily="18" charset="0"/>
                            </a:rPr>
                            <m:t>𝟏</m:t>
                          </m:r>
                        </m:sub>
                      </m:sSub>
                    </m:oMath>
                  </m:oMathPara>
                </a14:m>
                <a:endParaRPr lang="en-US" altLang="zh-CN" sz="5400" dirty="0">
                  <a:solidFill>
                    <a:schemeClr val="bg1"/>
                  </a:solidFill>
                </a:endParaRPr>
              </a:p>
            </p:txBody>
          </p:sp>
        </mc:Choice>
        <mc:Fallback>
          <p:sp>
            <p:nvSpPr>
              <p:cNvPr id="19" name="Rectangle 18"/>
              <p:cNvSpPr>
                <a:spLocks noRot="1" noChangeAspect="1" noMove="1" noResize="1" noEditPoints="1" noAdjustHandles="1" noChangeArrowheads="1" noChangeShapeType="1" noTextEdit="1"/>
              </p:cNvSpPr>
              <p:nvPr/>
            </p:nvSpPr>
            <p:spPr>
              <a:xfrm>
                <a:off x="10319443" y="6051812"/>
                <a:ext cx="1143133" cy="923330"/>
              </a:xfrm>
              <a:prstGeom prst="rect">
                <a:avLst/>
              </a:prstGeom>
              <a:blipFill rotWithShape="1">
                <a:blip r:embed="rId1"/>
                <a:stretch>
                  <a:fillRect l="-5" t="-28" r="-12982" b="3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Rectangle 19"/>
              <p:cNvSpPr/>
              <p:nvPr/>
            </p:nvSpPr>
            <p:spPr>
              <a:xfrm>
                <a:off x="10357087" y="8264469"/>
                <a:ext cx="1143133" cy="923330"/>
              </a:xfrm>
              <a:prstGeom prst="rect">
                <a:avLst/>
              </a:prstGeom>
            </p:spPr>
            <p:txBody>
              <a:bodyPr wrap="none">
                <a:spAutoFit/>
              </a:bodyPr>
              <a:lstStyle/>
              <a:p>
                <a:pPr hangingPunct="1">
                  <a:spcBef>
                    <a:spcPct val="0"/>
                  </a:spcBef>
                </a:pPr>
                <a14:m>
                  <m:oMathPara xmlns:m="http://schemas.openxmlformats.org/officeDocument/2006/math">
                    <m:oMathParaPr>
                      <m:jc m:val="centerGroup"/>
                    </m:oMathParaPr>
                    <m:oMath xmlns:m="http://schemas.openxmlformats.org/officeDocument/2006/math">
                      <m:sSub>
                        <m:sSubPr>
                          <m:ctrlPr>
                            <a:rPr lang="en-US" altLang="zh-CN" sz="5400" i="1" smtClean="0">
                              <a:solidFill>
                                <a:schemeClr val="bg1"/>
                              </a:solidFill>
                              <a:latin typeface="Cambria Math" panose="02040503050406030204" pitchFamily="18" charset="0"/>
                            </a:rPr>
                          </m:ctrlPr>
                        </m:sSubPr>
                        <m:e>
                          <m:r>
                            <a:rPr lang="en-US" altLang="zh-CN" sz="5400" i="1" smtClean="0">
                              <a:solidFill>
                                <a:schemeClr val="bg1"/>
                              </a:solidFill>
                              <a:latin typeface="Cambria Math" panose="02040503050406030204" pitchFamily="18" charset="0"/>
                            </a:rPr>
                            <m:t>𝑪</m:t>
                          </m:r>
                        </m:e>
                        <m:sub>
                          <m:r>
                            <a:rPr lang="en-US" altLang="zh-CN" sz="5400" b="1" i="1" smtClean="0">
                              <a:solidFill>
                                <a:schemeClr val="bg1"/>
                              </a:solidFill>
                              <a:latin typeface="Cambria Math" panose="02040503050406030204" pitchFamily="18" charset="0"/>
                            </a:rPr>
                            <m:t>𝟐</m:t>
                          </m:r>
                        </m:sub>
                      </m:sSub>
                    </m:oMath>
                  </m:oMathPara>
                </a14:m>
                <a:endParaRPr lang="en-US" altLang="zh-CN" sz="5400" dirty="0">
                  <a:solidFill>
                    <a:schemeClr val="bg1"/>
                  </a:solidFill>
                </a:endParaRPr>
              </a:p>
            </p:txBody>
          </p:sp>
        </mc:Choice>
        <mc:Fallback>
          <p:sp>
            <p:nvSpPr>
              <p:cNvPr id="20" name="Rectangle 19"/>
              <p:cNvSpPr>
                <a:spLocks noRot="1" noChangeAspect="1" noMove="1" noResize="1" noEditPoints="1" noAdjustHandles="1" noChangeArrowheads="1" noChangeShapeType="1" noTextEdit="1"/>
              </p:cNvSpPr>
              <p:nvPr/>
            </p:nvSpPr>
            <p:spPr>
              <a:xfrm>
                <a:off x="10357087" y="8264469"/>
                <a:ext cx="1143133" cy="923330"/>
              </a:xfrm>
              <a:prstGeom prst="rect">
                <a:avLst/>
              </a:prstGeom>
              <a:blipFill rotWithShape="1">
                <a:blip r:embed="rId2"/>
                <a:stretch>
                  <a:fillRect l="-21" t="-63" r="-12966" b="67"/>
                </a:stretch>
              </a:blipFill>
            </p:spPr>
            <p:txBody>
              <a:bodyPr/>
              <a:lstStyle/>
              <a:p>
                <a:r>
                  <a:rPr lang="zh-CN" altLang="en-US">
                    <a:noFill/>
                  </a:rPr>
                  <a:t> </a:t>
                </a:r>
              </a:p>
            </p:txBody>
          </p:sp>
        </mc:Fallback>
      </mc:AlternateContent>
      <p:sp>
        <p:nvSpPr>
          <p:cNvPr id="22" name="Oval 5"/>
          <p:cNvSpPr>
            <a:spLocks noChangeArrowheads="1"/>
          </p:cNvSpPr>
          <p:nvPr/>
        </p:nvSpPr>
        <p:spPr bwMode="auto">
          <a:xfrm>
            <a:off x="14599850" y="6161052"/>
            <a:ext cx="1009650" cy="100965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endParaRPr lang="en-US" altLang="zh-CN" sz="3600" dirty="0">
              <a:solidFill>
                <a:srgbClr val="000000"/>
              </a:solidFill>
            </a:endParaRPr>
          </a:p>
        </p:txBody>
      </p:sp>
      <p:sp>
        <p:nvSpPr>
          <p:cNvPr id="23" name="Oval 6"/>
          <p:cNvSpPr>
            <a:spLocks noChangeArrowheads="1"/>
          </p:cNvSpPr>
          <p:nvPr/>
        </p:nvSpPr>
        <p:spPr bwMode="auto">
          <a:xfrm>
            <a:off x="14599850" y="8466101"/>
            <a:ext cx="1009650" cy="100965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endParaRPr lang="en-US" altLang="zh-CN" sz="3600" dirty="0">
              <a:solidFill>
                <a:srgbClr val="000000"/>
              </a:solidFill>
            </a:endParaRPr>
          </a:p>
        </p:txBody>
      </p:sp>
      <p:sp>
        <p:nvSpPr>
          <p:cNvPr id="24" name="Text Box 7"/>
          <p:cNvSpPr txBox="1">
            <a:spLocks noChangeArrowheads="1"/>
          </p:cNvSpPr>
          <p:nvPr/>
        </p:nvSpPr>
        <p:spPr bwMode="auto">
          <a:xfrm>
            <a:off x="12583724" y="7459627"/>
            <a:ext cx="720725"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3600" dirty="0">
                <a:solidFill>
                  <a:srgbClr val="000000"/>
                </a:solidFill>
              </a:rPr>
              <a:t>O</a:t>
            </a:r>
            <a:endParaRPr lang="en-US" altLang="zh-CN" sz="3600" dirty="0">
              <a:solidFill>
                <a:srgbClr val="000000"/>
              </a:solidFill>
            </a:endParaRPr>
          </a:p>
        </p:txBody>
      </p:sp>
      <p:sp>
        <p:nvSpPr>
          <p:cNvPr id="25" name="Line 8"/>
          <p:cNvSpPr>
            <a:spLocks noChangeShapeType="1"/>
          </p:cNvSpPr>
          <p:nvPr/>
        </p:nvSpPr>
        <p:spPr bwMode="auto">
          <a:xfrm flipV="1">
            <a:off x="13161574" y="6738902"/>
            <a:ext cx="1438275" cy="1006475"/>
          </a:xfrm>
          <a:prstGeom prst="line">
            <a:avLst/>
          </a:prstGeom>
          <a:noFill/>
          <a:ln w="571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6000"/>
          </a:p>
        </p:txBody>
      </p:sp>
      <p:sp>
        <p:nvSpPr>
          <p:cNvPr id="26" name="Line 9"/>
          <p:cNvSpPr>
            <a:spLocks noChangeShapeType="1"/>
          </p:cNvSpPr>
          <p:nvPr/>
        </p:nvSpPr>
        <p:spPr bwMode="auto">
          <a:xfrm>
            <a:off x="13161574" y="7745377"/>
            <a:ext cx="1438275" cy="1009650"/>
          </a:xfrm>
          <a:prstGeom prst="line">
            <a:avLst/>
          </a:prstGeom>
          <a:noFill/>
          <a:ln w="571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6000"/>
          </a:p>
        </p:txBody>
      </p:sp>
      <p:sp>
        <p:nvSpPr>
          <p:cNvPr id="27" name="Text Box 10"/>
          <p:cNvSpPr txBox="1">
            <a:spLocks noChangeArrowheads="1"/>
          </p:cNvSpPr>
          <p:nvPr/>
        </p:nvSpPr>
        <p:spPr bwMode="auto">
          <a:xfrm>
            <a:off x="13110187" y="8878621"/>
            <a:ext cx="1257300"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3600" dirty="0">
                <a:solidFill>
                  <a:srgbClr val="000000"/>
                </a:solidFill>
                <a:latin typeface="微软雅黑" panose="020B0503020204020204" pitchFamily="34" charset="-122"/>
                <a:ea typeface="微软雅黑" panose="020B0503020204020204" pitchFamily="34" charset="-122"/>
              </a:rPr>
              <a:t>唯一</a:t>
            </a:r>
            <a:endParaRPr lang="zh-CN" altLang="en-US" sz="3600" dirty="0">
              <a:solidFill>
                <a:srgbClr val="000000"/>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28" name="Rectangle 27"/>
              <p:cNvSpPr/>
              <p:nvPr/>
            </p:nvSpPr>
            <p:spPr>
              <a:xfrm>
                <a:off x="14619779" y="6204212"/>
                <a:ext cx="1143133" cy="923330"/>
              </a:xfrm>
              <a:prstGeom prst="rect">
                <a:avLst/>
              </a:prstGeom>
            </p:spPr>
            <p:txBody>
              <a:bodyPr wrap="none">
                <a:spAutoFit/>
              </a:bodyPr>
              <a:lstStyle/>
              <a:p>
                <a:pPr hangingPunct="1">
                  <a:spcBef>
                    <a:spcPct val="0"/>
                  </a:spcBef>
                </a:pPr>
                <a14:m>
                  <m:oMathPara xmlns:m="http://schemas.openxmlformats.org/officeDocument/2006/math">
                    <m:oMathParaPr>
                      <m:jc m:val="centerGroup"/>
                    </m:oMathParaPr>
                    <m:oMath xmlns:m="http://schemas.openxmlformats.org/officeDocument/2006/math">
                      <m:sSub>
                        <m:sSubPr>
                          <m:ctrlPr>
                            <a:rPr lang="en-US" altLang="zh-CN" sz="5400" i="1" smtClean="0">
                              <a:solidFill>
                                <a:schemeClr val="bg1"/>
                              </a:solidFill>
                              <a:latin typeface="Cambria Math" panose="02040503050406030204" pitchFamily="18" charset="0"/>
                            </a:rPr>
                          </m:ctrlPr>
                        </m:sSubPr>
                        <m:e>
                          <m:r>
                            <a:rPr lang="en-US" altLang="zh-CN" sz="5400" i="1" smtClean="0">
                              <a:solidFill>
                                <a:schemeClr val="bg1"/>
                              </a:solidFill>
                              <a:latin typeface="Cambria Math" panose="02040503050406030204" pitchFamily="18" charset="0"/>
                            </a:rPr>
                            <m:t>𝑪</m:t>
                          </m:r>
                        </m:e>
                        <m:sub>
                          <m:r>
                            <a:rPr lang="en-US" altLang="zh-CN" sz="5400" b="1" i="1" smtClean="0">
                              <a:solidFill>
                                <a:schemeClr val="bg1"/>
                              </a:solidFill>
                              <a:latin typeface="Cambria Math" panose="02040503050406030204" pitchFamily="18" charset="0"/>
                            </a:rPr>
                            <m:t>𝟏</m:t>
                          </m:r>
                        </m:sub>
                      </m:sSub>
                    </m:oMath>
                  </m:oMathPara>
                </a14:m>
                <a:endParaRPr lang="en-US" altLang="zh-CN" sz="5400" dirty="0">
                  <a:solidFill>
                    <a:schemeClr val="bg1"/>
                  </a:solidFill>
                </a:endParaRPr>
              </a:p>
            </p:txBody>
          </p:sp>
        </mc:Choice>
        <mc:Fallback>
          <p:sp>
            <p:nvSpPr>
              <p:cNvPr id="28" name="Rectangle 27"/>
              <p:cNvSpPr>
                <a:spLocks noRot="1" noChangeAspect="1" noMove="1" noResize="1" noEditPoints="1" noAdjustHandles="1" noChangeArrowheads="1" noChangeShapeType="1" noTextEdit="1"/>
              </p:cNvSpPr>
              <p:nvPr/>
            </p:nvSpPr>
            <p:spPr>
              <a:xfrm>
                <a:off x="14619779" y="6204212"/>
                <a:ext cx="1143133" cy="923330"/>
              </a:xfrm>
              <a:prstGeom prst="rect">
                <a:avLst/>
              </a:prstGeom>
              <a:blipFill rotWithShape="1">
                <a:blip r:embed="rId1"/>
                <a:stretch>
                  <a:fillRect l="-15" t="-28" r="-12972" b="3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9" name="Rectangle 28"/>
              <p:cNvSpPr/>
              <p:nvPr/>
            </p:nvSpPr>
            <p:spPr>
              <a:xfrm>
                <a:off x="14657423" y="8416869"/>
                <a:ext cx="1143133" cy="923330"/>
              </a:xfrm>
              <a:prstGeom prst="rect">
                <a:avLst/>
              </a:prstGeom>
            </p:spPr>
            <p:txBody>
              <a:bodyPr wrap="none">
                <a:spAutoFit/>
              </a:bodyPr>
              <a:lstStyle/>
              <a:p>
                <a:pPr hangingPunct="1">
                  <a:spcBef>
                    <a:spcPct val="0"/>
                  </a:spcBef>
                </a:pPr>
                <a14:m>
                  <m:oMathPara xmlns:m="http://schemas.openxmlformats.org/officeDocument/2006/math">
                    <m:oMathParaPr>
                      <m:jc m:val="centerGroup"/>
                    </m:oMathParaPr>
                    <m:oMath xmlns:m="http://schemas.openxmlformats.org/officeDocument/2006/math">
                      <m:sSub>
                        <m:sSubPr>
                          <m:ctrlPr>
                            <a:rPr lang="en-US" altLang="zh-CN" sz="5400" i="1" smtClean="0">
                              <a:solidFill>
                                <a:schemeClr val="bg1"/>
                              </a:solidFill>
                              <a:latin typeface="Cambria Math" panose="02040503050406030204" pitchFamily="18" charset="0"/>
                            </a:rPr>
                          </m:ctrlPr>
                        </m:sSubPr>
                        <m:e>
                          <m:r>
                            <a:rPr lang="en-US" altLang="zh-CN" sz="5400" i="1" smtClean="0">
                              <a:solidFill>
                                <a:schemeClr val="bg1"/>
                              </a:solidFill>
                              <a:latin typeface="Cambria Math" panose="02040503050406030204" pitchFamily="18" charset="0"/>
                            </a:rPr>
                            <m:t>𝑪</m:t>
                          </m:r>
                        </m:e>
                        <m:sub>
                          <m:r>
                            <a:rPr lang="en-US" altLang="zh-CN" sz="5400" b="1" i="1" smtClean="0">
                              <a:solidFill>
                                <a:schemeClr val="bg1"/>
                              </a:solidFill>
                              <a:latin typeface="Cambria Math" panose="02040503050406030204" pitchFamily="18" charset="0"/>
                            </a:rPr>
                            <m:t>𝟐</m:t>
                          </m:r>
                        </m:sub>
                      </m:sSub>
                    </m:oMath>
                  </m:oMathPara>
                </a14:m>
                <a:endParaRPr lang="en-US" altLang="zh-CN" sz="5400" dirty="0">
                  <a:solidFill>
                    <a:schemeClr val="bg1"/>
                  </a:solidFill>
                </a:endParaRPr>
              </a:p>
            </p:txBody>
          </p:sp>
        </mc:Choice>
        <mc:Fallback>
          <p:sp>
            <p:nvSpPr>
              <p:cNvPr id="29" name="Rectangle 28"/>
              <p:cNvSpPr>
                <a:spLocks noRot="1" noChangeAspect="1" noMove="1" noResize="1" noEditPoints="1" noAdjustHandles="1" noChangeArrowheads="1" noChangeShapeType="1" noTextEdit="1"/>
              </p:cNvSpPr>
              <p:nvPr/>
            </p:nvSpPr>
            <p:spPr>
              <a:xfrm>
                <a:off x="14657423" y="8416869"/>
                <a:ext cx="1143133" cy="923330"/>
              </a:xfrm>
              <a:prstGeom prst="rect">
                <a:avLst/>
              </a:prstGeom>
              <a:blipFill rotWithShape="1">
                <a:blip r:embed="rId2"/>
                <a:stretch>
                  <a:fillRect l="-31" t="-63" r="-12956" b="67"/>
                </a:stretch>
              </a:blipFill>
            </p:spPr>
            <p:txBody>
              <a:bodyPr/>
              <a:lstStyle/>
              <a:p>
                <a:r>
                  <a:rPr lang="zh-CN" altLang="en-US">
                    <a:noFill/>
                  </a:rPr>
                  <a:t> </a:t>
                </a:r>
              </a:p>
            </p:txBody>
          </p:sp>
        </mc:Fallback>
      </mc:AlternateContent>
      <p:sp>
        <p:nvSpPr>
          <p:cNvPr id="33" name="Text Box 31"/>
          <p:cNvSpPr txBox="1">
            <a:spLocks noChangeArrowheads="1"/>
          </p:cNvSpPr>
          <p:nvPr/>
        </p:nvSpPr>
        <p:spPr bwMode="auto">
          <a:xfrm>
            <a:off x="17715579" y="7276394"/>
            <a:ext cx="720725"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3600" dirty="0">
                <a:solidFill>
                  <a:srgbClr val="000000"/>
                </a:solidFill>
              </a:rPr>
              <a:t>R</a:t>
            </a:r>
            <a:endParaRPr lang="en-US" altLang="zh-CN" sz="3600" dirty="0">
              <a:solidFill>
                <a:srgbClr val="000000"/>
              </a:solidFill>
            </a:endParaRPr>
          </a:p>
        </p:txBody>
      </p:sp>
      <p:sp>
        <p:nvSpPr>
          <p:cNvPr id="34" name="Text Box 32"/>
          <p:cNvSpPr txBox="1">
            <a:spLocks noChangeArrowheads="1"/>
          </p:cNvSpPr>
          <p:nvPr/>
        </p:nvSpPr>
        <p:spPr bwMode="auto">
          <a:xfrm>
            <a:off x="17413617" y="8905403"/>
            <a:ext cx="1441451"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3600" dirty="0">
                <a:solidFill>
                  <a:srgbClr val="000000"/>
                </a:solidFill>
                <a:latin typeface="微软雅黑" panose="020B0503020204020204" pitchFamily="34" charset="-122"/>
                <a:ea typeface="微软雅黑" panose="020B0503020204020204" pitchFamily="34" charset="-122"/>
              </a:rPr>
              <a:t>要求</a:t>
            </a:r>
            <a:endParaRPr lang="zh-CN" altLang="en-US" sz="3600" dirty="0">
              <a:solidFill>
                <a:srgbClr val="000000"/>
              </a:solidFill>
              <a:latin typeface="微软雅黑" panose="020B0503020204020204" pitchFamily="34" charset="-122"/>
              <a:ea typeface="微软雅黑" panose="020B0503020204020204" pitchFamily="34" charset="-122"/>
            </a:endParaRPr>
          </a:p>
        </p:txBody>
      </p:sp>
      <p:sp>
        <p:nvSpPr>
          <p:cNvPr id="35" name="Arc 33"/>
          <p:cNvSpPr/>
          <p:nvPr/>
        </p:nvSpPr>
        <p:spPr bwMode="auto">
          <a:xfrm rot="18617001" flipH="1">
            <a:off x="18095097" y="6947174"/>
            <a:ext cx="1648144" cy="1341943"/>
          </a:xfrm>
          <a:custGeom>
            <a:avLst/>
            <a:gdLst>
              <a:gd name="T0" fmla="*/ 0 w 22107"/>
              <a:gd name="T1" fmla="*/ 0 h 21600"/>
              <a:gd name="T2" fmla="*/ 0 w 22107"/>
              <a:gd name="T3" fmla="*/ 0 h 21600"/>
              <a:gd name="T4" fmla="*/ 0 w 22107"/>
              <a:gd name="T5" fmla="*/ 0 h 21600"/>
              <a:gd name="T6" fmla="*/ 0 60000 65536"/>
              <a:gd name="T7" fmla="*/ 0 60000 65536"/>
              <a:gd name="T8" fmla="*/ 0 60000 65536"/>
            </a:gdLst>
            <a:ahLst/>
            <a:cxnLst>
              <a:cxn ang="T6">
                <a:pos x="T0" y="T1"/>
              </a:cxn>
              <a:cxn ang="T7">
                <a:pos x="T2" y="T3"/>
              </a:cxn>
              <a:cxn ang="T8">
                <a:pos x="T4" y="T5"/>
              </a:cxn>
            </a:cxnLst>
            <a:rect l="0" t="0" r="r" b="b"/>
            <a:pathLst>
              <a:path w="22107" h="21600" fill="none" extrusionOk="0">
                <a:moveTo>
                  <a:pt x="-1" y="5"/>
                </a:moveTo>
                <a:cubicBezTo>
                  <a:pt x="168" y="1"/>
                  <a:pt x="337" y="0"/>
                  <a:pt x="507" y="0"/>
                </a:cubicBezTo>
                <a:cubicBezTo>
                  <a:pt x="12436" y="0"/>
                  <a:pt x="22107" y="9670"/>
                  <a:pt x="22107" y="21600"/>
                </a:cubicBezTo>
              </a:path>
              <a:path w="22107" h="21600" stroke="0" extrusionOk="0">
                <a:moveTo>
                  <a:pt x="-1" y="5"/>
                </a:moveTo>
                <a:cubicBezTo>
                  <a:pt x="168" y="1"/>
                  <a:pt x="337" y="0"/>
                  <a:pt x="507" y="0"/>
                </a:cubicBezTo>
                <a:cubicBezTo>
                  <a:pt x="12436" y="0"/>
                  <a:pt x="22107" y="9670"/>
                  <a:pt x="22107" y="21600"/>
                </a:cubicBezTo>
                <a:lnTo>
                  <a:pt x="507" y="21600"/>
                </a:lnTo>
                <a:lnTo>
                  <a:pt x="-1" y="5"/>
                </a:lnTo>
                <a:close/>
              </a:path>
            </a:pathLst>
          </a:custGeom>
          <a:noFill/>
          <a:ln w="571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6000"/>
          </a:p>
        </p:txBody>
      </p:sp>
      <p:sp>
        <p:nvSpPr>
          <p:cNvPr id="40" name="Oval 5"/>
          <p:cNvSpPr>
            <a:spLocks noChangeArrowheads="1"/>
          </p:cNvSpPr>
          <p:nvPr/>
        </p:nvSpPr>
        <p:spPr bwMode="auto">
          <a:xfrm>
            <a:off x="18988551" y="5997699"/>
            <a:ext cx="1009650" cy="100965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endParaRPr lang="en-US" altLang="zh-CN" sz="3600" dirty="0">
              <a:solidFill>
                <a:srgbClr val="000000"/>
              </a:solidFill>
            </a:endParaRPr>
          </a:p>
        </p:txBody>
      </p:sp>
      <p:sp>
        <p:nvSpPr>
          <p:cNvPr id="41" name="Oval 6"/>
          <p:cNvSpPr>
            <a:spLocks noChangeArrowheads="1"/>
          </p:cNvSpPr>
          <p:nvPr/>
        </p:nvSpPr>
        <p:spPr bwMode="auto">
          <a:xfrm>
            <a:off x="18988551" y="8302748"/>
            <a:ext cx="1009650" cy="100965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endParaRPr lang="en-US" altLang="zh-CN" sz="3600" dirty="0">
              <a:solidFill>
                <a:srgbClr val="000000"/>
              </a:solidFill>
            </a:endParaRPr>
          </a:p>
        </p:txBody>
      </p:sp>
      <mc:AlternateContent xmlns:mc="http://schemas.openxmlformats.org/markup-compatibility/2006">
        <mc:Choice xmlns:a14="http://schemas.microsoft.com/office/drawing/2010/main" Requires="a14">
          <p:sp>
            <p:nvSpPr>
              <p:cNvPr id="42" name="Rectangle 41"/>
              <p:cNvSpPr/>
              <p:nvPr/>
            </p:nvSpPr>
            <p:spPr>
              <a:xfrm>
                <a:off x="19008480" y="6040859"/>
                <a:ext cx="1143133" cy="923330"/>
              </a:xfrm>
              <a:prstGeom prst="rect">
                <a:avLst/>
              </a:prstGeom>
            </p:spPr>
            <p:txBody>
              <a:bodyPr wrap="none">
                <a:spAutoFit/>
              </a:bodyPr>
              <a:lstStyle/>
              <a:p>
                <a:pPr hangingPunct="1">
                  <a:spcBef>
                    <a:spcPct val="0"/>
                  </a:spcBef>
                </a:pPr>
                <a14:m>
                  <m:oMathPara xmlns:m="http://schemas.openxmlformats.org/officeDocument/2006/math">
                    <m:oMathParaPr>
                      <m:jc m:val="centerGroup"/>
                    </m:oMathParaPr>
                    <m:oMath xmlns:m="http://schemas.openxmlformats.org/officeDocument/2006/math">
                      <m:sSub>
                        <m:sSubPr>
                          <m:ctrlPr>
                            <a:rPr lang="en-US" altLang="zh-CN" sz="5400" i="1" smtClean="0">
                              <a:solidFill>
                                <a:schemeClr val="bg1"/>
                              </a:solidFill>
                              <a:latin typeface="Cambria Math" panose="02040503050406030204" pitchFamily="18" charset="0"/>
                            </a:rPr>
                          </m:ctrlPr>
                        </m:sSubPr>
                        <m:e>
                          <m:r>
                            <a:rPr lang="en-US" altLang="zh-CN" sz="5400" i="1" smtClean="0">
                              <a:solidFill>
                                <a:schemeClr val="bg1"/>
                              </a:solidFill>
                              <a:latin typeface="Cambria Math" panose="02040503050406030204" pitchFamily="18" charset="0"/>
                            </a:rPr>
                            <m:t>𝑪</m:t>
                          </m:r>
                        </m:e>
                        <m:sub>
                          <m:r>
                            <a:rPr lang="en-US" altLang="zh-CN" sz="5400" b="1" i="1" smtClean="0">
                              <a:solidFill>
                                <a:schemeClr val="bg1"/>
                              </a:solidFill>
                              <a:latin typeface="Cambria Math" panose="02040503050406030204" pitchFamily="18" charset="0"/>
                            </a:rPr>
                            <m:t>𝟏</m:t>
                          </m:r>
                        </m:sub>
                      </m:sSub>
                    </m:oMath>
                  </m:oMathPara>
                </a14:m>
                <a:endParaRPr lang="en-US" altLang="zh-CN" sz="5400" dirty="0">
                  <a:solidFill>
                    <a:schemeClr val="bg1"/>
                  </a:solidFill>
                </a:endParaRPr>
              </a:p>
            </p:txBody>
          </p:sp>
        </mc:Choice>
        <mc:Fallback>
          <p:sp>
            <p:nvSpPr>
              <p:cNvPr id="42" name="Rectangle 41"/>
              <p:cNvSpPr>
                <a:spLocks noRot="1" noChangeAspect="1" noMove="1" noResize="1" noEditPoints="1" noAdjustHandles="1" noChangeArrowheads="1" noChangeShapeType="1" noTextEdit="1"/>
              </p:cNvSpPr>
              <p:nvPr/>
            </p:nvSpPr>
            <p:spPr>
              <a:xfrm>
                <a:off x="19008480" y="6040859"/>
                <a:ext cx="1143133" cy="923330"/>
              </a:xfrm>
              <a:prstGeom prst="rect">
                <a:avLst/>
              </a:prstGeom>
              <a:blipFill rotWithShape="1">
                <a:blip r:embed="rId1"/>
                <a:stretch>
                  <a:fillRect l="-34" t="-11" r="-12953" b="1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3" name="Rectangle 42"/>
              <p:cNvSpPr/>
              <p:nvPr/>
            </p:nvSpPr>
            <p:spPr>
              <a:xfrm>
                <a:off x="19046124" y="8253516"/>
                <a:ext cx="1143133" cy="923330"/>
              </a:xfrm>
              <a:prstGeom prst="rect">
                <a:avLst/>
              </a:prstGeom>
            </p:spPr>
            <p:txBody>
              <a:bodyPr wrap="none">
                <a:spAutoFit/>
              </a:bodyPr>
              <a:lstStyle/>
              <a:p>
                <a:pPr hangingPunct="1">
                  <a:spcBef>
                    <a:spcPct val="0"/>
                  </a:spcBef>
                </a:pPr>
                <a14:m>
                  <m:oMathPara xmlns:m="http://schemas.openxmlformats.org/officeDocument/2006/math">
                    <m:oMathParaPr>
                      <m:jc m:val="centerGroup"/>
                    </m:oMathParaPr>
                    <m:oMath xmlns:m="http://schemas.openxmlformats.org/officeDocument/2006/math">
                      <m:sSub>
                        <m:sSubPr>
                          <m:ctrlPr>
                            <a:rPr lang="en-US" altLang="zh-CN" sz="5400" i="1" smtClean="0">
                              <a:solidFill>
                                <a:schemeClr val="bg1"/>
                              </a:solidFill>
                              <a:latin typeface="Cambria Math" panose="02040503050406030204" pitchFamily="18" charset="0"/>
                            </a:rPr>
                          </m:ctrlPr>
                        </m:sSubPr>
                        <m:e>
                          <m:r>
                            <a:rPr lang="en-US" altLang="zh-CN" sz="5400" i="1" smtClean="0">
                              <a:solidFill>
                                <a:schemeClr val="bg1"/>
                              </a:solidFill>
                              <a:latin typeface="Cambria Math" panose="02040503050406030204" pitchFamily="18" charset="0"/>
                            </a:rPr>
                            <m:t>𝑪</m:t>
                          </m:r>
                        </m:e>
                        <m:sub>
                          <m:r>
                            <a:rPr lang="en-US" altLang="zh-CN" sz="5400" b="1" i="1" smtClean="0">
                              <a:solidFill>
                                <a:schemeClr val="bg1"/>
                              </a:solidFill>
                              <a:latin typeface="Cambria Math" panose="02040503050406030204" pitchFamily="18" charset="0"/>
                            </a:rPr>
                            <m:t>𝟐</m:t>
                          </m:r>
                        </m:sub>
                      </m:sSub>
                    </m:oMath>
                  </m:oMathPara>
                </a14:m>
                <a:endParaRPr lang="en-US" altLang="zh-CN" sz="5400" dirty="0">
                  <a:solidFill>
                    <a:schemeClr val="bg1"/>
                  </a:solidFill>
                </a:endParaRPr>
              </a:p>
            </p:txBody>
          </p:sp>
        </mc:Choice>
        <mc:Fallback>
          <p:sp>
            <p:nvSpPr>
              <p:cNvPr id="43" name="Rectangle 42"/>
              <p:cNvSpPr>
                <a:spLocks noRot="1" noChangeAspect="1" noMove="1" noResize="1" noEditPoints="1" noAdjustHandles="1" noChangeArrowheads="1" noChangeShapeType="1" noTextEdit="1"/>
              </p:cNvSpPr>
              <p:nvPr/>
            </p:nvSpPr>
            <p:spPr>
              <a:xfrm>
                <a:off x="19046124" y="8253516"/>
                <a:ext cx="1143133" cy="923330"/>
              </a:xfrm>
              <a:prstGeom prst="rect">
                <a:avLst/>
              </a:prstGeom>
              <a:blipFill rotWithShape="1">
                <a:blip r:embed="rId2"/>
                <a:stretch>
                  <a:fillRect l="-50" t="-46" r="-12937" b="50"/>
                </a:stretch>
              </a:blipFill>
            </p:spPr>
            <p:txBody>
              <a:bodyPr/>
              <a:lstStyle/>
              <a:p>
                <a:r>
                  <a:rPr lang="zh-CN" altLang="en-US">
                    <a:noFill/>
                  </a:rPr>
                  <a:t> </a:t>
                </a:r>
              </a:p>
            </p:txBody>
          </p:sp>
        </mc:Fallback>
      </mc:AlternateContent>
      <p:sp>
        <p:nvSpPr>
          <p:cNvPr id="51"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01</a:t>
            </a:r>
            <a:endParaRPr dirty="0"/>
          </a:p>
        </p:txBody>
      </p:sp>
      <p:sp>
        <p:nvSpPr>
          <p:cNvPr id="52" name="Rectangle 3"/>
          <p:cNvSpPr txBox="1">
            <a:spLocks noChangeArrowheads="1"/>
          </p:cNvSpPr>
          <p:nvPr/>
        </p:nvSpPr>
        <p:spPr>
          <a:xfrm>
            <a:off x="2736000" y="3060000"/>
            <a:ext cx="16848743" cy="2587385"/>
          </a:xfrm>
          <a:prstGeom prst="rect">
            <a:avLst/>
          </a:prstGeom>
          <a:ln w="12700">
            <a:miter lim="400000"/>
          </a:ln>
        </p:spPr>
        <p:txBody>
          <a:bodyPr lIns="50800" tIns="50800" rIns="50800" bIns="50800" anchor="ctr">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原因与原因之间的关系</a:t>
            </a:r>
            <a:endParaRPr lang="en-US" altLang="zh-CN" sz="4800" b="1" dirty="0"/>
          </a:p>
          <a:p>
            <a:pPr lvl="2"/>
            <a:endParaRPr lang="zh-CN" altLang="en-US" sz="4800" dirty="0"/>
          </a:p>
        </p:txBody>
      </p:sp>
      <p:pic>
        <p:nvPicPr>
          <p:cNvPr id="21" name="Audio 20">
            <a:hlinkClick r:id="" action="ppaction://media"/>
          </p:cNvPr>
          <p:cNvPicPr>
            <a:picLocks noChangeAspect="1"/>
          </p:cNvPicPr>
          <p:nvPr>
            <a:audioFile r:link="rId3"/>
            <p:extLst>
              <p:ext uri="{DAA4B4D4-6D71-4841-9C94-3DE7FCFB9230}">
                <p14:media xmlns:p14="http://schemas.microsoft.com/office/powerpoint/2010/main" r:link="rId4"/>
              </p:ext>
            </p:extLst>
          </p:nvPr>
        </p:nvPicPr>
        <p:blipFill>
          <a:blip r:embed="rId5"/>
          <a:stretch>
            <a:fillRect/>
          </a:stretch>
        </p:blipFill>
        <p:spPr>
          <a:xfrm>
            <a:off x="23863300" y="13195300"/>
            <a:ext cx="304800" cy="304800"/>
          </a:xfrm>
          <a:prstGeom prst="rect">
            <a:avLst/>
          </a:prstGeom>
        </p:spPr>
      </p:pic>
    </p:spTree>
  </p:cSld>
  <p:clrMapOvr>
    <a:masterClrMapping/>
  </p:clrMapOvr>
  <p:transition spd="med" advTm="62229"/>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1"/>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因果图</a:t>
            </a:r>
            <a:endParaRPr lang="zh-CN" altLang="en-US" dirty="0"/>
          </a:p>
        </p:txBody>
      </p:sp>
      <mc:AlternateContent xmlns:mc="http://schemas.openxmlformats.org/markup-compatibility/2006">
        <mc:Choice xmlns:a14="http://schemas.microsoft.com/office/drawing/2010/main" Requires="a14">
          <p:sp>
            <p:nvSpPr>
              <p:cNvPr id="20" name="Rectangle 3"/>
              <p:cNvSpPr txBox="1">
                <a:spLocks noChangeArrowheads="1"/>
              </p:cNvSpPr>
              <p:nvPr/>
            </p:nvSpPr>
            <p:spPr>
              <a:xfrm>
                <a:off x="2736000" y="3060000"/>
                <a:ext cx="19830482" cy="3031395"/>
              </a:xfrm>
              <a:prstGeom prst="rect">
                <a:avLst/>
              </a:prstGeom>
              <a:ln w="12700">
                <a:miter lim="400000"/>
              </a:ln>
            </p:spPr>
            <p:txBody>
              <a:bodyPr lIns="50800" tIns="50800" rIns="50800" bIns="50800" anchor="ctr">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en-US" altLang="zh-CN" sz="4800" b="1" dirty="0"/>
                  <a:t>E</a:t>
                </a:r>
                <a:r>
                  <a:rPr lang="zh-CN" altLang="en-US" sz="4800" b="1" dirty="0"/>
                  <a:t>约束（异）：</a:t>
                </a:r>
                <a:r>
                  <a:rPr lang="en-US" altLang="zh-CN" sz="4800" b="1" dirty="0"/>
                  <a:t> </a:t>
                </a:r>
                <a14:m>
                  <m:oMath xmlns:m="http://schemas.openxmlformats.org/officeDocument/2006/math">
                    <m:sSub>
                      <m:sSubPr>
                        <m:ctrlPr>
                          <a:rPr lang="en-US" altLang="zh-CN" sz="4800" b="1" i="1">
                            <a:latin typeface="Cambria Math" panose="02040503050406030204" pitchFamily="18" charset="0"/>
                          </a:rPr>
                        </m:ctrlPr>
                      </m:sSubPr>
                      <m:e>
                        <m:r>
                          <a:rPr lang="en-US" altLang="zh-CN" sz="4800" b="1" i="1">
                            <a:latin typeface="Cambria Math" panose="02040503050406030204" pitchFamily="18" charset="0"/>
                          </a:rPr>
                          <m:t>𝑪</m:t>
                        </m:r>
                      </m:e>
                      <m:sub>
                        <m:r>
                          <a:rPr lang="en-US" altLang="zh-CN" sz="4800" b="1" i="1">
                            <a:latin typeface="Cambria Math" panose="02040503050406030204" pitchFamily="18" charset="0"/>
                          </a:rPr>
                          <m:t>𝟏</m:t>
                        </m:r>
                      </m:sub>
                    </m:sSub>
                  </m:oMath>
                </a14:m>
                <a:r>
                  <a:rPr lang="zh-CN" altLang="en-US" sz="4800" b="1" dirty="0"/>
                  <a:t>、</a:t>
                </a:r>
                <a14:m>
                  <m:oMath xmlns:m="http://schemas.openxmlformats.org/officeDocument/2006/math">
                    <m:sSub>
                      <m:sSubPr>
                        <m:ctrlPr>
                          <a:rPr lang="en-US" altLang="zh-CN" sz="4800" b="1" i="1">
                            <a:latin typeface="Cambria Math" panose="02040503050406030204" pitchFamily="18" charset="0"/>
                          </a:rPr>
                        </m:ctrlPr>
                      </m:sSubPr>
                      <m:e>
                        <m:r>
                          <a:rPr lang="en-US" altLang="zh-CN" sz="4800" b="1" i="1">
                            <a:latin typeface="Cambria Math" panose="02040503050406030204" pitchFamily="18" charset="0"/>
                          </a:rPr>
                          <m:t>𝑪</m:t>
                        </m:r>
                      </m:e>
                      <m:sub>
                        <m:r>
                          <a:rPr lang="en-US" altLang="zh-CN" sz="4800" b="1" i="1">
                            <a:latin typeface="Cambria Math" panose="02040503050406030204" pitchFamily="18" charset="0"/>
                          </a:rPr>
                          <m:t>𝟐</m:t>
                        </m:r>
                      </m:sub>
                    </m:sSub>
                  </m:oMath>
                </a14:m>
                <a:r>
                  <a:rPr lang="zh-CN" altLang="en-US" sz="4800" b="1" dirty="0"/>
                  <a:t>中最多有一个可能为</a:t>
                </a:r>
                <a:r>
                  <a:rPr lang="en-US" altLang="zh-CN" sz="4800" b="1" dirty="0"/>
                  <a:t>1</a:t>
                </a:r>
                <a:r>
                  <a:rPr lang="zh-CN" altLang="en-US" sz="4800" b="1" dirty="0"/>
                  <a:t>，即</a:t>
                </a:r>
                <a14:m>
                  <m:oMath xmlns:m="http://schemas.openxmlformats.org/officeDocument/2006/math">
                    <m:sSub>
                      <m:sSubPr>
                        <m:ctrlPr>
                          <a:rPr lang="en-US" altLang="zh-CN" sz="4800" b="1" i="1">
                            <a:latin typeface="Cambria Math" panose="02040503050406030204" pitchFamily="18" charset="0"/>
                          </a:rPr>
                        </m:ctrlPr>
                      </m:sSubPr>
                      <m:e>
                        <m:r>
                          <a:rPr lang="en-US" altLang="zh-CN" sz="4800" b="1" i="1">
                            <a:latin typeface="Cambria Math" panose="02040503050406030204" pitchFamily="18" charset="0"/>
                          </a:rPr>
                          <m:t>𝑪</m:t>
                        </m:r>
                      </m:e>
                      <m:sub>
                        <m:r>
                          <a:rPr lang="en-US" altLang="zh-CN" sz="4800" b="1" i="1">
                            <a:latin typeface="Cambria Math" panose="02040503050406030204" pitchFamily="18" charset="0"/>
                          </a:rPr>
                          <m:t>𝟏</m:t>
                        </m:r>
                      </m:sub>
                    </m:sSub>
                  </m:oMath>
                </a14:m>
                <a:r>
                  <a:rPr lang="zh-CN" altLang="en-US" sz="4800" b="1" dirty="0"/>
                  <a:t>、</a:t>
                </a:r>
                <a14:m>
                  <m:oMath xmlns:m="http://schemas.openxmlformats.org/officeDocument/2006/math">
                    <m:sSub>
                      <m:sSubPr>
                        <m:ctrlPr>
                          <a:rPr lang="en-US" altLang="zh-CN" sz="4800" b="1" i="1">
                            <a:latin typeface="Cambria Math" panose="02040503050406030204" pitchFamily="18" charset="0"/>
                          </a:rPr>
                        </m:ctrlPr>
                      </m:sSubPr>
                      <m:e>
                        <m:r>
                          <a:rPr lang="en-US" altLang="zh-CN" sz="4800" b="1" i="1">
                            <a:latin typeface="Cambria Math" panose="02040503050406030204" pitchFamily="18" charset="0"/>
                          </a:rPr>
                          <m:t>𝑪</m:t>
                        </m:r>
                      </m:e>
                      <m:sub>
                        <m:r>
                          <a:rPr lang="en-US" altLang="zh-CN" sz="4800" b="1" i="1">
                            <a:latin typeface="Cambria Math" panose="02040503050406030204" pitchFamily="18" charset="0"/>
                          </a:rPr>
                          <m:t>𝟐</m:t>
                        </m:r>
                      </m:sub>
                    </m:sSub>
                  </m:oMath>
                </a14:m>
                <a:r>
                  <a:rPr lang="zh-CN" altLang="en-US" sz="4800" b="1" dirty="0"/>
                  <a:t>不能同时为</a:t>
                </a:r>
                <a:r>
                  <a:rPr lang="en-US" altLang="zh-CN" sz="4800" b="1" dirty="0"/>
                  <a:t>1</a:t>
                </a:r>
                <a:endParaRPr lang="zh-CN" altLang="en-US" sz="4800" b="1" dirty="0"/>
              </a:p>
              <a:p>
                <a:endParaRPr lang="zh-CN" altLang="en-US" sz="4800" dirty="0"/>
              </a:p>
            </p:txBody>
          </p:sp>
        </mc:Choice>
        <mc:Fallback>
          <p:sp>
            <p:nvSpPr>
              <p:cNvPr id="20" name="Rectangle 3"/>
              <p:cNvSpPr txBox="1">
                <a:spLocks noRot="1" noChangeAspect="1" noMove="1" noResize="1" noEditPoints="1" noAdjustHandles="1" noChangeArrowheads="1" noChangeShapeType="1" noTextEdit="1"/>
              </p:cNvSpPr>
              <p:nvPr/>
            </p:nvSpPr>
            <p:spPr>
              <a:xfrm>
                <a:off x="2736000" y="3060000"/>
                <a:ext cx="19830482" cy="3031395"/>
              </a:xfrm>
              <a:prstGeom prst="rect">
                <a:avLst/>
              </a:prstGeom>
              <a:blipFill rotWithShape="1">
                <a:blip r:embed="rId1"/>
                <a:stretch>
                  <a:fillRect l="-2" t="-19" r="2" b="16"/>
                </a:stretch>
              </a:blipFill>
              <a:ln w="12700">
                <a:miter lim="400000"/>
              </a:ln>
            </p:spPr>
            <p:txBody>
              <a:bodyPr/>
              <a:lstStyle/>
              <a:p>
                <a:r>
                  <a:rPr lang="zh-CN" altLang="en-US">
                    <a:noFill/>
                  </a:rPr>
                  <a:t> </a:t>
                </a:r>
              </a:p>
            </p:txBody>
          </p:sp>
        </mc:Fallback>
      </mc:AlternateContent>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01</a:t>
            </a:r>
            <a:endParaRPr dirty="0"/>
          </a:p>
        </p:txBody>
      </p:sp>
      <mc:AlternateContent xmlns:mc="http://schemas.openxmlformats.org/markup-compatibility/2006">
        <mc:Choice xmlns:a14="http://schemas.microsoft.com/office/drawing/2010/main" Requires="a14">
          <p:sp>
            <p:nvSpPr>
              <p:cNvPr id="24" name="Rectangle 3"/>
              <p:cNvSpPr txBox="1">
                <a:spLocks noChangeArrowheads="1"/>
              </p:cNvSpPr>
              <p:nvPr/>
            </p:nvSpPr>
            <p:spPr>
              <a:xfrm>
                <a:off x="3293675" y="4137795"/>
                <a:ext cx="6970643" cy="1647069"/>
              </a:xfrm>
              <a:prstGeom prst="rect">
                <a:avLst/>
              </a:prstGeom>
              <a:ln w="12700">
                <a:miter lim="400000"/>
              </a:ln>
            </p:spPr>
            <p:txBody>
              <a:bodyPr lIns="50800" tIns="50800" rIns="50800" bIns="50800" anchor="ctr">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pPr marL="0" indent="0">
                  <a:buNone/>
                </a:pPr>
                <a14:m>
                  <m:oMath xmlns:m="http://schemas.openxmlformats.org/officeDocument/2006/math">
                    <m:sSub>
                      <m:sSubPr>
                        <m:ctrlPr>
                          <a:rPr lang="en-US" altLang="zh-CN" sz="4800" b="1" i="1">
                            <a:solidFill>
                              <a:schemeClr val="accent5">
                                <a:lumMod val="75000"/>
                              </a:schemeClr>
                            </a:solidFill>
                            <a:latin typeface="Cambria Math" panose="02040503050406030204" pitchFamily="18" charset="0"/>
                          </a:rPr>
                        </m:ctrlPr>
                      </m:sSubPr>
                      <m:e>
                        <m:r>
                          <a:rPr lang="en-US" altLang="zh-CN" sz="4800" b="1">
                            <a:solidFill>
                              <a:schemeClr val="accent5">
                                <a:lumMod val="75000"/>
                              </a:schemeClr>
                            </a:solidFill>
                            <a:latin typeface="Cambria Math" panose="02040503050406030204" pitchFamily="18" charset="0"/>
                          </a:rPr>
                          <m:t>𝑪</m:t>
                        </m:r>
                      </m:e>
                      <m:sub>
                        <m:r>
                          <a:rPr lang="en-US" altLang="zh-CN" sz="4800" b="1">
                            <a:solidFill>
                              <a:schemeClr val="accent5">
                                <a:lumMod val="75000"/>
                              </a:schemeClr>
                            </a:solidFill>
                            <a:latin typeface="Cambria Math" panose="02040503050406030204" pitchFamily="18" charset="0"/>
                          </a:rPr>
                          <m:t>𝟏</m:t>
                        </m:r>
                      </m:sub>
                    </m:sSub>
                  </m:oMath>
                </a14:m>
                <a:r>
                  <a:rPr lang="zh-CN" altLang="en-US" sz="4800" b="1" dirty="0">
                    <a:solidFill>
                      <a:schemeClr val="accent5">
                        <a:lumMod val="75000"/>
                      </a:schemeClr>
                    </a:solidFill>
                  </a:rPr>
                  <a:t>、</a:t>
                </a:r>
                <a14:m>
                  <m:oMath xmlns:m="http://schemas.openxmlformats.org/officeDocument/2006/math">
                    <m:sSub>
                      <m:sSubPr>
                        <m:ctrlPr>
                          <a:rPr lang="en-US" altLang="zh-CN" sz="4800" b="1" i="1">
                            <a:solidFill>
                              <a:schemeClr val="accent5">
                                <a:lumMod val="75000"/>
                              </a:schemeClr>
                            </a:solidFill>
                            <a:latin typeface="Cambria Math" panose="02040503050406030204" pitchFamily="18" charset="0"/>
                          </a:rPr>
                        </m:ctrlPr>
                      </m:sSubPr>
                      <m:e>
                        <m:r>
                          <a:rPr lang="en-US" altLang="zh-CN" sz="4800" b="1">
                            <a:solidFill>
                              <a:schemeClr val="accent5">
                                <a:lumMod val="75000"/>
                              </a:schemeClr>
                            </a:solidFill>
                            <a:latin typeface="Cambria Math" panose="02040503050406030204" pitchFamily="18" charset="0"/>
                          </a:rPr>
                          <m:t>𝑪</m:t>
                        </m:r>
                      </m:e>
                      <m:sub>
                        <m:r>
                          <a:rPr lang="en-US" altLang="zh-CN" sz="4800" b="1">
                            <a:solidFill>
                              <a:schemeClr val="accent5">
                                <a:lumMod val="75000"/>
                              </a:schemeClr>
                            </a:solidFill>
                            <a:latin typeface="Cambria Math" panose="02040503050406030204" pitchFamily="18" charset="0"/>
                          </a:rPr>
                          <m:t>𝟐</m:t>
                        </m:r>
                      </m:sub>
                    </m:sSub>
                  </m:oMath>
                </a14:m>
                <a:r>
                  <a:rPr lang="zh-CN" altLang="en-US" sz="4800" b="1" dirty="0">
                    <a:solidFill>
                      <a:schemeClr val="accent5">
                        <a:lumMod val="75000"/>
                      </a:schemeClr>
                    </a:solidFill>
                  </a:rPr>
                  <a:t>不能同时出现</a:t>
                </a:r>
                <a:endParaRPr lang="zh-CN" altLang="en-US" sz="4800" dirty="0">
                  <a:solidFill>
                    <a:schemeClr val="accent5">
                      <a:lumMod val="75000"/>
                    </a:schemeClr>
                  </a:solidFill>
                </a:endParaRPr>
              </a:p>
            </p:txBody>
          </p:sp>
        </mc:Choice>
        <mc:Fallback>
          <p:sp>
            <p:nvSpPr>
              <p:cNvPr id="24" name="Rectangle 3"/>
              <p:cNvSpPr txBox="1">
                <a:spLocks noRot="1" noChangeAspect="1" noMove="1" noResize="1" noEditPoints="1" noAdjustHandles="1" noChangeArrowheads="1" noChangeShapeType="1" noTextEdit="1"/>
              </p:cNvSpPr>
              <p:nvPr/>
            </p:nvSpPr>
            <p:spPr>
              <a:xfrm>
                <a:off x="3293675" y="4137795"/>
                <a:ext cx="6970643" cy="1647069"/>
              </a:xfrm>
              <a:prstGeom prst="rect">
                <a:avLst/>
              </a:prstGeom>
              <a:blipFill rotWithShape="1">
                <a:blip r:embed="rId2"/>
                <a:stretch>
                  <a:fillRect l="-8" t="-8" r="3" b="1"/>
                </a:stretch>
              </a:blipFill>
              <a:ln w="12700">
                <a:miter lim="400000"/>
              </a:ln>
            </p:spPr>
            <p:txBody>
              <a:bodyPr/>
              <a:lstStyle/>
              <a:p>
                <a:r>
                  <a:rPr lang="zh-CN" altLang="en-US">
                    <a:noFill/>
                  </a:rPr>
                  <a:t> </a:t>
                </a:r>
              </a:p>
            </p:txBody>
          </p:sp>
        </mc:Fallback>
      </mc:AlternateContent>
      <p:grpSp>
        <p:nvGrpSpPr>
          <p:cNvPr id="26" name="Group 4"/>
          <p:cNvGrpSpPr/>
          <p:nvPr/>
        </p:nvGrpSpPr>
        <p:grpSpPr bwMode="auto">
          <a:xfrm>
            <a:off x="10583584" y="6570230"/>
            <a:ext cx="3025776" cy="3530599"/>
            <a:chOff x="521" y="1842"/>
            <a:chExt cx="953" cy="1112"/>
          </a:xfrm>
        </p:grpSpPr>
        <p:sp>
          <p:nvSpPr>
            <p:cNvPr id="29" name="Oval 5"/>
            <p:cNvSpPr>
              <a:spLocks noChangeArrowheads="1"/>
            </p:cNvSpPr>
            <p:nvPr/>
          </p:nvSpPr>
          <p:spPr bwMode="auto">
            <a:xfrm>
              <a:off x="1156" y="1842"/>
              <a:ext cx="318" cy="31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endParaRPr lang="en-US" altLang="zh-CN" sz="3600" dirty="0">
                <a:solidFill>
                  <a:srgbClr val="000000"/>
                </a:solidFill>
              </a:endParaRPr>
            </a:p>
          </p:txBody>
        </p:sp>
        <p:sp>
          <p:nvSpPr>
            <p:cNvPr id="30" name="Oval 6"/>
            <p:cNvSpPr>
              <a:spLocks noChangeArrowheads="1"/>
            </p:cNvSpPr>
            <p:nvPr/>
          </p:nvSpPr>
          <p:spPr bwMode="auto">
            <a:xfrm>
              <a:off x="1156" y="2568"/>
              <a:ext cx="318" cy="31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endParaRPr lang="en-US" altLang="zh-CN" sz="3600" dirty="0">
                <a:solidFill>
                  <a:srgbClr val="000000"/>
                </a:solidFill>
              </a:endParaRPr>
            </a:p>
          </p:txBody>
        </p:sp>
        <p:sp>
          <p:nvSpPr>
            <p:cNvPr id="31" name="Text Box 7"/>
            <p:cNvSpPr txBox="1">
              <a:spLocks noChangeArrowheads="1"/>
            </p:cNvSpPr>
            <p:nvPr/>
          </p:nvSpPr>
          <p:spPr bwMode="auto">
            <a:xfrm>
              <a:off x="521" y="2251"/>
              <a:ext cx="227"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3600">
                  <a:solidFill>
                    <a:srgbClr val="000000"/>
                  </a:solidFill>
                </a:rPr>
                <a:t>E</a:t>
              </a:r>
              <a:endParaRPr lang="en-US" altLang="zh-CN" sz="3600">
                <a:solidFill>
                  <a:srgbClr val="000000"/>
                </a:solidFill>
              </a:endParaRPr>
            </a:p>
          </p:txBody>
        </p:sp>
        <p:sp>
          <p:nvSpPr>
            <p:cNvPr id="32" name="Line 8"/>
            <p:cNvSpPr>
              <a:spLocks noChangeShapeType="1"/>
            </p:cNvSpPr>
            <p:nvPr/>
          </p:nvSpPr>
          <p:spPr bwMode="auto">
            <a:xfrm flipV="1">
              <a:off x="703" y="2024"/>
              <a:ext cx="453" cy="317"/>
            </a:xfrm>
            <a:prstGeom prst="line">
              <a:avLst/>
            </a:prstGeom>
            <a:noFill/>
            <a:ln w="571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6000"/>
            </a:p>
          </p:txBody>
        </p:sp>
        <p:sp>
          <p:nvSpPr>
            <p:cNvPr id="33" name="Line 9"/>
            <p:cNvSpPr>
              <a:spLocks noChangeShapeType="1"/>
            </p:cNvSpPr>
            <p:nvPr/>
          </p:nvSpPr>
          <p:spPr bwMode="auto">
            <a:xfrm>
              <a:off x="703" y="2341"/>
              <a:ext cx="453" cy="318"/>
            </a:xfrm>
            <a:prstGeom prst="line">
              <a:avLst/>
            </a:prstGeom>
            <a:noFill/>
            <a:ln w="571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6000"/>
            </a:p>
          </p:txBody>
        </p:sp>
        <p:sp>
          <p:nvSpPr>
            <p:cNvPr id="34" name="Text Box 10"/>
            <p:cNvSpPr txBox="1">
              <a:spLocks noChangeArrowheads="1"/>
            </p:cNvSpPr>
            <p:nvPr/>
          </p:nvSpPr>
          <p:spPr bwMode="auto">
            <a:xfrm>
              <a:off x="748" y="2750"/>
              <a:ext cx="227"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3600" dirty="0">
                  <a:solidFill>
                    <a:srgbClr val="000000"/>
                  </a:solidFill>
                  <a:latin typeface="微软雅黑" panose="020B0503020204020204" pitchFamily="34" charset="-122"/>
                  <a:ea typeface="微软雅黑" panose="020B0503020204020204" pitchFamily="34" charset="-122"/>
                </a:rPr>
                <a:t>异</a:t>
              </a:r>
              <a:endParaRPr lang="zh-CN" altLang="en-US" sz="3600" dirty="0">
                <a:solidFill>
                  <a:srgbClr val="000000"/>
                </a:solidFill>
                <a:latin typeface="微软雅黑" panose="020B0503020204020204" pitchFamily="34" charset="-122"/>
                <a:ea typeface="微软雅黑" panose="020B0503020204020204" pitchFamily="34" charset="-122"/>
              </a:endParaRPr>
            </a:p>
          </p:txBody>
        </p:sp>
      </p:grpSp>
      <mc:AlternateContent xmlns:mc="http://schemas.openxmlformats.org/markup-compatibility/2006">
        <mc:Choice xmlns:a14="http://schemas.microsoft.com/office/drawing/2010/main" Requires="a14">
          <p:sp>
            <p:nvSpPr>
              <p:cNvPr id="27" name="Rectangle 26"/>
              <p:cNvSpPr/>
              <p:nvPr/>
            </p:nvSpPr>
            <p:spPr>
              <a:xfrm>
                <a:off x="12651241" y="6535391"/>
                <a:ext cx="1143133" cy="923330"/>
              </a:xfrm>
              <a:prstGeom prst="rect">
                <a:avLst/>
              </a:prstGeom>
            </p:spPr>
            <p:txBody>
              <a:bodyPr wrap="none">
                <a:spAutoFit/>
              </a:bodyPr>
              <a:lstStyle/>
              <a:p>
                <a:pPr hangingPunct="1">
                  <a:spcBef>
                    <a:spcPct val="0"/>
                  </a:spcBef>
                </a:pPr>
                <a14:m>
                  <m:oMathPara xmlns:m="http://schemas.openxmlformats.org/officeDocument/2006/math">
                    <m:oMathParaPr>
                      <m:jc m:val="centerGroup"/>
                    </m:oMathParaPr>
                    <m:oMath xmlns:m="http://schemas.openxmlformats.org/officeDocument/2006/math">
                      <m:sSub>
                        <m:sSubPr>
                          <m:ctrlPr>
                            <a:rPr lang="en-US" altLang="zh-CN" sz="5400" i="1" smtClean="0">
                              <a:solidFill>
                                <a:schemeClr val="bg1"/>
                              </a:solidFill>
                              <a:latin typeface="Cambria Math" panose="02040503050406030204" pitchFamily="18" charset="0"/>
                            </a:rPr>
                          </m:ctrlPr>
                        </m:sSubPr>
                        <m:e>
                          <m:r>
                            <a:rPr lang="en-US" altLang="zh-CN" sz="5400" i="1" smtClean="0">
                              <a:solidFill>
                                <a:schemeClr val="bg1"/>
                              </a:solidFill>
                              <a:latin typeface="Cambria Math" panose="02040503050406030204" pitchFamily="18" charset="0"/>
                            </a:rPr>
                            <m:t>𝑪</m:t>
                          </m:r>
                        </m:e>
                        <m:sub>
                          <m:r>
                            <a:rPr lang="en-US" altLang="zh-CN" sz="5400" b="1" i="1" smtClean="0">
                              <a:solidFill>
                                <a:schemeClr val="bg1"/>
                              </a:solidFill>
                              <a:latin typeface="Cambria Math" panose="02040503050406030204" pitchFamily="18" charset="0"/>
                            </a:rPr>
                            <m:t>𝟏</m:t>
                          </m:r>
                        </m:sub>
                      </m:sSub>
                    </m:oMath>
                  </m:oMathPara>
                </a14:m>
                <a:endParaRPr lang="en-US" altLang="zh-CN" sz="5400" dirty="0">
                  <a:solidFill>
                    <a:schemeClr val="bg1"/>
                  </a:solidFill>
                </a:endParaRPr>
              </a:p>
            </p:txBody>
          </p:sp>
        </mc:Choice>
        <mc:Fallback>
          <p:sp>
            <p:nvSpPr>
              <p:cNvPr id="27" name="Rectangle 26"/>
              <p:cNvSpPr>
                <a:spLocks noRot="1" noChangeAspect="1" noMove="1" noResize="1" noEditPoints="1" noAdjustHandles="1" noChangeArrowheads="1" noChangeShapeType="1" noTextEdit="1"/>
              </p:cNvSpPr>
              <p:nvPr/>
            </p:nvSpPr>
            <p:spPr>
              <a:xfrm>
                <a:off x="12651241" y="6535391"/>
                <a:ext cx="1143133" cy="923330"/>
              </a:xfrm>
              <a:prstGeom prst="rect">
                <a:avLst/>
              </a:prstGeom>
              <a:blipFill rotWithShape="1">
                <a:blip r:embed="rId3"/>
                <a:stretch>
                  <a:fillRect l="-12" t="-66" r="-12975" b="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8" name="Rectangle 27"/>
              <p:cNvSpPr/>
              <p:nvPr/>
            </p:nvSpPr>
            <p:spPr>
              <a:xfrm>
                <a:off x="12657283" y="8826047"/>
                <a:ext cx="1143133" cy="923330"/>
              </a:xfrm>
              <a:prstGeom prst="rect">
                <a:avLst/>
              </a:prstGeom>
            </p:spPr>
            <p:txBody>
              <a:bodyPr wrap="none">
                <a:spAutoFit/>
              </a:bodyPr>
              <a:lstStyle/>
              <a:p>
                <a:pPr hangingPunct="1">
                  <a:spcBef>
                    <a:spcPct val="0"/>
                  </a:spcBef>
                </a:pPr>
                <a14:m>
                  <m:oMathPara xmlns:m="http://schemas.openxmlformats.org/officeDocument/2006/math">
                    <m:oMathParaPr>
                      <m:jc m:val="centerGroup"/>
                    </m:oMathParaPr>
                    <m:oMath xmlns:m="http://schemas.openxmlformats.org/officeDocument/2006/math">
                      <m:sSub>
                        <m:sSubPr>
                          <m:ctrlPr>
                            <a:rPr lang="en-US" altLang="zh-CN" sz="5400" i="1" smtClean="0">
                              <a:solidFill>
                                <a:schemeClr val="bg1"/>
                              </a:solidFill>
                              <a:latin typeface="Cambria Math" panose="02040503050406030204" pitchFamily="18" charset="0"/>
                            </a:rPr>
                          </m:ctrlPr>
                        </m:sSubPr>
                        <m:e>
                          <m:r>
                            <a:rPr lang="en-US" altLang="zh-CN" sz="5400" i="1" smtClean="0">
                              <a:solidFill>
                                <a:schemeClr val="bg1"/>
                              </a:solidFill>
                              <a:latin typeface="Cambria Math" panose="02040503050406030204" pitchFamily="18" charset="0"/>
                            </a:rPr>
                            <m:t>𝑪</m:t>
                          </m:r>
                        </m:e>
                        <m:sub>
                          <m:r>
                            <a:rPr lang="en-US" altLang="zh-CN" sz="5400" b="1" i="1" smtClean="0">
                              <a:solidFill>
                                <a:schemeClr val="bg1"/>
                              </a:solidFill>
                              <a:latin typeface="Cambria Math" panose="02040503050406030204" pitchFamily="18" charset="0"/>
                            </a:rPr>
                            <m:t>𝟐</m:t>
                          </m:r>
                        </m:sub>
                      </m:sSub>
                    </m:oMath>
                  </m:oMathPara>
                </a14:m>
                <a:endParaRPr lang="en-US" altLang="zh-CN" sz="5400" dirty="0">
                  <a:solidFill>
                    <a:schemeClr val="bg1"/>
                  </a:solidFill>
                </a:endParaRPr>
              </a:p>
            </p:txBody>
          </p:sp>
        </mc:Choice>
        <mc:Fallback>
          <p:sp>
            <p:nvSpPr>
              <p:cNvPr id="28" name="Rectangle 27"/>
              <p:cNvSpPr>
                <a:spLocks noRot="1" noChangeAspect="1" noMove="1" noResize="1" noEditPoints="1" noAdjustHandles="1" noChangeArrowheads="1" noChangeShapeType="1" noTextEdit="1"/>
              </p:cNvSpPr>
              <p:nvPr/>
            </p:nvSpPr>
            <p:spPr>
              <a:xfrm>
                <a:off x="12657283" y="8826047"/>
                <a:ext cx="1143133" cy="923330"/>
              </a:xfrm>
              <a:prstGeom prst="rect">
                <a:avLst/>
              </a:prstGeom>
              <a:blipFill rotWithShape="1">
                <a:blip r:embed="rId4"/>
                <a:stretch>
                  <a:fillRect l="-41" t="-20" r="-12946" b="24"/>
                </a:stretch>
              </a:blipFill>
            </p:spPr>
            <p:txBody>
              <a:bodyPr/>
              <a:lstStyle/>
              <a:p>
                <a:r>
                  <a:rPr lang="zh-CN" altLang="en-US">
                    <a:noFill/>
                  </a:rPr>
                  <a:t> </a:t>
                </a:r>
              </a:p>
            </p:txBody>
          </p:sp>
        </mc:Fallback>
      </mc:AlternateContent>
      <p:pic>
        <p:nvPicPr>
          <p:cNvPr id="3" name="Audio 2">
            <a:hlinkClick r:id="" action="ppaction://media"/>
          </p:cNvPr>
          <p:cNvPicPr>
            <a:picLocks noChangeAspect="1"/>
          </p:cNvPicPr>
          <p:nvPr>
            <a:audioFile r:link="rId5"/>
            <p:extLst>
              <p:ext uri="{DAA4B4D4-6D71-4841-9C94-3DE7FCFB9230}">
                <p14:media xmlns:p14="http://schemas.microsoft.com/office/powerpoint/2010/main" r:link="rId6"/>
              </p:ext>
            </p:extLst>
          </p:nvPr>
        </p:nvPicPr>
        <p:blipFill>
          <a:blip r:embed="rId7"/>
          <a:stretch>
            <a:fillRect/>
          </a:stretch>
        </p:blipFill>
        <p:spPr>
          <a:xfrm>
            <a:off x="23863300" y="13195300"/>
            <a:ext cx="304800" cy="304800"/>
          </a:xfrm>
          <a:prstGeom prst="rect">
            <a:avLst/>
          </a:prstGeom>
        </p:spPr>
      </p:pic>
      <p:grpSp>
        <p:nvGrpSpPr>
          <p:cNvPr id="4" name="Group 3"/>
          <p:cNvGrpSpPr/>
          <p:nvPr/>
        </p:nvGrpSpPr>
        <p:grpSpPr>
          <a:xfrm>
            <a:off x="11319759" y="7692890"/>
            <a:ext cx="2621635" cy="1285280"/>
            <a:chOff x="11319759" y="7692890"/>
            <a:chExt cx="2621635" cy="1285280"/>
          </a:xfrm>
        </p:grpSpPr>
        <mc:AlternateContent xmlns:mc="http://schemas.openxmlformats.org/markup-compatibility/2006">
          <mc:Choice xmlns:a14="http://schemas.microsoft.com/office/drawing/2010/main" Requires="a14">
            <p:sp>
              <p:nvSpPr>
                <p:cNvPr id="21" name="Rectangle 20"/>
                <p:cNvSpPr/>
                <p:nvPr/>
              </p:nvSpPr>
              <p:spPr>
                <a:xfrm>
                  <a:off x="12672734" y="8054840"/>
                  <a:ext cx="1143133" cy="923330"/>
                </a:xfrm>
                <a:prstGeom prst="rect">
                  <a:avLst/>
                </a:prstGeom>
              </p:spPr>
              <p:txBody>
                <a:bodyPr wrap="none">
                  <a:spAutoFit/>
                </a:bodyPr>
                <a:lstStyle/>
                <a:p>
                  <a:pPr hangingPunct="1">
                    <a:spcBef>
                      <a:spcPct val="0"/>
                    </a:spcBef>
                  </a:pPr>
                  <a14:m>
                    <m:oMathPara xmlns:m="http://schemas.openxmlformats.org/officeDocument/2006/math">
                      <m:oMathParaPr>
                        <m:jc m:val="centerGroup"/>
                      </m:oMathParaPr>
                      <m:oMath xmlns:m="http://schemas.openxmlformats.org/officeDocument/2006/math">
                        <m:sSub>
                          <m:sSubPr>
                            <m:ctrlPr>
                              <a:rPr lang="en-US" altLang="zh-CN" sz="5400" i="1" smtClean="0">
                                <a:solidFill>
                                  <a:schemeClr val="bg1"/>
                                </a:solidFill>
                                <a:latin typeface="Cambria Math" panose="02040503050406030204" pitchFamily="18" charset="0"/>
                              </a:rPr>
                            </m:ctrlPr>
                          </m:sSubPr>
                          <m:e>
                            <m:r>
                              <a:rPr lang="en-US" altLang="zh-CN" sz="5400" i="1" smtClean="0">
                                <a:solidFill>
                                  <a:schemeClr val="bg1"/>
                                </a:solidFill>
                                <a:latin typeface="Cambria Math" panose="02040503050406030204" pitchFamily="18" charset="0"/>
                              </a:rPr>
                              <m:t>𝑪</m:t>
                            </m:r>
                          </m:e>
                          <m:sub>
                            <m:r>
                              <a:rPr lang="en-US" altLang="zh-CN" sz="5400" b="1" i="1" smtClean="0">
                                <a:solidFill>
                                  <a:schemeClr val="bg1"/>
                                </a:solidFill>
                                <a:latin typeface="Cambria Math" panose="02040503050406030204" pitchFamily="18" charset="0"/>
                              </a:rPr>
                              <m:t>𝟏</m:t>
                            </m:r>
                          </m:sub>
                        </m:sSub>
                      </m:oMath>
                    </m:oMathPara>
                  </a14:m>
                  <a:endParaRPr lang="en-US" altLang="zh-CN" sz="5400" dirty="0">
                    <a:solidFill>
                      <a:schemeClr val="bg1"/>
                    </a:solidFill>
                  </a:endParaRPr>
                </a:p>
              </p:txBody>
            </p:sp>
          </mc:Choice>
          <mc:Fallback>
            <p:sp>
              <p:nvSpPr>
                <p:cNvPr id="21" name="Rectangle 20"/>
                <p:cNvSpPr>
                  <a:spLocks noRot="1" noChangeAspect="1" noMove="1" noResize="1" noEditPoints="1" noAdjustHandles="1" noChangeArrowheads="1" noChangeShapeType="1" noTextEdit="1"/>
                </p:cNvSpPr>
                <p:nvPr/>
              </p:nvSpPr>
              <p:spPr>
                <a:xfrm>
                  <a:off x="12672734" y="8054840"/>
                  <a:ext cx="1143133" cy="923330"/>
                </a:xfrm>
                <a:prstGeom prst="rect">
                  <a:avLst/>
                </a:prstGeom>
                <a:blipFill rotWithShape="1">
                  <a:blip r:embed="rId3"/>
                </a:blipFill>
              </p:spPr>
              <p:txBody>
                <a:bodyPr/>
                <a:lstStyle/>
                <a:p>
                  <a:r>
                    <a:rPr lang="zh-CN" altLang="en-US">
                      <a:noFill/>
                    </a:rPr>
                    <a:t> </a:t>
                  </a:r>
                </a:p>
              </p:txBody>
            </p:sp>
          </mc:Fallback>
        </mc:AlternateContent>
        <p:sp>
          <p:nvSpPr>
            <p:cNvPr id="22" name="Oval 5"/>
            <p:cNvSpPr>
              <a:spLocks noChangeArrowheads="1"/>
            </p:cNvSpPr>
            <p:nvPr/>
          </p:nvSpPr>
          <p:spPr bwMode="auto">
            <a:xfrm>
              <a:off x="12717982" y="7744470"/>
              <a:ext cx="1009650" cy="100965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endParaRPr lang="en-US" altLang="zh-CN" sz="3600" dirty="0">
                <a:solidFill>
                  <a:srgbClr val="000000"/>
                </a:solidFill>
              </a:endParaRPr>
            </a:p>
          </p:txBody>
        </p:sp>
        <mc:AlternateContent xmlns:mc="http://schemas.openxmlformats.org/markup-compatibility/2006">
          <mc:Choice xmlns:a14="http://schemas.microsoft.com/office/drawing/2010/main" Requires="a14">
            <p:sp>
              <p:nvSpPr>
                <p:cNvPr id="23" name="Rectangle 22"/>
                <p:cNvSpPr/>
                <p:nvPr/>
              </p:nvSpPr>
              <p:spPr>
                <a:xfrm>
                  <a:off x="12798261" y="7692890"/>
                  <a:ext cx="1143133" cy="923330"/>
                </a:xfrm>
                <a:prstGeom prst="rect">
                  <a:avLst/>
                </a:prstGeom>
              </p:spPr>
              <p:txBody>
                <a:bodyPr wrap="none">
                  <a:spAutoFit/>
                </a:bodyPr>
                <a:lstStyle/>
                <a:p>
                  <a:pPr hangingPunct="1">
                    <a:spcBef>
                      <a:spcPct val="0"/>
                    </a:spcBef>
                  </a:pPr>
                  <a14:m>
                    <m:oMathPara xmlns:m="http://schemas.openxmlformats.org/officeDocument/2006/math">
                      <m:oMathParaPr>
                        <m:jc m:val="centerGroup"/>
                      </m:oMathParaPr>
                      <m:oMath xmlns:m="http://schemas.openxmlformats.org/officeDocument/2006/math">
                        <m:sSub>
                          <m:sSubPr>
                            <m:ctrlPr>
                              <a:rPr lang="en-US" altLang="zh-CN" sz="5400" i="1" smtClean="0">
                                <a:solidFill>
                                  <a:schemeClr val="bg1"/>
                                </a:solidFill>
                                <a:latin typeface="Cambria Math" panose="02040503050406030204" pitchFamily="18" charset="0"/>
                              </a:rPr>
                            </m:ctrlPr>
                          </m:sSubPr>
                          <m:e>
                            <m:r>
                              <a:rPr lang="en-US" altLang="zh-CN" sz="5400" i="1" smtClean="0">
                                <a:solidFill>
                                  <a:schemeClr val="bg1"/>
                                </a:solidFill>
                                <a:latin typeface="Cambria Math" panose="02040503050406030204" pitchFamily="18" charset="0"/>
                              </a:rPr>
                              <m:t>𝑪</m:t>
                            </m:r>
                          </m:e>
                          <m:sub>
                            <m:r>
                              <a:rPr lang="en-US" altLang="zh-CN" sz="5400" b="1" i="1" smtClean="0">
                                <a:solidFill>
                                  <a:schemeClr val="bg1"/>
                                </a:solidFill>
                                <a:latin typeface="Cambria Math" panose="02040503050406030204" pitchFamily="18" charset="0"/>
                              </a:rPr>
                              <m:t>𝟑</m:t>
                            </m:r>
                          </m:sub>
                        </m:sSub>
                      </m:oMath>
                    </m:oMathPara>
                  </a14:m>
                  <a:endParaRPr lang="en-US" altLang="zh-CN" sz="5400" dirty="0">
                    <a:solidFill>
                      <a:schemeClr val="bg1"/>
                    </a:solidFill>
                  </a:endParaRPr>
                </a:p>
              </p:txBody>
            </p:sp>
          </mc:Choice>
          <mc:Fallback>
            <p:sp>
              <p:nvSpPr>
                <p:cNvPr id="23" name="Rectangle 22"/>
                <p:cNvSpPr>
                  <a:spLocks noRot="1" noChangeAspect="1" noMove="1" noResize="1" noEditPoints="1" noAdjustHandles="1" noChangeArrowheads="1" noChangeShapeType="1" noTextEdit="1"/>
                </p:cNvSpPr>
                <p:nvPr/>
              </p:nvSpPr>
              <p:spPr>
                <a:xfrm>
                  <a:off x="12798261" y="7692890"/>
                  <a:ext cx="1143133" cy="923330"/>
                </a:xfrm>
                <a:prstGeom prst="rect">
                  <a:avLst/>
                </a:prstGeom>
                <a:blipFill rotWithShape="1">
                  <a:blip r:embed="rId8"/>
                </a:blipFill>
              </p:spPr>
              <p:txBody>
                <a:bodyPr/>
                <a:lstStyle/>
                <a:p>
                  <a:r>
                    <a:rPr lang="zh-CN" altLang="en-US">
                      <a:noFill/>
                    </a:rPr>
                    <a:t> </a:t>
                  </a:r>
                </a:p>
              </p:txBody>
            </p:sp>
          </mc:Fallback>
        </mc:AlternateContent>
        <p:sp>
          <p:nvSpPr>
            <p:cNvPr id="35" name="Line 8"/>
            <p:cNvSpPr>
              <a:spLocks noChangeShapeType="1"/>
            </p:cNvSpPr>
            <p:nvPr/>
          </p:nvSpPr>
          <p:spPr bwMode="auto">
            <a:xfrm>
              <a:off x="11319759" y="8154555"/>
              <a:ext cx="1390267" cy="71926"/>
            </a:xfrm>
            <a:prstGeom prst="line">
              <a:avLst/>
            </a:prstGeom>
            <a:noFill/>
            <a:ln w="571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6000"/>
            </a:p>
          </p:txBody>
        </p:sp>
      </p:grpSp>
    </p:spTree>
    <p:custDataLst>
      <p:tags r:id="rId9"/>
    </p:custDataLst>
  </p:cSld>
  <p:clrMapOvr>
    <a:masterClrMapping/>
  </p:clrMapOvr>
  <p:transition spd="med" advTm="99185"/>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2" fill="hold" display="0">
                  <p:stCondLst>
                    <p:cond delay="indefinite"/>
                  </p:stCondLst>
                  <p:endCondLst>
                    <p:cond evt="onStopAudio" delay="0">
                      <p:tgtEl>
                        <p:sldTgt/>
                      </p:tgtEl>
                    </p:cond>
                  </p:endCondLst>
                </p:cTn>
                <p:tgtEl>
                  <p:spTgt spid="3"/>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因果图</a:t>
            </a:r>
            <a:endParaRPr lang="zh-CN" altLang="en-US" dirty="0"/>
          </a:p>
        </p:txBody>
      </p:sp>
      <mc:AlternateContent xmlns:mc="http://schemas.openxmlformats.org/markup-compatibility/2006">
        <mc:Choice xmlns:a14="http://schemas.microsoft.com/office/drawing/2010/main" Requires="a14">
          <p:sp>
            <p:nvSpPr>
              <p:cNvPr id="20" name="Rectangle 3"/>
              <p:cNvSpPr txBox="1">
                <a:spLocks noChangeArrowheads="1"/>
              </p:cNvSpPr>
              <p:nvPr/>
            </p:nvSpPr>
            <p:spPr>
              <a:xfrm>
                <a:off x="2736000" y="3060000"/>
                <a:ext cx="19830482" cy="3031395"/>
              </a:xfrm>
              <a:prstGeom prst="rect">
                <a:avLst/>
              </a:prstGeom>
              <a:ln w="12700">
                <a:miter lim="400000"/>
              </a:ln>
            </p:spPr>
            <p:txBody>
              <a:bodyPr lIns="50800" tIns="50800" rIns="50800" bIns="50800" anchor="ctr">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en-US" altLang="zh-CN" sz="4800" b="1" dirty="0"/>
                  <a:t>I</a:t>
                </a:r>
                <a:r>
                  <a:rPr lang="zh-CN" altLang="en-US" sz="4800" b="1" dirty="0"/>
                  <a:t>约束（或）：</a:t>
                </a:r>
                <a:r>
                  <a:rPr lang="en-US" altLang="zh-CN" sz="4800" b="1" dirty="0"/>
                  <a:t> </a:t>
                </a:r>
                <a14:m>
                  <m:oMath xmlns:m="http://schemas.openxmlformats.org/officeDocument/2006/math">
                    <m:sSub>
                      <m:sSubPr>
                        <m:ctrlPr>
                          <a:rPr lang="en-US" altLang="zh-CN" sz="4800" b="1" i="1">
                            <a:latin typeface="Cambria Math" panose="02040503050406030204" pitchFamily="18" charset="0"/>
                          </a:rPr>
                        </m:ctrlPr>
                      </m:sSubPr>
                      <m:e>
                        <m:r>
                          <a:rPr lang="en-US" altLang="zh-CN" sz="4800" b="1" i="1">
                            <a:latin typeface="Cambria Math" panose="02040503050406030204" pitchFamily="18" charset="0"/>
                          </a:rPr>
                          <m:t>𝑪</m:t>
                        </m:r>
                      </m:e>
                      <m:sub>
                        <m:r>
                          <a:rPr lang="en-US" altLang="zh-CN" sz="4800" b="1" i="1">
                            <a:latin typeface="Cambria Math" panose="02040503050406030204" pitchFamily="18" charset="0"/>
                          </a:rPr>
                          <m:t>𝟏</m:t>
                        </m:r>
                      </m:sub>
                    </m:sSub>
                  </m:oMath>
                </a14:m>
                <a:r>
                  <a:rPr lang="zh-CN" altLang="en-US" sz="4800" b="1" dirty="0"/>
                  <a:t>、</a:t>
                </a:r>
                <a14:m>
                  <m:oMath xmlns:m="http://schemas.openxmlformats.org/officeDocument/2006/math">
                    <m:sSub>
                      <m:sSubPr>
                        <m:ctrlPr>
                          <a:rPr lang="en-US" altLang="zh-CN" sz="4800" b="1" i="1">
                            <a:latin typeface="Cambria Math" panose="02040503050406030204" pitchFamily="18" charset="0"/>
                          </a:rPr>
                        </m:ctrlPr>
                      </m:sSubPr>
                      <m:e>
                        <m:r>
                          <a:rPr lang="en-US" altLang="zh-CN" sz="4800" b="1" i="1">
                            <a:latin typeface="Cambria Math" panose="02040503050406030204" pitchFamily="18" charset="0"/>
                          </a:rPr>
                          <m:t>𝑪</m:t>
                        </m:r>
                      </m:e>
                      <m:sub>
                        <m:r>
                          <a:rPr lang="en-US" altLang="zh-CN" sz="4800" b="1" i="1">
                            <a:latin typeface="Cambria Math" panose="02040503050406030204" pitchFamily="18" charset="0"/>
                          </a:rPr>
                          <m:t>𝟐</m:t>
                        </m:r>
                      </m:sub>
                    </m:sSub>
                  </m:oMath>
                </a14:m>
                <a:r>
                  <a:rPr lang="zh-CN" altLang="en-US" sz="4800" b="1" dirty="0"/>
                  <a:t>中最少有一个为</a:t>
                </a:r>
                <a:r>
                  <a:rPr lang="en-US" altLang="zh-CN" sz="4800" b="1" dirty="0"/>
                  <a:t>1</a:t>
                </a:r>
                <a:r>
                  <a:rPr lang="zh-CN" altLang="en-US" sz="4800" b="1" dirty="0"/>
                  <a:t>，即</a:t>
                </a:r>
                <a14:m>
                  <m:oMath xmlns:m="http://schemas.openxmlformats.org/officeDocument/2006/math">
                    <m:sSub>
                      <m:sSubPr>
                        <m:ctrlPr>
                          <a:rPr lang="en-US" altLang="zh-CN" sz="4800" b="1" i="1">
                            <a:latin typeface="Cambria Math" panose="02040503050406030204" pitchFamily="18" charset="0"/>
                          </a:rPr>
                        </m:ctrlPr>
                      </m:sSubPr>
                      <m:e>
                        <m:r>
                          <a:rPr lang="en-US" altLang="zh-CN" sz="4800" b="1" i="1">
                            <a:latin typeface="Cambria Math" panose="02040503050406030204" pitchFamily="18" charset="0"/>
                          </a:rPr>
                          <m:t>𝑪</m:t>
                        </m:r>
                      </m:e>
                      <m:sub>
                        <m:r>
                          <a:rPr lang="en-US" altLang="zh-CN" sz="4800" b="1" i="1">
                            <a:latin typeface="Cambria Math" panose="02040503050406030204" pitchFamily="18" charset="0"/>
                          </a:rPr>
                          <m:t>𝟏</m:t>
                        </m:r>
                      </m:sub>
                    </m:sSub>
                  </m:oMath>
                </a14:m>
                <a:r>
                  <a:rPr lang="zh-CN" altLang="en-US" sz="4800" b="1" dirty="0"/>
                  <a:t>、</a:t>
                </a:r>
                <a14:m>
                  <m:oMath xmlns:m="http://schemas.openxmlformats.org/officeDocument/2006/math">
                    <m:sSub>
                      <m:sSubPr>
                        <m:ctrlPr>
                          <a:rPr lang="en-US" altLang="zh-CN" sz="4800" b="1" i="1">
                            <a:latin typeface="Cambria Math" panose="02040503050406030204" pitchFamily="18" charset="0"/>
                          </a:rPr>
                        </m:ctrlPr>
                      </m:sSubPr>
                      <m:e>
                        <m:r>
                          <a:rPr lang="en-US" altLang="zh-CN" sz="4800" b="1" i="1">
                            <a:latin typeface="Cambria Math" panose="02040503050406030204" pitchFamily="18" charset="0"/>
                          </a:rPr>
                          <m:t>𝑪</m:t>
                        </m:r>
                      </m:e>
                      <m:sub>
                        <m:r>
                          <a:rPr lang="en-US" altLang="zh-CN" sz="4800" b="1" i="1">
                            <a:latin typeface="Cambria Math" panose="02040503050406030204" pitchFamily="18" charset="0"/>
                          </a:rPr>
                          <m:t>𝟐</m:t>
                        </m:r>
                      </m:sub>
                    </m:sSub>
                  </m:oMath>
                </a14:m>
                <a:r>
                  <a:rPr lang="zh-CN" altLang="en-US" sz="4800" b="1" dirty="0"/>
                  <a:t>不能同时为</a:t>
                </a:r>
                <a:r>
                  <a:rPr lang="en-US" altLang="zh-CN" sz="4800" b="1" dirty="0"/>
                  <a:t>0</a:t>
                </a:r>
                <a:endParaRPr lang="zh-CN" altLang="en-US" sz="4800" b="1" dirty="0"/>
              </a:p>
              <a:p>
                <a:endParaRPr lang="zh-CN" altLang="en-US" sz="4800" dirty="0"/>
              </a:p>
            </p:txBody>
          </p:sp>
        </mc:Choice>
        <mc:Fallback>
          <p:sp>
            <p:nvSpPr>
              <p:cNvPr id="20" name="Rectangle 3"/>
              <p:cNvSpPr txBox="1">
                <a:spLocks noRot="1" noChangeAspect="1" noMove="1" noResize="1" noEditPoints="1" noAdjustHandles="1" noChangeArrowheads="1" noChangeShapeType="1" noTextEdit="1"/>
              </p:cNvSpPr>
              <p:nvPr/>
            </p:nvSpPr>
            <p:spPr>
              <a:xfrm>
                <a:off x="2736000" y="3060000"/>
                <a:ext cx="19830482" cy="3031395"/>
              </a:xfrm>
              <a:prstGeom prst="rect">
                <a:avLst/>
              </a:prstGeom>
              <a:blipFill rotWithShape="1">
                <a:blip r:embed="rId1"/>
                <a:stretch>
                  <a:fillRect l="-2" t="-19" r="2" b="16"/>
                </a:stretch>
              </a:blipFill>
              <a:ln w="12700">
                <a:miter lim="400000"/>
              </a:ln>
            </p:spPr>
            <p:txBody>
              <a:bodyPr/>
              <a:lstStyle/>
              <a:p>
                <a:r>
                  <a:rPr lang="zh-CN" altLang="en-US">
                    <a:noFill/>
                  </a:rPr>
                  <a:t> </a:t>
                </a:r>
              </a:p>
            </p:txBody>
          </p:sp>
        </mc:Fallback>
      </mc:AlternateContent>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01</a:t>
            </a:r>
            <a:endParaRPr dirty="0"/>
          </a:p>
        </p:txBody>
      </p:sp>
      <mc:AlternateContent xmlns:mc="http://schemas.openxmlformats.org/markup-compatibility/2006">
        <mc:Choice xmlns:a14="http://schemas.microsoft.com/office/drawing/2010/main" Requires="a14">
          <p:sp>
            <p:nvSpPr>
              <p:cNvPr id="24" name="Rectangle 3"/>
              <p:cNvSpPr txBox="1">
                <a:spLocks noChangeArrowheads="1"/>
              </p:cNvSpPr>
              <p:nvPr/>
            </p:nvSpPr>
            <p:spPr>
              <a:xfrm>
                <a:off x="3340572" y="3991333"/>
                <a:ext cx="12886343" cy="2220712"/>
              </a:xfrm>
              <a:prstGeom prst="rect">
                <a:avLst/>
              </a:prstGeom>
              <a:ln w="12700">
                <a:miter lim="400000"/>
              </a:ln>
            </p:spPr>
            <p:txBody>
              <a:bodyPr lIns="50800" tIns="50800" rIns="50800" bIns="50800" anchor="ctr">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pPr marL="0" indent="0">
                  <a:buNone/>
                </a:pPr>
                <a14:m>
                  <m:oMath xmlns:m="http://schemas.openxmlformats.org/officeDocument/2006/math">
                    <m:sSub>
                      <m:sSubPr>
                        <m:ctrlPr>
                          <a:rPr lang="en-US" altLang="zh-CN" sz="4800" b="1" i="1">
                            <a:solidFill>
                              <a:schemeClr val="accent5">
                                <a:lumMod val="75000"/>
                              </a:schemeClr>
                            </a:solidFill>
                            <a:latin typeface="Cambria Math" panose="02040503050406030204" pitchFamily="18" charset="0"/>
                          </a:rPr>
                        </m:ctrlPr>
                      </m:sSubPr>
                      <m:e>
                        <m:r>
                          <a:rPr lang="en-US" altLang="zh-CN" sz="4800" b="1">
                            <a:solidFill>
                              <a:schemeClr val="accent5">
                                <a:lumMod val="75000"/>
                              </a:schemeClr>
                            </a:solidFill>
                            <a:latin typeface="Cambria Math" panose="02040503050406030204" pitchFamily="18" charset="0"/>
                          </a:rPr>
                          <m:t>𝑪</m:t>
                        </m:r>
                      </m:e>
                      <m:sub>
                        <m:r>
                          <a:rPr lang="en-US" altLang="zh-CN" sz="4800" b="1">
                            <a:solidFill>
                              <a:schemeClr val="accent5">
                                <a:lumMod val="75000"/>
                              </a:schemeClr>
                            </a:solidFill>
                            <a:latin typeface="Cambria Math" panose="02040503050406030204" pitchFamily="18" charset="0"/>
                          </a:rPr>
                          <m:t>𝟏</m:t>
                        </m:r>
                      </m:sub>
                    </m:sSub>
                  </m:oMath>
                </a14:m>
                <a:r>
                  <a:rPr lang="zh-CN" altLang="en-US" sz="4800" b="1" dirty="0">
                    <a:solidFill>
                      <a:schemeClr val="accent5">
                        <a:lumMod val="75000"/>
                      </a:schemeClr>
                    </a:solidFill>
                  </a:rPr>
                  <a:t>、</a:t>
                </a:r>
                <a14:m>
                  <m:oMath xmlns:m="http://schemas.openxmlformats.org/officeDocument/2006/math">
                    <m:sSub>
                      <m:sSubPr>
                        <m:ctrlPr>
                          <a:rPr lang="en-US" altLang="zh-CN" sz="4800" b="1" i="1">
                            <a:solidFill>
                              <a:schemeClr val="accent5">
                                <a:lumMod val="75000"/>
                              </a:schemeClr>
                            </a:solidFill>
                            <a:latin typeface="Cambria Math" panose="02040503050406030204" pitchFamily="18" charset="0"/>
                          </a:rPr>
                        </m:ctrlPr>
                      </m:sSubPr>
                      <m:e>
                        <m:r>
                          <a:rPr lang="en-US" altLang="zh-CN" sz="4800" b="1">
                            <a:solidFill>
                              <a:schemeClr val="accent5">
                                <a:lumMod val="75000"/>
                              </a:schemeClr>
                            </a:solidFill>
                            <a:latin typeface="Cambria Math" panose="02040503050406030204" pitchFamily="18" charset="0"/>
                          </a:rPr>
                          <m:t>𝑪</m:t>
                        </m:r>
                      </m:e>
                      <m:sub>
                        <m:r>
                          <a:rPr lang="en-US" altLang="zh-CN" sz="4800" b="1">
                            <a:solidFill>
                              <a:schemeClr val="accent5">
                                <a:lumMod val="75000"/>
                              </a:schemeClr>
                            </a:solidFill>
                            <a:latin typeface="Cambria Math" panose="02040503050406030204" pitchFamily="18" charset="0"/>
                          </a:rPr>
                          <m:t>𝟐</m:t>
                        </m:r>
                      </m:sub>
                    </m:sSub>
                  </m:oMath>
                </a14:m>
                <a:r>
                  <a:rPr lang="zh-CN" altLang="en-US" sz="4800" b="1" dirty="0">
                    <a:solidFill>
                      <a:schemeClr val="accent5">
                        <a:lumMod val="75000"/>
                      </a:schemeClr>
                    </a:solidFill>
                  </a:rPr>
                  <a:t>不能同时都不出现</a:t>
                </a:r>
                <a:endParaRPr lang="zh-CN" altLang="en-US" sz="4800" dirty="0">
                  <a:solidFill>
                    <a:schemeClr val="accent5">
                      <a:lumMod val="75000"/>
                    </a:schemeClr>
                  </a:solidFill>
                </a:endParaRPr>
              </a:p>
            </p:txBody>
          </p:sp>
        </mc:Choice>
        <mc:Fallback>
          <p:sp>
            <p:nvSpPr>
              <p:cNvPr id="24" name="Rectangle 3"/>
              <p:cNvSpPr txBox="1">
                <a:spLocks noRot="1" noChangeAspect="1" noMove="1" noResize="1" noEditPoints="1" noAdjustHandles="1" noChangeArrowheads="1" noChangeShapeType="1" noTextEdit="1"/>
              </p:cNvSpPr>
              <p:nvPr/>
            </p:nvSpPr>
            <p:spPr>
              <a:xfrm>
                <a:off x="3340572" y="3991333"/>
                <a:ext cx="12886343" cy="2220712"/>
              </a:xfrm>
              <a:prstGeom prst="rect">
                <a:avLst/>
              </a:prstGeom>
              <a:blipFill rotWithShape="1">
                <a:blip r:embed="rId2"/>
                <a:stretch>
                  <a:fillRect l="-4" t="-16" r="1" b="21"/>
                </a:stretch>
              </a:blipFill>
              <a:ln w="12700">
                <a:miter lim="400000"/>
              </a:ln>
            </p:spPr>
            <p:txBody>
              <a:bodyPr/>
              <a:lstStyle/>
              <a:p>
                <a:r>
                  <a:rPr lang="zh-CN" altLang="en-US">
                    <a:noFill/>
                  </a:rPr>
                  <a:t> </a:t>
                </a:r>
              </a:p>
            </p:txBody>
          </p:sp>
        </mc:Fallback>
      </mc:AlternateContent>
      <p:grpSp>
        <p:nvGrpSpPr>
          <p:cNvPr id="18" name="Group 4"/>
          <p:cNvGrpSpPr/>
          <p:nvPr/>
        </p:nvGrpSpPr>
        <p:grpSpPr bwMode="auto">
          <a:xfrm>
            <a:off x="10557029" y="6858000"/>
            <a:ext cx="3025776" cy="3530599"/>
            <a:chOff x="521" y="1842"/>
            <a:chExt cx="953" cy="1112"/>
          </a:xfrm>
        </p:grpSpPr>
        <p:sp>
          <p:nvSpPr>
            <p:cNvPr id="19" name="Oval 5"/>
            <p:cNvSpPr>
              <a:spLocks noChangeArrowheads="1"/>
            </p:cNvSpPr>
            <p:nvPr/>
          </p:nvSpPr>
          <p:spPr bwMode="auto">
            <a:xfrm>
              <a:off x="1156" y="1842"/>
              <a:ext cx="318" cy="31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endParaRPr lang="en-US" altLang="zh-CN" sz="3600" dirty="0">
                <a:solidFill>
                  <a:srgbClr val="000000"/>
                </a:solidFill>
              </a:endParaRPr>
            </a:p>
          </p:txBody>
        </p:sp>
        <p:sp>
          <p:nvSpPr>
            <p:cNvPr id="21" name="Oval 6"/>
            <p:cNvSpPr>
              <a:spLocks noChangeArrowheads="1"/>
            </p:cNvSpPr>
            <p:nvPr/>
          </p:nvSpPr>
          <p:spPr bwMode="auto">
            <a:xfrm>
              <a:off x="1156" y="2568"/>
              <a:ext cx="318" cy="31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endParaRPr lang="en-US" altLang="zh-CN" sz="3600" dirty="0">
                <a:solidFill>
                  <a:srgbClr val="000000"/>
                </a:solidFill>
              </a:endParaRPr>
            </a:p>
          </p:txBody>
        </p:sp>
        <p:sp>
          <p:nvSpPr>
            <p:cNvPr id="35" name="Text Box 7"/>
            <p:cNvSpPr txBox="1">
              <a:spLocks noChangeArrowheads="1"/>
            </p:cNvSpPr>
            <p:nvPr/>
          </p:nvSpPr>
          <p:spPr bwMode="auto">
            <a:xfrm>
              <a:off x="521" y="2251"/>
              <a:ext cx="227"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3600" dirty="0">
                  <a:solidFill>
                    <a:srgbClr val="000000"/>
                  </a:solidFill>
                </a:rPr>
                <a:t>I</a:t>
              </a:r>
              <a:endParaRPr lang="en-US" altLang="zh-CN" sz="3600" dirty="0">
                <a:solidFill>
                  <a:srgbClr val="000000"/>
                </a:solidFill>
              </a:endParaRPr>
            </a:p>
          </p:txBody>
        </p:sp>
        <p:sp>
          <p:nvSpPr>
            <p:cNvPr id="36" name="Line 8"/>
            <p:cNvSpPr>
              <a:spLocks noChangeShapeType="1"/>
            </p:cNvSpPr>
            <p:nvPr/>
          </p:nvSpPr>
          <p:spPr bwMode="auto">
            <a:xfrm flipV="1">
              <a:off x="703" y="2024"/>
              <a:ext cx="453" cy="317"/>
            </a:xfrm>
            <a:prstGeom prst="line">
              <a:avLst/>
            </a:prstGeom>
            <a:noFill/>
            <a:ln w="571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6000"/>
            </a:p>
          </p:txBody>
        </p:sp>
        <p:sp>
          <p:nvSpPr>
            <p:cNvPr id="37" name="Line 9"/>
            <p:cNvSpPr>
              <a:spLocks noChangeShapeType="1"/>
            </p:cNvSpPr>
            <p:nvPr/>
          </p:nvSpPr>
          <p:spPr bwMode="auto">
            <a:xfrm>
              <a:off x="703" y="2341"/>
              <a:ext cx="453" cy="318"/>
            </a:xfrm>
            <a:prstGeom prst="line">
              <a:avLst/>
            </a:prstGeom>
            <a:noFill/>
            <a:ln w="571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6000"/>
            </a:p>
          </p:txBody>
        </p:sp>
        <p:sp>
          <p:nvSpPr>
            <p:cNvPr id="38" name="Text Box 10"/>
            <p:cNvSpPr txBox="1">
              <a:spLocks noChangeArrowheads="1"/>
            </p:cNvSpPr>
            <p:nvPr/>
          </p:nvSpPr>
          <p:spPr bwMode="auto">
            <a:xfrm>
              <a:off x="748" y="2750"/>
              <a:ext cx="227"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3600" dirty="0">
                  <a:solidFill>
                    <a:srgbClr val="000000"/>
                  </a:solidFill>
                  <a:latin typeface="微软雅黑" panose="020B0503020204020204" pitchFamily="34" charset="-122"/>
                  <a:ea typeface="微软雅黑" panose="020B0503020204020204" pitchFamily="34" charset="-122"/>
                </a:rPr>
                <a:t>或</a:t>
              </a:r>
              <a:endParaRPr lang="zh-CN" altLang="en-US" sz="3600" dirty="0">
                <a:solidFill>
                  <a:srgbClr val="000000"/>
                </a:solidFill>
                <a:latin typeface="微软雅黑" panose="020B0503020204020204" pitchFamily="34" charset="-122"/>
                <a:ea typeface="微软雅黑" panose="020B0503020204020204" pitchFamily="34" charset="-122"/>
              </a:endParaRPr>
            </a:p>
          </p:txBody>
        </p:sp>
      </p:grpSp>
      <mc:AlternateContent xmlns:mc="http://schemas.openxmlformats.org/markup-compatibility/2006">
        <mc:Choice xmlns:a14="http://schemas.microsoft.com/office/drawing/2010/main" Requires="a14">
          <p:sp>
            <p:nvSpPr>
              <p:cNvPr id="39" name="Rectangle 38"/>
              <p:cNvSpPr/>
              <p:nvPr/>
            </p:nvSpPr>
            <p:spPr>
              <a:xfrm>
                <a:off x="12630727" y="6865520"/>
                <a:ext cx="1143133" cy="923330"/>
              </a:xfrm>
              <a:prstGeom prst="rect">
                <a:avLst/>
              </a:prstGeom>
            </p:spPr>
            <p:txBody>
              <a:bodyPr wrap="none">
                <a:spAutoFit/>
              </a:bodyPr>
              <a:lstStyle/>
              <a:p>
                <a:pPr hangingPunct="1">
                  <a:spcBef>
                    <a:spcPct val="0"/>
                  </a:spcBef>
                </a:pPr>
                <a14:m>
                  <m:oMathPara xmlns:m="http://schemas.openxmlformats.org/officeDocument/2006/math">
                    <m:oMathParaPr>
                      <m:jc m:val="centerGroup"/>
                    </m:oMathParaPr>
                    <m:oMath xmlns:m="http://schemas.openxmlformats.org/officeDocument/2006/math">
                      <m:sSub>
                        <m:sSubPr>
                          <m:ctrlPr>
                            <a:rPr lang="en-US" altLang="zh-CN" sz="5400" i="1" smtClean="0">
                              <a:solidFill>
                                <a:schemeClr val="bg1"/>
                              </a:solidFill>
                              <a:latin typeface="Cambria Math" panose="02040503050406030204" pitchFamily="18" charset="0"/>
                            </a:rPr>
                          </m:ctrlPr>
                        </m:sSubPr>
                        <m:e>
                          <m:r>
                            <a:rPr lang="en-US" altLang="zh-CN" sz="5400" i="1" smtClean="0">
                              <a:solidFill>
                                <a:schemeClr val="bg1"/>
                              </a:solidFill>
                              <a:latin typeface="Cambria Math" panose="02040503050406030204" pitchFamily="18" charset="0"/>
                            </a:rPr>
                            <m:t>𝑪</m:t>
                          </m:r>
                        </m:e>
                        <m:sub>
                          <m:r>
                            <a:rPr lang="en-US" altLang="zh-CN" sz="5400" b="1" i="1" smtClean="0">
                              <a:solidFill>
                                <a:schemeClr val="bg1"/>
                              </a:solidFill>
                              <a:latin typeface="Cambria Math" panose="02040503050406030204" pitchFamily="18" charset="0"/>
                            </a:rPr>
                            <m:t>𝟏</m:t>
                          </m:r>
                        </m:sub>
                      </m:sSub>
                    </m:oMath>
                  </m:oMathPara>
                </a14:m>
                <a:endParaRPr lang="en-US" altLang="zh-CN" sz="5400" dirty="0">
                  <a:solidFill>
                    <a:schemeClr val="bg1"/>
                  </a:solidFill>
                </a:endParaRPr>
              </a:p>
            </p:txBody>
          </p:sp>
        </mc:Choice>
        <mc:Fallback>
          <p:sp>
            <p:nvSpPr>
              <p:cNvPr id="39" name="Rectangle 38"/>
              <p:cNvSpPr>
                <a:spLocks noRot="1" noChangeAspect="1" noMove="1" noResize="1" noEditPoints="1" noAdjustHandles="1" noChangeArrowheads="1" noChangeShapeType="1" noTextEdit="1"/>
              </p:cNvSpPr>
              <p:nvPr/>
            </p:nvSpPr>
            <p:spPr>
              <a:xfrm>
                <a:off x="12630727" y="6865520"/>
                <a:ext cx="1143133" cy="923330"/>
              </a:xfrm>
              <a:prstGeom prst="rect">
                <a:avLst/>
              </a:prstGeom>
              <a:blipFill rotWithShape="1">
                <a:blip r:embed="rId3"/>
                <a:stretch>
                  <a:fillRect l="-50" t="-58" r="-12936" b="6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0" name="Rectangle 39"/>
              <p:cNvSpPr/>
              <p:nvPr/>
            </p:nvSpPr>
            <p:spPr>
              <a:xfrm>
                <a:off x="12603245" y="9206209"/>
                <a:ext cx="1143133" cy="923330"/>
              </a:xfrm>
              <a:prstGeom prst="rect">
                <a:avLst/>
              </a:prstGeom>
            </p:spPr>
            <p:txBody>
              <a:bodyPr wrap="none">
                <a:spAutoFit/>
              </a:bodyPr>
              <a:lstStyle/>
              <a:p>
                <a:pPr hangingPunct="1">
                  <a:spcBef>
                    <a:spcPct val="0"/>
                  </a:spcBef>
                </a:pPr>
                <a14:m>
                  <m:oMathPara xmlns:m="http://schemas.openxmlformats.org/officeDocument/2006/math">
                    <m:oMathParaPr>
                      <m:jc m:val="centerGroup"/>
                    </m:oMathParaPr>
                    <m:oMath xmlns:m="http://schemas.openxmlformats.org/officeDocument/2006/math">
                      <m:sSub>
                        <m:sSubPr>
                          <m:ctrlPr>
                            <a:rPr lang="en-US" altLang="zh-CN" sz="5400" i="1" smtClean="0">
                              <a:solidFill>
                                <a:schemeClr val="bg1"/>
                              </a:solidFill>
                              <a:latin typeface="Cambria Math" panose="02040503050406030204" pitchFamily="18" charset="0"/>
                            </a:rPr>
                          </m:ctrlPr>
                        </m:sSubPr>
                        <m:e>
                          <m:r>
                            <a:rPr lang="en-US" altLang="zh-CN" sz="5400" i="1" smtClean="0">
                              <a:solidFill>
                                <a:schemeClr val="bg1"/>
                              </a:solidFill>
                              <a:latin typeface="Cambria Math" panose="02040503050406030204" pitchFamily="18" charset="0"/>
                            </a:rPr>
                            <m:t>𝑪</m:t>
                          </m:r>
                        </m:e>
                        <m:sub>
                          <m:r>
                            <a:rPr lang="en-US" altLang="zh-CN" sz="5400" b="1" i="1" smtClean="0">
                              <a:solidFill>
                                <a:schemeClr val="bg1"/>
                              </a:solidFill>
                              <a:latin typeface="Cambria Math" panose="02040503050406030204" pitchFamily="18" charset="0"/>
                            </a:rPr>
                            <m:t>𝟐</m:t>
                          </m:r>
                        </m:sub>
                      </m:sSub>
                    </m:oMath>
                  </m:oMathPara>
                </a14:m>
                <a:endParaRPr lang="en-US" altLang="zh-CN" sz="5400" dirty="0">
                  <a:solidFill>
                    <a:schemeClr val="bg1"/>
                  </a:solidFill>
                </a:endParaRPr>
              </a:p>
            </p:txBody>
          </p:sp>
        </mc:Choice>
        <mc:Fallback>
          <p:sp>
            <p:nvSpPr>
              <p:cNvPr id="40" name="Rectangle 39"/>
              <p:cNvSpPr>
                <a:spLocks noRot="1" noChangeAspect="1" noMove="1" noResize="1" noEditPoints="1" noAdjustHandles="1" noChangeArrowheads="1" noChangeShapeType="1" noTextEdit="1"/>
              </p:cNvSpPr>
              <p:nvPr/>
            </p:nvSpPr>
            <p:spPr>
              <a:xfrm>
                <a:off x="12603245" y="9206209"/>
                <a:ext cx="1143133" cy="923330"/>
              </a:xfrm>
              <a:prstGeom prst="rect">
                <a:avLst/>
              </a:prstGeom>
              <a:blipFill rotWithShape="1">
                <a:blip r:embed="rId4"/>
                <a:stretch>
                  <a:fillRect l="-35" t="-66" r="-12952" b="2"/>
                </a:stretch>
              </a:blipFill>
            </p:spPr>
            <p:txBody>
              <a:bodyPr/>
              <a:lstStyle/>
              <a:p>
                <a:r>
                  <a:rPr lang="zh-CN" altLang="en-US">
                    <a:noFill/>
                  </a:rPr>
                  <a:t> </a:t>
                </a:r>
              </a:p>
            </p:txBody>
          </p:sp>
        </mc:Fallback>
      </mc:AlternateContent>
      <p:pic>
        <p:nvPicPr>
          <p:cNvPr id="3" name="Audio 2">
            <a:hlinkClick r:id="" action="ppaction://media"/>
          </p:cNvPr>
          <p:cNvPicPr>
            <a:picLocks noChangeAspect="1"/>
          </p:cNvPicPr>
          <p:nvPr>
            <a:audioFile r:link="rId5"/>
            <p:extLst>
              <p:ext uri="{DAA4B4D4-6D71-4841-9C94-3DE7FCFB9230}">
                <p14:media xmlns:p14="http://schemas.microsoft.com/office/powerpoint/2010/main" r:link="rId6"/>
              </p:ext>
            </p:extLst>
          </p:nvPr>
        </p:nvPicPr>
        <p:blipFill>
          <a:blip r:embed="rId7"/>
          <a:stretch>
            <a:fillRect/>
          </a:stretch>
        </p:blipFill>
        <p:spPr>
          <a:xfrm>
            <a:off x="23863300" y="13195300"/>
            <a:ext cx="304800" cy="304800"/>
          </a:xfrm>
          <a:prstGeom prst="rect">
            <a:avLst/>
          </a:prstGeom>
        </p:spPr>
      </p:pic>
    </p:spTree>
    <p:custDataLst>
      <p:tags r:id="rId8"/>
    </p:custDataLst>
  </p:cSld>
  <p:clrMapOvr>
    <a:masterClrMapping/>
  </p:clrMapOvr>
  <p:transition spd="med" advTm="54745"/>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因果图</a:t>
            </a:r>
            <a:endParaRPr lang="zh-CN" altLang="en-US" dirty="0"/>
          </a:p>
        </p:txBody>
      </p:sp>
      <mc:AlternateContent xmlns:mc="http://schemas.openxmlformats.org/markup-compatibility/2006">
        <mc:Choice xmlns:a14="http://schemas.microsoft.com/office/drawing/2010/main" Requires="a14">
          <p:sp>
            <p:nvSpPr>
              <p:cNvPr id="20" name="Rectangle 3"/>
              <p:cNvSpPr txBox="1">
                <a:spLocks noChangeArrowheads="1"/>
              </p:cNvSpPr>
              <p:nvPr/>
            </p:nvSpPr>
            <p:spPr>
              <a:xfrm>
                <a:off x="2737970" y="2766086"/>
                <a:ext cx="14806777" cy="1984816"/>
              </a:xfrm>
              <a:prstGeom prst="rect">
                <a:avLst/>
              </a:prstGeom>
              <a:ln w="12700">
                <a:miter lim="400000"/>
              </a:ln>
            </p:spPr>
            <p:txBody>
              <a:bodyPr lIns="50800" tIns="50800" rIns="50800" bIns="50800" anchor="ctr">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en-US" altLang="zh-CN" sz="4800" b="1" dirty="0"/>
                  <a:t>E/I</a:t>
                </a:r>
                <a:r>
                  <a:rPr lang="zh-CN" altLang="en-US" sz="4800" b="1" dirty="0"/>
                  <a:t>约束：</a:t>
                </a:r>
                <a:r>
                  <a:rPr lang="en-US" altLang="zh-CN" sz="4800" b="1" dirty="0"/>
                  <a:t> </a:t>
                </a:r>
                <a14:m>
                  <m:oMath xmlns:m="http://schemas.openxmlformats.org/officeDocument/2006/math">
                    <m:sSub>
                      <m:sSubPr>
                        <m:ctrlPr>
                          <a:rPr lang="en-US" altLang="zh-CN" sz="4800" b="1" i="1">
                            <a:latin typeface="Cambria Math" panose="02040503050406030204" pitchFamily="18" charset="0"/>
                          </a:rPr>
                        </m:ctrlPr>
                      </m:sSubPr>
                      <m:e>
                        <m:r>
                          <a:rPr lang="en-US" altLang="zh-CN" sz="4800" b="1" i="1">
                            <a:latin typeface="Cambria Math" panose="02040503050406030204" pitchFamily="18" charset="0"/>
                          </a:rPr>
                          <m:t>𝑪</m:t>
                        </m:r>
                      </m:e>
                      <m:sub>
                        <m:r>
                          <a:rPr lang="en-US" altLang="zh-CN" sz="4800" b="1" i="1">
                            <a:latin typeface="Cambria Math" panose="02040503050406030204" pitchFamily="18" charset="0"/>
                          </a:rPr>
                          <m:t>𝟏</m:t>
                        </m:r>
                      </m:sub>
                    </m:sSub>
                  </m:oMath>
                </a14:m>
                <a:r>
                  <a:rPr lang="zh-CN" altLang="en-US" sz="4800" b="1" dirty="0"/>
                  <a:t>、</a:t>
                </a:r>
                <a14:m>
                  <m:oMath xmlns:m="http://schemas.openxmlformats.org/officeDocument/2006/math">
                    <m:sSub>
                      <m:sSubPr>
                        <m:ctrlPr>
                          <a:rPr lang="en-US" altLang="zh-CN" sz="4800" b="1" i="1">
                            <a:latin typeface="Cambria Math" panose="02040503050406030204" pitchFamily="18" charset="0"/>
                          </a:rPr>
                        </m:ctrlPr>
                      </m:sSubPr>
                      <m:e>
                        <m:r>
                          <a:rPr lang="en-US" altLang="zh-CN" sz="4800" b="1" i="1">
                            <a:latin typeface="Cambria Math" panose="02040503050406030204" pitchFamily="18" charset="0"/>
                          </a:rPr>
                          <m:t>𝑪</m:t>
                        </m:r>
                      </m:e>
                      <m:sub>
                        <m:r>
                          <a:rPr lang="en-US" altLang="zh-CN" sz="4800" b="1" i="1">
                            <a:latin typeface="Cambria Math" panose="02040503050406030204" pitchFamily="18" charset="0"/>
                          </a:rPr>
                          <m:t>𝟐</m:t>
                        </m:r>
                      </m:sub>
                    </m:sSub>
                  </m:oMath>
                </a14:m>
                <a:r>
                  <a:rPr lang="zh-CN" altLang="en-US" sz="4800" b="1" dirty="0"/>
                  <a:t>中</a:t>
                </a:r>
                <a:r>
                  <a:rPr lang="zh-CN" altLang="en-US" sz="4800" b="1" dirty="0">
                    <a:solidFill>
                      <a:schemeClr val="accent5">
                        <a:lumMod val="75000"/>
                      </a:schemeClr>
                    </a:solidFill>
                  </a:rPr>
                  <a:t>有且只有</a:t>
                </a:r>
                <a:r>
                  <a:rPr lang="zh-CN" altLang="en-US" sz="4800" b="1" dirty="0"/>
                  <a:t>一个为</a:t>
                </a:r>
                <a:r>
                  <a:rPr lang="en-US" altLang="zh-CN" sz="4800" b="1" dirty="0"/>
                  <a:t>1</a:t>
                </a:r>
                <a:endParaRPr lang="zh-CN" altLang="en-US" sz="4800" dirty="0"/>
              </a:p>
            </p:txBody>
          </p:sp>
        </mc:Choice>
        <mc:Fallback>
          <p:sp>
            <p:nvSpPr>
              <p:cNvPr id="20" name="Rectangle 3"/>
              <p:cNvSpPr txBox="1">
                <a:spLocks noRot="1" noChangeAspect="1" noMove="1" noResize="1" noEditPoints="1" noAdjustHandles="1" noChangeArrowheads="1" noChangeShapeType="1" noTextEdit="1"/>
              </p:cNvSpPr>
              <p:nvPr/>
            </p:nvSpPr>
            <p:spPr>
              <a:xfrm>
                <a:off x="2737970" y="2766086"/>
                <a:ext cx="14806777" cy="1984816"/>
              </a:xfrm>
              <a:prstGeom prst="rect">
                <a:avLst/>
              </a:prstGeom>
              <a:blipFill rotWithShape="1">
                <a:blip r:embed="rId1"/>
                <a:stretch>
                  <a:fillRect l="-3" t="-1" r="2" b="24"/>
                </a:stretch>
              </a:blipFill>
              <a:ln w="12700">
                <a:miter lim="400000"/>
              </a:ln>
            </p:spPr>
            <p:txBody>
              <a:bodyPr/>
              <a:lstStyle/>
              <a:p>
                <a:r>
                  <a:rPr lang="zh-CN" altLang="en-US">
                    <a:noFill/>
                  </a:rPr>
                  <a:t> </a:t>
                </a:r>
              </a:p>
            </p:txBody>
          </p:sp>
        </mc:Fallback>
      </mc:AlternateContent>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01</a:t>
            </a:r>
            <a:endParaRPr dirty="0"/>
          </a:p>
        </p:txBody>
      </p:sp>
      <p:sp>
        <p:nvSpPr>
          <p:cNvPr id="35" name="Text Box 7"/>
          <p:cNvSpPr txBox="1">
            <a:spLocks noChangeArrowheads="1"/>
          </p:cNvSpPr>
          <p:nvPr/>
        </p:nvSpPr>
        <p:spPr bwMode="auto">
          <a:xfrm>
            <a:off x="13775001" y="7446716"/>
            <a:ext cx="720725"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3600" dirty="0">
                <a:solidFill>
                  <a:srgbClr val="000000"/>
                </a:solidFill>
              </a:rPr>
              <a:t>I</a:t>
            </a:r>
            <a:endParaRPr lang="en-US" altLang="zh-CN" sz="3600" dirty="0">
              <a:solidFill>
                <a:srgbClr val="000000"/>
              </a:solidFill>
            </a:endParaRPr>
          </a:p>
        </p:txBody>
      </p:sp>
      <p:sp>
        <p:nvSpPr>
          <p:cNvPr id="36" name="Line 8"/>
          <p:cNvSpPr>
            <a:spLocks noChangeShapeType="1"/>
          </p:cNvSpPr>
          <p:nvPr/>
        </p:nvSpPr>
        <p:spPr bwMode="auto">
          <a:xfrm flipH="1" flipV="1">
            <a:off x="12667871" y="6764090"/>
            <a:ext cx="1281531" cy="1006476"/>
          </a:xfrm>
          <a:prstGeom prst="line">
            <a:avLst/>
          </a:prstGeom>
          <a:noFill/>
          <a:ln w="571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6000"/>
          </a:p>
        </p:txBody>
      </p:sp>
      <p:sp>
        <p:nvSpPr>
          <p:cNvPr id="37" name="Line 9"/>
          <p:cNvSpPr>
            <a:spLocks noChangeShapeType="1"/>
          </p:cNvSpPr>
          <p:nvPr/>
        </p:nvSpPr>
        <p:spPr bwMode="auto">
          <a:xfrm flipH="1">
            <a:off x="12631866" y="7770567"/>
            <a:ext cx="1317536" cy="1145702"/>
          </a:xfrm>
          <a:prstGeom prst="line">
            <a:avLst/>
          </a:prstGeom>
          <a:noFill/>
          <a:ln w="571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6000"/>
          </a:p>
        </p:txBody>
      </p:sp>
      <p:sp>
        <p:nvSpPr>
          <p:cNvPr id="38" name="Text Box 10"/>
          <p:cNvSpPr txBox="1">
            <a:spLocks noChangeArrowheads="1"/>
          </p:cNvSpPr>
          <p:nvPr/>
        </p:nvSpPr>
        <p:spPr bwMode="auto">
          <a:xfrm>
            <a:off x="13340864" y="8777042"/>
            <a:ext cx="720725"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3600" dirty="0">
                <a:solidFill>
                  <a:srgbClr val="000000"/>
                </a:solidFill>
                <a:latin typeface="微软雅黑" panose="020B0503020204020204" pitchFamily="34" charset="-122"/>
                <a:ea typeface="微软雅黑" panose="020B0503020204020204" pitchFamily="34" charset="-122"/>
              </a:rPr>
              <a:t>或</a:t>
            </a:r>
            <a:endParaRPr lang="zh-CN" altLang="en-US" sz="3600" dirty="0">
              <a:solidFill>
                <a:srgbClr val="000000"/>
              </a:solidFill>
              <a:latin typeface="微软雅黑" panose="020B0503020204020204" pitchFamily="34" charset="-122"/>
              <a:ea typeface="微软雅黑" panose="020B0503020204020204" pitchFamily="34" charset="-122"/>
            </a:endParaRPr>
          </a:p>
        </p:txBody>
      </p:sp>
      <p:grpSp>
        <p:nvGrpSpPr>
          <p:cNvPr id="16" name="Group 15"/>
          <p:cNvGrpSpPr/>
          <p:nvPr/>
        </p:nvGrpSpPr>
        <p:grpSpPr>
          <a:xfrm>
            <a:off x="9493903" y="6186242"/>
            <a:ext cx="3216832" cy="3314699"/>
            <a:chOff x="3757771" y="6648865"/>
            <a:chExt cx="3216832" cy="3314699"/>
          </a:xfrm>
        </p:grpSpPr>
        <p:grpSp>
          <p:nvGrpSpPr>
            <p:cNvPr id="17" name="Group 4"/>
            <p:cNvGrpSpPr/>
            <p:nvPr/>
          </p:nvGrpSpPr>
          <p:grpSpPr bwMode="auto">
            <a:xfrm>
              <a:off x="3757771" y="6648865"/>
              <a:ext cx="3025776" cy="3314699"/>
              <a:chOff x="521" y="1842"/>
              <a:chExt cx="953" cy="1044"/>
            </a:xfrm>
          </p:grpSpPr>
          <p:sp>
            <p:nvSpPr>
              <p:cNvPr id="26" name="Oval 5"/>
              <p:cNvSpPr>
                <a:spLocks noChangeArrowheads="1"/>
              </p:cNvSpPr>
              <p:nvPr/>
            </p:nvSpPr>
            <p:spPr bwMode="auto">
              <a:xfrm>
                <a:off x="1156" y="1842"/>
                <a:ext cx="318" cy="31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endParaRPr lang="en-US" altLang="zh-CN" sz="3600" dirty="0">
                  <a:solidFill>
                    <a:srgbClr val="000000"/>
                  </a:solidFill>
                </a:endParaRPr>
              </a:p>
            </p:txBody>
          </p:sp>
          <p:sp>
            <p:nvSpPr>
              <p:cNvPr id="27" name="Oval 6"/>
              <p:cNvSpPr>
                <a:spLocks noChangeArrowheads="1"/>
              </p:cNvSpPr>
              <p:nvPr/>
            </p:nvSpPr>
            <p:spPr bwMode="auto">
              <a:xfrm>
                <a:off x="1156" y="2568"/>
                <a:ext cx="318" cy="31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endParaRPr lang="en-US" altLang="zh-CN" sz="3600" dirty="0">
                  <a:solidFill>
                    <a:srgbClr val="000000"/>
                  </a:solidFill>
                </a:endParaRPr>
              </a:p>
            </p:txBody>
          </p:sp>
          <p:sp>
            <p:nvSpPr>
              <p:cNvPr id="28" name="Text Box 7"/>
              <p:cNvSpPr txBox="1">
                <a:spLocks noChangeArrowheads="1"/>
              </p:cNvSpPr>
              <p:nvPr/>
            </p:nvSpPr>
            <p:spPr bwMode="auto">
              <a:xfrm>
                <a:off x="521" y="2251"/>
                <a:ext cx="227"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3600">
                    <a:solidFill>
                      <a:srgbClr val="000000"/>
                    </a:solidFill>
                  </a:rPr>
                  <a:t>E</a:t>
                </a:r>
                <a:endParaRPr lang="en-US" altLang="zh-CN" sz="3600">
                  <a:solidFill>
                    <a:srgbClr val="000000"/>
                  </a:solidFill>
                </a:endParaRPr>
              </a:p>
            </p:txBody>
          </p:sp>
          <p:sp>
            <p:nvSpPr>
              <p:cNvPr id="29" name="Line 8"/>
              <p:cNvSpPr>
                <a:spLocks noChangeShapeType="1"/>
              </p:cNvSpPr>
              <p:nvPr/>
            </p:nvSpPr>
            <p:spPr bwMode="auto">
              <a:xfrm flipV="1">
                <a:off x="703" y="2024"/>
                <a:ext cx="453" cy="317"/>
              </a:xfrm>
              <a:prstGeom prst="line">
                <a:avLst/>
              </a:prstGeom>
              <a:noFill/>
              <a:ln w="571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6000"/>
              </a:p>
            </p:txBody>
          </p:sp>
          <p:sp>
            <p:nvSpPr>
              <p:cNvPr id="30" name="Line 9"/>
              <p:cNvSpPr>
                <a:spLocks noChangeShapeType="1"/>
              </p:cNvSpPr>
              <p:nvPr/>
            </p:nvSpPr>
            <p:spPr bwMode="auto">
              <a:xfrm>
                <a:off x="703" y="2341"/>
                <a:ext cx="453" cy="318"/>
              </a:xfrm>
              <a:prstGeom prst="line">
                <a:avLst/>
              </a:prstGeom>
              <a:noFill/>
              <a:ln w="571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6000"/>
              </a:p>
            </p:txBody>
          </p:sp>
          <p:sp>
            <p:nvSpPr>
              <p:cNvPr id="31" name="Text Box 10"/>
              <p:cNvSpPr txBox="1">
                <a:spLocks noChangeArrowheads="1"/>
              </p:cNvSpPr>
              <p:nvPr/>
            </p:nvSpPr>
            <p:spPr bwMode="auto">
              <a:xfrm>
                <a:off x="725" y="2673"/>
                <a:ext cx="227"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3600" dirty="0">
                    <a:solidFill>
                      <a:srgbClr val="000000"/>
                    </a:solidFill>
                    <a:latin typeface="微软雅黑" panose="020B0503020204020204" pitchFamily="34" charset="-122"/>
                    <a:ea typeface="微软雅黑" panose="020B0503020204020204" pitchFamily="34" charset="-122"/>
                  </a:rPr>
                  <a:t>异</a:t>
                </a:r>
                <a:endParaRPr lang="zh-CN" altLang="en-US" sz="3600" dirty="0">
                  <a:solidFill>
                    <a:srgbClr val="000000"/>
                  </a:solidFill>
                  <a:latin typeface="微软雅黑" panose="020B0503020204020204" pitchFamily="34" charset="-122"/>
                  <a:ea typeface="微软雅黑" panose="020B0503020204020204" pitchFamily="34" charset="-122"/>
                </a:endParaRPr>
              </a:p>
            </p:txBody>
          </p:sp>
        </p:grpSp>
        <mc:AlternateContent xmlns:mc="http://schemas.openxmlformats.org/markup-compatibility/2006">
          <mc:Choice xmlns:a14="http://schemas.microsoft.com/office/drawing/2010/main" Requires="a14">
            <p:sp>
              <p:nvSpPr>
                <p:cNvPr id="23" name="Rectangle 22"/>
                <p:cNvSpPr/>
                <p:nvPr/>
              </p:nvSpPr>
              <p:spPr>
                <a:xfrm>
                  <a:off x="5793826" y="6692025"/>
                  <a:ext cx="1143133" cy="923330"/>
                </a:xfrm>
                <a:prstGeom prst="rect">
                  <a:avLst/>
                </a:prstGeom>
              </p:spPr>
              <p:txBody>
                <a:bodyPr wrap="none">
                  <a:spAutoFit/>
                </a:bodyPr>
                <a:lstStyle/>
                <a:p>
                  <a:pPr hangingPunct="1">
                    <a:spcBef>
                      <a:spcPct val="0"/>
                    </a:spcBef>
                  </a:pPr>
                  <a14:m>
                    <m:oMathPara xmlns:m="http://schemas.openxmlformats.org/officeDocument/2006/math">
                      <m:oMathParaPr>
                        <m:jc m:val="centerGroup"/>
                      </m:oMathParaPr>
                      <m:oMath xmlns:m="http://schemas.openxmlformats.org/officeDocument/2006/math">
                        <m:sSub>
                          <m:sSubPr>
                            <m:ctrlPr>
                              <a:rPr lang="en-US" altLang="zh-CN" sz="5400" i="1" smtClean="0">
                                <a:solidFill>
                                  <a:schemeClr val="bg1"/>
                                </a:solidFill>
                                <a:latin typeface="Cambria Math" panose="02040503050406030204" pitchFamily="18" charset="0"/>
                              </a:rPr>
                            </m:ctrlPr>
                          </m:sSubPr>
                          <m:e>
                            <m:r>
                              <a:rPr lang="en-US" altLang="zh-CN" sz="5400" i="1" smtClean="0">
                                <a:solidFill>
                                  <a:schemeClr val="bg1"/>
                                </a:solidFill>
                                <a:latin typeface="Cambria Math" panose="02040503050406030204" pitchFamily="18" charset="0"/>
                              </a:rPr>
                              <m:t>𝑪</m:t>
                            </m:r>
                          </m:e>
                          <m:sub>
                            <m:r>
                              <a:rPr lang="en-US" altLang="zh-CN" sz="5400" b="1" i="1" smtClean="0">
                                <a:solidFill>
                                  <a:schemeClr val="bg1"/>
                                </a:solidFill>
                                <a:latin typeface="Cambria Math" panose="02040503050406030204" pitchFamily="18" charset="0"/>
                              </a:rPr>
                              <m:t>𝟏</m:t>
                            </m:r>
                          </m:sub>
                        </m:sSub>
                      </m:oMath>
                    </m:oMathPara>
                  </a14:m>
                  <a:endParaRPr lang="en-US" altLang="zh-CN" sz="5400" dirty="0">
                    <a:solidFill>
                      <a:schemeClr val="bg1"/>
                    </a:solidFill>
                  </a:endParaRPr>
                </a:p>
              </p:txBody>
            </p:sp>
          </mc:Choice>
          <mc:Fallback>
            <p:sp>
              <p:nvSpPr>
                <p:cNvPr id="23" name="Rectangle 22"/>
                <p:cNvSpPr>
                  <a:spLocks noRot="1" noChangeAspect="1" noMove="1" noResize="1" noEditPoints="1" noAdjustHandles="1" noChangeArrowheads="1" noChangeShapeType="1" noTextEdit="1"/>
                </p:cNvSpPr>
                <p:nvPr/>
              </p:nvSpPr>
              <p:spPr>
                <a:xfrm>
                  <a:off x="5793826" y="6692025"/>
                  <a:ext cx="1143133" cy="923330"/>
                </a:xfrm>
                <a:prstGeom prst="rect">
                  <a:avLst/>
                </a:prstGeom>
                <a:blipFill rotWithShape="1">
                  <a:blip r:embed="rId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5" name="Rectangle 24"/>
                <p:cNvSpPr/>
                <p:nvPr/>
              </p:nvSpPr>
              <p:spPr>
                <a:xfrm>
                  <a:off x="5831470" y="8904682"/>
                  <a:ext cx="1143133" cy="923330"/>
                </a:xfrm>
                <a:prstGeom prst="rect">
                  <a:avLst/>
                </a:prstGeom>
              </p:spPr>
              <p:txBody>
                <a:bodyPr wrap="none">
                  <a:spAutoFit/>
                </a:bodyPr>
                <a:lstStyle/>
                <a:p>
                  <a:pPr hangingPunct="1">
                    <a:spcBef>
                      <a:spcPct val="0"/>
                    </a:spcBef>
                  </a:pPr>
                  <a14:m>
                    <m:oMathPara xmlns:m="http://schemas.openxmlformats.org/officeDocument/2006/math">
                      <m:oMathParaPr>
                        <m:jc m:val="centerGroup"/>
                      </m:oMathParaPr>
                      <m:oMath xmlns:m="http://schemas.openxmlformats.org/officeDocument/2006/math">
                        <m:sSub>
                          <m:sSubPr>
                            <m:ctrlPr>
                              <a:rPr lang="en-US" altLang="zh-CN" sz="5400" i="1" smtClean="0">
                                <a:solidFill>
                                  <a:schemeClr val="bg1"/>
                                </a:solidFill>
                                <a:latin typeface="Cambria Math" panose="02040503050406030204" pitchFamily="18" charset="0"/>
                              </a:rPr>
                            </m:ctrlPr>
                          </m:sSubPr>
                          <m:e>
                            <m:r>
                              <a:rPr lang="en-US" altLang="zh-CN" sz="5400" i="1" smtClean="0">
                                <a:solidFill>
                                  <a:schemeClr val="bg1"/>
                                </a:solidFill>
                                <a:latin typeface="Cambria Math" panose="02040503050406030204" pitchFamily="18" charset="0"/>
                              </a:rPr>
                              <m:t>𝑪</m:t>
                            </m:r>
                          </m:e>
                          <m:sub>
                            <m:r>
                              <a:rPr lang="en-US" altLang="zh-CN" sz="5400" b="1" i="1" smtClean="0">
                                <a:solidFill>
                                  <a:schemeClr val="bg1"/>
                                </a:solidFill>
                                <a:latin typeface="Cambria Math" panose="02040503050406030204" pitchFamily="18" charset="0"/>
                              </a:rPr>
                              <m:t>𝟐</m:t>
                            </m:r>
                          </m:sub>
                        </m:sSub>
                      </m:oMath>
                    </m:oMathPara>
                  </a14:m>
                  <a:endParaRPr lang="en-US" altLang="zh-CN" sz="5400" dirty="0">
                    <a:solidFill>
                      <a:schemeClr val="bg1"/>
                    </a:solidFill>
                  </a:endParaRPr>
                </a:p>
              </p:txBody>
            </p:sp>
          </mc:Choice>
          <mc:Fallback>
            <p:sp>
              <p:nvSpPr>
                <p:cNvPr id="25" name="Rectangle 24"/>
                <p:cNvSpPr>
                  <a:spLocks noRot="1" noChangeAspect="1" noMove="1" noResize="1" noEditPoints="1" noAdjustHandles="1" noChangeArrowheads="1" noChangeShapeType="1" noTextEdit="1"/>
                </p:cNvSpPr>
                <p:nvPr/>
              </p:nvSpPr>
              <p:spPr>
                <a:xfrm>
                  <a:off x="5831470" y="8904682"/>
                  <a:ext cx="1143133" cy="923330"/>
                </a:xfrm>
                <a:prstGeom prst="rect">
                  <a:avLst/>
                </a:prstGeom>
                <a:blipFill rotWithShape="1">
                  <a:blip r:embed="rId3"/>
                </a:blipFill>
              </p:spPr>
              <p:txBody>
                <a:bodyPr/>
                <a:lstStyle/>
                <a:p>
                  <a:r>
                    <a:rPr lang="zh-CN" altLang="en-US">
                      <a:noFill/>
                    </a:rPr>
                    <a:t> </a:t>
                  </a:r>
                </a:p>
              </p:txBody>
            </p:sp>
          </mc:Fallback>
        </mc:AlternateContent>
      </p:grpSp>
      <p:pic>
        <p:nvPicPr>
          <p:cNvPr id="3" name="Audio 2">
            <a:hlinkClick r:id="" action="ppaction://media"/>
          </p:cNvPr>
          <p:cNvPicPr>
            <a:picLocks noChangeAspect="1"/>
          </p:cNvPicPr>
          <p:nvPr>
            <a:audioFile r:link="rId4"/>
            <p:extLst>
              <p:ext uri="{DAA4B4D4-6D71-4841-9C94-3DE7FCFB9230}">
                <p14:media xmlns:p14="http://schemas.microsoft.com/office/powerpoint/2010/main" r:link="rId5"/>
              </p:ext>
            </p:extLst>
          </p:nvPr>
        </p:nvPicPr>
        <p:blipFill>
          <a:blip r:embed="rId6"/>
          <a:stretch>
            <a:fillRect/>
          </a:stretch>
        </p:blipFill>
        <p:spPr>
          <a:xfrm>
            <a:off x="23863300" y="13195300"/>
            <a:ext cx="304800" cy="304800"/>
          </a:xfrm>
          <a:prstGeom prst="rect">
            <a:avLst/>
          </a:prstGeom>
        </p:spPr>
      </p:pic>
    </p:spTree>
    <p:custDataLst>
      <p:tags r:id="rId7"/>
    </p:custDataLst>
  </p:cSld>
  <p:clrMapOvr>
    <a:masterClrMapping/>
  </p:clrMapOvr>
  <p:transition spd="med" advTm="80077"/>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因果图</a:t>
            </a:r>
            <a:endParaRPr lang="zh-CN" altLang="en-US" dirty="0"/>
          </a:p>
        </p:txBody>
      </p:sp>
      <mc:AlternateContent xmlns:mc="http://schemas.openxmlformats.org/markup-compatibility/2006">
        <mc:Choice xmlns:a14="http://schemas.microsoft.com/office/drawing/2010/main" Requires="a14">
          <p:sp>
            <p:nvSpPr>
              <p:cNvPr id="20" name="Rectangle 3"/>
              <p:cNvSpPr txBox="1">
                <a:spLocks noChangeArrowheads="1"/>
              </p:cNvSpPr>
              <p:nvPr/>
            </p:nvSpPr>
            <p:spPr>
              <a:xfrm>
                <a:off x="2737970" y="2121761"/>
                <a:ext cx="19830482" cy="3031395"/>
              </a:xfrm>
              <a:prstGeom prst="rect">
                <a:avLst/>
              </a:prstGeom>
              <a:ln w="12700">
                <a:miter lim="400000"/>
              </a:ln>
            </p:spPr>
            <p:txBody>
              <a:bodyPr lIns="50800" tIns="50800" rIns="50800" bIns="50800" anchor="ctr">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en-US" altLang="zh-CN" sz="4800" b="1" dirty="0"/>
                  <a:t>O</a:t>
                </a:r>
                <a:r>
                  <a:rPr lang="zh-CN" altLang="en-US" sz="4800" b="1" dirty="0"/>
                  <a:t>约束（唯一）：</a:t>
                </a:r>
                <a:r>
                  <a:rPr lang="en-US" altLang="zh-CN" sz="4800" b="1" dirty="0"/>
                  <a:t> </a:t>
                </a:r>
                <a14:m>
                  <m:oMath xmlns:m="http://schemas.openxmlformats.org/officeDocument/2006/math">
                    <m:sSub>
                      <m:sSubPr>
                        <m:ctrlPr>
                          <a:rPr lang="en-US" altLang="zh-CN" sz="4800" b="1" i="1">
                            <a:latin typeface="Cambria Math" panose="02040503050406030204" pitchFamily="18" charset="0"/>
                          </a:rPr>
                        </m:ctrlPr>
                      </m:sSubPr>
                      <m:e>
                        <m:r>
                          <a:rPr lang="en-US" altLang="zh-CN" sz="4800" b="1" i="1">
                            <a:latin typeface="Cambria Math" panose="02040503050406030204" pitchFamily="18" charset="0"/>
                          </a:rPr>
                          <m:t>𝑪</m:t>
                        </m:r>
                      </m:e>
                      <m:sub>
                        <m:r>
                          <a:rPr lang="en-US" altLang="zh-CN" sz="4800" b="1" i="1">
                            <a:latin typeface="Cambria Math" panose="02040503050406030204" pitchFamily="18" charset="0"/>
                          </a:rPr>
                          <m:t>𝟏</m:t>
                        </m:r>
                      </m:sub>
                    </m:sSub>
                  </m:oMath>
                </a14:m>
                <a:r>
                  <a:rPr lang="zh-CN" altLang="en-US" sz="4800" b="1" dirty="0"/>
                  <a:t>、</a:t>
                </a:r>
                <a14:m>
                  <m:oMath xmlns:m="http://schemas.openxmlformats.org/officeDocument/2006/math">
                    <m:sSub>
                      <m:sSubPr>
                        <m:ctrlPr>
                          <a:rPr lang="en-US" altLang="zh-CN" sz="4800" b="1" i="1">
                            <a:latin typeface="Cambria Math" panose="02040503050406030204" pitchFamily="18" charset="0"/>
                          </a:rPr>
                        </m:ctrlPr>
                      </m:sSubPr>
                      <m:e>
                        <m:r>
                          <a:rPr lang="en-US" altLang="zh-CN" sz="4800" b="1" i="1">
                            <a:latin typeface="Cambria Math" panose="02040503050406030204" pitchFamily="18" charset="0"/>
                          </a:rPr>
                          <m:t>𝑪</m:t>
                        </m:r>
                      </m:e>
                      <m:sub>
                        <m:r>
                          <a:rPr lang="en-US" altLang="zh-CN" sz="4800" b="1" i="1">
                            <a:latin typeface="Cambria Math" panose="02040503050406030204" pitchFamily="18" charset="0"/>
                          </a:rPr>
                          <m:t>𝟐</m:t>
                        </m:r>
                      </m:sub>
                    </m:sSub>
                  </m:oMath>
                </a14:m>
                <a:r>
                  <a:rPr lang="zh-CN" altLang="en-US" sz="4800" b="1" dirty="0"/>
                  <a:t>中</a:t>
                </a:r>
                <a:r>
                  <a:rPr lang="zh-CN" altLang="en-US" sz="4800" b="1" dirty="0">
                    <a:solidFill>
                      <a:schemeClr val="accent5">
                        <a:lumMod val="75000"/>
                      </a:schemeClr>
                    </a:solidFill>
                  </a:rPr>
                  <a:t>有且只有</a:t>
                </a:r>
                <a:r>
                  <a:rPr lang="zh-CN" altLang="en-US" sz="4800" b="1" dirty="0"/>
                  <a:t>一个为</a:t>
                </a:r>
                <a:r>
                  <a:rPr lang="en-US" altLang="zh-CN" sz="4800" b="1" dirty="0"/>
                  <a:t>1</a:t>
                </a:r>
                <a:endParaRPr lang="zh-CN" altLang="en-US" sz="4800" dirty="0"/>
              </a:p>
            </p:txBody>
          </p:sp>
        </mc:Choice>
        <mc:Fallback>
          <p:sp>
            <p:nvSpPr>
              <p:cNvPr id="20" name="Rectangle 3"/>
              <p:cNvSpPr txBox="1">
                <a:spLocks noRot="1" noChangeAspect="1" noMove="1" noResize="1" noEditPoints="1" noAdjustHandles="1" noChangeArrowheads="1" noChangeShapeType="1" noTextEdit="1"/>
              </p:cNvSpPr>
              <p:nvPr/>
            </p:nvSpPr>
            <p:spPr>
              <a:xfrm>
                <a:off x="2737970" y="2121761"/>
                <a:ext cx="19830482" cy="3031395"/>
              </a:xfrm>
              <a:prstGeom prst="rect">
                <a:avLst/>
              </a:prstGeom>
              <a:blipFill rotWithShape="1">
                <a:blip r:embed="rId1"/>
                <a:stretch>
                  <a:fillRect l="-2" t="-7" r="3" b="4"/>
                </a:stretch>
              </a:blipFill>
              <a:ln w="12700">
                <a:miter lim="400000"/>
              </a:ln>
            </p:spPr>
            <p:txBody>
              <a:bodyPr/>
              <a:lstStyle/>
              <a:p>
                <a:r>
                  <a:rPr lang="zh-CN" altLang="en-US">
                    <a:noFill/>
                  </a:rPr>
                  <a:t> </a:t>
                </a:r>
              </a:p>
            </p:txBody>
          </p:sp>
        </mc:Fallback>
      </mc:AlternateContent>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01</a:t>
            </a:r>
            <a:endParaRPr dirty="0"/>
          </a:p>
        </p:txBody>
      </p:sp>
      <p:sp>
        <p:nvSpPr>
          <p:cNvPr id="16" name="Oval 5"/>
          <p:cNvSpPr>
            <a:spLocks noChangeArrowheads="1"/>
          </p:cNvSpPr>
          <p:nvPr/>
        </p:nvSpPr>
        <p:spPr bwMode="auto">
          <a:xfrm>
            <a:off x="16105245" y="5882902"/>
            <a:ext cx="1009650" cy="100965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endParaRPr lang="en-US" altLang="zh-CN" sz="3600" dirty="0">
              <a:solidFill>
                <a:srgbClr val="000000"/>
              </a:solidFill>
            </a:endParaRPr>
          </a:p>
        </p:txBody>
      </p:sp>
      <p:sp>
        <p:nvSpPr>
          <p:cNvPr id="17" name="Oval 6"/>
          <p:cNvSpPr>
            <a:spLocks noChangeArrowheads="1"/>
          </p:cNvSpPr>
          <p:nvPr/>
        </p:nvSpPr>
        <p:spPr bwMode="auto">
          <a:xfrm>
            <a:off x="16105245" y="8187951"/>
            <a:ext cx="1009650" cy="100965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endParaRPr lang="en-US" altLang="zh-CN" sz="3600" dirty="0">
              <a:solidFill>
                <a:srgbClr val="000000"/>
              </a:solidFill>
            </a:endParaRPr>
          </a:p>
        </p:txBody>
      </p:sp>
      <p:sp>
        <p:nvSpPr>
          <p:cNvPr id="23" name="Text Box 7"/>
          <p:cNvSpPr txBox="1">
            <a:spLocks noChangeArrowheads="1"/>
          </p:cNvSpPr>
          <p:nvPr/>
        </p:nvSpPr>
        <p:spPr bwMode="auto">
          <a:xfrm>
            <a:off x="14089119" y="7181477"/>
            <a:ext cx="720725"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3600" dirty="0">
                <a:solidFill>
                  <a:srgbClr val="000000"/>
                </a:solidFill>
              </a:rPr>
              <a:t>O</a:t>
            </a:r>
            <a:endParaRPr lang="en-US" altLang="zh-CN" sz="3600" dirty="0">
              <a:solidFill>
                <a:srgbClr val="000000"/>
              </a:solidFill>
            </a:endParaRPr>
          </a:p>
        </p:txBody>
      </p:sp>
      <p:sp>
        <p:nvSpPr>
          <p:cNvPr id="25" name="Line 8"/>
          <p:cNvSpPr>
            <a:spLocks noChangeShapeType="1"/>
          </p:cNvSpPr>
          <p:nvPr/>
        </p:nvSpPr>
        <p:spPr bwMode="auto">
          <a:xfrm flipV="1">
            <a:off x="14666969" y="6460752"/>
            <a:ext cx="1438275" cy="1006475"/>
          </a:xfrm>
          <a:prstGeom prst="line">
            <a:avLst/>
          </a:prstGeom>
          <a:noFill/>
          <a:ln w="571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6000"/>
          </a:p>
        </p:txBody>
      </p:sp>
      <p:sp>
        <p:nvSpPr>
          <p:cNvPr id="26" name="Line 9"/>
          <p:cNvSpPr>
            <a:spLocks noChangeShapeType="1"/>
          </p:cNvSpPr>
          <p:nvPr/>
        </p:nvSpPr>
        <p:spPr bwMode="auto">
          <a:xfrm>
            <a:off x="14666969" y="7467227"/>
            <a:ext cx="1438275" cy="1009650"/>
          </a:xfrm>
          <a:prstGeom prst="line">
            <a:avLst/>
          </a:prstGeom>
          <a:noFill/>
          <a:ln w="571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6000"/>
          </a:p>
        </p:txBody>
      </p:sp>
      <p:sp>
        <p:nvSpPr>
          <p:cNvPr id="27" name="Text Box 10"/>
          <p:cNvSpPr txBox="1">
            <a:spLocks noChangeArrowheads="1"/>
          </p:cNvSpPr>
          <p:nvPr/>
        </p:nvSpPr>
        <p:spPr bwMode="auto">
          <a:xfrm>
            <a:off x="14666969" y="8598132"/>
            <a:ext cx="1257300"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3600" dirty="0">
                <a:solidFill>
                  <a:srgbClr val="000000"/>
                </a:solidFill>
                <a:latin typeface="微软雅黑" panose="020B0503020204020204" pitchFamily="34" charset="-122"/>
                <a:ea typeface="微软雅黑" panose="020B0503020204020204" pitchFamily="34" charset="-122"/>
              </a:rPr>
              <a:t>唯一</a:t>
            </a:r>
            <a:endParaRPr lang="zh-CN" altLang="en-US" sz="3600" dirty="0">
              <a:solidFill>
                <a:srgbClr val="000000"/>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28" name="Rectangle 27"/>
              <p:cNvSpPr/>
              <p:nvPr/>
            </p:nvSpPr>
            <p:spPr>
              <a:xfrm>
                <a:off x="16125174" y="7323062"/>
                <a:ext cx="1143133" cy="923330"/>
              </a:xfrm>
              <a:prstGeom prst="rect">
                <a:avLst/>
              </a:prstGeom>
            </p:spPr>
            <p:txBody>
              <a:bodyPr wrap="none">
                <a:spAutoFit/>
              </a:bodyPr>
              <a:lstStyle/>
              <a:p>
                <a:pPr hangingPunct="1">
                  <a:spcBef>
                    <a:spcPct val="0"/>
                  </a:spcBef>
                </a:pPr>
                <a14:m>
                  <m:oMathPara xmlns:m="http://schemas.openxmlformats.org/officeDocument/2006/math">
                    <m:oMathParaPr>
                      <m:jc m:val="centerGroup"/>
                    </m:oMathParaPr>
                    <m:oMath xmlns:m="http://schemas.openxmlformats.org/officeDocument/2006/math">
                      <m:sSub>
                        <m:sSubPr>
                          <m:ctrlPr>
                            <a:rPr lang="en-US" altLang="zh-CN" sz="5400" i="1" smtClean="0">
                              <a:solidFill>
                                <a:schemeClr val="bg1"/>
                              </a:solidFill>
                              <a:latin typeface="Cambria Math" panose="02040503050406030204" pitchFamily="18" charset="0"/>
                            </a:rPr>
                          </m:ctrlPr>
                        </m:sSubPr>
                        <m:e>
                          <m:r>
                            <a:rPr lang="en-US" altLang="zh-CN" sz="5400" i="1" smtClean="0">
                              <a:solidFill>
                                <a:schemeClr val="bg1"/>
                              </a:solidFill>
                              <a:latin typeface="Cambria Math" panose="02040503050406030204" pitchFamily="18" charset="0"/>
                            </a:rPr>
                            <m:t>𝑪</m:t>
                          </m:r>
                        </m:e>
                        <m:sub>
                          <m:r>
                            <a:rPr lang="en-US" altLang="zh-CN" sz="5400" b="1" i="1" smtClean="0">
                              <a:solidFill>
                                <a:schemeClr val="bg1"/>
                              </a:solidFill>
                              <a:latin typeface="Cambria Math" panose="02040503050406030204" pitchFamily="18" charset="0"/>
                            </a:rPr>
                            <m:t>𝟏</m:t>
                          </m:r>
                        </m:sub>
                      </m:sSub>
                    </m:oMath>
                  </m:oMathPara>
                </a14:m>
                <a:endParaRPr lang="en-US" altLang="zh-CN" sz="5400" dirty="0">
                  <a:solidFill>
                    <a:schemeClr val="bg1"/>
                  </a:solidFill>
                </a:endParaRPr>
              </a:p>
            </p:txBody>
          </p:sp>
        </mc:Choice>
        <mc:Fallback>
          <p:sp>
            <p:nvSpPr>
              <p:cNvPr id="28" name="Rectangle 27"/>
              <p:cNvSpPr>
                <a:spLocks noRot="1" noChangeAspect="1" noMove="1" noResize="1" noEditPoints="1" noAdjustHandles="1" noChangeArrowheads="1" noChangeShapeType="1" noTextEdit="1"/>
              </p:cNvSpPr>
              <p:nvPr/>
            </p:nvSpPr>
            <p:spPr>
              <a:xfrm>
                <a:off x="16125174" y="7323062"/>
                <a:ext cx="1143133" cy="923330"/>
              </a:xfrm>
              <a:prstGeom prst="rect">
                <a:avLst/>
              </a:prstGeom>
              <a:blipFill rotWithShape="1">
                <a:blip r:embed="rId2"/>
                <a:stretch>
                  <a:fillRect l="-54" t="-26" r="-12933" b="3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9" name="Rectangle 28"/>
              <p:cNvSpPr/>
              <p:nvPr/>
            </p:nvSpPr>
            <p:spPr>
              <a:xfrm>
                <a:off x="16162818" y="9535719"/>
                <a:ext cx="1143133" cy="923330"/>
              </a:xfrm>
              <a:prstGeom prst="rect">
                <a:avLst/>
              </a:prstGeom>
            </p:spPr>
            <p:txBody>
              <a:bodyPr wrap="none">
                <a:spAutoFit/>
              </a:bodyPr>
              <a:lstStyle/>
              <a:p>
                <a:pPr hangingPunct="1">
                  <a:spcBef>
                    <a:spcPct val="0"/>
                  </a:spcBef>
                </a:pPr>
                <a14:m>
                  <m:oMathPara xmlns:m="http://schemas.openxmlformats.org/officeDocument/2006/math">
                    <m:oMathParaPr>
                      <m:jc m:val="centerGroup"/>
                    </m:oMathParaPr>
                    <m:oMath xmlns:m="http://schemas.openxmlformats.org/officeDocument/2006/math">
                      <m:sSub>
                        <m:sSubPr>
                          <m:ctrlPr>
                            <a:rPr lang="en-US" altLang="zh-CN" sz="5400" i="1" smtClean="0">
                              <a:solidFill>
                                <a:schemeClr val="bg1"/>
                              </a:solidFill>
                              <a:latin typeface="Cambria Math" panose="02040503050406030204" pitchFamily="18" charset="0"/>
                            </a:rPr>
                          </m:ctrlPr>
                        </m:sSubPr>
                        <m:e>
                          <m:r>
                            <a:rPr lang="en-US" altLang="zh-CN" sz="5400" i="1" smtClean="0">
                              <a:solidFill>
                                <a:schemeClr val="bg1"/>
                              </a:solidFill>
                              <a:latin typeface="Cambria Math" panose="02040503050406030204" pitchFamily="18" charset="0"/>
                            </a:rPr>
                            <m:t>𝑪</m:t>
                          </m:r>
                        </m:e>
                        <m:sub>
                          <m:r>
                            <a:rPr lang="en-US" altLang="zh-CN" sz="5400" b="1" i="1" smtClean="0">
                              <a:solidFill>
                                <a:schemeClr val="bg1"/>
                              </a:solidFill>
                              <a:latin typeface="Cambria Math" panose="02040503050406030204" pitchFamily="18" charset="0"/>
                            </a:rPr>
                            <m:t>𝟐</m:t>
                          </m:r>
                        </m:sub>
                      </m:sSub>
                    </m:oMath>
                  </m:oMathPara>
                </a14:m>
                <a:endParaRPr lang="en-US" altLang="zh-CN" sz="5400" dirty="0">
                  <a:solidFill>
                    <a:schemeClr val="bg1"/>
                  </a:solidFill>
                </a:endParaRPr>
              </a:p>
            </p:txBody>
          </p:sp>
        </mc:Choice>
        <mc:Fallback>
          <p:sp>
            <p:nvSpPr>
              <p:cNvPr id="29" name="Rectangle 28"/>
              <p:cNvSpPr>
                <a:spLocks noRot="1" noChangeAspect="1" noMove="1" noResize="1" noEditPoints="1" noAdjustHandles="1" noChangeArrowheads="1" noChangeShapeType="1" noTextEdit="1"/>
              </p:cNvSpPr>
              <p:nvPr/>
            </p:nvSpPr>
            <p:spPr>
              <a:xfrm>
                <a:off x="16162818" y="9535719"/>
                <a:ext cx="1143133" cy="923330"/>
              </a:xfrm>
              <a:prstGeom prst="rect">
                <a:avLst/>
              </a:prstGeom>
              <a:blipFill rotWithShape="1">
                <a:blip r:embed="rId3"/>
                <a:stretch>
                  <a:fillRect l="-14" t="-61" r="-12973" b="65"/>
                </a:stretch>
              </a:blipFill>
            </p:spPr>
            <p:txBody>
              <a:bodyPr/>
              <a:lstStyle/>
              <a:p>
                <a:r>
                  <a:rPr lang="zh-CN" altLang="en-US">
                    <a:noFill/>
                  </a:rPr>
                  <a:t> </a:t>
                </a:r>
              </a:p>
            </p:txBody>
          </p:sp>
        </mc:Fallback>
      </mc:AlternateContent>
      <p:sp>
        <p:nvSpPr>
          <p:cNvPr id="31" name="Text Box 7"/>
          <p:cNvSpPr txBox="1">
            <a:spLocks noChangeArrowheads="1"/>
          </p:cNvSpPr>
          <p:nvPr/>
        </p:nvSpPr>
        <p:spPr bwMode="auto">
          <a:xfrm>
            <a:off x="9134796" y="7110652"/>
            <a:ext cx="720725"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3600" dirty="0">
                <a:solidFill>
                  <a:srgbClr val="000000"/>
                </a:solidFill>
              </a:rPr>
              <a:t>I</a:t>
            </a:r>
            <a:endParaRPr lang="en-US" altLang="zh-CN" sz="3600" dirty="0">
              <a:solidFill>
                <a:srgbClr val="000000"/>
              </a:solidFill>
            </a:endParaRPr>
          </a:p>
        </p:txBody>
      </p:sp>
      <p:sp>
        <p:nvSpPr>
          <p:cNvPr id="32" name="Line 8"/>
          <p:cNvSpPr>
            <a:spLocks noChangeShapeType="1"/>
          </p:cNvSpPr>
          <p:nvPr/>
        </p:nvSpPr>
        <p:spPr bwMode="auto">
          <a:xfrm flipH="1" flipV="1">
            <a:off x="7756371" y="6459863"/>
            <a:ext cx="1245180" cy="867904"/>
          </a:xfrm>
          <a:prstGeom prst="line">
            <a:avLst/>
          </a:prstGeom>
          <a:noFill/>
          <a:ln w="571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6000"/>
          </a:p>
        </p:txBody>
      </p:sp>
      <p:sp>
        <p:nvSpPr>
          <p:cNvPr id="33" name="Line 9"/>
          <p:cNvSpPr>
            <a:spLocks noChangeShapeType="1"/>
          </p:cNvSpPr>
          <p:nvPr/>
        </p:nvSpPr>
        <p:spPr bwMode="auto">
          <a:xfrm flipH="1">
            <a:off x="7712705" y="7483419"/>
            <a:ext cx="1332513" cy="1163273"/>
          </a:xfrm>
          <a:prstGeom prst="line">
            <a:avLst/>
          </a:prstGeom>
          <a:noFill/>
          <a:ln w="571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6000"/>
          </a:p>
        </p:txBody>
      </p:sp>
      <p:sp>
        <p:nvSpPr>
          <p:cNvPr id="34" name="Text Box 10"/>
          <p:cNvSpPr txBox="1">
            <a:spLocks noChangeArrowheads="1"/>
          </p:cNvSpPr>
          <p:nvPr/>
        </p:nvSpPr>
        <p:spPr bwMode="auto">
          <a:xfrm>
            <a:off x="8756393" y="8596138"/>
            <a:ext cx="720725"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3600" dirty="0">
                <a:solidFill>
                  <a:srgbClr val="000000"/>
                </a:solidFill>
                <a:latin typeface="微软雅黑" panose="020B0503020204020204" pitchFamily="34" charset="-122"/>
                <a:ea typeface="微软雅黑" panose="020B0503020204020204" pitchFamily="34" charset="-122"/>
              </a:rPr>
              <a:t>或</a:t>
            </a:r>
            <a:endParaRPr lang="zh-CN" altLang="en-US" sz="3600" dirty="0">
              <a:solidFill>
                <a:srgbClr val="000000"/>
              </a:solidFill>
              <a:latin typeface="微软雅黑" panose="020B0503020204020204" pitchFamily="34" charset="-122"/>
              <a:ea typeface="微软雅黑" panose="020B0503020204020204" pitchFamily="34" charset="-122"/>
            </a:endParaRPr>
          </a:p>
        </p:txBody>
      </p:sp>
      <p:grpSp>
        <p:nvGrpSpPr>
          <p:cNvPr id="41" name="Group 40"/>
          <p:cNvGrpSpPr/>
          <p:nvPr/>
        </p:nvGrpSpPr>
        <p:grpSpPr>
          <a:xfrm>
            <a:off x="4665425" y="5926062"/>
            <a:ext cx="3216832" cy="3314699"/>
            <a:chOff x="3757771" y="6648865"/>
            <a:chExt cx="3216832" cy="3314699"/>
          </a:xfrm>
        </p:grpSpPr>
        <p:grpSp>
          <p:nvGrpSpPr>
            <p:cNvPr id="42" name="Group 4"/>
            <p:cNvGrpSpPr/>
            <p:nvPr/>
          </p:nvGrpSpPr>
          <p:grpSpPr bwMode="auto">
            <a:xfrm>
              <a:off x="3757771" y="6648865"/>
              <a:ext cx="3025776" cy="3314699"/>
              <a:chOff x="521" y="1842"/>
              <a:chExt cx="953" cy="1044"/>
            </a:xfrm>
          </p:grpSpPr>
          <p:sp>
            <p:nvSpPr>
              <p:cNvPr id="45" name="Oval 5"/>
              <p:cNvSpPr>
                <a:spLocks noChangeArrowheads="1"/>
              </p:cNvSpPr>
              <p:nvPr/>
            </p:nvSpPr>
            <p:spPr bwMode="auto">
              <a:xfrm>
                <a:off x="1156" y="1842"/>
                <a:ext cx="318" cy="31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endParaRPr lang="en-US" altLang="zh-CN" sz="3600" dirty="0">
                  <a:solidFill>
                    <a:srgbClr val="000000"/>
                  </a:solidFill>
                </a:endParaRPr>
              </a:p>
            </p:txBody>
          </p:sp>
          <p:sp>
            <p:nvSpPr>
              <p:cNvPr id="46" name="Oval 6"/>
              <p:cNvSpPr>
                <a:spLocks noChangeArrowheads="1"/>
              </p:cNvSpPr>
              <p:nvPr/>
            </p:nvSpPr>
            <p:spPr bwMode="auto">
              <a:xfrm>
                <a:off x="1156" y="2568"/>
                <a:ext cx="318" cy="31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endParaRPr lang="en-US" altLang="zh-CN" sz="3600" dirty="0">
                  <a:solidFill>
                    <a:srgbClr val="000000"/>
                  </a:solidFill>
                </a:endParaRPr>
              </a:p>
            </p:txBody>
          </p:sp>
          <p:sp>
            <p:nvSpPr>
              <p:cNvPr id="47" name="Text Box 7"/>
              <p:cNvSpPr txBox="1">
                <a:spLocks noChangeArrowheads="1"/>
              </p:cNvSpPr>
              <p:nvPr/>
            </p:nvSpPr>
            <p:spPr bwMode="auto">
              <a:xfrm>
                <a:off x="521" y="2251"/>
                <a:ext cx="227"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3600">
                    <a:solidFill>
                      <a:srgbClr val="000000"/>
                    </a:solidFill>
                  </a:rPr>
                  <a:t>E</a:t>
                </a:r>
                <a:endParaRPr lang="en-US" altLang="zh-CN" sz="3600">
                  <a:solidFill>
                    <a:srgbClr val="000000"/>
                  </a:solidFill>
                </a:endParaRPr>
              </a:p>
            </p:txBody>
          </p:sp>
          <p:sp>
            <p:nvSpPr>
              <p:cNvPr id="48" name="Line 8"/>
              <p:cNvSpPr>
                <a:spLocks noChangeShapeType="1"/>
              </p:cNvSpPr>
              <p:nvPr/>
            </p:nvSpPr>
            <p:spPr bwMode="auto">
              <a:xfrm flipV="1">
                <a:off x="703" y="2024"/>
                <a:ext cx="453" cy="317"/>
              </a:xfrm>
              <a:prstGeom prst="line">
                <a:avLst/>
              </a:prstGeom>
              <a:noFill/>
              <a:ln w="571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6000"/>
              </a:p>
            </p:txBody>
          </p:sp>
          <p:sp>
            <p:nvSpPr>
              <p:cNvPr id="49" name="Line 9"/>
              <p:cNvSpPr>
                <a:spLocks noChangeShapeType="1"/>
              </p:cNvSpPr>
              <p:nvPr/>
            </p:nvSpPr>
            <p:spPr bwMode="auto">
              <a:xfrm>
                <a:off x="703" y="2341"/>
                <a:ext cx="453" cy="318"/>
              </a:xfrm>
              <a:prstGeom prst="line">
                <a:avLst/>
              </a:prstGeom>
              <a:noFill/>
              <a:ln w="571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6000"/>
              </a:p>
            </p:txBody>
          </p:sp>
          <p:sp>
            <p:nvSpPr>
              <p:cNvPr id="50" name="Text Box 10"/>
              <p:cNvSpPr txBox="1">
                <a:spLocks noChangeArrowheads="1"/>
              </p:cNvSpPr>
              <p:nvPr/>
            </p:nvSpPr>
            <p:spPr bwMode="auto">
              <a:xfrm>
                <a:off x="717" y="2682"/>
                <a:ext cx="227"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3600" dirty="0">
                    <a:solidFill>
                      <a:srgbClr val="000000"/>
                    </a:solidFill>
                    <a:latin typeface="微软雅黑" panose="020B0503020204020204" pitchFamily="34" charset="-122"/>
                    <a:ea typeface="微软雅黑" panose="020B0503020204020204" pitchFamily="34" charset="-122"/>
                  </a:rPr>
                  <a:t>异</a:t>
                </a:r>
                <a:endParaRPr lang="zh-CN" altLang="en-US" sz="3600" dirty="0">
                  <a:solidFill>
                    <a:srgbClr val="000000"/>
                  </a:solidFill>
                  <a:latin typeface="微软雅黑" panose="020B0503020204020204" pitchFamily="34" charset="-122"/>
                  <a:ea typeface="微软雅黑" panose="020B0503020204020204" pitchFamily="34" charset="-122"/>
                </a:endParaRPr>
              </a:p>
            </p:txBody>
          </p:sp>
        </p:grpSp>
        <mc:AlternateContent xmlns:mc="http://schemas.openxmlformats.org/markup-compatibility/2006">
          <mc:Choice xmlns:a14="http://schemas.microsoft.com/office/drawing/2010/main" Requires="a14">
            <p:sp>
              <p:nvSpPr>
                <p:cNvPr id="43" name="Rectangle 42"/>
                <p:cNvSpPr/>
                <p:nvPr/>
              </p:nvSpPr>
              <p:spPr>
                <a:xfrm>
                  <a:off x="5793826" y="6692025"/>
                  <a:ext cx="1143133" cy="923330"/>
                </a:xfrm>
                <a:prstGeom prst="rect">
                  <a:avLst/>
                </a:prstGeom>
              </p:spPr>
              <p:txBody>
                <a:bodyPr wrap="none">
                  <a:spAutoFit/>
                </a:bodyPr>
                <a:lstStyle/>
                <a:p>
                  <a:pPr hangingPunct="1">
                    <a:spcBef>
                      <a:spcPct val="0"/>
                    </a:spcBef>
                  </a:pPr>
                  <a14:m>
                    <m:oMathPara xmlns:m="http://schemas.openxmlformats.org/officeDocument/2006/math">
                      <m:oMathParaPr>
                        <m:jc m:val="centerGroup"/>
                      </m:oMathParaPr>
                      <m:oMath xmlns:m="http://schemas.openxmlformats.org/officeDocument/2006/math">
                        <m:sSub>
                          <m:sSubPr>
                            <m:ctrlPr>
                              <a:rPr lang="en-US" altLang="zh-CN" sz="5400" i="1" smtClean="0">
                                <a:solidFill>
                                  <a:schemeClr val="bg1"/>
                                </a:solidFill>
                                <a:latin typeface="Cambria Math" panose="02040503050406030204" pitchFamily="18" charset="0"/>
                              </a:rPr>
                            </m:ctrlPr>
                          </m:sSubPr>
                          <m:e>
                            <m:r>
                              <a:rPr lang="en-US" altLang="zh-CN" sz="5400" i="1" smtClean="0">
                                <a:solidFill>
                                  <a:schemeClr val="bg1"/>
                                </a:solidFill>
                                <a:latin typeface="Cambria Math" panose="02040503050406030204" pitchFamily="18" charset="0"/>
                              </a:rPr>
                              <m:t>𝑪</m:t>
                            </m:r>
                          </m:e>
                          <m:sub>
                            <m:r>
                              <a:rPr lang="en-US" altLang="zh-CN" sz="5400" b="1" i="1" smtClean="0">
                                <a:solidFill>
                                  <a:schemeClr val="bg1"/>
                                </a:solidFill>
                                <a:latin typeface="Cambria Math" panose="02040503050406030204" pitchFamily="18" charset="0"/>
                              </a:rPr>
                              <m:t>𝟏</m:t>
                            </m:r>
                          </m:sub>
                        </m:sSub>
                      </m:oMath>
                    </m:oMathPara>
                  </a14:m>
                  <a:endParaRPr lang="en-US" altLang="zh-CN" sz="5400" dirty="0">
                    <a:solidFill>
                      <a:schemeClr val="bg1"/>
                    </a:solidFill>
                  </a:endParaRPr>
                </a:p>
              </p:txBody>
            </p:sp>
          </mc:Choice>
          <mc:Fallback>
            <p:sp>
              <p:nvSpPr>
                <p:cNvPr id="43" name="Rectangle 42"/>
                <p:cNvSpPr>
                  <a:spLocks noRot="1" noChangeAspect="1" noMove="1" noResize="1" noEditPoints="1" noAdjustHandles="1" noChangeArrowheads="1" noChangeShapeType="1" noTextEdit="1"/>
                </p:cNvSpPr>
                <p:nvPr/>
              </p:nvSpPr>
              <p:spPr>
                <a:xfrm>
                  <a:off x="5793826" y="6692025"/>
                  <a:ext cx="1143133" cy="923330"/>
                </a:xfrm>
                <a:prstGeom prst="rect">
                  <a:avLst/>
                </a:prstGeom>
                <a:blipFill rotWithShape="1">
                  <a:blip r:embed="rId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4" name="Rectangle 43"/>
                <p:cNvSpPr/>
                <p:nvPr/>
              </p:nvSpPr>
              <p:spPr>
                <a:xfrm>
                  <a:off x="5831470" y="8904682"/>
                  <a:ext cx="1143133" cy="923330"/>
                </a:xfrm>
                <a:prstGeom prst="rect">
                  <a:avLst/>
                </a:prstGeom>
              </p:spPr>
              <p:txBody>
                <a:bodyPr wrap="none">
                  <a:spAutoFit/>
                </a:bodyPr>
                <a:lstStyle/>
                <a:p>
                  <a:pPr hangingPunct="1">
                    <a:spcBef>
                      <a:spcPct val="0"/>
                    </a:spcBef>
                  </a:pPr>
                  <a14:m>
                    <m:oMathPara xmlns:m="http://schemas.openxmlformats.org/officeDocument/2006/math">
                      <m:oMathParaPr>
                        <m:jc m:val="centerGroup"/>
                      </m:oMathParaPr>
                      <m:oMath xmlns:m="http://schemas.openxmlformats.org/officeDocument/2006/math">
                        <m:sSub>
                          <m:sSubPr>
                            <m:ctrlPr>
                              <a:rPr lang="en-US" altLang="zh-CN" sz="5400" i="1" smtClean="0">
                                <a:solidFill>
                                  <a:schemeClr val="bg1"/>
                                </a:solidFill>
                                <a:latin typeface="Cambria Math" panose="02040503050406030204" pitchFamily="18" charset="0"/>
                              </a:rPr>
                            </m:ctrlPr>
                          </m:sSubPr>
                          <m:e>
                            <m:r>
                              <a:rPr lang="en-US" altLang="zh-CN" sz="5400" i="1" smtClean="0">
                                <a:solidFill>
                                  <a:schemeClr val="bg1"/>
                                </a:solidFill>
                                <a:latin typeface="Cambria Math" panose="02040503050406030204" pitchFamily="18" charset="0"/>
                              </a:rPr>
                              <m:t>𝑪</m:t>
                            </m:r>
                          </m:e>
                          <m:sub>
                            <m:r>
                              <a:rPr lang="en-US" altLang="zh-CN" sz="5400" b="1" i="1" smtClean="0">
                                <a:solidFill>
                                  <a:schemeClr val="bg1"/>
                                </a:solidFill>
                                <a:latin typeface="Cambria Math" panose="02040503050406030204" pitchFamily="18" charset="0"/>
                              </a:rPr>
                              <m:t>𝟐</m:t>
                            </m:r>
                          </m:sub>
                        </m:sSub>
                      </m:oMath>
                    </m:oMathPara>
                  </a14:m>
                  <a:endParaRPr lang="en-US" altLang="zh-CN" sz="5400" dirty="0">
                    <a:solidFill>
                      <a:schemeClr val="bg1"/>
                    </a:solidFill>
                  </a:endParaRPr>
                </a:p>
              </p:txBody>
            </p:sp>
          </mc:Choice>
          <mc:Fallback>
            <p:sp>
              <p:nvSpPr>
                <p:cNvPr id="44" name="Rectangle 43"/>
                <p:cNvSpPr>
                  <a:spLocks noRot="1" noChangeAspect="1" noMove="1" noResize="1" noEditPoints="1" noAdjustHandles="1" noChangeArrowheads="1" noChangeShapeType="1" noTextEdit="1"/>
                </p:cNvSpPr>
                <p:nvPr/>
              </p:nvSpPr>
              <p:spPr>
                <a:xfrm>
                  <a:off x="5831470" y="8904682"/>
                  <a:ext cx="1143133" cy="923330"/>
                </a:xfrm>
                <a:prstGeom prst="rect">
                  <a:avLst/>
                </a:prstGeom>
                <a:blipFill rotWithShape="1">
                  <a:blip r:embed="rId3"/>
                </a:blipFill>
              </p:spPr>
              <p:txBody>
                <a:bodyPr/>
                <a:lstStyle/>
                <a:p>
                  <a:r>
                    <a:rPr lang="zh-CN" altLang="en-US">
                      <a:noFill/>
                    </a:rPr>
                    <a:t> </a:t>
                  </a:r>
                </a:p>
              </p:txBody>
            </p:sp>
          </mc:Fallback>
        </mc:AlternateContent>
      </p:grpSp>
      <p:sp>
        <p:nvSpPr>
          <p:cNvPr id="3" name="Arrow: Left-Right 2"/>
          <p:cNvSpPr/>
          <p:nvPr/>
        </p:nvSpPr>
        <p:spPr>
          <a:xfrm>
            <a:off x="10993874" y="7023182"/>
            <a:ext cx="2025364" cy="822640"/>
          </a:xfrm>
          <a:prstGeom prst="leftRightArrow">
            <a:avLst/>
          </a:prstGeom>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pic>
        <p:nvPicPr>
          <p:cNvPr id="4" name="Audio 3">
            <a:hlinkClick r:id="" action="ppaction://media"/>
          </p:cNvPr>
          <p:cNvPicPr>
            <a:picLocks noChangeAspect="1"/>
          </p:cNvPicPr>
          <p:nvPr>
            <a:audioFile r:link="rId4"/>
            <p:extLst>
              <p:ext uri="{DAA4B4D4-6D71-4841-9C94-3DE7FCFB9230}">
                <p14:media xmlns:p14="http://schemas.microsoft.com/office/powerpoint/2010/main" r:link="rId5"/>
              </p:ext>
            </p:extLst>
          </p:nvPr>
        </p:nvPicPr>
        <p:blipFill>
          <a:blip r:embed="rId6"/>
          <a:stretch>
            <a:fillRect/>
          </a:stretch>
        </p:blipFill>
        <p:spPr>
          <a:xfrm>
            <a:off x="23863300" y="13195300"/>
            <a:ext cx="304800" cy="304800"/>
          </a:xfrm>
          <a:prstGeom prst="rect">
            <a:avLst/>
          </a:prstGeom>
        </p:spPr>
      </p:pic>
    </p:spTree>
    <p:custDataLst>
      <p:tags r:id="rId7"/>
    </p:custDataLst>
  </p:cSld>
  <p:clrMapOvr>
    <a:masterClrMapping/>
  </p:clrMapOvr>
  <p:transition spd="med" advTm="5492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因果图</a:t>
            </a:r>
            <a:endParaRPr lang="zh-CN" altLang="en-US" dirty="0"/>
          </a:p>
        </p:txBody>
      </p:sp>
      <mc:AlternateContent xmlns:mc="http://schemas.openxmlformats.org/markup-compatibility/2006">
        <mc:Choice xmlns:a14="http://schemas.microsoft.com/office/drawing/2010/main" Requires="a14">
          <p:sp>
            <p:nvSpPr>
              <p:cNvPr id="20" name="Rectangle 3"/>
              <p:cNvSpPr txBox="1">
                <a:spLocks noChangeArrowheads="1"/>
              </p:cNvSpPr>
              <p:nvPr/>
            </p:nvSpPr>
            <p:spPr>
              <a:xfrm>
                <a:off x="2737970" y="2831400"/>
                <a:ext cx="19830482" cy="3031395"/>
              </a:xfrm>
              <a:prstGeom prst="rect">
                <a:avLst/>
              </a:prstGeom>
              <a:ln w="12700">
                <a:miter lim="400000"/>
              </a:ln>
            </p:spPr>
            <p:txBody>
              <a:bodyPr lIns="50800" tIns="50800" rIns="50800" bIns="50800" anchor="ctr">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en-US" altLang="zh-CN" sz="4800" b="1" dirty="0"/>
                  <a:t>R</a:t>
                </a:r>
                <a:r>
                  <a:rPr lang="zh-CN" altLang="en-US" sz="4800" b="1" dirty="0"/>
                  <a:t>约束（要求）：</a:t>
                </a:r>
                <a:r>
                  <a:rPr lang="en-US" altLang="zh-CN" sz="4800" b="1" dirty="0"/>
                  <a:t> </a:t>
                </a:r>
                <a14:m>
                  <m:oMath xmlns:m="http://schemas.openxmlformats.org/officeDocument/2006/math">
                    <m:sSub>
                      <m:sSubPr>
                        <m:ctrlPr>
                          <a:rPr lang="en-US" altLang="zh-CN" sz="4800" b="1" i="1">
                            <a:latin typeface="Cambria Math" panose="02040503050406030204" pitchFamily="18" charset="0"/>
                          </a:rPr>
                        </m:ctrlPr>
                      </m:sSubPr>
                      <m:e>
                        <m:r>
                          <a:rPr lang="en-US" altLang="zh-CN" sz="4800" b="1" i="1">
                            <a:latin typeface="Cambria Math" panose="02040503050406030204" pitchFamily="18" charset="0"/>
                          </a:rPr>
                          <m:t>𝑪</m:t>
                        </m:r>
                      </m:e>
                      <m:sub>
                        <m:r>
                          <a:rPr lang="en-US" altLang="zh-CN" sz="4800" b="1" i="1">
                            <a:latin typeface="Cambria Math" panose="02040503050406030204" pitchFamily="18" charset="0"/>
                          </a:rPr>
                          <m:t>𝟏</m:t>
                        </m:r>
                      </m:sub>
                    </m:sSub>
                  </m:oMath>
                </a14:m>
                <a:r>
                  <a:rPr lang="zh-CN" altLang="en-US" sz="4800" b="1" dirty="0"/>
                  <a:t>为</a:t>
                </a:r>
                <a:r>
                  <a:rPr lang="en-US" altLang="zh-CN" sz="4800" b="1" dirty="0"/>
                  <a:t>1</a:t>
                </a:r>
                <a:r>
                  <a:rPr lang="zh-CN" altLang="en-US" sz="4800" b="1" dirty="0"/>
                  <a:t>时，</a:t>
                </a:r>
                <a14:m>
                  <m:oMath xmlns:m="http://schemas.openxmlformats.org/officeDocument/2006/math">
                    <m:sSub>
                      <m:sSubPr>
                        <m:ctrlPr>
                          <a:rPr lang="en-US" altLang="zh-CN" sz="4800" b="1" i="1">
                            <a:latin typeface="Cambria Math" panose="02040503050406030204" pitchFamily="18" charset="0"/>
                          </a:rPr>
                        </m:ctrlPr>
                      </m:sSubPr>
                      <m:e>
                        <m:r>
                          <a:rPr lang="en-US" altLang="zh-CN" sz="4800" b="1" i="1">
                            <a:latin typeface="Cambria Math" panose="02040503050406030204" pitchFamily="18" charset="0"/>
                          </a:rPr>
                          <m:t>𝑪</m:t>
                        </m:r>
                      </m:e>
                      <m:sub>
                        <m:r>
                          <a:rPr lang="en-US" altLang="zh-CN" sz="4800" b="1" i="1">
                            <a:latin typeface="Cambria Math" panose="02040503050406030204" pitchFamily="18" charset="0"/>
                          </a:rPr>
                          <m:t>𝟐</m:t>
                        </m:r>
                      </m:sub>
                    </m:sSub>
                  </m:oMath>
                </a14:m>
                <a:r>
                  <a:rPr lang="zh-CN" altLang="en-US" sz="4800" b="1" dirty="0"/>
                  <a:t>必须为</a:t>
                </a:r>
                <a:r>
                  <a:rPr lang="en-US" altLang="zh-CN" sz="4800" b="1" dirty="0"/>
                  <a:t>1</a:t>
                </a:r>
                <a:endParaRPr lang="zh-CN" altLang="en-US" sz="4800" b="1" dirty="0"/>
              </a:p>
              <a:p>
                <a:endParaRPr lang="zh-CN" altLang="en-US" sz="4800" dirty="0"/>
              </a:p>
            </p:txBody>
          </p:sp>
        </mc:Choice>
        <mc:Fallback>
          <p:sp>
            <p:nvSpPr>
              <p:cNvPr id="20" name="Rectangle 3"/>
              <p:cNvSpPr txBox="1">
                <a:spLocks noRot="1" noChangeAspect="1" noMove="1" noResize="1" noEditPoints="1" noAdjustHandles="1" noChangeArrowheads="1" noChangeShapeType="1" noTextEdit="1"/>
              </p:cNvSpPr>
              <p:nvPr/>
            </p:nvSpPr>
            <p:spPr>
              <a:xfrm>
                <a:off x="2737970" y="2831400"/>
                <a:ext cx="19830482" cy="3031395"/>
              </a:xfrm>
              <a:prstGeom prst="rect">
                <a:avLst/>
              </a:prstGeom>
              <a:blipFill rotWithShape="1">
                <a:blip r:embed="rId1"/>
                <a:stretch>
                  <a:fillRect l="-2" t="-19" r="3" b="16"/>
                </a:stretch>
              </a:blipFill>
              <a:ln w="12700">
                <a:miter lim="400000"/>
              </a:ln>
            </p:spPr>
            <p:txBody>
              <a:bodyPr/>
              <a:lstStyle/>
              <a:p>
                <a:r>
                  <a:rPr lang="zh-CN" altLang="en-US">
                    <a:noFill/>
                  </a:rPr>
                  <a:t> </a:t>
                </a:r>
              </a:p>
            </p:txBody>
          </p:sp>
        </mc:Fallback>
      </mc:AlternateContent>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01</a:t>
            </a:r>
            <a:endParaRPr dirty="0"/>
          </a:p>
        </p:txBody>
      </p:sp>
      <mc:AlternateContent xmlns:mc="http://schemas.openxmlformats.org/markup-compatibility/2006">
        <mc:Choice xmlns:a14="http://schemas.microsoft.com/office/drawing/2010/main" Requires="a14">
          <p:sp>
            <p:nvSpPr>
              <p:cNvPr id="24" name="Rectangle 3"/>
              <p:cNvSpPr txBox="1">
                <a:spLocks noChangeArrowheads="1"/>
              </p:cNvSpPr>
              <p:nvPr/>
            </p:nvSpPr>
            <p:spPr>
              <a:xfrm>
                <a:off x="8240486" y="4925365"/>
                <a:ext cx="8398161" cy="1647069"/>
              </a:xfrm>
              <a:prstGeom prst="rect">
                <a:avLst/>
              </a:prstGeom>
              <a:ln w="12700">
                <a:miter lim="400000"/>
              </a:ln>
            </p:spPr>
            <p:txBody>
              <a:bodyPr lIns="50800" tIns="50800" rIns="50800" bIns="50800" anchor="ctr">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pPr marL="0" indent="0">
                  <a:buNone/>
                </a:pPr>
                <a14:m>
                  <m:oMath xmlns:m="http://schemas.openxmlformats.org/officeDocument/2006/math">
                    <m:sSub>
                      <m:sSubPr>
                        <m:ctrlPr>
                          <a:rPr lang="en-US" altLang="zh-CN" sz="4800" b="1" i="1">
                            <a:solidFill>
                              <a:schemeClr val="accent5">
                                <a:lumMod val="75000"/>
                              </a:schemeClr>
                            </a:solidFill>
                            <a:latin typeface="Cambria Math" panose="02040503050406030204" pitchFamily="18" charset="0"/>
                          </a:rPr>
                        </m:ctrlPr>
                      </m:sSubPr>
                      <m:e>
                        <m:r>
                          <a:rPr lang="en-US" altLang="zh-CN" sz="4800" b="1">
                            <a:solidFill>
                              <a:schemeClr val="accent5">
                                <a:lumMod val="75000"/>
                              </a:schemeClr>
                            </a:solidFill>
                            <a:latin typeface="Cambria Math" panose="02040503050406030204" pitchFamily="18" charset="0"/>
                          </a:rPr>
                          <m:t>𝑪</m:t>
                        </m:r>
                      </m:e>
                      <m:sub>
                        <m:r>
                          <a:rPr lang="en-US" altLang="zh-CN" sz="4800" b="1">
                            <a:solidFill>
                              <a:schemeClr val="accent5">
                                <a:lumMod val="75000"/>
                              </a:schemeClr>
                            </a:solidFill>
                            <a:latin typeface="Cambria Math" panose="02040503050406030204" pitchFamily="18" charset="0"/>
                          </a:rPr>
                          <m:t>𝟏</m:t>
                        </m:r>
                      </m:sub>
                    </m:sSub>
                  </m:oMath>
                </a14:m>
                <a:r>
                  <a:rPr lang="zh-CN" altLang="en-US" sz="4800" b="1" dirty="0">
                    <a:solidFill>
                      <a:schemeClr val="accent5">
                        <a:lumMod val="75000"/>
                      </a:schemeClr>
                    </a:solidFill>
                  </a:rPr>
                  <a:t>出现，则</a:t>
                </a:r>
                <a14:m>
                  <m:oMath xmlns:m="http://schemas.openxmlformats.org/officeDocument/2006/math">
                    <m:sSub>
                      <m:sSubPr>
                        <m:ctrlPr>
                          <a:rPr lang="en-US" altLang="zh-CN" sz="4800" b="1" i="1">
                            <a:solidFill>
                              <a:schemeClr val="accent5">
                                <a:lumMod val="75000"/>
                              </a:schemeClr>
                            </a:solidFill>
                            <a:latin typeface="Cambria Math" panose="02040503050406030204" pitchFamily="18" charset="0"/>
                          </a:rPr>
                        </m:ctrlPr>
                      </m:sSubPr>
                      <m:e>
                        <m:r>
                          <a:rPr lang="en-US" altLang="zh-CN" sz="4800" b="1">
                            <a:solidFill>
                              <a:schemeClr val="accent5">
                                <a:lumMod val="75000"/>
                              </a:schemeClr>
                            </a:solidFill>
                            <a:latin typeface="Cambria Math" panose="02040503050406030204" pitchFamily="18" charset="0"/>
                          </a:rPr>
                          <m:t>𝑪</m:t>
                        </m:r>
                      </m:e>
                      <m:sub>
                        <m:r>
                          <a:rPr lang="en-US" altLang="zh-CN" sz="4800" b="1">
                            <a:solidFill>
                              <a:schemeClr val="accent5">
                                <a:lumMod val="75000"/>
                              </a:schemeClr>
                            </a:solidFill>
                            <a:latin typeface="Cambria Math" panose="02040503050406030204" pitchFamily="18" charset="0"/>
                          </a:rPr>
                          <m:t>𝟐</m:t>
                        </m:r>
                      </m:sub>
                    </m:sSub>
                  </m:oMath>
                </a14:m>
                <a:r>
                  <a:rPr lang="zh-CN" altLang="en-US" sz="4800" b="1" dirty="0">
                    <a:solidFill>
                      <a:schemeClr val="accent5">
                        <a:lumMod val="75000"/>
                      </a:schemeClr>
                    </a:solidFill>
                  </a:rPr>
                  <a:t>必同时出现</a:t>
                </a:r>
                <a:endParaRPr lang="zh-CN" altLang="en-US" sz="4800" dirty="0">
                  <a:solidFill>
                    <a:schemeClr val="accent5">
                      <a:lumMod val="75000"/>
                    </a:schemeClr>
                  </a:solidFill>
                </a:endParaRPr>
              </a:p>
            </p:txBody>
          </p:sp>
        </mc:Choice>
        <mc:Fallback>
          <p:sp>
            <p:nvSpPr>
              <p:cNvPr id="24" name="Rectangle 3"/>
              <p:cNvSpPr txBox="1">
                <a:spLocks noRot="1" noChangeAspect="1" noMove="1" noResize="1" noEditPoints="1" noAdjustHandles="1" noChangeArrowheads="1" noChangeShapeType="1" noTextEdit="1"/>
              </p:cNvSpPr>
              <p:nvPr/>
            </p:nvSpPr>
            <p:spPr>
              <a:xfrm>
                <a:off x="8240486" y="4925365"/>
                <a:ext cx="8398161" cy="1647069"/>
              </a:xfrm>
              <a:prstGeom prst="rect">
                <a:avLst/>
              </a:prstGeom>
              <a:blipFill rotWithShape="1">
                <a:blip r:embed="rId2"/>
                <a:stretch>
                  <a:fillRect l="-1" t="-19" r="4" b="11"/>
                </a:stretch>
              </a:blipFill>
              <a:ln w="12700">
                <a:miter lim="400000"/>
              </a:ln>
            </p:spPr>
            <p:txBody>
              <a:bodyPr/>
              <a:lstStyle/>
              <a:p>
                <a:r>
                  <a:rPr lang="zh-CN" altLang="en-US">
                    <a:noFill/>
                  </a:rPr>
                  <a:t> </a:t>
                </a:r>
              </a:p>
            </p:txBody>
          </p:sp>
        </mc:Fallback>
      </mc:AlternateContent>
      <p:sp>
        <p:nvSpPr>
          <p:cNvPr id="18" name="Text Box 31"/>
          <p:cNvSpPr txBox="1">
            <a:spLocks noChangeArrowheads="1"/>
          </p:cNvSpPr>
          <p:nvPr/>
        </p:nvSpPr>
        <p:spPr bwMode="auto">
          <a:xfrm>
            <a:off x="10777463" y="8152080"/>
            <a:ext cx="720725"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3600" dirty="0">
                <a:solidFill>
                  <a:srgbClr val="000000"/>
                </a:solidFill>
              </a:rPr>
              <a:t>R</a:t>
            </a:r>
            <a:endParaRPr lang="en-US" altLang="zh-CN" sz="3600" dirty="0">
              <a:solidFill>
                <a:srgbClr val="000000"/>
              </a:solidFill>
            </a:endParaRPr>
          </a:p>
        </p:txBody>
      </p:sp>
      <p:sp>
        <p:nvSpPr>
          <p:cNvPr id="19" name="Text Box 32"/>
          <p:cNvSpPr txBox="1">
            <a:spLocks noChangeArrowheads="1"/>
          </p:cNvSpPr>
          <p:nvPr/>
        </p:nvSpPr>
        <p:spPr bwMode="auto">
          <a:xfrm>
            <a:off x="10723263" y="9556309"/>
            <a:ext cx="1441451"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3600" dirty="0">
                <a:solidFill>
                  <a:srgbClr val="000000"/>
                </a:solidFill>
                <a:latin typeface="微软雅黑" panose="020B0503020204020204" pitchFamily="34" charset="-122"/>
                <a:ea typeface="微软雅黑" panose="020B0503020204020204" pitchFamily="34" charset="-122"/>
              </a:rPr>
              <a:t>要求</a:t>
            </a:r>
            <a:endParaRPr lang="zh-CN" altLang="en-US" sz="3600" dirty="0">
              <a:solidFill>
                <a:srgbClr val="000000"/>
              </a:solidFill>
              <a:latin typeface="微软雅黑" panose="020B0503020204020204" pitchFamily="34" charset="-122"/>
              <a:ea typeface="微软雅黑" panose="020B0503020204020204" pitchFamily="34" charset="-122"/>
            </a:endParaRPr>
          </a:p>
        </p:txBody>
      </p:sp>
      <p:sp>
        <p:nvSpPr>
          <p:cNvPr id="21" name="Arc 33"/>
          <p:cNvSpPr/>
          <p:nvPr/>
        </p:nvSpPr>
        <p:spPr bwMode="auto">
          <a:xfrm rot="18617001" flipH="1">
            <a:off x="11156981" y="7822860"/>
            <a:ext cx="1648144" cy="1341943"/>
          </a:xfrm>
          <a:custGeom>
            <a:avLst/>
            <a:gdLst>
              <a:gd name="T0" fmla="*/ 0 w 22107"/>
              <a:gd name="T1" fmla="*/ 0 h 21600"/>
              <a:gd name="T2" fmla="*/ 0 w 22107"/>
              <a:gd name="T3" fmla="*/ 0 h 21600"/>
              <a:gd name="T4" fmla="*/ 0 w 22107"/>
              <a:gd name="T5" fmla="*/ 0 h 21600"/>
              <a:gd name="T6" fmla="*/ 0 60000 65536"/>
              <a:gd name="T7" fmla="*/ 0 60000 65536"/>
              <a:gd name="T8" fmla="*/ 0 60000 65536"/>
            </a:gdLst>
            <a:ahLst/>
            <a:cxnLst>
              <a:cxn ang="T6">
                <a:pos x="T0" y="T1"/>
              </a:cxn>
              <a:cxn ang="T7">
                <a:pos x="T2" y="T3"/>
              </a:cxn>
              <a:cxn ang="T8">
                <a:pos x="T4" y="T5"/>
              </a:cxn>
            </a:cxnLst>
            <a:rect l="0" t="0" r="r" b="b"/>
            <a:pathLst>
              <a:path w="22107" h="21600" fill="none" extrusionOk="0">
                <a:moveTo>
                  <a:pt x="-1" y="5"/>
                </a:moveTo>
                <a:cubicBezTo>
                  <a:pt x="168" y="1"/>
                  <a:pt x="337" y="0"/>
                  <a:pt x="507" y="0"/>
                </a:cubicBezTo>
                <a:cubicBezTo>
                  <a:pt x="12436" y="0"/>
                  <a:pt x="22107" y="9670"/>
                  <a:pt x="22107" y="21600"/>
                </a:cubicBezTo>
              </a:path>
              <a:path w="22107" h="21600" stroke="0" extrusionOk="0">
                <a:moveTo>
                  <a:pt x="-1" y="5"/>
                </a:moveTo>
                <a:cubicBezTo>
                  <a:pt x="168" y="1"/>
                  <a:pt x="337" y="0"/>
                  <a:pt x="507" y="0"/>
                </a:cubicBezTo>
                <a:cubicBezTo>
                  <a:pt x="12436" y="0"/>
                  <a:pt x="22107" y="9670"/>
                  <a:pt x="22107" y="21600"/>
                </a:cubicBezTo>
                <a:lnTo>
                  <a:pt x="507" y="21600"/>
                </a:lnTo>
                <a:lnTo>
                  <a:pt x="-1" y="5"/>
                </a:lnTo>
                <a:close/>
              </a:path>
            </a:pathLst>
          </a:custGeom>
          <a:noFill/>
          <a:ln w="57150">
            <a:solidFill>
              <a:schemeClr val="tx1"/>
            </a:solidFill>
            <a:prstDash val="dash"/>
            <a:round/>
            <a:headEnd type="none"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6000"/>
          </a:p>
        </p:txBody>
      </p:sp>
      <p:sp>
        <p:nvSpPr>
          <p:cNvPr id="35" name="Oval 5"/>
          <p:cNvSpPr>
            <a:spLocks noChangeArrowheads="1"/>
          </p:cNvSpPr>
          <p:nvPr/>
        </p:nvSpPr>
        <p:spPr bwMode="auto">
          <a:xfrm>
            <a:off x="12050435" y="6873385"/>
            <a:ext cx="1009650" cy="100965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endParaRPr lang="en-US" altLang="zh-CN" sz="3600" dirty="0">
              <a:solidFill>
                <a:srgbClr val="000000"/>
              </a:solidFill>
            </a:endParaRPr>
          </a:p>
        </p:txBody>
      </p:sp>
      <p:sp>
        <p:nvSpPr>
          <p:cNvPr id="36" name="Oval 6"/>
          <p:cNvSpPr>
            <a:spLocks noChangeArrowheads="1"/>
          </p:cNvSpPr>
          <p:nvPr/>
        </p:nvSpPr>
        <p:spPr bwMode="auto">
          <a:xfrm>
            <a:off x="12050435" y="9178434"/>
            <a:ext cx="1009650" cy="100965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endParaRPr lang="en-US" altLang="zh-CN" sz="3600" dirty="0">
              <a:solidFill>
                <a:srgbClr val="000000"/>
              </a:solidFill>
            </a:endParaRPr>
          </a:p>
        </p:txBody>
      </p:sp>
      <mc:AlternateContent xmlns:mc="http://schemas.openxmlformats.org/markup-compatibility/2006">
        <mc:Choice xmlns:a14="http://schemas.microsoft.com/office/drawing/2010/main" Requires="a14">
          <p:sp>
            <p:nvSpPr>
              <p:cNvPr id="37" name="Rectangle 36"/>
              <p:cNvSpPr/>
              <p:nvPr/>
            </p:nvSpPr>
            <p:spPr>
              <a:xfrm>
                <a:off x="12108007" y="6840149"/>
                <a:ext cx="1143133" cy="923330"/>
              </a:xfrm>
              <a:prstGeom prst="rect">
                <a:avLst/>
              </a:prstGeom>
            </p:spPr>
            <p:txBody>
              <a:bodyPr wrap="none">
                <a:spAutoFit/>
              </a:bodyPr>
              <a:lstStyle/>
              <a:p>
                <a:pPr hangingPunct="1">
                  <a:spcBef>
                    <a:spcPct val="0"/>
                  </a:spcBef>
                </a:pPr>
                <a14:m>
                  <m:oMathPara xmlns:m="http://schemas.openxmlformats.org/officeDocument/2006/math">
                    <m:oMathParaPr>
                      <m:jc m:val="centerGroup"/>
                    </m:oMathParaPr>
                    <m:oMath xmlns:m="http://schemas.openxmlformats.org/officeDocument/2006/math">
                      <m:sSub>
                        <m:sSubPr>
                          <m:ctrlPr>
                            <a:rPr lang="en-US" altLang="zh-CN" sz="5400" i="1" smtClean="0">
                              <a:solidFill>
                                <a:schemeClr val="bg1"/>
                              </a:solidFill>
                              <a:latin typeface="Cambria Math" panose="02040503050406030204" pitchFamily="18" charset="0"/>
                            </a:rPr>
                          </m:ctrlPr>
                        </m:sSubPr>
                        <m:e>
                          <m:r>
                            <a:rPr lang="en-US" altLang="zh-CN" sz="5400" i="1" smtClean="0">
                              <a:solidFill>
                                <a:schemeClr val="bg1"/>
                              </a:solidFill>
                              <a:latin typeface="Cambria Math" panose="02040503050406030204" pitchFamily="18" charset="0"/>
                            </a:rPr>
                            <m:t>𝑪</m:t>
                          </m:r>
                        </m:e>
                        <m:sub>
                          <m:r>
                            <a:rPr lang="en-US" altLang="zh-CN" sz="5400" b="1" i="1" smtClean="0">
                              <a:solidFill>
                                <a:schemeClr val="bg1"/>
                              </a:solidFill>
                              <a:latin typeface="Cambria Math" panose="02040503050406030204" pitchFamily="18" charset="0"/>
                            </a:rPr>
                            <m:t>𝟏</m:t>
                          </m:r>
                        </m:sub>
                      </m:sSub>
                    </m:oMath>
                  </m:oMathPara>
                </a14:m>
                <a:endParaRPr lang="en-US" altLang="zh-CN" sz="5400" dirty="0">
                  <a:solidFill>
                    <a:schemeClr val="bg1"/>
                  </a:solidFill>
                </a:endParaRPr>
              </a:p>
            </p:txBody>
          </p:sp>
        </mc:Choice>
        <mc:Fallback>
          <p:sp>
            <p:nvSpPr>
              <p:cNvPr id="37" name="Rectangle 36"/>
              <p:cNvSpPr>
                <a:spLocks noRot="1" noChangeAspect="1" noMove="1" noResize="1" noEditPoints="1" noAdjustHandles="1" noChangeArrowheads="1" noChangeShapeType="1" noTextEdit="1"/>
              </p:cNvSpPr>
              <p:nvPr/>
            </p:nvSpPr>
            <p:spPr>
              <a:xfrm>
                <a:off x="12108007" y="6840149"/>
                <a:ext cx="1143133" cy="923330"/>
              </a:xfrm>
              <a:prstGeom prst="rect">
                <a:avLst/>
              </a:prstGeom>
              <a:blipFill rotWithShape="1">
                <a:blip r:embed="rId3"/>
                <a:stretch>
                  <a:fillRect l="-40" t="-61" r="-12946" b="6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8" name="Rectangle 37"/>
              <p:cNvSpPr/>
              <p:nvPr/>
            </p:nvSpPr>
            <p:spPr>
              <a:xfrm>
                <a:off x="12108007" y="9129294"/>
                <a:ext cx="1143133" cy="923330"/>
              </a:xfrm>
              <a:prstGeom prst="rect">
                <a:avLst/>
              </a:prstGeom>
            </p:spPr>
            <p:txBody>
              <a:bodyPr wrap="none">
                <a:spAutoFit/>
              </a:bodyPr>
              <a:lstStyle/>
              <a:p>
                <a:pPr hangingPunct="1">
                  <a:spcBef>
                    <a:spcPct val="0"/>
                  </a:spcBef>
                </a:pPr>
                <a14:m>
                  <m:oMathPara xmlns:m="http://schemas.openxmlformats.org/officeDocument/2006/math">
                    <m:oMathParaPr>
                      <m:jc m:val="centerGroup"/>
                    </m:oMathParaPr>
                    <m:oMath xmlns:m="http://schemas.openxmlformats.org/officeDocument/2006/math">
                      <m:sSub>
                        <m:sSubPr>
                          <m:ctrlPr>
                            <a:rPr lang="en-US" altLang="zh-CN" sz="5400" i="1" smtClean="0">
                              <a:solidFill>
                                <a:schemeClr val="bg1"/>
                              </a:solidFill>
                              <a:latin typeface="Cambria Math" panose="02040503050406030204" pitchFamily="18" charset="0"/>
                            </a:rPr>
                          </m:ctrlPr>
                        </m:sSubPr>
                        <m:e>
                          <m:r>
                            <a:rPr lang="en-US" altLang="zh-CN" sz="5400" i="1" smtClean="0">
                              <a:solidFill>
                                <a:schemeClr val="bg1"/>
                              </a:solidFill>
                              <a:latin typeface="Cambria Math" panose="02040503050406030204" pitchFamily="18" charset="0"/>
                            </a:rPr>
                            <m:t>𝑪</m:t>
                          </m:r>
                        </m:e>
                        <m:sub>
                          <m:r>
                            <a:rPr lang="en-US" altLang="zh-CN" sz="5400" b="1" i="1" smtClean="0">
                              <a:solidFill>
                                <a:schemeClr val="bg1"/>
                              </a:solidFill>
                              <a:latin typeface="Cambria Math" panose="02040503050406030204" pitchFamily="18" charset="0"/>
                            </a:rPr>
                            <m:t>𝟐</m:t>
                          </m:r>
                        </m:sub>
                      </m:sSub>
                    </m:oMath>
                  </m:oMathPara>
                </a14:m>
                <a:endParaRPr lang="en-US" altLang="zh-CN" sz="5400" dirty="0">
                  <a:solidFill>
                    <a:schemeClr val="bg1"/>
                  </a:solidFill>
                </a:endParaRPr>
              </a:p>
            </p:txBody>
          </p:sp>
        </mc:Choice>
        <mc:Fallback>
          <p:sp>
            <p:nvSpPr>
              <p:cNvPr id="38" name="Rectangle 37"/>
              <p:cNvSpPr>
                <a:spLocks noRot="1" noChangeAspect="1" noMove="1" noResize="1" noEditPoints="1" noAdjustHandles="1" noChangeArrowheads="1" noChangeShapeType="1" noTextEdit="1"/>
              </p:cNvSpPr>
              <p:nvPr/>
            </p:nvSpPr>
            <p:spPr>
              <a:xfrm>
                <a:off x="12108007" y="9129294"/>
                <a:ext cx="1143133" cy="923330"/>
              </a:xfrm>
              <a:prstGeom prst="rect">
                <a:avLst/>
              </a:prstGeom>
              <a:blipFill rotWithShape="1">
                <a:blip r:embed="rId4"/>
                <a:stretch>
                  <a:fillRect l="-40" t="-58" r="-12946" b="62"/>
                </a:stretch>
              </a:blipFill>
            </p:spPr>
            <p:txBody>
              <a:bodyPr/>
              <a:lstStyle/>
              <a:p>
                <a:r>
                  <a:rPr lang="zh-CN" altLang="en-US">
                    <a:noFill/>
                  </a:rPr>
                  <a:t> </a:t>
                </a:r>
              </a:p>
            </p:txBody>
          </p:sp>
        </mc:Fallback>
      </mc:AlternateContent>
      <p:pic>
        <p:nvPicPr>
          <p:cNvPr id="3" name="Audio 2">
            <a:hlinkClick r:id="" action="ppaction://media"/>
          </p:cNvPr>
          <p:cNvPicPr>
            <a:picLocks noChangeAspect="1"/>
          </p:cNvPicPr>
          <p:nvPr>
            <a:audioFile r:link="rId5"/>
            <p:extLst>
              <p:ext uri="{DAA4B4D4-6D71-4841-9C94-3DE7FCFB9230}">
                <p14:media xmlns:p14="http://schemas.microsoft.com/office/powerpoint/2010/main" r:link="rId6"/>
              </p:ext>
            </p:extLst>
          </p:nvPr>
        </p:nvPicPr>
        <p:blipFill>
          <a:blip r:embed="rId7"/>
          <a:stretch>
            <a:fillRect/>
          </a:stretch>
        </p:blipFill>
        <p:spPr>
          <a:xfrm>
            <a:off x="23863300" y="13195300"/>
            <a:ext cx="304800" cy="304800"/>
          </a:xfrm>
          <a:prstGeom prst="rect">
            <a:avLst/>
          </a:prstGeom>
        </p:spPr>
      </p:pic>
    </p:spTree>
    <p:custDataLst>
      <p:tags r:id="rId8"/>
    </p:custDataLst>
  </p:cSld>
  <p:clrMapOvr>
    <a:masterClrMapping/>
  </p:clrMapOvr>
  <p:transition spd="med" advTm="114292"/>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因果图</a:t>
            </a:r>
            <a:endParaRPr lang="zh-CN" altLang="en-US" dirty="0"/>
          </a:p>
        </p:txBody>
      </p:sp>
      <p:sp>
        <p:nvSpPr>
          <p:cNvPr id="20" name="Rectangle 3"/>
          <p:cNvSpPr txBox="1">
            <a:spLocks noChangeArrowheads="1"/>
          </p:cNvSpPr>
          <p:nvPr/>
        </p:nvSpPr>
        <p:spPr>
          <a:xfrm>
            <a:off x="2702053" y="3185002"/>
            <a:ext cx="10037126" cy="1971984"/>
          </a:xfrm>
          <a:prstGeom prst="rect">
            <a:avLst/>
          </a:prstGeom>
          <a:ln w="12700">
            <a:miter lim="400000"/>
          </a:ln>
        </p:spPr>
        <p:txBody>
          <a:bodyPr lIns="50800" tIns="50800" rIns="50800" bIns="50800" anchor="ctr">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dirty="0"/>
              <a:t>结果与结果之间的关系</a:t>
            </a:r>
            <a:endParaRPr lang="en-US" altLang="zh-CN" sz="4800" dirty="0"/>
          </a:p>
          <a:p>
            <a:pPr lvl="2"/>
            <a:r>
              <a:rPr lang="zh-CN" altLang="en-US" sz="4800" dirty="0"/>
              <a:t>屏蔽（</a:t>
            </a:r>
            <a:r>
              <a:rPr lang="en-US" altLang="zh-CN" sz="4800" dirty="0"/>
              <a:t>M</a:t>
            </a:r>
            <a:r>
              <a:rPr lang="zh-CN" altLang="en-US" sz="4800" dirty="0"/>
              <a:t>约束）</a:t>
            </a:r>
            <a:endParaRPr lang="en-US" altLang="zh-CN" sz="4800" dirty="0"/>
          </a:p>
        </p:txBody>
      </p:sp>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01</a:t>
            </a:r>
            <a:endParaRPr dirty="0"/>
          </a:p>
        </p:txBody>
      </p:sp>
      <p:sp>
        <p:nvSpPr>
          <p:cNvPr id="19" name="TextBox 18"/>
          <p:cNvSpPr txBox="1"/>
          <p:nvPr/>
        </p:nvSpPr>
        <p:spPr>
          <a:xfrm>
            <a:off x="12343822" y="3185002"/>
            <a:ext cx="1333698" cy="84125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r>
              <a:rPr lang="zh-CN" altLang="en-US" sz="4800" dirty="0">
                <a:latin typeface="微软雅黑" panose="020B0503020204020204" pitchFamily="34" charset="-122"/>
                <a:ea typeface="微软雅黑" panose="020B0503020204020204" pitchFamily="34" charset="-122"/>
              </a:rPr>
              <a:t>原因</a:t>
            </a:r>
            <a:endParaRPr kumimoji="0" lang="zh-CN" altLang="en-US" sz="4800" b="1"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a:endParaRPr>
          </a:p>
        </p:txBody>
      </p:sp>
      <p:sp>
        <p:nvSpPr>
          <p:cNvPr id="21" name="Arrow: Down 20"/>
          <p:cNvSpPr/>
          <p:nvPr/>
        </p:nvSpPr>
        <p:spPr>
          <a:xfrm>
            <a:off x="12593228" y="4616802"/>
            <a:ext cx="834887" cy="887896"/>
          </a:xfrm>
          <a:prstGeom prst="downArrow">
            <a:avLst/>
          </a:prstGeom>
          <a:ln>
            <a:solidFill>
              <a:srgbClr val="FF0000"/>
            </a:solidFill>
          </a:ln>
        </p:spPr>
        <p:style>
          <a:lnRef idx="2">
            <a:schemeClr val="accent5"/>
          </a:lnRef>
          <a:fillRef idx="1">
            <a:schemeClr val="lt1"/>
          </a:fillRef>
          <a:effectRef idx="0">
            <a:schemeClr val="accent5"/>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22" name="TextBox 21"/>
          <p:cNvSpPr txBox="1"/>
          <p:nvPr/>
        </p:nvSpPr>
        <p:spPr>
          <a:xfrm>
            <a:off x="16776508" y="3185002"/>
            <a:ext cx="1333698" cy="84125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r>
              <a:rPr kumimoji="0" lang="zh-CN" altLang="en-US" sz="4800" b="1"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a:rPr>
              <a:t>结果</a:t>
            </a:r>
            <a:endParaRPr kumimoji="0" lang="zh-CN" altLang="en-US" sz="4800" b="1"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a:endParaRPr>
          </a:p>
        </p:txBody>
      </p:sp>
      <p:sp>
        <p:nvSpPr>
          <p:cNvPr id="23" name="Arrow: Down 22"/>
          <p:cNvSpPr/>
          <p:nvPr/>
        </p:nvSpPr>
        <p:spPr>
          <a:xfrm>
            <a:off x="17131930" y="4572197"/>
            <a:ext cx="834887" cy="887896"/>
          </a:xfrm>
          <a:prstGeom prst="downArrow">
            <a:avLst/>
          </a:prstGeom>
          <a:ln>
            <a:solidFill>
              <a:srgbClr val="7030A0"/>
            </a:solidFill>
          </a:ln>
        </p:spPr>
        <p:style>
          <a:lnRef idx="2">
            <a:schemeClr val="accent5"/>
          </a:lnRef>
          <a:fillRef idx="1">
            <a:schemeClr val="lt1"/>
          </a:fillRef>
          <a:effectRef idx="0">
            <a:schemeClr val="accent5"/>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pic>
        <p:nvPicPr>
          <p:cNvPr id="3" name="Audio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63300" y="13195300"/>
            <a:ext cx="304800" cy="304800"/>
          </a:xfrm>
          <a:prstGeom prst="rect">
            <a:avLst/>
          </a:prstGeom>
        </p:spPr>
      </p:pic>
      <p:pic>
        <p:nvPicPr>
          <p:cNvPr id="11" name="Picture 10"/>
          <p:cNvPicPr>
            <a:picLocks noChangeAspect="1"/>
          </p:cNvPicPr>
          <p:nvPr/>
        </p:nvPicPr>
        <p:blipFill>
          <a:blip r:embed="rId4"/>
          <a:stretch>
            <a:fillRect/>
          </a:stretch>
        </p:blipFill>
        <p:spPr>
          <a:xfrm>
            <a:off x="11059705" y="5754788"/>
            <a:ext cx="7115273" cy="5103712"/>
          </a:xfrm>
          <a:prstGeom prst="rect">
            <a:avLst/>
          </a:prstGeom>
        </p:spPr>
      </p:pic>
    </p:spTree>
    <p:custDataLst>
      <p:tags r:id="rId5"/>
    </p:custDataLst>
  </p:cSld>
  <p:clrMapOvr>
    <a:masterClrMapping/>
  </p:clrMapOvr>
  <p:transition spd="med" advTm="57107"/>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因果图</a:t>
            </a:r>
            <a:endParaRPr lang="zh-CN" altLang="en-US" dirty="0"/>
          </a:p>
        </p:txBody>
      </p:sp>
      <mc:AlternateContent xmlns:mc="http://schemas.openxmlformats.org/markup-compatibility/2006">
        <mc:Choice xmlns:a14="http://schemas.microsoft.com/office/drawing/2010/main" Requires="a14">
          <p:sp>
            <p:nvSpPr>
              <p:cNvPr id="20" name="Rectangle 3"/>
              <p:cNvSpPr txBox="1">
                <a:spLocks noChangeArrowheads="1"/>
              </p:cNvSpPr>
              <p:nvPr/>
            </p:nvSpPr>
            <p:spPr>
              <a:xfrm>
                <a:off x="2737970" y="2732835"/>
                <a:ext cx="19830482" cy="3031395"/>
              </a:xfrm>
              <a:prstGeom prst="rect">
                <a:avLst/>
              </a:prstGeom>
              <a:ln w="12700">
                <a:miter lim="400000"/>
              </a:ln>
            </p:spPr>
            <p:txBody>
              <a:bodyPr lIns="50800" tIns="50800" rIns="50800" bIns="50800" anchor="ctr">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en-US" altLang="zh-CN" sz="4800" b="1" dirty="0"/>
                  <a:t>M</a:t>
                </a:r>
                <a:r>
                  <a:rPr lang="zh-CN" altLang="en-US" sz="4800" b="1" dirty="0"/>
                  <a:t>约束（屏蔽）：</a:t>
                </a:r>
                <a:r>
                  <a:rPr lang="en-US" altLang="zh-CN" sz="4800" b="1" dirty="0"/>
                  <a:t> </a:t>
                </a:r>
                <a14:m>
                  <m:oMath xmlns:m="http://schemas.openxmlformats.org/officeDocument/2006/math">
                    <m:sSub>
                      <m:sSubPr>
                        <m:ctrlPr>
                          <a:rPr lang="en-US" altLang="zh-CN" sz="4800" b="1" i="1">
                            <a:latin typeface="Cambria Math" panose="02040503050406030204" pitchFamily="18" charset="0"/>
                          </a:rPr>
                        </m:ctrlPr>
                      </m:sSubPr>
                      <m:e>
                        <m:r>
                          <a:rPr lang="en-US" altLang="zh-CN" sz="4800" b="1" i="1" smtClean="0">
                            <a:latin typeface="Cambria Math" panose="02040503050406030204" pitchFamily="18" charset="0"/>
                          </a:rPr>
                          <m:t>𝑬</m:t>
                        </m:r>
                      </m:e>
                      <m:sub>
                        <m:r>
                          <a:rPr lang="en-US" altLang="zh-CN" sz="4800" b="1" i="1">
                            <a:latin typeface="Cambria Math" panose="02040503050406030204" pitchFamily="18" charset="0"/>
                          </a:rPr>
                          <m:t>𝟏</m:t>
                        </m:r>
                      </m:sub>
                    </m:sSub>
                  </m:oMath>
                </a14:m>
                <a:r>
                  <a:rPr lang="zh-CN" altLang="en-US" sz="4800" b="1" dirty="0"/>
                  <a:t>为</a:t>
                </a:r>
                <a:r>
                  <a:rPr lang="en-US" altLang="zh-CN" sz="4800" b="1" dirty="0"/>
                  <a:t>1</a:t>
                </a:r>
                <a:r>
                  <a:rPr lang="zh-CN" altLang="en-US" sz="4800" b="1" dirty="0"/>
                  <a:t>则要求</a:t>
                </a:r>
                <a14:m>
                  <m:oMath xmlns:m="http://schemas.openxmlformats.org/officeDocument/2006/math">
                    <m:sSub>
                      <m:sSubPr>
                        <m:ctrlPr>
                          <a:rPr lang="en-US" altLang="zh-CN" sz="4800" b="1" i="1">
                            <a:latin typeface="Cambria Math" panose="02040503050406030204" pitchFamily="18" charset="0"/>
                          </a:rPr>
                        </m:ctrlPr>
                      </m:sSubPr>
                      <m:e>
                        <m:r>
                          <a:rPr lang="en-US" altLang="zh-CN" sz="4800" b="1" i="1" smtClean="0">
                            <a:latin typeface="Cambria Math" panose="02040503050406030204" pitchFamily="18" charset="0"/>
                          </a:rPr>
                          <m:t>𝑬</m:t>
                        </m:r>
                      </m:e>
                      <m:sub>
                        <m:r>
                          <a:rPr lang="en-US" altLang="zh-CN" sz="4800" b="1" i="1">
                            <a:latin typeface="Cambria Math" panose="02040503050406030204" pitchFamily="18" charset="0"/>
                          </a:rPr>
                          <m:t>𝟐</m:t>
                        </m:r>
                      </m:sub>
                    </m:sSub>
                  </m:oMath>
                </a14:m>
                <a:r>
                  <a:rPr lang="zh-CN" altLang="en-US" sz="4800" b="1" dirty="0"/>
                  <a:t>必须为</a:t>
                </a:r>
                <a:r>
                  <a:rPr lang="en-US" altLang="zh-CN" sz="4800" b="1" dirty="0"/>
                  <a:t>0</a:t>
                </a:r>
                <a:endParaRPr lang="zh-CN" altLang="en-US" sz="4800" b="1" dirty="0"/>
              </a:p>
              <a:p>
                <a:endParaRPr lang="zh-CN" altLang="en-US" sz="4800" dirty="0"/>
              </a:p>
            </p:txBody>
          </p:sp>
        </mc:Choice>
        <mc:Fallback>
          <p:sp>
            <p:nvSpPr>
              <p:cNvPr id="20" name="Rectangle 3"/>
              <p:cNvSpPr txBox="1">
                <a:spLocks noRot="1" noChangeAspect="1" noMove="1" noResize="1" noEditPoints="1" noAdjustHandles="1" noChangeArrowheads="1" noChangeShapeType="1" noTextEdit="1"/>
              </p:cNvSpPr>
              <p:nvPr/>
            </p:nvSpPr>
            <p:spPr>
              <a:xfrm>
                <a:off x="2737970" y="2732835"/>
                <a:ext cx="19830482" cy="3031395"/>
              </a:xfrm>
              <a:prstGeom prst="rect">
                <a:avLst/>
              </a:prstGeom>
              <a:blipFill rotWithShape="1">
                <a:blip r:embed="rId1"/>
                <a:stretch>
                  <a:fillRect l="-2" t="-14" r="3" b="11"/>
                </a:stretch>
              </a:blipFill>
              <a:ln w="12700">
                <a:miter lim="400000"/>
              </a:ln>
            </p:spPr>
            <p:txBody>
              <a:bodyPr/>
              <a:lstStyle/>
              <a:p>
                <a:r>
                  <a:rPr lang="zh-CN" altLang="en-US">
                    <a:noFill/>
                  </a:rPr>
                  <a:t> </a:t>
                </a:r>
              </a:p>
            </p:txBody>
          </p:sp>
        </mc:Fallback>
      </mc:AlternateContent>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01</a:t>
            </a:r>
            <a:endParaRPr dirty="0"/>
          </a:p>
        </p:txBody>
      </p:sp>
      <mc:AlternateContent xmlns:mc="http://schemas.openxmlformats.org/markup-compatibility/2006">
        <mc:Choice xmlns:a14="http://schemas.microsoft.com/office/drawing/2010/main" Requires="a14">
          <p:sp>
            <p:nvSpPr>
              <p:cNvPr id="23" name="Rectangle 22"/>
              <p:cNvSpPr/>
              <p:nvPr/>
            </p:nvSpPr>
            <p:spPr>
              <a:xfrm>
                <a:off x="5831470" y="8904682"/>
                <a:ext cx="1143133" cy="923330"/>
              </a:xfrm>
              <a:prstGeom prst="rect">
                <a:avLst/>
              </a:prstGeom>
            </p:spPr>
            <p:txBody>
              <a:bodyPr wrap="none">
                <a:spAutoFit/>
              </a:bodyPr>
              <a:lstStyle/>
              <a:p>
                <a:pPr hangingPunct="1">
                  <a:spcBef>
                    <a:spcPct val="0"/>
                  </a:spcBef>
                </a:pPr>
                <a14:m>
                  <m:oMathPara xmlns:m="http://schemas.openxmlformats.org/officeDocument/2006/math">
                    <m:oMathParaPr>
                      <m:jc m:val="centerGroup"/>
                    </m:oMathParaPr>
                    <m:oMath xmlns:m="http://schemas.openxmlformats.org/officeDocument/2006/math">
                      <m:sSub>
                        <m:sSubPr>
                          <m:ctrlPr>
                            <a:rPr lang="en-US" altLang="zh-CN" sz="5400" i="1" smtClean="0">
                              <a:solidFill>
                                <a:schemeClr val="bg1"/>
                              </a:solidFill>
                              <a:latin typeface="Cambria Math" panose="02040503050406030204" pitchFamily="18" charset="0"/>
                            </a:rPr>
                          </m:ctrlPr>
                        </m:sSubPr>
                        <m:e>
                          <m:r>
                            <a:rPr lang="en-US" altLang="zh-CN" sz="5400" i="1" smtClean="0">
                              <a:solidFill>
                                <a:schemeClr val="bg1"/>
                              </a:solidFill>
                              <a:latin typeface="Cambria Math" panose="02040503050406030204" pitchFamily="18" charset="0"/>
                            </a:rPr>
                            <m:t>𝑪</m:t>
                          </m:r>
                        </m:e>
                        <m:sub>
                          <m:r>
                            <a:rPr lang="en-US" altLang="zh-CN" sz="5400" b="1" i="1" smtClean="0">
                              <a:solidFill>
                                <a:schemeClr val="bg1"/>
                              </a:solidFill>
                              <a:latin typeface="Cambria Math" panose="02040503050406030204" pitchFamily="18" charset="0"/>
                            </a:rPr>
                            <m:t>𝟐</m:t>
                          </m:r>
                        </m:sub>
                      </m:sSub>
                    </m:oMath>
                  </m:oMathPara>
                </a14:m>
                <a:endParaRPr lang="en-US" altLang="zh-CN" sz="5400" dirty="0">
                  <a:solidFill>
                    <a:schemeClr val="bg1"/>
                  </a:solidFill>
                </a:endParaRPr>
              </a:p>
            </p:txBody>
          </p:sp>
        </mc:Choice>
        <mc:Fallback>
          <p:sp>
            <p:nvSpPr>
              <p:cNvPr id="23" name="Rectangle 22"/>
              <p:cNvSpPr>
                <a:spLocks noRot="1" noChangeAspect="1" noMove="1" noResize="1" noEditPoints="1" noAdjustHandles="1" noChangeArrowheads="1" noChangeShapeType="1" noTextEdit="1"/>
              </p:cNvSpPr>
              <p:nvPr/>
            </p:nvSpPr>
            <p:spPr>
              <a:xfrm>
                <a:off x="5831470" y="8904682"/>
                <a:ext cx="1143133" cy="923330"/>
              </a:xfrm>
              <a:prstGeom prst="rect">
                <a:avLst/>
              </a:prstGeom>
              <a:blipFill rotWithShape="1">
                <a:blip r:embed="rId2"/>
                <a:stretch>
                  <a:fillRect l="-23" t="-8" r="-12964" b="13"/>
                </a:stretch>
              </a:blipFill>
            </p:spPr>
            <p:txBody>
              <a:bodyPr/>
              <a:lstStyle/>
              <a:p>
                <a:r>
                  <a:rPr lang="zh-CN" altLang="en-US">
                    <a:noFill/>
                  </a:rPr>
                  <a:t> </a:t>
                </a:r>
              </a:p>
            </p:txBody>
          </p:sp>
        </mc:Fallback>
      </mc:AlternateContent>
      <p:sp>
        <p:nvSpPr>
          <p:cNvPr id="18" name="Text Box 31"/>
          <p:cNvSpPr txBox="1">
            <a:spLocks noChangeArrowheads="1"/>
          </p:cNvSpPr>
          <p:nvPr/>
        </p:nvSpPr>
        <p:spPr bwMode="auto">
          <a:xfrm>
            <a:off x="10919028" y="7298679"/>
            <a:ext cx="72072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3600" dirty="0">
                <a:solidFill>
                  <a:srgbClr val="000000"/>
                </a:solidFill>
              </a:rPr>
              <a:t>M</a:t>
            </a:r>
            <a:endParaRPr lang="en-US" altLang="zh-CN" sz="3600" dirty="0">
              <a:solidFill>
                <a:srgbClr val="000000"/>
              </a:solidFill>
            </a:endParaRPr>
          </a:p>
        </p:txBody>
      </p:sp>
      <p:sp>
        <p:nvSpPr>
          <p:cNvPr id="19" name="Text Box 32"/>
          <p:cNvSpPr txBox="1">
            <a:spLocks noChangeArrowheads="1"/>
          </p:cNvSpPr>
          <p:nvPr/>
        </p:nvSpPr>
        <p:spPr bwMode="auto">
          <a:xfrm>
            <a:off x="10864828" y="8702908"/>
            <a:ext cx="144145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3600" dirty="0">
                <a:solidFill>
                  <a:srgbClr val="000000"/>
                </a:solidFill>
                <a:latin typeface="微软雅黑" panose="020B0503020204020204" pitchFamily="34" charset="-122"/>
                <a:ea typeface="微软雅黑" panose="020B0503020204020204" pitchFamily="34" charset="-122"/>
              </a:rPr>
              <a:t>屏蔽</a:t>
            </a:r>
            <a:endParaRPr lang="zh-CN" altLang="en-US" sz="3600" dirty="0">
              <a:solidFill>
                <a:srgbClr val="000000"/>
              </a:solidFill>
              <a:latin typeface="微软雅黑" panose="020B0503020204020204" pitchFamily="34" charset="-122"/>
              <a:ea typeface="微软雅黑" panose="020B0503020204020204" pitchFamily="34" charset="-122"/>
            </a:endParaRPr>
          </a:p>
        </p:txBody>
      </p:sp>
      <p:sp>
        <p:nvSpPr>
          <p:cNvPr id="21" name="Arc 33"/>
          <p:cNvSpPr/>
          <p:nvPr/>
        </p:nvSpPr>
        <p:spPr bwMode="auto">
          <a:xfrm rot="18617001" flipH="1">
            <a:off x="11298546" y="6969459"/>
            <a:ext cx="1648144" cy="1341943"/>
          </a:xfrm>
          <a:custGeom>
            <a:avLst/>
            <a:gdLst>
              <a:gd name="T0" fmla="*/ 0 w 22107"/>
              <a:gd name="T1" fmla="*/ 0 h 21600"/>
              <a:gd name="T2" fmla="*/ 0 w 22107"/>
              <a:gd name="T3" fmla="*/ 0 h 21600"/>
              <a:gd name="T4" fmla="*/ 0 w 22107"/>
              <a:gd name="T5" fmla="*/ 0 h 21600"/>
              <a:gd name="T6" fmla="*/ 0 60000 65536"/>
              <a:gd name="T7" fmla="*/ 0 60000 65536"/>
              <a:gd name="T8" fmla="*/ 0 60000 65536"/>
            </a:gdLst>
            <a:ahLst/>
            <a:cxnLst>
              <a:cxn ang="T6">
                <a:pos x="T0" y="T1"/>
              </a:cxn>
              <a:cxn ang="T7">
                <a:pos x="T2" y="T3"/>
              </a:cxn>
              <a:cxn ang="T8">
                <a:pos x="T4" y="T5"/>
              </a:cxn>
            </a:cxnLst>
            <a:rect l="0" t="0" r="r" b="b"/>
            <a:pathLst>
              <a:path w="22107" h="21600" fill="none" extrusionOk="0">
                <a:moveTo>
                  <a:pt x="-1" y="5"/>
                </a:moveTo>
                <a:cubicBezTo>
                  <a:pt x="168" y="1"/>
                  <a:pt x="337" y="0"/>
                  <a:pt x="507" y="0"/>
                </a:cubicBezTo>
                <a:cubicBezTo>
                  <a:pt x="12436" y="0"/>
                  <a:pt x="22107" y="9670"/>
                  <a:pt x="22107" y="21600"/>
                </a:cubicBezTo>
              </a:path>
              <a:path w="22107" h="21600" stroke="0" extrusionOk="0">
                <a:moveTo>
                  <a:pt x="-1" y="5"/>
                </a:moveTo>
                <a:cubicBezTo>
                  <a:pt x="168" y="1"/>
                  <a:pt x="337" y="0"/>
                  <a:pt x="507" y="0"/>
                </a:cubicBezTo>
                <a:cubicBezTo>
                  <a:pt x="12436" y="0"/>
                  <a:pt x="22107" y="9670"/>
                  <a:pt x="22107" y="21600"/>
                </a:cubicBezTo>
                <a:lnTo>
                  <a:pt x="507" y="21600"/>
                </a:lnTo>
                <a:lnTo>
                  <a:pt x="-1" y="5"/>
                </a:lnTo>
                <a:close/>
              </a:path>
            </a:pathLst>
          </a:custGeom>
          <a:noFill/>
          <a:ln w="57150">
            <a:solidFill>
              <a:schemeClr val="tx1"/>
            </a:solidFill>
            <a:prstDash val="dash"/>
            <a:round/>
            <a:headEnd type="none"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6000"/>
          </a:p>
        </p:txBody>
      </p:sp>
      <p:sp>
        <p:nvSpPr>
          <p:cNvPr id="35" name="Oval 5"/>
          <p:cNvSpPr>
            <a:spLocks noChangeArrowheads="1"/>
          </p:cNvSpPr>
          <p:nvPr/>
        </p:nvSpPr>
        <p:spPr bwMode="auto">
          <a:xfrm>
            <a:off x="12192000" y="6019984"/>
            <a:ext cx="1009650" cy="100965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endParaRPr lang="en-US" altLang="zh-CN" sz="3600" dirty="0">
              <a:solidFill>
                <a:srgbClr val="000000"/>
              </a:solidFill>
            </a:endParaRPr>
          </a:p>
        </p:txBody>
      </p:sp>
      <p:sp>
        <p:nvSpPr>
          <p:cNvPr id="36" name="Oval 6"/>
          <p:cNvSpPr>
            <a:spLocks noChangeArrowheads="1"/>
          </p:cNvSpPr>
          <p:nvPr/>
        </p:nvSpPr>
        <p:spPr bwMode="auto">
          <a:xfrm>
            <a:off x="12192000" y="8325033"/>
            <a:ext cx="1009650" cy="100965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endParaRPr lang="en-US" altLang="zh-CN" sz="3600" dirty="0">
              <a:solidFill>
                <a:srgbClr val="000000"/>
              </a:solidFill>
            </a:endParaRPr>
          </a:p>
        </p:txBody>
      </p:sp>
      <mc:AlternateContent xmlns:mc="http://schemas.openxmlformats.org/markup-compatibility/2006">
        <mc:Choice xmlns:a14="http://schemas.microsoft.com/office/drawing/2010/main" Requires="a14">
          <p:sp>
            <p:nvSpPr>
              <p:cNvPr id="37" name="Rectangle 36"/>
              <p:cNvSpPr/>
              <p:nvPr/>
            </p:nvSpPr>
            <p:spPr>
              <a:xfrm>
                <a:off x="12202311" y="7028344"/>
                <a:ext cx="1162369" cy="923330"/>
              </a:xfrm>
              <a:prstGeom prst="rect">
                <a:avLst/>
              </a:prstGeom>
            </p:spPr>
            <p:txBody>
              <a:bodyPr wrap="none">
                <a:spAutoFit/>
              </a:bodyPr>
              <a:lstStyle/>
              <a:p>
                <a:pPr hangingPunct="1">
                  <a:spcBef>
                    <a:spcPct val="0"/>
                  </a:spcBef>
                </a:pPr>
                <a14:m>
                  <m:oMathPara xmlns:m="http://schemas.openxmlformats.org/officeDocument/2006/math">
                    <m:oMathParaPr>
                      <m:jc m:val="centerGroup"/>
                    </m:oMathParaPr>
                    <m:oMath xmlns:m="http://schemas.openxmlformats.org/officeDocument/2006/math">
                      <m:sSub>
                        <m:sSubPr>
                          <m:ctrlPr>
                            <a:rPr lang="en-US" altLang="zh-CN" sz="5400" i="1" smtClean="0">
                              <a:solidFill>
                                <a:schemeClr val="bg1"/>
                              </a:solidFill>
                              <a:latin typeface="Cambria Math" panose="02040503050406030204" pitchFamily="18" charset="0"/>
                            </a:rPr>
                          </m:ctrlPr>
                        </m:sSubPr>
                        <m:e>
                          <m:r>
                            <a:rPr lang="en-US" altLang="zh-CN" sz="5400" b="1" i="1" smtClean="0">
                              <a:solidFill>
                                <a:schemeClr val="bg1"/>
                              </a:solidFill>
                              <a:latin typeface="Cambria Math" panose="02040503050406030204" pitchFamily="18" charset="0"/>
                            </a:rPr>
                            <m:t>𝑬</m:t>
                          </m:r>
                        </m:e>
                        <m:sub>
                          <m:r>
                            <a:rPr lang="en-US" altLang="zh-CN" sz="5400" b="1" i="1" smtClean="0">
                              <a:solidFill>
                                <a:schemeClr val="bg1"/>
                              </a:solidFill>
                              <a:latin typeface="Cambria Math" panose="02040503050406030204" pitchFamily="18" charset="0"/>
                            </a:rPr>
                            <m:t>𝟏</m:t>
                          </m:r>
                        </m:sub>
                      </m:sSub>
                    </m:oMath>
                  </m:oMathPara>
                </a14:m>
                <a:endParaRPr lang="en-US" altLang="zh-CN" sz="5400" dirty="0">
                  <a:solidFill>
                    <a:schemeClr val="bg1"/>
                  </a:solidFill>
                </a:endParaRPr>
              </a:p>
            </p:txBody>
          </p:sp>
        </mc:Choice>
        <mc:Fallback>
          <p:sp>
            <p:nvSpPr>
              <p:cNvPr id="37" name="Rectangle 36"/>
              <p:cNvSpPr>
                <a:spLocks noRot="1" noChangeAspect="1" noMove="1" noResize="1" noEditPoints="1" noAdjustHandles="1" noChangeArrowheads="1" noChangeShapeType="1" noTextEdit="1"/>
              </p:cNvSpPr>
              <p:nvPr/>
            </p:nvSpPr>
            <p:spPr>
              <a:xfrm>
                <a:off x="12202311" y="7028344"/>
                <a:ext cx="1162369" cy="923330"/>
              </a:xfrm>
              <a:prstGeom prst="rect">
                <a:avLst/>
              </a:prstGeom>
              <a:blipFill rotWithShape="1">
                <a:blip r:embed="rId3"/>
                <a:stretch>
                  <a:fillRect l="-13" t="-18" r="-12743" b="2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8" name="Rectangle 37"/>
              <p:cNvSpPr/>
              <p:nvPr/>
            </p:nvSpPr>
            <p:spPr>
              <a:xfrm>
                <a:off x="12239955" y="9241001"/>
                <a:ext cx="1162369" cy="923330"/>
              </a:xfrm>
              <a:prstGeom prst="rect">
                <a:avLst/>
              </a:prstGeom>
            </p:spPr>
            <p:txBody>
              <a:bodyPr wrap="none">
                <a:spAutoFit/>
              </a:bodyPr>
              <a:lstStyle/>
              <a:p>
                <a:pPr hangingPunct="1">
                  <a:spcBef>
                    <a:spcPct val="0"/>
                  </a:spcBef>
                </a:pPr>
                <a14:m>
                  <m:oMathPara xmlns:m="http://schemas.openxmlformats.org/officeDocument/2006/math">
                    <m:oMathParaPr>
                      <m:jc m:val="centerGroup"/>
                    </m:oMathParaPr>
                    <m:oMath xmlns:m="http://schemas.openxmlformats.org/officeDocument/2006/math">
                      <m:sSub>
                        <m:sSubPr>
                          <m:ctrlPr>
                            <a:rPr lang="en-US" altLang="zh-CN" sz="5400" i="1" smtClean="0">
                              <a:solidFill>
                                <a:schemeClr val="bg1"/>
                              </a:solidFill>
                              <a:latin typeface="Cambria Math" panose="02040503050406030204" pitchFamily="18" charset="0"/>
                            </a:rPr>
                          </m:ctrlPr>
                        </m:sSubPr>
                        <m:e>
                          <m:r>
                            <a:rPr lang="en-US" altLang="zh-CN" sz="5400" b="1" i="1" smtClean="0">
                              <a:solidFill>
                                <a:schemeClr val="bg1"/>
                              </a:solidFill>
                              <a:latin typeface="Cambria Math" panose="02040503050406030204" pitchFamily="18" charset="0"/>
                            </a:rPr>
                            <m:t>𝑬</m:t>
                          </m:r>
                        </m:e>
                        <m:sub>
                          <m:r>
                            <a:rPr lang="en-US" altLang="zh-CN" sz="5400" b="1" i="1" smtClean="0">
                              <a:solidFill>
                                <a:schemeClr val="bg1"/>
                              </a:solidFill>
                              <a:latin typeface="Cambria Math" panose="02040503050406030204" pitchFamily="18" charset="0"/>
                            </a:rPr>
                            <m:t>𝟐</m:t>
                          </m:r>
                        </m:sub>
                      </m:sSub>
                    </m:oMath>
                  </m:oMathPara>
                </a14:m>
                <a:endParaRPr lang="en-US" altLang="zh-CN" sz="5400" dirty="0">
                  <a:solidFill>
                    <a:schemeClr val="bg1"/>
                  </a:solidFill>
                </a:endParaRPr>
              </a:p>
            </p:txBody>
          </p:sp>
        </mc:Choice>
        <mc:Fallback>
          <p:sp>
            <p:nvSpPr>
              <p:cNvPr id="38" name="Rectangle 37"/>
              <p:cNvSpPr>
                <a:spLocks noRot="1" noChangeAspect="1" noMove="1" noResize="1" noEditPoints="1" noAdjustHandles="1" noChangeArrowheads="1" noChangeShapeType="1" noTextEdit="1"/>
              </p:cNvSpPr>
              <p:nvPr/>
            </p:nvSpPr>
            <p:spPr>
              <a:xfrm>
                <a:off x="12239955" y="9241001"/>
                <a:ext cx="1162369" cy="923330"/>
              </a:xfrm>
              <a:prstGeom prst="rect">
                <a:avLst/>
              </a:prstGeom>
              <a:blipFill rotWithShape="1">
                <a:blip r:embed="rId4"/>
                <a:stretch>
                  <a:fillRect l="-28" t="-52" r="-12728" b="56"/>
                </a:stretch>
              </a:blipFill>
            </p:spPr>
            <p:txBody>
              <a:bodyPr/>
              <a:lstStyle/>
              <a:p>
                <a:r>
                  <a:rPr lang="zh-CN" altLang="en-US">
                    <a:noFill/>
                  </a:rPr>
                  <a:t> </a:t>
                </a:r>
              </a:p>
            </p:txBody>
          </p:sp>
        </mc:Fallback>
      </mc:AlternateContent>
      <p:pic>
        <p:nvPicPr>
          <p:cNvPr id="3" name="Audio 2">
            <a:hlinkClick r:id="" action="ppaction://media"/>
          </p:cNvPr>
          <p:cNvPicPr>
            <a:picLocks noChangeAspect="1"/>
          </p:cNvPicPr>
          <p:nvPr>
            <a:audioFile r:link="rId5"/>
            <p:extLst>
              <p:ext uri="{DAA4B4D4-6D71-4841-9C94-3DE7FCFB9230}">
                <p14:media xmlns:p14="http://schemas.microsoft.com/office/powerpoint/2010/main" r:link="rId6"/>
              </p:ext>
            </p:extLst>
          </p:nvPr>
        </p:nvPicPr>
        <p:blipFill>
          <a:blip r:embed="rId7"/>
          <a:stretch>
            <a:fillRect/>
          </a:stretch>
        </p:blipFill>
        <p:spPr>
          <a:xfrm>
            <a:off x="23863300" y="13195300"/>
            <a:ext cx="304800" cy="304800"/>
          </a:xfrm>
          <a:prstGeom prst="rect">
            <a:avLst/>
          </a:prstGeom>
        </p:spPr>
      </p:pic>
    </p:spTree>
    <p:custDataLst>
      <p:tags r:id="rId8"/>
    </p:custDataLst>
  </p:cSld>
  <p:clrMapOvr>
    <a:masterClrMapping/>
  </p:clrMapOvr>
  <p:transition spd="med" advTm="67486"/>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因果图</a:t>
            </a:r>
            <a:endParaRPr lang="zh-CN" altLang="en-US" dirty="0"/>
          </a:p>
        </p:txBody>
      </p:sp>
      <mc:AlternateContent xmlns:mc="http://schemas.openxmlformats.org/markup-compatibility/2006">
        <mc:Choice xmlns:a14="http://schemas.microsoft.com/office/drawing/2010/main" Requires="a14">
          <p:sp>
            <p:nvSpPr>
              <p:cNvPr id="20" name="Rectangle 3"/>
              <p:cNvSpPr txBox="1">
                <a:spLocks noChangeArrowheads="1"/>
              </p:cNvSpPr>
              <p:nvPr/>
            </p:nvSpPr>
            <p:spPr>
              <a:xfrm>
                <a:off x="2737970" y="2199592"/>
                <a:ext cx="21278364" cy="10437541"/>
              </a:xfrm>
              <a:prstGeom prst="rect">
                <a:avLst/>
              </a:prstGeom>
              <a:ln w="12700">
                <a:miter lim="400000"/>
              </a:ln>
            </p:spPr>
            <p:txBody>
              <a:bodyPr lIns="50800" tIns="50800" rIns="50800" bIns="50800" anchor="ctr">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原因和原因之间的：</a:t>
                </a:r>
                <a:endParaRPr lang="en-US" altLang="zh-CN" sz="4800" b="1" dirty="0"/>
              </a:p>
              <a:p>
                <a:pPr lvl="2"/>
                <a:r>
                  <a:rPr lang="en-US" altLang="zh-CN" sz="4800" dirty="0"/>
                  <a:t>E</a:t>
                </a:r>
                <a:r>
                  <a:rPr lang="zh-CN" altLang="en-US" sz="4800" dirty="0"/>
                  <a:t>约束（异）：</a:t>
                </a:r>
                <a:r>
                  <a:rPr lang="en-US" altLang="zh-CN" sz="4800" dirty="0"/>
                  <a:t> </a:t>
                </a:r>
                <a14:m>
                  <m:oMath xmlns:m="http://schemas.openxmlformats.org/officeDocument/2006/math">
                    <m:sSub>
                      <m:sSubPr>
                        <m:ctrlPr>
                          <a:rPr lang="en-US" altLang="zh-CN" sz="4800" i="1">
                            <a:latin typeface="Cambria Math" panose="02040503050406030204" pitchFamily="18" charset="0"/>
                          </a:rPr>
                        </m:ctrlPr>
                      </m:sSubPr>
                      <m:e>
                        <m:r>
                          <a:rPr lang="en-US" altLang="zh-CN" sz="4800">
                            <a:latin typeface="Cambria Math" panose="02040503050406030204" pitchFamily="18" charset="0"/>
                          </a:rPr>
                          <m:t>𝑪</m:t>
                        </m:r>
                      </m:e>
                      <m:sub>
                        <m:r>
                          <a:rPr lang="en-US" altLang="zh-CN" sz="4800">
                            <a:latin typeface="Cambria Math" panose="02040503050406030204" pitchFamily="18" charset="0"/>
                          </a:rPr>
                          <m:t>𝟏</m:t>
                        </m:r>
                      </m:sub>
                    </m:sSub>
                  </m:oMath>
                </a14:m>
                <a:r>
                  <a:rPr lang="zh-CN" altLang="en-US" sz="4800" dirty="0"/>
                  <a:t>、</a:t>
                </a:r>
                <a14:m>
                  <m:oMath xmlns:m="http://schemas.openxmlformats.org/officeDocument/2006/math">
                    <m:sSub>
                      <m:sSubPr>
                        <m:ctrlPr>
                          <a:rPr lang="en-US" altLang="zh-CN" sz="4800" i="1">
                            <a:latin typeface="Cambria Math" panose="02040503050406030204" pitchFamily="18" charset="0"/>
                          </a:rPr>
                        </m:ctrlPr>
                      </m:sSubPr>
                      <m:e>
                        <m:r>
                          <a:rPr lang="en-US" altLang="zh-CN" sz="4800">
                            <a:latin typeface="Cambria Math" panose="02040503050406030204" pitchFamily="18" charset="0"/>
                          </a:rPr>
                          <m:t>𝑪</m:t>
                        </m:r>
                      </m:e>
                      <m:sub>
                        <m:r>
                          <a:rPr lang="en-US" altLang="zh-CN" sz="4800">
                            <a:latin typeface="Cambria Math" panose="02040503050406030204" pitchFamily="18" charset="0"/>
                          </a:rPr>
                          <m:t>𝟐</m:t>
                        </m:r>
                      </m:sub>
                    </m:sSub>
                  </m:oMath>
                </a14:m>
                <a:r>
                  <a:rPr lang="zh-CN" altLang="en-US" sz="4800" dirty="0"/>
                  <a:t>中最多有一个可能为</a:t>
                </a:r>
                <a:r>
                  <a:rPr lang="en-US" altLang="zh-CN" sz="4800" dirty="0"/>
                  <a:t>1</a:t>
                </a:r>
                <a:r>
                  <a:rPr lang="zh-CN" altLang="en-US" sz="4800" dirty="0"/>
                  <a:t>，即</a:t>
                </a:r>
                <a14:m>
                  <m:oMath xmlns:m="http://schemas.openxmlformats.org/officeDocument/2006/math">
                    <m:sSub>
                      <m:sSubPr>
                        <m:ctrlPr>
                          <a:rPr lang="en-US" altLang="zh-CN" sz="4800" i="1">
                            <a:latin typeface="Cambria Math" panose="02040503050406030204" pitchFamily="18" charset="0"/>
                          </a:rPr>
                        </m:ctrlPr>
                      </m:sSubPr>
                      <m:e>
                        <m:r>
                          <a:rPr lang="en-US" altLang="zh-CN" sz="4800">
                            <a:latin typeface="Cambria Math" panose="02040503050406030204" pitchFamily="18" charset="0"/>
                          </a:rPr>
                          <m:t>𝑪</m:t>
                        </m:r>
                      </m:e>
                      <m:sub>
                        <m:r>
                          <a:rPr lang="en-US" altLang="zh-CN" sz="4800">
                            <a:latin typeface="Cambria Math" panose="02040503050406030204" pitchFamily="18" charset="0"/>
                          </a:rPr>
                          <m:t>𝟏</m:t>
                        </m:r>
                      </m:sub>
                    </m:sSub>
                  </m:oMath>
                </a14:m>
                <a:r>
                  <a:rPr lang="zh-CN" altLang="en-US" sz="4800" dirty="0"/>
                  <a:t>、</a:t>
                </a:r>
                <a14:m>
                  <m:oMath xmlns:m="http://schemas.openxmlformats.org/officeDocument/2006/math">
                    <m:sSub>
                      <m:sSubPr>
                        <m:ctrlPr>
                          <a:rPr lang="en-US" altLang="zh-CN" sz="4800" i="1">
                            <a:latin typeface="Cambria Math" panose="02040503050406030204" pitchFamily="18" charset="0"/>
                          </a:rPr>
                        </m:ctrlPr>
                      </m:sSubPr>
                      <m:e>
                        <m:r>
                          <a:rPr lang="en-US" altLang="zh-CN" sz="4800">
                            <a:latin typeface="Cambria Math" panose="02040503050406030204" pitchFamily="18" charset="0"/>
                          </a:rPr>
                          <m:t>𝑪</m:t>
                        </m:r>
                      </m:e>
                      <m:sub>
                        <m:r>
                          <a:rPr lang="en-US" altLang="zh-CN" sz="4800">
                            <a:latin typeface="Cambria Math" panose="02040503050406030204" pitchFamily="18" charset="0"/>
                          </a:rPr>
                          <m:t>𝟐</m:t>
                        </m:r>
                      </m:sub>
                    </m:sSub>
                  </m:oMath>
                </a14:m>
                <a:r>
                  <a:rPr lang="zh-CN" altLang="en-US" sz="4800" dirty="0"/>
                  <a:t>不能同时为</a:t>
                </a:r>
                <a:r>
                  <a:rPr lang="en-US" altLang="zh-CN" sz="4800" dirty="0"/>
                  <a:t>1</a:t>
                </a:r>
                <a:r>
                  <a:rPr lang="zh-CN" altLang="en-US" sz="4800" dirty="0"/>
                  <a:t>。</a:t>
                </a:r>
                <a:endParaRPr lang="en-US" altLang="zh-CN" sz="4800" dirty="0"/>
              </a:p>
              <a:p>
                <a:pPr lvl="2"/>
                <a:r>
                  <a:rPr lang="en-US" altLang="zh-CN" sz="4800" dirty="0"/>
                  <a:t>I</a:t>
                </a:r>
                <a:r>
                  <a:rPr lang="zh-CN" altLang="en-US" sz="4800" dirty="0"/>
                  <a:t>约束（或）：</a:t>
                </a:r>
                <a:r>
                  <a:rPr lang="en-US" altLang="zh-CN" sz="4800" dirty="0"/>
                  <a:t> </a:t>
                </a:r>
                <a14:m>
                  <m:oMath xmlns:m="http://schemas.openxmlformats.org/officeDocument/2006/math">
                    <m:sSub>
                      <m:sSubPr>
                        <m:ctrlPr>
                          <a:rPr lang="en-US" altLang="zh-CN" sz="4800" i="1">
                            <a:latin typeface="Cambria Math" panose="02040503050406030204" pitchFamily="18" charset="0"/>
                          </a:rPr>
                        </m:ctrlPr>
                      </m:sSubPr>
                      <m:e>
                        <m:r>
                          <a:rPr lang="en-US" altLang="zh-CN" sz="4800">
                            <a:latin typeface="Cambria Math" panose="02040503050406030204" pitchFamily="18" charset="0"/>
                          </a:rPr>
                          <m:t>𝑪</m:t>
                        </m:r>
                      </m:e>
                      <m:sub>
                        <m:r>
                          <a:rPr lang="en-US" altLang="zh-CN" sz="4800">
                            <a:latin typeface="Cambria Math" panose="02040503050406030204" pitchFamily="18" charset="0"/>
                          </a:rPr>
                          <m:t>𝟏</m:t>
                        </m:r>
                      </m:sub>
                    </m:sSub>
                  </m:oMath>
                </a14:m>
                <a:r>
                  <a:rPr lang="zh-CN" altLang="en-US" sz="4800" dirty="0"/>
                  <a:t>、</a:t>
                </a:r>
                <a14:m>
                  <m:oMath xmlns:m="http://schemas.openxmlformats.org/officeDocument/2006/math">
                    <m:sSub>
                      <m:sSubPr>
                        <m:ctrlPr>
                          <a:rPr lang="en-US" altLang="zh-CN" sz="4800" i="1">
                            <a:latin typeface="Cambria Math" panose="02040503050406030204" pitchFamily="18" charset="0"/>
                          </a:rPr>
                        </m:ctrlPr>
                      </m:sSubPr>
                      <m:e>
                        <m:r>
                          <a:rPr lang="en-US" altLang="zh-CN" sz="4800">
                            <a:latin typeface="Cambria Math" panose="02040503050406030204" pitchFamily="18" charset="0"/>
                          </a:rPr>
                          <m:t>𝑪</m:t>
                        </m:r>
                      </m:e>
                      <m:sub>
                        <m:r>
                          <a:rPr lang="en-US" altLang="zh-CN" sz="4800">
                            <a:latin typeface="Cambria Math" panose="02040503050406030204" pitchFamily="18" charset="0"/>
                          </a:rPr>
                          <m:t>𝟐</m:t>
                        </m:r>
                      </m:sub>
                    </m:sSub>
                  </m:oMath>
                </a14:m>
                <a:r>
                  <a:rPr lang="zh-CN" altLang="en-US" sz="4800" dirty="0"/>
                  <a:t>中最少有一个为</a:t>
                </a:r>
                <a:r>
                  <a:rPr lang="en-US" altLang="zh-CN" sz="4800" dirty="0"/>
                  <a:t>1</a:t>
                </a:r>
                <a:r>
                  <a:rPr lang="zh-CN" altLang="en-US" sz="4800" dirty="0"/>
                  <a:t>，即</a:t>
                </a:r>
                <a14:m>
                  <m:oMath xmlns:m="http://schemas.openxmlformats.org/officeDocument/2006/math">
                    <m:sSub>
                      <m:sSubPr>
                        <m:ctrlPr>
                          <a:rPr lang="en-US" altLang="zh-CN" sz="4800" i="1">
                            <a:latin typeface="Cambria Math" panose="02040503050406030204" pitchFamily="18" charset="0"/>
                          </a:rPr>
                        </m:ctrlPr>
                      </m:sSubPr>
                      <m:e>
                        <m:r>
                          <a:rPr lang="en-US" altLang="zh-CN" sz="4800">
                            <a:latin typeface="Cambria Math" panose="02040503050406030204" pitchFamily="18" charset="0"/>
                          </a:rPr>
                          <m:t>𝑪</m:t>
                        </m:r>
                      </m:e>
                      <m:sub>
                        <m:r>
                          <a:rPr lang="en-US" altLang="zh-CN" sz="4800">
                            <a:latin typeface="Cambria Math" panose="02040503050406030204" pitchFamily="18" charset="0"/>
                          </a:rPr>
                          <m:t>𝟏</m:t>
                        </m:r>
                      </m:sub>
                    </m:sSub>
                  </m:oMath>
                </a14:m>
                <a:r>
                  <a:rPr lang="zh-CN" altLang="en-US" sz="4800" dirty="0"/>
                  <a:t>、</a:t>
                </a:r>
                <a14:m>
                  <m:oMath xmlns:m="http://schemas.openxmlformats.org/officeDocument/2006/math">
                    <m:sSub>
                      <m:sSubPr>
                        <m:ctrlPr>
                          <a:rPr lang="en-US" altLang="zh-CN" sz="4800" i="1">
                            <a:latin typeface="Cambria Math" panose="02040503050406030204" pitchFamily="18" charset="0"/>
                          </a:rPr>
                        </m:ctrlPr>
                      </m:sSubPr>
                      <m:e>
                        <m:r>
                          <a:rPr lang="en-US" altLang="zh-CN" sz="4800">
                            <a:latin typeface="Cambria Math" panose="02040503050406030204" pitchFamily="18" charset="0"/>
                          </a:rPr>
                          <m:t>𝑪</m:t>
                        </m:r>
                      </m:e>
                      <m:sub>
                        <m:r>
                          <a:rPr lang="en-US" altLang="zh-CN" sz="4800">
                            <a:latin typeface="Cambria Math" panose="02040503050406030204" pitchFamily="18" charset="0"/>
                          </a:rPr>
                          <m:t>𝟐</m:t>
                        </m:r>
                      </m:sub>
                    </m:sSub>
                  </m:oMath>
                </a14:m>
                <a:r>
                  <a:rPr lang="zh-CN" altLang="en-US" sz="4800" dirty="0"/>
                  <a:t>不能同时为</a:t>
                </a:r>
                <a:r>
                  <a:rPr lang="en-US" altLang="zh-CN" sz="4800" dirty="0"/>
                  <a:t>0</a:t>
                </a:r>
                <a:r>
                  <a:rPr lang="zh-CN" altLang="en-US" sz="4800" dirty="0"/>
                  <a:t>。</a:t>
                </a:r>
                <a:endParaRPr lang="en-US" altLang="zh-CN" sz="4800" dirty="0"/>
              </a:p>
              <a:p>
                <a:pPr lvl="2"/>
                <a:r>
                  <a:rPr lang="en-US" altLang="zh-CN" sz="4800" dirty="0"/>
                  <a:t>O</a:t>
                </a:r>
                <a:r>
                  <a:rPr lang="zh-CN" altLang="en-US" sz="4800" dirty="0"/>
                  <a:t>约束（唯一）：</a:t>
                </a:r>
                <a:r>
                  <a:rPr lang="en-US" altLang="zh-CN" sz="4800" dirty="0"/>
                  <a:t> </a:t>
                </a:r>
                <a14:m>
                  <m:oMath xmlns:m="http://schemas.openxmlformats.org/officeDocument/2006/math">
                    <m:sSub>
                      <m:sSubPr>
                        <m:ctrlPr>
                          <a:rPr lang="en-US" altLang="zh-CN" sz="4800" i="1">
                            <a:latin typeface="Cambria Math" panose="02040503050406030204" pitchFamily="18" charset="0"/>
                          </a:rPr>
                        </m:ctrlPr>
                      </m:sSubPr>
                      <m:e>
                        <m:r>
                          <a:rPr lang="en-US" altLang="zh-CN" sz="4800">
                            <a:latin typeface="Cambria Math" panose="02040503050406030204" pitchFamily="18" charset="0"/>
                          </a:rPr>
                          <m:t>𝑪</m:t>
                        </m:r>
                      </m:e>
                      <m:sub>
                        <m:r>
                          <a:rPr lang="en-US" altLang="zh-CN" sz="4800">
                            <a:latin typeface="Cambria Math" panose="02040503050406030204" pitchFamily="18" charset="0"/>
                          </a:rPr>
                          <m:t>𝟏</m:t>
                        </m:r>
                      </m:sub>
                    </m:sSub>
                  </m:oMath>
                </a14:m>
                <a:r>
                  <a:rPr lang="zh-CN" altLang="en-US" sz="4800" dirty="0"/>
                  <a:t>、</a:t>
                </a:r>
                <a14:m>
                  <m:oMath xmlns:m="http://schemas.openxmlformats.org/officeDocument/2006/math">
                    <m:sSub>
                      <m:sSubPr>
                        <m:ctrlPr>
                          <a:rPr lang="en-US" altLang="zh-CN" sz="4800" i="1">
                            <a:latin typeface="Cambria Math" panose="02040503050406030204" pitchFamily="18" charset="0"/>
                          </a:rPr>
                        </m:ctrlPr>
                      </m:sSubPr>
                      <m:e>
                        <m:r>
                          <a:rPr lang="en-US" altLang="zh-CN" sz="4800">
                            <a:latin typeface="Cambria Math" panose="02040503050406030204" pitchFamily="18" charset="0"/>
                          </a:rPr>
                          <m:t>𝑪</m:t>
                        </m:r>
                      </m:e>
                      <m:sub>
                        <m:r>
                          <a:rPr lang="en-US" altLang="zh-CN" sz="4800">
                            <a:latin typeface="Cambria Math" panose="02040503050406030204" pitchFamily="18" charset="0"/>
                          </a:rPr>
                          <m:t>𝟐</m:t>
                        </m:r>
                      </m:sub>
                    </m:sSub>
                  </m:oMath>
                </a14:m>
                <a:r>
                  <a:rPr lang="zh-CN" altLang="en-US" sz="4800" dirty="0"/>
                  <a:t>中有且只有一个为</a:t>
                </a:r>
                <a:r>
                  <a:rPr lang="en-US" altLang="zh-CN" sz="4800" dirty="0"/>
                  <a:t>1</a:t>
                </a:r>
                <a:r>
                  <a:rPr lang="zh-CN" altLang="en-US" sz="4800" dirty="0"/>
                  <a:t>。</a:t>
                </a:r>
                <a:endParaRPr lang="en-US" altLang="zh-CN" sz="4800" dirty="0"/>
              </a:p>
              <a:p>
                <a:pPr lvl="2"/>
                <a:r>
                  <a:rPr lang="en-US" altLang="zh-CN" sz="4800" dirty="0"/>
                  <a:t>R</a:t>
                </a:r>
                <a:r>
                  <a:rPr lang="zh-CN" altLang="en-US" sz="4800" dirty="0"/>
                  <a:t>约束（要求）：</a:t>
                </a:r>
                <a:r>
                  <a:rPr lang="en-US" altLang="zh-CN" sz="4800" dirty="0"/>
                  <a:t> </a:t>
                </a:r>
                <a14:m>
                  <m:oMath xmlns:m="http://schemas.openxmlformats.org/officeDocument/2006/math">
                    <m:sSub>
                      <m:sSubPr>
                        <m:ctrlPr>
                          <a:rPr lang="en-US" altLang="zh-CN" sz="4800" i="1">
                            <a:latin typeface="Cambria Math" panose="02040503050406030204" pitchFamily="18" charset="0"/>
                          </a:rPr>
                        </m:ctrlPr>
                      </m:sSubPr>
                      <m:e>
                        <m:r>
                          <a:rPr lang="en-US" altLang="zh-CN" sz="4800">
                            <a:latin typeface="Cambria Math" panose="02040503050406030204" pitchFamily="18" charset="0"/>
                          </a:rPr>
                          <m:t>𝑪</m:t>
                        </m:r>
                      </m:e>
                      <m:sub>
                        <m:r>
                          <a:rPr lang="en-US" altLang="zh-CN" sz="4800">
                            <a:latin typeface="Cambria Math" panose="02040503050406030204" pitchFamily="18" charset="0"/>
                          </a:rPr>
                          <m:t>𝟏</m:t>
                        </m:r>
                      </m:sub>
                    </m:sSub>
                  </m:oMath>
                </a14:m>
                <a:r>
                  <a:rPr lang="zh-CN" altLang="en-US" sz="4800" dirty="0"/>
                  <a:t>为</a:t>
                </a:r>
                <a:r>
                  <a:rPr lang="en-US" altLang="zh-CN" sz="4800" dirty="0"/>
                  <a:t>1</a:t>
                </a:r>
                <a:r>
                  <a:rPr lang="zh-CN" altLang="en-US" sz="4800" dirty="0"/>
                  <a:t>时，</a:t>
                </a:r>
                <a14:m>
                  <m:oMath xmlns:m="http://schemas.openxmlformats.org/officeDocument/2006/math">
                    <m:sSub>
                      <m:sSubPr>
                        <m:ctrlPr>
                          <a:rPr lang="en-US" altLang="zh-CN" sz="4800" i="1">
                            <a:latin typeface="Cambria Math" panose="02040503050406030204" pitchFamily="18" charset="0"/>
                          </a:rPr>
                        </m:ctrlPr>
                      </m:sSubPr>
                      <m:e>
                        <m:r>
                          <a:rPr lang="en-US" altLang="zh-CN" sz="4800">
                            <a:latin typeface="Cambria Math" panose="02040503050406030204" pitchFamily="18" charset="0"/>
                          </a:rPr>
                          <m:t>𝑪</m:t>
                        </m:r>
                      </m:e>
                      <m:sub>
                        <m:r>
                          <a:rPr lang="en-US" altLang="zh-CN" sz="4800">
                            <a:latin typeface="Cambria Math" panose="02040503050406030204" pitchFamily="18" charset="0"/>
                          </a:rPr>
                          <m:t>𝟐</m:t>
                        </m:r>
                      </m:sub>
                    </m:sSub>
                  </m:oMath>
                </a14:m>
                <a:r>
                  <a:rPr lang="zh-CN" altLang="en-US" sz="4800" dirty="0"/>
                  <a:t>必须为</a:t>
                </a:r>
                <a:r>
                  <a:rPr lang="en-US" altLang="zh-CN" sz="4800" dirty="0"/>
                  <a:t>1</a:t>
                </a:r>
                <a:r>
                  <a:rPr lang="zh-CN" altLang="en-US" sz="4800" dirty="0"/>
                  <a:t>。</a:t>
                </a:r>
                <a:endParaRPr lang="zh-CN" altLang="en-US" sz="4800" dirty="0"/>
              </a:p>
              <a:p>
                <a:r>
                  <a:rPr lang="zh-CN" altLang="en-US" sz="4800" b="1" dirty="0"/>
                  <a:t>结果和结果之间的：</a:t>
                </a:r>
                <a:endParaRPr lang="en-US" altLang="zh-CN" sz="4800" b="1" dirty="0"/>
              </a:p>
              <a:p>
                <a:pPr lvl="2"/>
                <a:r>
                  <a:rPr lang="en-US" altLang="zh-CN" sz="4800" dirty="0"/>
                  <a:t>M</a:t>
                </a:r>
                <a:r>
                  <a:rPr lang="zh-CN" altLang="en-US" sz="4800"/>
                  <a:t>约束（屏蔽）</a:t>
                </a:r>
                <a:r>
                  <a:rPr lang="zh-CN" altLang="en-US" sz="4800" dirty="0"/>
                  <a:t>：</a:t>
                </a:r>
                <a:r>
                  <a:rPr lang="en-US" altLang="zh-CN" sz="4800" dirty="0"/>
                  <a:t> </a:t>
                </a:r>
                <a14:m>
                  <m:oMath xmlns:m="http://schemas.openxmlformats.org/officeDocument/2006/math">
                    <m:sSub>
                      <m:sSubPr>
                        <m:ctrlPr>
                          <a:rPr lang="en-US" altLang="zh-CN" sz="4800" i="1">
                            <a:latin typeface="Cambria Math" panose="02040503050406030204" pitchFamily="18" charset="0"/>
                          </a:rPr>
                        </m:ctrlPr>
                      </m:sSubPr>
                      <m:e>
                        <m:r>
                          <a:rPr lang="en-US" altLang="zh-CN" sz="4800">
                            <a:latin typeface="Cambria Math" panose="02040503050406030204" pitchFamily="18" charset="0"/>
                          </a:rPr>
                          <m:t>𝑬</m:t>
                        </m:r>
                      </m:e>
                      <m:sub>
                        <m:r>
                          <a:rPr lang="en-US" altLang="zh-CN" sz="4800">
                            <a:latin typeface="Cambria Math" panose="02040503050406030204" pitchFamily="18" charset="0"/>
                          </a:rPr>
                          <m:t>𝟏</m:t>
                        </m:r>
                      </m:sub>
                    </m:sSub>
                  </m:oMath>
                </a14:m>
                <a:r>
                  <a:rPr lang="zh-CN" altLang="en-US" sz="4800" dirty="0"/>
                  <a:t>为</a:t>
                </a:r>
                <a:r>
                  <a:rPr lang="en-US" altLang="zh-CN" sz="4800" dirty="0"/>
                  <a:t>1</a:t>
                </a:r>
                <a:r>
                  <a:rPr lang="zh-CN" altLang="en-US" sz="4800" dirty="0"/>
                  <a:t>则要求</a:t>
                </a:r>
                <a14:m>
                  <m:oMath xmlns:m="http://schemas.openxmlformats.org/officeDocument/2006/math">
                    <m:sSub>
                      <m:sSubPr>
                        <m:ctrlPr>
                          <a:rPr lang="en-US" altLang="zh-CN" sz="4800" i="1">
                            <a:latin typeface="Cambria Math" panose="02040503050406030204" pitchFamily="18" charset="0"/>
                          </a:rPr>
                        </m:ctrlPr>
                      </m:sSubPr>
                      <m:e>
                        <m:r>
                          <a:rPr lang="en-US" altLang="zh-CN" sz="4800">
                            <a:latin typeface="Cambria Math" panose="02040503050406030204" pitchFamily="18" charset="0"/>
                          </a:rPr>
                          <m:t>𝑬</m:t>
                        </m:r>
                      </m:e>
                      <m:sub>
                        <m:r>
                          <a:rPr lang="en-US" altLang="zh-CN" sz="4800">
                            <a:latin typeface="Cambria Math" panose="02040503050406030204" pitchFamily="18" charset="0"/>
                          </a:rPr>
                          <m:t>𝟐</m:t>
                        </m:r>
                      </m:sub>
                    </m:sSub>
                  </m:oMath>
                </a14:m>
                <a:r>
                  <a:rPr lang="zh-CN" altLang="en-US" sz="4800" dirty="0"/>
                  <a:t>必须为</a:t>
                </a:r>
                <a:r>
                  <a:rPr lang="en-US" altLang="zh-CN" sz="4800" dirty="0"/>
                  <a:t>0</a:t>
                </a:r>
                <a:r>
                  <a:rPr lang="zh-CN" altLang="en-US" sz="4800" dirty="0"/>
                  <a:t>。</a:t>
                </a:r>
                <a:endParaRPr lang="zh-CN" altLang="en-US" sz="4800" b="1" dirty="0"/>
              </a:p>
              <a:p>
                <a:pPr lvl="2"/>
                <a:endParaRPr lang="zh-CN" altLang="en-US" sz="4800" dirty="0"/>
              </a:p>
            </p:txBody>
          </p:sp>
        </mc:Choice>
        <mc:Fallback>
          <p:sp>
            <p:nvSpPr>
              <p:cNvPr id="20" name="Rectangle 3"/>
              <p:cNvSpPr txBox="1">
                <a:spLocks noRot="1" noChangeAspect="1" noMove="1" noResize="1" noEditPoints="1" noAdjustHandles="1" noChangeArrowheads="1" noChangeShapeType="1" noTextEdit="1"/>
              </p:cNvSpPr>
              <p:nvPr/>
            </p:nvSpPr>
            <p:spPr>
              <a:xfrm>
                <a:off x="2737970" y="2199592"/>
                <a:ext cx="21278364" cy="10437541"/>
              </a:xfrm>
              <a:prstGeom prst="rect">
                <a:avLst/>
              </a:prstGeom>
              <a:blipFill rotWithShape="1">
                <a:blip r:embed="rId1"/>
                <a:stretch>
                  <a:fillRect l="-2" t="-6" r="3" b="6"/>
                </a:stretch>
              </a:blipFill>
              <a:ln w="12700">
                <a:miter lim="400000"/>
              </a:ln>
            </p:spPr>
            <p:txBody>
              <a:bodyPr/>
              <a:lstStyle/>
              <a:p>
                <a:r>
                  <a:rPr lang="zh-CN" altLang="en-US">
                    <a:noFill/>
                  </a:rPr>
                  <a:t> </a:t>
                </a:r>
              </a:p>
            </p:txBody>
          </p:sp>
        </mc:Fallback>
      </mc:AlternateContent>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01</a:t>
            </a:r>
            <a:endParaRPr dirty="0"/>
          </a:p>
        </p:txBody>
      </p:sp>
      <p:pic>
        <p:nvPicPr>
          <p:cNvPr id="3" name="Audio 2">
            <a:hlinkClick r:id="" action="ppaction://media"/>
          </p:cNvPr>
          <p:cNvPicPr>
            <a:picLocks noChangeAspect="1"/>
          </p:cNvPicPr>
          <p:nvPr>
            <a:audioFile r:link="rId2"/>
            <p:extLst>
              <p:ext uri="{DAA4B4D4-6D71-4841-9C94-3DE7FCFB9230}">
                <p14:media xmlns:p14="http://schemas.microsoft.com/office/powerpoint/2010/main" r:link="rId3"/>
              </p:ext>
            </p:extLst>
          </p:nvPr>
        </p:nvPicPr>
        <p:blipFill>
          <a:blip r:embed="rId4"/>
          <a:stretch>
            <a:fillRect/>
          </a:stretch>
        </p:blipFill>
        <p:spPr>
          <a:xfrm>
            <a:off x="23863300" y="13195300"/>
            <a:ext cx="304800" cy="304800"/>
          </a:xfrm>
          <a:prstGeom prst="rect">
            <a:avLst/>
          </a:prstGeom>
        </p:spPr>
      </p:pic>
    </p:spTree>
    <p:custDataLst>
      <p:tags r:id="rId5"/>
    </p:custDataLst>
  </p:cSld>
  <p:clrMapOvr>
    <a:masterClrMapping/>
  </p:clrMapOvr>
  <p:transition spd="med" advTm="105239"/>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矩形"/>
          <p:cNvSpPr/>
          <p:nvPr/>
        </p:nvSpPr>
        <p:spPr>
          <a:xfrm>
            <a:off x="0" y="-1"/>
            <a:ext cx="7841556" cy="13716001"/>
          </a:xfrm>
          <a:prstGeom prst="rect">
            <a:avLst/>
          </a:prstGeom>
          <a:solidFill>
            <a:srgbClr val="A8271A"/>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p>
        </p:txBody>
      </p:sp>
      <p:grpSp>
        <p:nvGrpSpPr>
          <p:cNvPr id="3" name="组合 2"/>
          <p:cNvGrpSpPr/>
          <p:nvPr/>
        </p:nvGrpSpPr>
        <p:grpSpPr>
          <a:xfrm>
            <a:off x="1020575" y="5555311"/>
            <a:ext cx="5189258" cy="2605375"/>
            <a:chOff x="1130303" y="5796540"/>
            <a:chExt cx="5189258" cy="2605375"/>
          </a:xfrm>
        </p:grpSpPr>
        <p:sp>
          <p:nvSpPr>
            <p:cNvPr id="132" name="文本框 3"/>
            <p:cNvSpPr txBox="1"/>
            <p:nvPr/>
          </p:nvSpPr>
          <p:spPr>
            <a:xfrm>
              <a:off x="1821401" y="7230559"/>
              <a:ext cx="3807062" cy="906381"/>
            </a:xfrm>
            <a:prstGeom prst="rect">
              <a:avLst/>
            </a:prstGeom>
            <a:ln w="12700">
              <a:miter lim="400000"/>
            </a:ln>
          </p:spPr>
          <p:txBody>
            <a:bodyPr lIns="45719" rIns="45719"/>
            <a:lstStyle>
              <a:lvl1pPr defTabSz="914400">
                <a:defRPr sz="240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r>
                <a:rPr dirty="0"/>
                <a:t>CONTENTS</a:t>
              </a:r>
              <a:endParaRPr dirty="0"/>
            </a:p>
          </p:txBody>
        </p:sp>
        <p:sp>
          <p:nvSpPr>
            <p:cNvPr id="133" name="文本框 3"/>
            <p:cNvSpPr txBox="1"/>
            <p:nvPr/>
          </p:nvSpPr>
          <p:spPr>
            <a:xfrm>
              <a:off x="1130303" y="5796540"/>
              <a:ext cx="5189258" cy="2605375"/>
            </a:xfrm>
            <a:prstGeom prst="rect">
              <a:avLst/>
            </a:prstGeom>
            <a:ln w="12700">
              <a:miter lim="400000"/>
            </a:ln>
          </p:spPr>
          <p:txBody>
            <a:bodyPr lIns="45719" rIns="45719"/>
            <a:lstStyle>
              <a:lvl1pPr defTabSz="914400">
                <a:defRPr sz="7000" spc="1166">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defRPr b="0">
                  <a:latin typeface="Arial Black" panose="020B0A04020102020204"/>
                  <a:ea typeface="Arial Black" panose="020B0A04020102020204"/>
                  <a:cs typeface="Arial Black" panose="020B0A04020102020204"/>
                  <a:sym typeface="Arial Black" panose="020B0A04020102020204"/>
                </a:defRPr>
              </a:pPr>
              <a:r>
                <a:rPr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目录</a:t>
              </a:r>
              <a:endParaRPr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30" name="成组"/>
          <p:cNvGrpSpPr/>
          <p:nvPr/>
        </p:nvGrpSpPr>
        <p:grpSpPr>
          <a:xfrm>
            <a:off x="9136452" y="3962416"/>
            <a:ext cx="5947866" cy="1343465"/>
            <a:chOff x="0" y="0"/>
            <a:chExt cx="5830084" cy="1343464"/>
          </a:xfrm>
        </p:grpSpPr>
        <p:sp>
          <p:nvSpPr>
            <p:cNvPr id="127" name="矩形 5"/>
            <p:cNvSpPr txBox="1"/>
            <p:nvPr/>
          </p:nvSpPr>
          <p:spPr>
            <a:xfrm>
              <a:off x="2084780" y="244454"/>
              <a:ext cx="3745304" cy="85455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因果图</a:t>
              </a:r>
              <a:endParaRPr lang="zh-CN" altLang="en-US" sz="4400" dirty="0">
                <a:solidFill>
                  <a:srgbClr val="000000"/>
                </a:solidFill>
              </a:endParaRPr>
            </a:p>
          </p:txBody>
        </p:sp>
        <p:sp>
          <p:nvSpPr>
            <p:cNvPr id="128" name="Freeform 5"/>
            <p:cNvSpPr/>
            <p:nvPr/>
          </p:nvSpPr>
          <p:spPr>
            <a:xfrm rot="5400000">
              <a:off x="107376" y="66017"/>
              <a:ext cx="1343464" cy="1211429"/>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29" name="矩形 11"/>
            <p:cNvSpPr txBox="1"/>
            <p:nvPr/>
          </p:nvSpPr>
          <p:spPr>
            <a:xfrm>
              <a:off x="0" y="189733"/>
              <a:ext cx="1558216" cy="963997"/>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01</a:t>
              </a:r>
            </a:p>
          </p:txBody>
        </p:sp>
      </p:grpSp>
      <p:grpSp>
        <p:nvGrpSpPr>
          <p:cNvPr id="137" name="成组"/>
          <p:cNvGrpSpPr/>
          <p:nvPr/>
        </p:nvGrpSpPr>
        <p:grpSpPr>
          <a:xfrm>
            <a:off x="9136452" y="5816463"/>
            <a:ext cx="5947868" cy="1343465"/>
            <a:chOff x="0" y="0"/>
            <a:chExt cx="5830087" cy="1343464"/>
          </a:xfrm>
        </p:grpSpPr>
        <p:sp>
          <p:nvSpPr>
            <p:cNvPr id="134" name="矩形 5"/>
            <p:cNvSpPr txBox="1"/>
            <p:nvPr/>
          </p:nvSpPr>
          <p:spPr>
            <a:xfrm>
              <a:off x="2084781" y="273189"/>
              <a:ext cx="3745306" cy="715195"/>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b="1" dirty="0">
                  <a:solidFill>
                    <a:schemeClr val="accent5">
                      <a:lumMod val="75000"/>
                    </a:schemeClr>
                  </a:solidFill>
                </a:rPr>
                <a:t>因果图测试</a:t>
              </a:r>
              <a:endParaRPr sz="4400" b="1" dirty="0">
                <a:solidFill>
                  <a:schemeClr val="accent5">
                    <a:lumMod val="75000"/>
                  </a:schemeClr>
                </a:solidFill>
              </a:endParaRPr>
            </a:p>
          </p:txBody>
        </p:sp>
        <p:sp>
          <p:nvSpPr>
            <p:cNvPr id="135" name="Freeform 5"/>
            <p:cNvSpPr/>
            <p:nvPr/>
          </p:nvSpPr>
          <p:spPr>
            <a:xfrm rot="5400000">
              <a:off x="107376" y="66017"/>
              <a:ext cx="1343464" cy="1211429"/>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36" name="矩形 11"/>
            <p:cNvSpPr txBox="1"/>
            <p:nvPr/>
          </p:nvSpPr>
          <p:spPr>
            <a:xfrm>
              <a:off x="0" y="148788"/>
              <a:ext cx="1558216" cy="963997"/>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02</a:t>
              </a:r>
            </a:p>
          </p:txBody>
        </p:sp>
      </p:grpSp>
      <p:sp>
        <p:nvSpPr>
          <p:cNvPr id="138" name="矩形 5"/>
          <p:cNvSpPr txBox="1"/>
          <p:nvPr/>
        </p:nvSpPr>
        <p:spPr>
          <a:xfrm>
            <a:off x="11263350" y="7969685"/>
            <a:ext cx="4601490" cy="692598"/>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小结</a:t>
            </a:r>
            <a:endParaRPr sz="4400" dirty="0">
              <a:solidFill>
                <a:srgbClr val="000000"/>
              </a:solidFill>
            </a:endParaRPr>
          </a:p>
        </p:txBody>
      </p:sp>
      <p:sp>
        <p:nvSpPr>
          <p:cNvPr id="139" name="Freeform 5"/>
          <p:cNvSpPr/>
          <p:nvPr/>
        </p:nvSpPr>
        <p:spPr>
          <a:xfrm rot="5400000">
            <a:off x="9259567" y="7724291"/>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40" name="矩形 11"/>
          <p:cNvSpPr txBox="1"/>
          <p:nvPr/>
        </p:nvSpPr>
        <p:spPr>
          <a:xfrm>
            <a:off x="9136452" y="786024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03</a:t>
            </a:r>
            <a:endParaRPr dirty="0"/>
          </a:p>
        </p:txBody>
      </p:sp>
      <p:pic>
        <p:nvPicPr>
          <p:cNvPr id="4" name="Audio 3">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63300" y="13195300"/>
            <a:ext cx="304800" cy="304800"/>
          </a:xfrm>
          <a:prstGeom prst="rect">
            <a:avLst/>
          </a:prstGeom>
        </p:spPr>
      </p:pic>
    </p:spTree>
  </p:cSld>
  <p:clrMapOvr>
    <a:masterClrMapping/>
  </p:clrMapOvr>
  <p:transition spd="med" advTm="25737"/>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因果图测试</a:t>
            </a:r>
            <a:endParaRPr lang="zh-CN" altLang="en-US" dirty="0"/>
          </a:p>
        </p:txBody>
      </p:sp>
      <p:sp>
        <p:nvSpPr>
          <p:cNvPr id="20" name="Rectangle 3"/>
          <p:cNvSpPr txBox="1">
            <a:spLocks noChangeArrowheads="1"/>
          </p:cNvSpPr>
          <p:nvPr/>
        </p:nvSpPr>
        <p:spPr>
          <a:xfrm>
            <a:off x="2737971" y="3334064"/>
            <a:ext cx="18791070" cy="5342084"/>
          </a:xfrm>
          <a:prstGeom prst="rect">
            <a:avLst/>
          </a:prstGeom>
          <a:ln w="12700">
            <a:miter lim="400000"/>
          </a:ln>
        </p:spPr>
        <p:txBody>
          <a:bodyPr lIns="50800" tIns="50800" rIns="50800" bIns="50800" anchor="ctr">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pPr marL="647700">
              <a:lnSpc>
                <a:spcPct val="150000"/>
              </a:lnSpc>
              <a:spcBef>
                <a:spcPts val="1200"/>
              </a:spcBef>
              <a:spcAft>
                <a:spcPts val="1200"/>
              </a:spcAft>
            </a:pPr>
            <a:r>
              <a:rPr lang="zh-CN" altLang="en-US" sz="4800" b="1" dirty="0"/>
              <a:t>因果图测试方法：利用图解法分析输入的各种组合情况，进而据此设计测试用例。</a:t>
            </a:r>
            <a:endParaRPr lang="en-US" altLang="zh-CN" sz="4800" b="1" dirty="0"/>
          </a:p>
          <a:p>
            <a:pPr lvl="2">
              <a:spcBef>
                <a:spcPts val="600"/>
              </a:spcBef>
            </a:pPr>
            <a:r>
              <a:rPr lang="zh-CN" altLang="en-US" sz="4800" dirty="0"/>
              <a:t>检查输入条件的各种组合以及输入条件之间的互相制约关系。</a:t>
            </a:r>
            <a:endParaRPr lang="en-US" altLang="zh-CN" sz="4800" dirty="0"/>
          </a:p>
          <a:p>
            <a:pPr lvl="2">
              <a:spcBef>
                <a:spcPts val="600"/>
              </a:spcBef>
            </a:pPr>
            <a:r>
              <a:rPr lang="zh-CN" altLang="en-US" sz="4800" dirty="0"/>
              <a:t>特别适合程序输入之间具有复杂关系的那些软件的测试工作。（检查程序输入条件的各种组合）</a:t>
            </a:r>
            <a:endParaRPr lang="zh-CN" altLang="en-US" sz="4800" dirty="0"/>
          </a:p>
          <a:p>
            <a:pPr lvl="2"/>
            <a:endParaRPr lang="zh-CN" altLang="en-US" sz="4800" dirty="0"/>
          </a:p>
        </p:txBody>
      </p:sp>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2</a:t>
            </a:r>
            <a:endParaRPr dirty="0"/>
          </a:p>
        </p:txBody>
      </p:sp>
      <p:pic>
        <p:nvPicPr>
          <p:cNvPr id="3" name="Audio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63300" y="13195300"/>
            <a:ext cx="304800" cy="304800"/>
          </a:xfrm>
          <a:prstGeom prst="rect">
            <a:avLst/>
          </a:prstGeom>
        </p:spPr>
      </p:pic>
    </p:spTree>
    <p:custDataLst>
      <p:tags r:id="rId4"/>
    </p:custDataLst>
  </p:cSld>
  <p:clrMapOvr>
    <a:masterClrMapping/>
  </p:clrMapOvr>
  <p:transition spd="med" advTm="67549"/>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因果图测试</a:t>
            </a:r>
            <a:endParaRPr lang="zh-CN" altLang="en-US" dirty="0"/>
          </a:p>
        </p:txBody>
      </p:sp>
      <p:sp>
        <p:nvSpPr>
          <p:cNvPr id="20" name="Rectangle 3"/>
          <p:cNvSpPr txBox="1">
            <a:spLocks noChangeArrowheads="1"/>
          </p:cNvSpPr>
          <p:nvPr/>
        </p:nvSpPr>
        <p:spPr>
          <a:xfrm>
            <a:off x="2737970" y="3215148"/>
            <a:ext cx="18613855" cy="8979533"/>
          </a:xfrm>
          <a:prstGeom prst="rect">
            <a:avLst/>
          </a:prstGeom>
          <a:ln w="12700">
            <a:miter lim="400000"/>
          </a:ln>
        </p:spPr>
        <p:txBody>
          <a:bodyPr lIns="50800" tIns="50800" rIns="50800" bIns="50800" anchor="ctr">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pPr marL="647700">
              <a:lnSpc>
                <a:spcPct val="150000"/>
              </a:lnSpc>
              <a:spcBef>
                <a:spcPts val="1200"/>
              </a:spcBef>
              <a:spcAft>
                <a:spcPts val="1200"/>
              </a:spcAft>
            </a:pPr>
            <a:r>
              <a:rPr lang="zh-CN" altLang="en-US" sz="4800" b="1" dirty="0"/>
              <a:t>因果图测试方法的具体步骤：</a:t>
            </a:r>
            <a:endParaRPr lang="en-US" altLang="zh-CN" sz="4800" b="1" dirty="0"/>
          </a:p>
          <a:p>
            <a:pPr marL="2184400" lvl="2" indent="-914400">
              <a:lnSpc>
                <a:spcPct val="120000"/>
              </a:lnSpc>
              <a:spcBef>
                <a:spcPts val="1800"/>
              </a:spcBef>
              <a:spcAft>
                <a:spcPts val="1800"/>
              </a:spcAft>
              <a:buFont typeface="+mj-ea"/>
              <a:buAutoNum type="circleNumDbPlain"/>
            </a:pPr>
            <a:r>
              <a:rPr lang="zh-CN" altLang="en-US" sz="4800" dirty="0"/>
              <a:t>首先从程序规格说明书的描述中，找出</a:t>
            </a:r>
            <a:r>
              <a:rPr lang="zh-CN" altLang="en-US" sz="4800" b="1" dirty="0">
                <a:solidFill>
                  <a:srgbClr val="FF0000"/>
                </a:solidFill>
              </a:rPr>
              <a:t>因</a:t>
            </a:r>
            <a:r>
              <a:rPr lang="en-US" altLang="zh-CN" sz="4800" dirty="0"/>
              <a:t>(</a:t>
            </a:r>
            <a:r>
              <a:rPr lang="zh-CN" altLang="en-US" sz="4800" dirty="0"/>
              <a:t>输入条件</a:t>
            </a:r>
            <a:r>
              <a:rPr lang="en-US" altLang="zh-CN" sz="4800" dirty="0"/>
              <a:t>)</a:t>
            </a:r>
            <a:r>
              <a:rPr lang="zh-CN" altLang="en-US" sz="4800" dirty="0"/>
              <a:t>和</a:t>
            </a:r>
            <a:r>
              <a:rPr lang="zh-CN" altLang="en-US" sz="4800" b="1" dirty="0">
                <a:solidFill>
                  <a:srgbClr val="FF0000"/>
                </a:solidFill>
              </a:rPr>
              <a:t>果</a:t>
            </a:r>
            <a:r>
              <a:rPr lang="en-US" altLang="zh-CN" sz="4800" dirty="0"/>
              <a:t>(</a:t>
            </a:r>
            <a:r>
              <a:rPr lang="zh-CN" altLang="en-US" sz="4800" dirty="0"/>
              <a:t>输出结果或者程序状态的改变</a:t>
            </a:r>
            <a:r>
              <a:rPr lang="en-US" altLang="zh-CN" sz="4800" dirty="0"/>
              <a:t>)</a:t>
            </a:r>
            <a:r>
              <a:rPr lang="zh-CN" altLang="en-US" sz="4800" dirty="0"/>
              <a:t>；</a:t>
            </a:r>
            <a:endParaRPr lang="en-US" altLang="zh-CN" sz="4800" dirty="0"/>
          </a:p>
          <a:p>
            <a:pPr marL="2184400" lvl="2" indent="-914400">
              <a:lnSpc>
                <a:spcPct val="120000"/>
              </a:lnSpc>
              <a:spcBef>
                <a:spcPts val="1800"/>
              </a:spcBef>
              <a:spcAft>
                <a:spcPts val="1800"/>
              </a:spcAft>
              <a:buFont typeface="+mj-ea"/>
              <a:buAutoNum type="circleNumDbPlain"/>
            </a:pPr>
            <a:r>
              <a:rPr lang="zh-CN" altLang="en-US" sz="4800" dirty="0"/>
              <a:t>找出原因与结果之间的因果关系、原因与原因之间的约束关系，画出因果图；</a:t>
            </a:r>
            <a:endParaRPr lang="en-US" altLang="zh-CN" sz="4800" dirty="0"/>
          </a:p>
          <a:p>
            <a:pPr marL="2184400" lvl="2" indent="-914400">
              <a:lnSpc>
                <a:spcPct val="120000"/>
              </a:lnSpc>
              <a:spcBef>
                <a:spcPts val="1800"/>
              </a:spcBef>
              <a:spcAft>
                <a:spcPts val="1800"/>
              </a:spcAft>
              <a:buFont typeface="+mj-ea"/>
              <a:buAutoNum type="circleNumDbPlain"/>
            </a:pPr>
            <a:r>
              <a:rPr lang="zh-CN" altLang="en-US" sz="4800" dirty="0"/>
              <a:t>然后通过因果图转换为</a:t>
            </a:r>
            <a:r>
              <a:rPr lang="zh-CN" altLang="en-US" sz="4800" b="1" dirty="0">
                <a:solidFill>
                  <a:srgbClr val="FF0000"/>
                </a:solidFill>
              </a:rPr>
              <a:t>判定表</a:t>
            </a:r>
            <a:r>
              <a:rPr lang="zh-CN" altLang="en-US" sz="4800" dirty="0"/>
              <a:t>；</a:t>
            </a:r>
            <a:endParaRPr lang="en-US" altLang="zh-CN" sz="4800" dirty="0"/>
          </a:p>
          <a:p>
            <a:pPr marL="2184400" lvl="2" indent="-914400">
              <a:lnSpc>
                <a:spcPct val="120000"/>
              </a:lnSpc>
              <a:spcBef>
                <a:spcPts val="1800"/>
              </a:spcBef>
              <a:spcAft>
                <a:spcPts val="1800"/>
              </a:spcAft>
              <a:buFont typeface="+mj-ea"/>
              <a:buAutoNum type="circleNumDbPlain"/>
            </a:pPr>
            <a:r>
              <a:rPr lang="zh-CN" altLang="en-US" sz="4800" dirty="0"/>
              <a:t>最后为判定表中的每一列设计一个测试用例。</a:t>
            </a:r>
            <a:endParaRPr lang="en-US" altLang="zh-CN" sz="4800" dirty="0"/>
          </a:p>
          <a:p>
            <a:pPr lvl="2"/>
            <a:endParaRPr lang="zh-CN" altLang="en-US" sz="4800" dirty="0"/>
          </a:p>
        </p:txBody>
      </p:sp>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2</a:t>
            </a:r>
            <a:endParaRPr dirty="0"/>
          </a:p>
        </p:txBody>
      </p:sp>
      <p:pic>
        <p:nvPicPr>
          <p:cNvPr id="3" name="Audio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63300" y="13195300"/>
            <a:ext cx="304800" cy="304800"/>
          </a:xfrm>
          <a:prstGeom prst="rect">
            <a:avLst/>
          </a:prstGeom>
        </p:spPr>
      </p:pic>
    </p:spTree>
    <p:custDataLst>
      <p:tags r:id="rId4"/>
    </p:custDataLst>
  </p:cSld>
  <p:clrMapOvr>
    <a:masterClrMapping/>
  </p:clrMapOvr>
  <p:transition spd="med" advTm="226659"/>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因果图测试</a:t>
            </a:r>
            <a:endParaRPr lang="zh-CN" altLang="en-US" dirty="0"/>
          </a:p>
        </p:txBody>
      </p:sp>
      <p:sp>
        <p:nvSpPr>
          <p:cNvPr id="20" name="Rectangle 3"/>
          <p:cNvSpPr txBox="1">
            <a:spLocks noChangeArrowheads="1"/>
          </p:cNvSpPr>
          <p:nvPr/>
        </p:nvSpPr>
        <p:spPr>
          <a:xfrm>
            <a:off x="2737970" y="2885362"/>
            <a:ext cx="18726978" cy="7296346"/>
          </a:xfrm>
          <a:prstGeom prst="rect">
            <a:avLst/>
          </a:prstGeom>
          <a:ln w="12700">
            <a:miter lim="400000"/>
          </a:ln>
        </p:spPr>
        <p:txBody>
          <a:bodyPr lIns="50800" tIns="50800" rIns="50800" bIns="50800" anchor="ctr">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pPr marL="647700">
              <a:lnSpc>
                <a:spcPct val="150000"/>
              </a:lnSpc>
              <a:spcBef>
                <a:spcPts val="1200"/>
              </a:spcBef>
              <a:spcAft>
                <a:spcPts val="1200"/>
              </a:spcAft>
            </a:pPr>
            <a:r>
              <a:rPr lang="zh-CN" altLang="en-US" sz="4800" b="1" dirty="0"/>
              <a:t>程序规格说明书：</a:t>
            </a:r>
            <a:endParaRPr lang="en-US" altLang="zh-CN" sz="4800" b="1" dirty="0"/>
          </a:p>
          <a:p>
            <a:pPr lvl="2">
              <a:lnSpc>
                <a:spcPct val="120000"/>
              </a:lnSpc>
              <a:spcBef>
                <a:spcPts val="1800"/>
              </a:spcBef>
              <a:spcAft>
                <a:spcPts val="1800"/>
              </a:spcAft>
            </a:pPr>
            <a:r>
              <a:rPr lang="zh-CN" altLang="en-US" sz="4800" dirty="0"/>
              <a:t>输入的第一个字符必须是</a:t>
            </a:r>
            <a:r>
              <a:rPr lang="en-US" altLang="zh-CN" sz="4800" dirty="0"/>
              <a:t>#</a:t>
            </a:r>
            <a:r>
              <a:rPr lang="zh-CN" altLang="en-US" sz="4800" dirty="0"/>
              <a:t>或</a:t>
            </a:r>
            <a:r>
              <a:rPr lang="en-US" altLang="zh-CN" sz="4800" dirty="0"/>
              <a:t>!</a:t>
            </a:r>
            <a:r>
              <a:rPr lang="zh-CN" altLang="en-US" sz="4800" dirty="0"/>
              <a:t>，第二个字符必须是</a:t>
            </a:r>
            <a:r>
              <a:rPr lang="en-US" altLang="zh-CN" sz="4800" dirty="0"/>
              <a:t>F</a:t>
            </a:r>
            <a:r>
              <a:rPr lang="zh-CN" altLang="en-US" sz="4800" dirty="0"/>
              <a:t>，在此情况下进行文件的修改；</a:t>
            </a:r>
            <a:endParaRPr lang="en-US" altLang="zh-CN" sz="4800" dirty="0"/>
          </a:p>
          <a:p>
            <a:pPr lvl="2">
              <a:lnSpc>
                <a:spcPct val="120000"/>
              </a:lnSpc>
              <a:spcBef>
                <a:spcPts val="1800"/>
              </a:spcBef>
              <a:spcAft>
                <a:spcPts val="1800"/>
              </a:spcAft>
            </a:pPr>
            <a:r>
              <a:rPr lang="zh-CN" altLang="en-US" sz="4800" dirty="0"/>
              <a:t>如果第一个字符不是</a:t>
            </a:r>
            <a:r>
              <a:rPr lang="en-US" altLang="zh-CN" sz="4800" dirty="0"/>
              <a:t>#</a:t>
            </a:r>
            <a:r>
              <a:rPr lang="zh-CN" altLang="en-US" sz="4800" dirty="0"/>
              <a:t>或</a:t>
            </a:r>
            <a:r>
              <a:rPr lang="en-US" altLang="zh-CN" sz="4800" dirty="0"/>
              <a:t>!</a:t>
            </a:r>
            <a:r>
              <a:rPr lang="zh-CN" altLang="en-US" sz="4800" dirty="0"/>
              <a:t>，则给出信息：“错误命令”；</a:t>
            </a:r>
            <a:endParaRPr lang="en-US" altLang="zh-CN" sz="4800" dirty="0"/>
          </a:p>
          <a:p>
            <a:pPr lvl="2">
              <a:lnSpc>
                <a:spcPct val="120000"/>
              </a:lnSpc>
              <a:spcBef>
                <a:spcPts val="1800"/>
              </a:spcBef>
              <a:spcAft>
                <a:spcPts val="1800"/>
              </a:spcAft>
            </a:pPr>
            <a:r>
              <a:rPr lang="zh-CN" altLang="en-US" sz="4800" dirty="0"/>
              <a:t>如果第二个字符不是</a:t>
            </a:r>
            <a:r>
              <a:rPr lang="en-US" altLang="zh-CN" sz="4800" dirty="0"/>
              <a:t>F</a:t>
            </a:r>
            <a:r>
              <a:rPr lang="zh-CN" altLang="en-US" sz="4800" dirty="0"/>
              <a:t>，则给出信息：“错误操作类型”。</a:t>
            </a:r>
            <a:endParaRPr lang="en-US" altLang="zh-CN" sz="4800" dirty="0"/>
          </a:p>
          <a:p>
            <a:pPr lvl="2"/>
            <a:endParaRPr lang="zh-CN" altLang="en-US" sz="4800" dirty="0"/>
          </a:p>
        </p:txBody>
      </p:sp>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2</a:t>
            </a:r>
            <a:endParaRPr dirty="0"/>
          </a:p>
        </p:txBody>
      </p:sp>
      <p:pic>
        <p:nvPicPr>
          <p:cNvPr id="3" name="Audio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63300" y="13195300"/>
            <a:ext cx="304800" cy="304800"/>
          </a:xfrm>
          <a:prstGeom prst="rect">
            <a:avLst/>
          </a:prstGeom>
        </p:spPr>
      </p:pic>
    </p:spTree>
    <p:custDataLst>
      <p:tags r:id="rId4"/>
    </p:custDataLst>
  </p:cSld>
  <p:clrMapOvr>
    <a:masterClrMapping/>
  </p:clrMapOvr>
  <p:transition spd="med" advTm="194246"/>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因果图测试</a:t>
            </a:r>
            <a:endParaRPr lang="zh-CN" altLang="en-US" dirty="0"/>
          </a:p>
        </p:txBody>
      </p:sp>
      <p:sp>
        <p:nvSpPr>
          <p:cNvPr id="20" name="Rectangle 3"/>
          <p:cNvSpPr txBox="1">
            <a:spLocks noChangeArrowheads="1"/>
          </p:cNvSpPr>
          <p:nvPr/>
        </p:nvSpPr>
        <p:spPr>
          <a:xfrm>
            <a:off x="2737970" y="3067664"/>
            <a:ext cx="18613855" cy="8979533"/>
          </a:xfrm>
          <a:prstGeom prst="rect">
            <a:avLst/>
          </a:prstGeom>
          <a:ln w="12700">
            <a:miter lim="400000"/>
          </a:ln>
        </p:spPr>
        <p:txBody>
          <a:bodyPr lIns="50800" tIns="50800" rIns="50800" bIns="50800" anchor="ctr">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pPr marL="647700">
              <a:lnSpc>
                <a:spcPct val="150000"/>
              </a:lnSpc>
              <a:spcBef>
                <a:spcPts val="1200"/>
              </a:spcBef>
              <a:spcAft>
                <a:spcPts val="1200"/>
              </a:spcAft>
            </a:pPr>
            <a:r>
              <a:rPr lang="zh-CN" altLang="en-US" sz="4800" b="1" dirty="0"/>
              <a:t>因果图测试方法的具体步骤：</a:t>
            </a:r>
            <a:endParaRPr lang="en-US" altLang="zh-CN" sz="4800" b="1" dirty="0"/>
          </a:p>
          <a:p>
            <a:pPr marL="2184400" lvl="2" indent="-914400">
              <a:lnSpc>
                <a:spcPct val="120000"/>
              </a:lnSpc>
              <a:spcBef>
                <a:spcPts val="1800"/>
              </a:spcBef>
              <a:spcAft>
                <a:spcPts val="1800"/>
              </a:spcAft>
              <a:buFont typeface="+mj-ea"/>
              <a:buAutoNum type="circleNumDbPlain"/>
            </a:pPr>
            <a:r>
              <a:rPr lang="zh-CN" altLang="en-US" sz="4800" b="1" dirty="0">
                <a:solidFill>
                  <a:srgbClr val="FF0000"/>
                </a:solidFill>
              </a:rPr>
              <a:t>首先从程序规格说明书的描述中，找出因</a:t>
            </a:r>
            <a:r>
              <a:rPr lang="en-US" altLang="zh-CN" sz="4800" b="1" dirty="0">
                <a:solidFill>
                  <a:srgbClr val="FF0000"/>
                </a:solidFill>
              </a:rPr>
              <a:t>(</a:t>
            </a:r>
            <a:r>
              <a:rPr lang="zh-CN" altLang="en-US" sz="4800" b="1" dirty="0">
                <a:solidFill>
                  <a:srgbClr val="FF0000"/>
                </a:solidFill>
              </a:rPr>
              <a:t>输入条件</a:t>
            </a:r>
            <a:r>
              <a:rPr lang="en-US" altLang="zh-CN" sz="4800" b="1" dirty="0">
                <a:solidFill>
                  <a:srgbClr val="FF0000"/>
                </a:solidFill>
              </a:rPr>
              <a:t>)</a:t>
            </a:r>
            <a:r>
              <a:rPr lang="zh-CN" altLang="en-US" sz="4800" b="1" dirty="0">
                <a:solidFill>
                  <a:srgbClr val="FF0000"/>
                </a:solidFill>
              </a:rPr>
              <a:t>和果</a:t>
            </a:r>
            <a:r>
              <a:rPr lang="en-US" altLang="zh-CN" sz="4800" b="1" dirty="0">
                <a:solidFill>
                  <a:srgbClr val="FF0000"/>
                </a:solidFill>
              </a:rPr>
              <a:t>(</a:t>
            </a:r>
            <a:r>
              <a:rPr lang="zh-CN" altLang="en-US" sz="4800" b="1" dirty="0">
                <a:solidFill>
                  <a:srgbClr val="FF0000"/>
                </a:solidFill>
              </a:rPr>
              <a:t>输出结果或者程序状态的改变</a:t>
            </a:r>
            <a:r>
              <a:rPr lang="en-US" altLang="zh-CN" sz="4800" b="1" dirty="0">
                <a:solidFill>
                  <a:srgbClr val="FF0000"/>
                </a:solidFill>
              </a:rPr>
              <a:t>)</a:t>
            </a:r>
            <a:r>
              <a:rPr lang="zh-CN" altLang="en-US" sz="4800" b="1" dirty="0">
                <a:solidFill>
                  <a:srgbClr val="FF0000"/>
                </a:solidFill>
              </a:rPr>
              <a:t>；</a:t>
            </a:r>
            <a:endParaRPr lang="en-US" altLang="zh-CN" sz="4800" b="1" dirty="0">
              <a:solidFill>
                <a:srgbClr val="FF0000"/>
              </a:solidFill>
            </a:endParaRPr>
          </a:p>
          <a:p>
            <a:pPr marL="2184400" lvl="2" indent="-914400">
              <a:lnSpc>
                <a:spcPct val="120000"/>
              </a:lnSpc>
              <a:spcBef>
                <a:spcPts val="1800"/>
              </a:spcBef>
              <a:spcAft>
                <a:spcPts val="1800"/>
              </a:spcAft>
              <a:buFont typeface="+mj-ea"/>
              <a:buAutoNum type="circleNumDbPlain"/>
            </a:pPr>
            <a:r>
              <a:rPr lang="zh-CN" altLang="en-US" sz="4800" dirty="0"/>
              <a:t>找出原因与结果之间的因果关系、原因与原因之间的约束关系，画出因果图；</a:t>
            </a:r>
            <a:endParaRPr lang="en-US" altLang="zh-CN" sz="4800" dirty="0"/>
          </a:p>
          <a:p>
            <a:pPr marL="2184400" lvl="2" indent="-914400">
              <a:lnSpc>
                <a:spcPct val="120000"/>
              </a:lnSpc>
              <a:spcBef>
                <a:spcPts val="1800"/>
              </a:spcBef>
              <a:spcAft>
                <a:spcPts val="1800"/>
              </a:spcAft>
              <a:buFont typeface="+mj-ea"/>
              <a:buAutoNum type="circleNumDbPlain"/>
            </a:pPr>
            <a:r>
              <a:rPr lang="zh-CN" altLang="en-US" sz="4800" dirty="0"/>
              <a:t>然后通过因果图转换为</a:t>
            </a:r>
            <a:r>
              <a:rPr lang="zh-CN" altLang="en-US" sz="4800" dirty="0">
                <a:solidFill>
                  <a:schemeClr val="tx1"/>
                </a:solidFill>
              </a:rPr>
              <a:t>判定表</a:t>
            </a:r>
            <a:r>
              <a:rPr lang="zh-CN" altLang="en-US" sz="4800" dirty="0"/>
              <a:t>；</a:t>
            </a:r>
            <a:endParaRPr lang="en-US" altLang="zh-CN" sz="4800" dirty="0"/>
          </a:p>
          <a:p>
            <a:pPr marL="2184400" lvl="2" indent="-914400">
              <a:lnSpc>
                <a:spcPct val="120000"/>
              </a:lnSpc>
              <a:spcBef>
                <a:spcPts val="1800"/>
              </a:spcBef>
              <a:spcAft>
                <a:spcPts val="1800"/>
              </a:spcAft>
              <a:buFont typeface="+mj-ea"/>
              <a:buAutoNum type="circleNumDbPlain"/>
            </a:pPr>
            <a:r>
              <a:rPr lang="zh-CN" altLang="en-US" sz="4800" dirty="0"/>
              <a:t>最后为判定表中的每一列设计一个测试用例。</a:t>
            </a:r>
            <a:endParaRPr lang="en-US" altLang="zh-CN" sz="4800" dirty="0"/>
          </a:p>
          <a:p>
            <a:pPr lvl="2"/>
            <a:endParaRPr lang="zh-CN" altLang="en-US" sz="4800" dirty="0"/>
          </a:p>
        </p:txBody>
      </p:sp>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2</a:t>
            </a:r>
            <a:endParaRPr dirty="0"/>
          </a:p>
        </p:txBody>
      </p:sp>
      <p:pic>
        <p:nvPicPr>
          <p:cNvPr id="3" name="Audio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63300" y="13195300"/>
            <a:ext cx="304800" cy="304800"/>
          </a:xfrm>
          <a:prstGeom prst="rect">
            <a:avLst/>
          </a:prstGeom>
        </p:spPr>
      </p:pic>
    </p:spTree>
    <p:custDataLst>
      <p:tags r:id="rId4"/>
    </p:custDataLst>
  </p:cSld>
  <p:clrMapOvr>
    <a:masterClrMapping/>
  </p:clrMapOvr>
  <p:transition spd="med" advTm="40362"/>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因果图测试</a:t>
            </a:r>
            <a:endParaRPr lang="zh-CN" altLang="en-US" dirty="0"/>
          </a:p>
        </p:txBody>
      </p:sp>
      <p:sp>
        <p:nvSpPr>
          <p:cNvPr id="20" name="Rectangle 3"/>
          <p:cNvSpPr txBox="1">
            <a:spLocks noChangeArrowheads="1"/>
          </p:cNvSpPr>
          <p:nvPr/>
        </p:nvSpPr>
        <p:spPr>
          <a:xfrm>
            <a:off x="2737970" y="2930520"/>
            <a:ext cx="19248684" cy="7296346"/>
          </a:xfrm>
          <a:prstGeom prst="rect">
            <a:avLst/>
          </a:prstGeom>
          <a:ln w="12700">
            <a:miter lim="400000"/>
          </a:ln>
        </p:spPr>
        <p:txBody>
          <a:bodyPr lIns="50800" tIns="50800" rIns="50800" bIns="50800" anchor="ctr">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pPr marL="647700">
              <a:lnSpc>
                <a:spcPct val="150000"/>
              </a:lnSpc>
              <a:spcBef>
                <a:spcPts val="1200"/>
              </a:spcBef>
              <a:spcAft>
                <a:spcPts val="1200"/>
              </a:spcAft>
            </a:pPr>
            <a:r>
              <a:rPr lang="zh-CN" altLang="en-US" sz="4800" b="1" dirty="0"/>
              <a:t>程序规格说明书：</a:t>
            </a:r>
            <a:endParaRPr lang="en-US" altLang="zh-CN" sz="4800" b="1" dirty="0"/>
          </a:p>
          <a:p>
            <a:pPr lvl="2">
              <a:lnSpc>
                <a:spcPct val="120000"/>
              </a:lnSpc>
              <a:spcBef>
                <a:spcPts val="1800"/>
              </a:spcBef>
              <a:spcAft>
                <a:spcPts val="1800"/>
              </a:spcAft>
            </a:pPr>
            <a:r>
              <a:rPr lang="zh-CN" altLang="en-US" sz="4800" dirty="0"/>
              <a:t>输入的第一个字符必须是</a:t>
            </a:r>
            <a:r>
              <a:rPr lang="en-US" altLang="zh-CN" sz="4800" dirty="0"/>
              <a:t>#</a:t>
            </a:r>
            <a:r>
              <a:rPr lang="zh-CN" altLang="en-US" sz="4800" dirty="0"/>
              <a:t>或</a:t>
            </a:r>
            <a:r>
              <a:rPr lang="en-US" altLang="zh-CN" sz="4800" dirty="0"/>
              <a:t>!</a:t>
            </a:r>
            <a:r>
              <a:rPr lang="zh-CN" altLang="en-US" sz="4800" dirty="0"/>
              <a:t>，第二个字符必须是</a:t>
            </a:r>
            <a:r>
              <a:rPr lang="en-US" altLang="zh-CN" sz="4800" dirty="0"/>
              <a:t>F</a:t>
            </a:r>
            <a:r>
              <a:rPr lang="zh-CN" altLang="en-US" sz="4800" dirty="0"/>
              <a:t>，在此情况下进行文件的修改；</a:t>
            </a:r>
            <a:endParaRPr lang="en-US" altLang="zh-CN" sz="4800" dirty="0"/>
          </a:p>
          <a:p>
            <a:pPr lvl="2">
              <a:lnSpc>
                <a:spcPct val="120000"/>
              </a:lnSpc>
              <a:spcBef>
                <a:spcPts val="1800"/>
              </a:spcBef>
              <a:spcAft>
                <a:spcPts val="1800"/>
              </a:spcAft>
            </a:pPr>
            <a:r>
              <a:rPr lang="zh-CN" altLang="en-US" sz="4800" dirty="0"/>
              <a:t>如果第一个字符不是</a:t>
            </a:r>
            <a:r>
              <a:rPr lang="en-US" altLang="zh-CN" sz="4800" dirty="0"/>
              <a:t>#</a:t>
            </a:r>
            <a:r>
              <a:rPr lang="zh-CN" altLang="en-US" sz="4800" dirty="0"/>
              <a:t>或</a:t>
            </a:r>
            <a:r>
              <a:rPr lang="en-US" altLang="zh-CN" sz="4800" dirty="0"/>
              <a:t>!</a:t>
            </a:r>
            <a:r>
              <a:rPr lang="zh-CN" altLang="en-US" sz="4800" dirty="0"/>
              <a:t>，则给出信息：“错误命令”；</a:t>
            </a:r>
            <a:endParaRPr lang="en-US" altLang="zh-CN" sz="4800" dirty="0"/>
          </a:p>
          <a:p>
            <a:pPr lvl="2">
              <a:lnSpc>
                <a:spcPct val="120000"/>
              </a:lnSpc>
              <a:spcBef>
                <a:spcPts val="1800"/>
              </a:spcBef>
              <a:spcAft>
                <a:spcPts val="1800"/>
              </a:spcAft>
            </a:pPr>
            <a:r>
              <a:rPr lang="zh-CN" altLang="en-US" sz="4800" dirty="0"/>
              <a:t>如果第二个字符不是</a:t>
            </a:r>
            <a:r>
              <a:rPr lang="en-US" altLang="zh-CN" sz="4800" dirty="0"/>
              <a:t>F</a:t>
            </a:r>
            <a:r>
              <a:rPr lang="zh-CN" altLang="en-US" sz="4800" dirty="0"/>
              <a:t>，则给出信息：“错误操作类型”。</a:t>
            </a:r>
            <a:endParaRPr lang="zh-CN" altLang="en-US" sz="4800" dirty="0"/>
          </a:p>
          <a:p>
            <a:pPr marL="1270000" lvl="2" indent="0">
              <a:buNone/>
            </a:pPr>
            <a:endParaRPr lang="zh-CN" altLang="en-US" sz="4800" dirty="0"/>
          </a:p>
        </p:txBody>
      </p:sp>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2</a:t>
            </a:r>
            <a:endParaRPr dirty="0"/>
          </a:p>
        </p:txBody>
      </p:sp>
      <p:cxnSp>
        <p:nvCxnSpPr>
          <p:cNvPr id="6" name="Straight Connector 5"/>
          <p:cNvCxnSpPr/>
          <p:nvPr/>
        </p:nvCxnSpPr>
        <p:spPr>
          <a:xfrm>
            <a:off x="6359227" y="5300149"/>
            <a:ext cx="6818812" cy="0"/>
          </a:xfrm>
          <a:prstGeom prst="line">
            <a:avLst/>
          </a:prstGeom>
          <a:ln w="57150">
            <a:solidFill>
              <a:schemeClr val="accent5"/>
            </a:solidFill>
          </a:ln>
        </p:spPr>
        <p:style>
          <a:lnRef idx="1">
            <a:schemeClr val="accent6"/>
          </a:lnRef>
          <a:fillRef idx="0">
            <a:schemeClr val="accent6"/>
          </a:fillRef>
          <a:effectRef idx="0">
            <a:schemeClr val="accent6"/>
          </a:effectRef>
          <a:fontRef idx="minor">
            <a:schemeClr val="tx1"/>
          </a:fontRef>
        </p:style>
      </p:cxnSp>
      <p:cxnSp>
        <p:nvCxnSpPr>
          <p:cNvPr id="8" name="Straight Connector 7"/>
          <p:cNvCxnSpPr/>
          <p:nvPr/>
        </p:nvCxnSpPr>
        <p:spPr>
          <a:xfrm>
            <a:off x="13487193" y="5339336"/>
            <a:ext cx="5525589" cy="0"/>
          </a:xfrm>
          <a:prstGeom prst="line">
            <a:avLst/>
          </a:prstGeom>
          <a:ln w="57150">
            <a:solidFill>
              <a:schemeClr val="accent5"/>
            </a:solidFill>
          </a:ln>
        </p:spPr>
        <p:style>
          <a:lnRef idx="1">
            <a:schemeClr val="accent6"/>
          </a:lnRef>
          <a:fillRef idx="0">
            <a:schemeClr val="accent6"/>
          </a:fillRef>
          <a:effectRef idx="0">
            <a:schemeClr val="accent6"/>
          </a:effectRef>
          <a:fontRef idx="minor">
            <a:schemeClr val="tx1"/>
          </a:fontRef>
        </p:style>
      </p:cxnSp>
      <p:cxnSp>
        <p:nvCxnSpPr>
          <p:cNvPr id="10" name="Straight Connector 9"/>
          <p:cNvCxnSpPr/>
          <p:nvPr/>
        </p:nvCxnSpPr>
        <p:spPr>
          <a:xfrm>
            <a:off x="6211181" y="7616627"/>
            <a:ext cx="5756366" cy="0"/>
          </a:xfrm>
          <a:prstGeom prst="line">
            <a:avLst/>
          </a:prstGeom>
          <a:ln w="57150">
            <a:solidFill>
              <a:schemeClr val="accent5"/>
            </a:solidFill>
          </a:ln>
        </p:spPr>
        <p:style>
          <a:lnRef idx="1">
            <a:schemeClr val="accent6"/>
          </a:lnRef>
          <a:fillRef idx="0">
            <a:schemeClr val="accent6"/>
          </a:fillRef>
          <a:effectRef idx="0">
            <a:schemeClr val="accent6"/>
          </a:effectRef>
          <a:fontRef idx="minor">
            <a:schemeClr val="tx1"/>
          </a:fontRef>
        </p:style>
      </p:cxnSp>
      <p:cxnSp>
        <p:nvCxnSpPr>
          <p:cNvPr id="12" name="Straight Connector 11"/>
          <p:cNvCxnSpPr/>
          <p:nvPr/>
        </p:nvCxnSpPr>
        <p:spPr>
          <a:xfrm>
            <a:off x="6359227" y="8879372"/>
            <a:ext cx="4781006" cy="1"/>
          </a:xfrm>
          <a:prstGeom prst="line">
            <a:avLst/>
          </a:prstGeom>
          <a:ln w="57150">
            <a:solidFill>
              <a:schemeClr val="accent5"/>
            </a:solidFill>
          </a:ln>
        </p:spPr>
        <p:style>
          <a:lnRef idx="1">
            <a:schemeClr val="accent6"/>
          </a:lnRef>
          <a:fillRef idx="0">
            <a:schemeClr val="accent6"/>
          </a:fillRef>
          <a:effectRef idx="0">
            <a:schemeClr val="accent6"/>
          </a:effectRef>
          <a:fontRef idx="minor">
            <a:schemeClr val="tx1"/>
          </a:fontRef>
        </p:style>
      </p:cxnSp>
      <p:pic>
        <p:nvPicPr>
          <p:cNvPr id="4" name="Audio 3">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63300" y="13195300"/>
            <a:ext cx="304800" cy="304800"/>
          </a:xfrm>
          <a:prstGeom prst="rect">
            <a:avLst/>
          </a:prstGeom>
        </p:spPr>
      </p:pic>
    </p:spTree>
    <p:custDataLst>
      <p:tags r:id="rId4"/>
    </p:custDataLst>
  </p:cSld>
  <p:clrMapOvr>
    <a:masterClrMapping/>
  </p:clrMapOvr>
  <p:transition spd="med" advTm="177469"/>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因果图测试</a:t>
            </a:r>
            <a:endParaRPr lang="zh-CN" altLang="en-US" dirty="0"/>
          </a:p>
        </p:txBody>
      </p:sp>
      <mc:AlternateContent xmlns:mc="http://schemas.openxmlformats.org/markup-compatibility/2006">
        <mc:Choice xmlns:a14="http://schemas.microsoft.com/office/drawing/2010/main" Requires="a14">
          <p:sp>
            <p:nvSpPr>
              <p:cNvPr id="20" name="Rectangle 3"/>
              <p:cNvSpPr txBox="1">
                <a:spLocks noChangeArrowheads="1"/>
              </p:cNvSpPr>
              <p:nvPr/>
            </p:nvSpPr>
            <p:spPr>
              <a:xfrm>
                <a:off x="2737970" y="2445930"/>
                <a:ext cx="19248684" cy="7296346"/>
              </a:xfrm>
              <a:prstGeom prst="rect">
                <a:avLst/>
              </a:prstGeom>
              <a:ln w="12700">
                <a:miter lim="400000"/>
              </a:ln>
            </p:spPr>
            <p:txBody>
              <a:bodyPr lIns="50800" tIns="50800" rIns="50800" bIns="50800" anchor="ctr">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pPr marL="647700">
                  <a:lnSpc>
                    <a:spcPct val="150000"/>
                  </a:lnSpc>
                  <a:spcBef>
                    <a:spcPts val="1200"/>
                  </a:spcBef>
                  <a:spcAft>
                    <a:spcPts val="1200"/>
                  </a:spcAft>
                </a:pPr>
                <a:r>
                  <a:rPr lang="zh-CN" altLang="en-US" sz="4800" b="1" dirty="0"/>
                  <a:t>原因</a:t>
                </a:r>
                <a:endParaRPr lang="en-US" altLang="zh-CN" sz="4800" b="1" dirty="0"/>
              </a:p>
              <a:p>
                <a:pPr lvl="2">
                  <a:lnSpc>
                    <a:spcPct val="120000"/>
                  </a:lnSpc>
                  <a:spcBef>
                    <a:spcPts val="1800"/>
                  </a:spcBef>
                  <a:spcAft>
                    <a:spcPts val="1800"/>
                  </a:spcAft>
                </a:pPr>
                <a14:m>
                  <m:oMath xmlns:m="http://schemas.openxmlformats.org/officeDocument/2006/math">
                    <m:sSub>
                      <m:sSubPr>
                        <m:ctrlPr>
                          <a:rPr lang="en-US" altLang="zh-CN" sz="4800" i="1">
                            <a:latin typeface="Cambria Math" panose="02040503050406030204" pitchFamily="18" charset="0"/>
                          </a:rPr>
                        </m:ctrlPr>
                      </m:sSubPr>
                      <m:e>
                        <m:r>
                          <a:rPr lang="en-US" altLang="zh-CN" sz="4800">
                            <a:latin typeface="Cambria Math" panose="02040503050406030204" pitchFamily="18" charset="0"/>
                          </a:rPr>
                          <m:t>𝑪</m:t>
                        </m:r>
                      </m:e>
                      <m:sub>
                        <m:r>
                          <a:rPr lang="en-US" altLang="zh-CN" sz="4800">
                            <a:latin typeface="Cambria Math" panose="02040503050406030204" pitchFamily="18" charset="0"/>
                          </a:rPr>
                          <m:t>𝟏</m:t>
                        </m:r>
                      </m:sub>
                    </m:sSub>
                  </m:oMath>
                </a14:m>
                <a:r>
                  <a:rPr lang="zh-CN" altLang="en-US" sz="4800" dirty="0"/>
                  <a:t>：第一个字符是 </a:t>
                </a:r>
                <a:r>
                  <a:rPr lang="en-US" altLang="zh-CN" sz="4800" dirty="0"/>
                  <a:t>#</a:t>
                </a:r>
                <a:r>
                  <a:rPr lang="zh-CN" altLang="en-US" sz="4800" dirty="0"/>
                  <a:t>。</a:t>
                </a:r>
                <a:endParaRPr lang="en-US" altLang="zh-CN" sz="4800" dirty="0"/>
              </a:p>
              <a:p>
                <a:pPr lvl="2">
                  <a:lnSpc>
                    <a:spcPct val="120000"/>
                  </a:lnSpc>
                  <a:spcBef>
                    <a:spcPts val="1800"/>
                  </a:spcBef>
                  <a:spcAft>
                    <a:spcPts val="1800"/>
                  </a:spcAft>
                </a:pPr>
                <a14:m>
                  <m:oMath xmlns:m="http://schemas.openxmlformats.org/officeDocument/2006/math">
                    <m:sSub>
                      <m:sSubPr>
                        <m:ctrlPr>
                          <a:rPr lang="en-US" altLang="zh-CN" sz="4800" i="1">
                            <a:latin typeface="Cambria Math" panose="02040503050406030204" pitchFamily="18" charset="0"/>
                          </a:rPr>
                        </m:ctrlPr>
                      </m:sSubPr>
                      <m:e>
                        <m:r>
                          <a:rPr lang="en-US" altLang="zh-CN" sz="4800">
                            <a:latin typeface="Cambria Math" panose="02040503050406030204" pitchFamily="18" charset="0"/>
                          </a:rPr>
                          <m:t>𝑪</m:t>
                        </m:r>
                      </m:e>
                      <m:sub>
                        <m:r>
                          <a:rPr lang="en-US" altLang="zh-CN" sz="4800">
                            <a:latin typeface="Cambria Math" panose="02040503050406030204" pitchFamily="18" charset="0"/>
                          </a:rPr>
                          <m:t>𝟐</m:t>
                        </m:r>
                      </m:sub>
                    </m:sSub>
                  </m:oMath>
                </a14:m>
                <a:r>
                  <a:rPr lang="zh-CN" altLang="en-US" sz="4800" dirty="0"/>
                  <a:t>：第一个字符是</a:t>
                </a:r>
                <a:r>
                  <a:rPr lang="en-US" altLang="zh-CN" sz="4800" dirty="0"/>
                  <a:t> </a:t>
                </a:r>
                <a:r>
                  <a:rPr lang="zh-CN" altLang="en-US" sz="4800" dirty="0"/>
                  <a:t>！。</a:t>
                </a:r>
                <a:endParaRPr lang="en-US" altLang="zh-CN" sz="4800" dirty="0"/>
              </a:p>
              <a:p>
                <a:pPr lvl="2">
                  <a:lnSpc>
                    <a:spcPct val="120000"/>
                  </a:lnSpc>
                  <a:spcBef>
                    <a:spcPts val="1800"/>
                  </a:spcBef>
                  <a:spcAft>
                    <a:spcPts val="1800"/>
                  </a:spcAft>
                </a:pPr>
                <a14:m>
                  <m:oMath xmlns:m="http://schemas.openxmlformats.org/officeDocument/2006/math">
                    <m:sSub>
                      <m:sSubPr>
                        <m:ctrlPr>
                          <a:rPr lang="en-US" altLang="zh-CN" sz="4800" i="1">
                            <a:latin typeface="Cambria Math" panose="02040503050406030204" pitchFamily="18" charset="0"/>
                          </a:rPr>
                        </m:ctrlPr>
                      </m:sSubPr>
                      <m:e>
                        <m:r>
                          <a:rPr lang="en-US" altLang="zh-CN" sz="4800">
                            <a:latin typeface="Cambria Math" panose="02040503050406030204" pitchFamily="18" charset="0"/>
                          </a:rPr>
                          <m:t>𝑪</m:t>
                        </m:r>
                      </m:e>
                      <m:sub>
                        <m:r>
                          <a:rPr lang="en-US" altLang="zh-CN" sz="4800" b="1" i="1" smtClean="0">
                            <a:latin typeface="Cambria Math" panose="02040503050406030204" pitchFamily="18" charset="0"/>
                          </a:rPr>
                          <m:t>𝟑</m:t>
                        </m:r>
                      </m:sub>
                    </m:sSub>
                  </m:oMath>
                </a14:m>
                <a:r>
                  <a:rPr lang="zh-CN" altLang="en-US" sz="4800" dirty="0"/>
                  <a:t>：第二个字符是</a:t>
                </a:r>
                <a:r>
                  <a:rPr lang="en-US" altLang="zh-CN" sz="4800" dirty="0"/>
                  <a:t> F</a:t>
                </a:r>
                <a:r>
                  <a:rPr lang="zh-CN" altLang="en-US" sz="4800" dirty="0"/>
                  <a:t>。</a:t>
                </a:r>
                <a:endParaRPr lang="en-US" altLang="zh-CN" sz="4800" dirty="0"/>
              </a:p>
              <a:p>
                <a:pPr lvl="2"/>
                <a:endParaRPr lang="zh-CN" altLang="en-US" sz="4800" dirty="0"/>
              </a:p>
            </p:txBody>
          </p:sp>
        </mc:Choice>
        <mc:Fallback>
          <p:sp>
            <p:nvSpPr>
              <p:cNvPr id="20" name="Rectangle 3"/>
              <p:cNvSpPr txBox="1">
                <a:spLocks noRot="1" noChangeAspect="1" noMove="1" noResize="1" noEditPoints="1" noAdjustHandles="1" noChangeArrowheads="1" noChangeShapeType="1" noTextEdit="1"/>
              </p:cNvSpPr>
              <p:nvPr/>
            </p:nvSpPr>
            <p:spPr>
              <a:xfrm>
                <a:off x="2737970" y="2445930"/>
                <a:ext cx="19248684" cy="7296346"/>
              </a:xfrm>
              <a:prstGeom prst="rect">
                <a:avLst/>
              </a:prstGeom>
              <a:blipFill rotWithShape="1">
                <a:blip r:embed="rId1"/>
                <a:stretch>
                  <a:fillRect l="-3" t="-7" r="2" b="1"/>
                </a:stretch>
              </a:blipFill>
              <a:ln w="12700">
                <a:miter lim="400000"/>
              </a:ln>
            </p:spPr>
            <p:txBody>
              <a:bodyPr/>
              <a:lstStyle/>
              <a:p>
                <a:r>
                  <a:rPr lang="zh-CN" altLang="en-US">
                    <a:noFill/>
                  </a:rPr>
                  <a:t> </a:t>
                </a:r>
              </a:p>
            </p:txBody>
          </p:sp>
        </mc:Fallback>
      </mc:AlternateContent>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2</a:t>
            </a:r>
            <a:endParaRPr dirty="0"/>
          </a:p>
        </p:txBody>
      </p:sp>
      <p:pic>
        <p:nvPicPr>
          <p:cNvPr id="4" name="Audio 3">
            <a:hlinkClick r:id="" action="ppaction://media"/>
          </p:cNvPr>
          <p:cNvPicPr>
            <a:picLocks noChangeAspect="1"/>
          </p:cNvPicPr>
          <p:nvPr>
            <a:audioFile r:link="rId2"/>
            <p:extLst>
              <p:ext uri="{DAA4B4D4-6D71-4841-9C94-3DE7FCFB9230}">
                <p14:media xmlns:p14="http://schemas.microsoft.com/office/powerpoint/2010/main" r:link="rId3"/>
              </p:ext>
            </p:extLst>
          </p:nvPr>
        </p:nvPicPr>
        <p:blipFill>
          <a:blip r:embed="rId4"/>
          <a:stretch>
            <a:fillRect/>
          </a:stretch>
        </p:blipFill>
        <p:spPr>
          <a:xfrm>
            <a:off x="23863300" y="13195300"/>
            <a:ext cx="304800" cy="304800"/>
          </a:xfrm>
          <a:prstGeom prst="rect">
            <a:avLst/>
          </a:prstGeom>
        </p:spPr>
      </p:pic>
    </p:spTree>
    <p:custDataLst>
      <p:tags r:id="rId5"/>
    </p:custDataLst>
  </p:cSld>
  <p:clrMapOvr>
    <a:masterClrMapping/>
  </p:clrMapOvr>
  <p:transition spd="med" advTm="173085"/>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因果图测试</a:t>
            </a:r>
            <a:endParaRPr lang="zh-CN" altLang="en-US" dirty="0"/>
          </a:p>
        </p:txBody>
      </p:sp>
      <p:sp>
        <p:nvSpPr>
          <p:cNvPr id="20" name="Rectangle 3"/>
          <p:cNvSpPr txBox="1">
            <a:spLocks noChangeArrowheads="1"/>
          </p:cNvSpPr>
          <p:nvPr/>
        </p:nvSpPr>
        <p:spPr>
          <a:xfrm>
            <a:off x="2737970" y="2914860"/>
            <a:ext cx="19248684" cy="7296346"/>
          </a:xfrm>
          <a:prstGeom prst="rect">
            <a:avLst/>
          </a:prstGeom>
          <a:ln w="12700">
            <a:miter lim="400000"/>
          </a:ln>
        </p:spPr>
        <p:txBody>
          <a:bodyPr lIns="50800" tIns="50800" rIns="50800" bIns="50800" anchor="ctr">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pPr marL="647700">
              <a:lnSpc>
                <a:spcPct val="150000"/>
              </a:lnSpc>
              <a:spcBef>
                <a:spcPts val="1200"/>
              </a:spcBef>
              <a:spcAft>
                <a:spcPts val="1200"/>
              </a:spcAft>
            </a:pPr>
            <a:r>
              <a:rPr lang="zh-CN" altLang="en-US" sz="4800" b="1" dirty="0"/>
              <a:t>程序规格说明书：</a:t>
            </a:r>
            <a:endParaRPr lang="en-US" altLang="zh-CN" sz="4800" b="1" dirty="0"/>
          </a:p>
          <a:p>
            <a:pPr lvl="2">
              <a:lnSpc>
                <a:spcPct val="120000"/>
              </a:lnSpc>
              <a:spcBef>
                <a:spcPts val="1800"/>
              </a:spcBef>
              <a:spcAft>
                <a:spcPts val="1800"/>
              </a:spcAft>
            </a:pPr>
            <a:r>
              <a:rPr lang="zh-CN" altLang="en-US" sz="4800" dirty="0"/>
              <a:t>输入的第一个字符必须是</a:t>
            </a:r>
            <a:r>
              <a:rPr lang="en-US" altLang="zh-CN" sz="4800" dirty="0"/>
              <a:t>#</a:t>
            </a:r>
            <a:r>
              <a:rPr lang="zh-CN" altLang="en-US" sz="4800" dirty="0"/>
              <a:t>或</a:t>
            </a:r>
            <a:r>
              <a:rPr lang="en-US" altLang="zh-CN" sz="4800" dirty="0"/>
              <a:t>!</a:t>
            </a:r>
            <a:r>
              <a:rPr lang="zh-CN" altLang="en-US" sz="4800" dirty="0"/>
              <a:t>，第二个字符必须是</a:t>
            </a:r>
            <a:r>
              <a:rPr lang="en-US" altLang="zh-CN" sz="4800" dirty="0"/>
              <a:t>F</a:t>
            </a:r>
            <a:r>
              <a:rPr lang="zh-CN" altLang="en-US" sz="4800" dirty="0"/>
              <a:t>，在此情况下进行文件的修改；</a:t>
            </a:r>
            <a:endParaRPr lang="en-US" altLang="zh-CN" sz="4800" dirty="0"/>
          </a:p>
          <a:p>
            <a:pPr lvl="2">
              <a:lnSpc>
                <a:spcPct val="120000"/>
              </a:lnSpc>
              <a:spcBef>
                <a:spcPts val="1800"/>
              </a:spcBef>
              <a:spcAft>
                <a:spcPts val="1800"/>
              </a:spcAft>
            </a:pPr>
            <a:r>
              <a:rPr lang="zh-CN" altLang="en-US" sz="4800" dirty="0"/>
              <a:t>如果第一个字符不是</a:t>
            </a:r>
            <a:r>
              <a:rPr lang="en-US" altLang="zh-CN" sz="4800" dirty="0"/>
              <a:t>#</a:t>
            </a:r>
            <a:r>
              <a:rPr lang="zh-CN" altLang="en-US" sz="4800" dirty="0"/>
              <a:t>或</a:t>
            </a:r>
            <a:r>
              <a:rPr lang="en-US" altLang="zh-CN" sz="4800" dirty="0"/>
              <a:t>!</a:t>
            </a:r>
            <a:r>
              <a:rPr lang="zh-CN" altLang="en-US" sz="4800" dirty="0"/>
              <a:t>，则给出信息：“错误命令”；</a:t>
            </a:r>
            <a:endParaRPr lang="en-US" altLang="zh-CN" sz="4800" dirty="0"/>
          </a:p>
          <a:p>
            <a:pPr lvl="2">
              <a:lnSpc>
                <a:spcPct val="120000"/>
              </a:lnSpc>
              <a:spcBef>
                <a:spcPts val="1800"/>
              </a:spcBef>
              <a:spcAft>
                <a:spcPts val="1800"/>
              </a:spcAft>
            </a:pPr>
            <a:r>
              <a:rPr lang="zh-CN" altLang="en-US" sz="4800" dirty="0"/>
              <a:t>如果第二个字符不是</a:t>
            </a:r>
            <a:r>
              <a:rPr lang="en-US" altLang="zh-CN" sz="4800" dirty="0"/>
              <a:t>F</a:t>
            </a:r>
            <a:r>
              <a:rPr lang="zh-CN" altLang="en-US" sz="4800" dirty="0"/>
              <a:t>，则给出信息：“错误操作类型”。</a:t>
            </a:r>
            <a:endParaRPr lang="en-US" altLang="zh-CN" sz="4800" dirty="0"/>
          </a:p>
          <a:p>
            <a:pPr lvl="2"/>
            <a:endParaRPr lang="zh-CN" altLang="en-US" sz="4800" dirty="0"/>
          </a:p>
        </p:txBody>
      </p:sp>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2</a:t>
            </a:r>
            <a:endParaRPr dirty="0"/>
          </a:p>
        </p:txBody>
      </p:sp>
      <p:cxnSp>
        <p:nvCxnSpPr>
          <p:cNvPr id="8" name="Straight Connector 7"/>
          <p:cNvCxnSpPr/>
          <p:nvPr/>
        </p:nvCxnSpPr>
        <p:spPr>
          <a:xfrm>
            <a:off x="5762690" y="6281618"/>
            <a:ext cx="4184469" cy="0"/>
          </a:xfrm>
          <a:prstGeom prst="line">
            <a:avLst/>
          </a:prstGeom>
          <a:ln w="57150">
            <a:solidFill>
              <a:srgbClr val="00A2FF"/>
            </a:solidFill>
          </a:ln>
        </p:spPr>
        <p:style>
          <a:lnRef idx="1">
            <a:schemeClr val="accent6"/>
          </a:lnRef>
          <a:fillRef idx="0">
            <a:schemeClr val="accent6"/>
          </a:fillRef>
          <a:effectRef idx="0">
            <a:schemeClr val="accent6"/>
          </a:effectRef>
          <a:fontRef idx="minor">
            <a:schemeClr val="tx1"/>
          </a:fontRef>
        </p:style>
      </p:cxnSp>
      <p:cxnSp>
        <p:nvCxnSpPr>
          <p:cNvPr id="11" name="Straight Connector 10"/>
          <p:cNvCxnSpPr/>
          <p:nvPr/>
        </p:nvCxnSpPr>
        <p:spPr>
          <a:xfrm>
            <a:off x="13029992" y="7661926"/>
            <a:ext cx="6836229" cy="0"/>
          </a:xfrm>
          <a:prstGeom prst="line">
            <a:avLst/>
          </a:prstGeom>
          <a:ln w="57150">
            <a:solidFill>
              <a:srgbClr val="00A2FF"/>
            </a:solidFill>
          </a:ln>
        </p:spPr>
        <p:style>
          <a:lnRef idx="1">
            <a:schemeClr val="accent6"/>
          </a:lnRef>
          <a:fillRef idx="0">
            <a:schemeClr val="accent6"/>
          </a:fillRef>
          <a:effectRef idx="0">
            <a:schemeClr val="accent6"/>
          </a:effectRef>
          <a:fontRef idx="minor">
            <a:schemeClr val="tx1"/>
          </a:fontRef>
        </p:style>
      </p:cxnSp>
      <p:cxnSp>
        <p:nvCxnSpPr>
          <p:cNvPr id="13" name="Straight Connector 12"/>
          <p:cNvCxnSpPr/>
          <p:nvPr/>
        </p:nvCxnSpPr>
        <p:spPr>
          <a:xfrm>
            <a:off x="12468289" y="8955149"/>
            <a:ext cx="7511144" cy="0"/>
          </a:xfrm>
          <a:prstGeom prst="line">
            <a:avLst/>
          </a:prstGeom>
          <a:ln w="57150">
            <a:solidFill>
              <a:srgbClr val="00A2FF"/>
            </a:solidFill>
          </a:ln>
        </p:spPr>
        <p:style>
          <a:lnRef idx="1">
            <a:schemeClr val="accent6"/>
          </a:lnRef>
          <a:fillRef idx="0">
            <a:schemeClr val="accent6"/>
          </a:fillRef>
          <a:effectRef idx="0">
            <a:schemeClr val="accent6"/>
          </a:effectRef>
          <a:fontRef idx="minor">
            <a:schemeClr val="tx1"/>
          </a:fontRef>
        </p:style>
      </p:cxnSp>
      <p:pic>
        <p:nvPicPr>
          <p:cNvPr id="3" name="Audio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63300" y="13195300"/>
            <a:ext cx="304800" cy="304800"/>
          </a:xfrm>
          <a:prstGeom prst="rect">
            <a:avLst/>
          </a:prstGeom>
        </p:spPr>
      </p:pic>
    </p:spTree>
    <p:custDataLst>
      <p:tags r:id="rId4"/>
    </p:custDataLst>
  </p:cSld>
  <p:clrMapOvr>
    <a:masterClrMapping/>
  </p:clrMapOvr>
  <p:transition spd="med" advTm="57236"/>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因果图测试</a:t>
            </a:r>
            <a:endParaRPr lang="zh-CN" altLang="en-US" dirty="0"/>
          </a:p>
        </p:txBody>
      </p:sp>
      <mc:AlternateContent xmlns:mc="http://schemas.openxmlformats.org/markup-compatibility/2006">
        <mc:Choice xmlns:a14="http://schemas.microsoft.com/office/drawing/2010/main" Requires="a14">
          <p:sp>
            <p:nvSpPr>
              <p:cNvPr id="20" name="Rectangle 3"/>
              <p:cNvSpPr txBox="1">
                <a:spLocks noChangeArrowheads="1"/>
              </p:cNvSpPr>
              <p:nvPr/>
            </p:nvSpPr>
            <p:spPr>
              <a:xfrm>
                <a:off x="2737970" y="1856290"/>
                <a:ext cx="19248684" cy="7296346"/>
              </a:xfrm>
              <a:prstGeom prst="rect">
                <a:avLst/>
              </a:prstGeom>
              <a:ln w="12700">
                <a:miter lim="400000"/>
              </a:ln>
            </p:spPr>
            <p:txBody>
              <a:bodyPr lIns="50800" tIns="50800" rIns="50800" bIns="50800" anchor="ctr">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pPr marL="647700">
                  <a:lnSpc>
                    <a:spcPct val="150000"/>
                  </a:lnSpc>
                  <a:spcBef>
                    <a:spcPts val="1200"/>
                  </a:spcBef>
                  <a:spcAft>
                    <a:spcPts val="1200"/>
                  </a:spcAft>
                </a:pPr>
                <a:r>
                  <a:rPr lang="zh-CN" altLang="en-US" sz="4800" b="1" dirty="0"/>
                  <a:t>结果</a:t>
                </a:r>
                <a:endParaRPr lang="en-US" altLang="zh-CN" sz="4800" b="1" dirty="0"/>
              </a:p>
              <a:p>
                <a:pPr lvl="2">
                  <a:lnSpc>
                    <a:spcPct val="120000"/>
                  </a:lnSpc>
                  <a:spcBef>
                    <a:spcPts val="1800"/>
                  </a:spcBef>
                  <a:spcAft>
                    <a:spcPts val="1800"/>
                  </a:spcAft>
                </a:pPr>
                <a14:m>
                  <m:oMath xmlns:m="http://schemas.openxmlformats.org/officeDocument/2006/math">
                    <m:sSub>
                      <m:sSubPr>
                        <m:ctrlPr>
                          <a:rPr lang="en-US" altLang="zh-CN" sz="4800" i="1">
                            <a:latin typeface="Cambria Math" panose="02040503050406030204" pitchFamily="18" charset="0"/>
                          </a:rPr>
                        </m:ctrlPr>
                      </m:sSubPr>
                      <m:e>
                        <m:r>
                          <a:rPr lang="en-US" altLang="zh-CN" sz="4800" b="1" i="1" smtClean="0">
                            <a:latin typeface="Cambria Math" panose="02040503050406030204" pitchFamily="18" charset="0"/>
                          </a:rPr>
                          <m:t>𝑬</m:t>
                        </m:r>
                      </m:e>
                      <m:sub>
                        <m:r>
                          <a:rPr lang="en-US" altLang="zh-CN" sz="4800">
                            <a:latin typeface="Cambria Math" panose="02040503050406030204" pitchFamily="18" charset="0"/>
                          </a:rPr>
                          <m:t>𝟏</m:t>
                        </m:r>
                      </m:sub>
                    </m:sSub>
                  </m:oMath>
                </a14:m>
                <a:r>
                  <a:rPr lang="zh-CN" altLang="en-US" sz="4800" dirty="0"/>
                  <a:t>：给出信息：“错误命令”。</a:t>
                </a:r>
                <a:endParaRPr lang="en-US" altLang="zh-CN" sz="4800" i="1" dirty="0">
                  <a:latin typeface="Cambria Math" panose="02040503050406030204" pitchFamily="18" charset="0"/>
                </a:endParaRPr>
              </a:p>
              <a:p>
                <a:pPr lvl="2">
                  <a:lnSpc>
                    <a:spcPct val="120000"/>
                  </a:lnSpc>
                  <a:spcBef>
                    <a:spcPts val="1800"/>
                  </a:spcBef>
                  <a:spcAft>
                    <a:spcPts val="1800"/>
                  </a:spcAft>
                </a:pPr>
                <a14:m>
                  <m:oMath xmlns:m="http://schemas.openxmlformats.org/officeDocument/2006/math">
                    <m:sSub>
                      <m:sSubPr>
                        <m:ctrlPr>
                          <a:rPr lang="en-US" altLang="zh-CN" sz="4800" i="1">
                            <a:latin typeface="Cambria Math" panose="02040503050406030204" pitchFamily="18" charset="0"/>
                          </a:rPr>
                        </m:ctrlPr>
                      </m:sSubPr>
                      <m:e>
                        <m:r>
                          <a:rPr lang="en-US" altLang="zh-CN" sz="4800" b="1" i="1" smtClean="0">
                            <a:latin typeface="Cambria Math" panose="02040503050406030204" pitchFamily="18" charset="0"/>
                          </a:rPr>
                          <m:t>𝑬</m:t>
                        </m:r>
                      </m:e>
                      <m:sub>
                        <m:r>
                          <a:rPr lang="en-US" altLang="zh-CN" sz="4800">
                            <a:latin typeface="Cambria Math" panose="02040503050406030204" pitchFamily="18" charset="0"/>
                          </a:rPr>
                          <m:t>𝟐</m:t>
                        </m:r>
                      </m:sub>
                    </m:sSub>
                  </m:oMath>
                </a14:m>
                <a:r>
                  <a:rPr lang="zh-CN" altLang="en-US" sz="4800" dirty="0"/>
                  <a:t>：</a:t>
                </a:r>
                <a14:m>
                  <m:oMath xmlns:m="http://schemas.openxmlformats.org/officeDocument/2006/math">
                    <m:r>
                      <m:rPr>
                        <m:nor/>
                      </m:rPr>
                      <a:rPr lang="zh-CN" altLang="en-US" sz="4800" dirty="0">
                        <a:latin typeface="Cambria Math" panose="02040503050406030204" pitchFamily="18" charset="0"/>
                      </a:rPr>
                      <m:t>进行文件的修改</m:t>
                    </m:r>
                  </m:oMath>
                </a14:m>
                <a:r>
                  <a:rPr lang="zh-CN" altLang="en-US" sz="4800" dirty="0"/>
                  <a:t>。</a:t>
                </a:r>
                <a:endParaRPr lang="en-US" altLang="zh-CN" sz="4800" dirty="0"/>
              </a:p>
              <a:p>
                <a:pPr lvl="2">
                  <a:lnSpc>
                    <a:spcPct val="120000"/>
                  </a:lnSpc>
                  <a:spcBef>
                    <a:spcPts val="1800"/>
                  </a:spcBef>
                  <a:spcAft>
                    <a:spcPts val="1800"/>
                  </a:spcAft>
                </a:pPr>
                <a14:m>
                  <m:oMath xmlns:m="http://schemas.openxmlformats.org/officeDocument/2006/math">
                    <m:sSub>
                      <m:sSubPr>
                        <m:ctrlPr>
                          <a:rPr lang="en-US" altLang="zh-CN" sz="4800" i="1">
                            <a:latin typeface="Cambria Math" panose="02040503050406030204" pitchFamily="18" charset="0"/>
                          </a:rPr>
                        </m:ctrlPr>
                      </m:sSubPr>
                      <m:e>
                        <m:r>
                          <a:rPr lang="en-US" altLang="zh-CN" sz="4800" b="1" i="1" smtClean="0">
                            <a:latin typeface="Cambria Math" panose="02040503050406030204" pitchFamily="18" charset="0"/>
                          </a:rPr>
                          <m:t>𝑬</m:t>
                        </m:r>
                      </m:e>
                      <m:sub>
                        <m:r>
                          <a:rPr lang="en-US" altLang="zh-CN" sz="4800" b="1" i="1" smtClean="0">
                            <a:latin typeface="Cambria Math" panose="02040503050406030204" pitchFamily="18" charset="0"/>
                          </a:rPr>
                          <m:t>𝟑</m:t>
                        </m:r>
                      </m:sub>
                    </m:sSub>
                  </m:oMath>
                </a14:m>
                <a:r>
                  <a:rPr lang="zh-CN" altLang="en-US" sz="4800" dirty="0"/>
                  <a:t>：给出信息：“错误操作类型”。</a:t>
                </a:r>
                <a:endParaRPr lang="zh-CN" altLang="en-US" sz="4800" dirty="0"/>
              </a:p>
            </p:txBody>
          </p:sp>
        </mc:Choice>
        <mc:Fallback>
          <p:sp>
            <p:nvSpPr>
              <p:cNvPr id="20" name="Rectangle 3"/>
              <p:cNvSpPr txBox="1">
                <a:spLocks noRot="1" noChangeAspect="1" noMove="1" noResize="1" noEditPoints="1" noAdjustHandles="1" noChangeArrowheads="1" noChangeShapeType="1" noTextEdit="1"/>
              </p:cNvSpPr>
              <p:nvPr/>
            </p:nvSpPr>
            <p:spPr>
              <a:xfrm>
                <a:off x="2737970" y="1856290"/>
                <a:ext cx="19248684" cy="7296346"/>
              </a:xfrm>
              <a:prstGeom prst="rect">
                <a:avLst/>
              </a:prstGeom>
              <a:blipFill rotWithShape="1">
                <a:blip r:embed="rId1"/>
                <a:stretch>
                  <a:fillRect l="-3" t="-3" r="2" b="5"/>
                </a:stretch>
              </a:blipFill>
              <a:ln w="12700">
                <a:miter lim="400000"/>
              </a:ln>
            </p:spPr>
            <p:txBody>
              <a:bodyPr/>
              <a:lstStyle/>
              <a:p>
                <a:r>
                  <a:rPr lang="zh-CN" altLang="en-US">
                    <a:noFill/>
                  </a:rPr>
                  <a:t> </a:t>
                </a:r>
              </a:p>
            </p:txBody>
          </p:sp>
        </mc:Fallback>
      </mc:AlternateContent>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2</a:t>
            </a:r>
            <a:endParaRPr dirty="0"/>
          </a:p>
        </p:txBody>
      </p:sp>
      <p:pic>
        <p:nvPicPr>
          <p:cNvPr id="3" name="Audio 2">
            <a:hlinkClick r:id="" action="ppaction://media"/>
          </p:cNvPr>
          <p:cNvPicPr>
            <a:picLocks noChangeAspect="1"/>
          </p:cNvPicPr>
          <p:nvPr>
            <a:audioFile r:link="rId2"/>
            <p:extLst>
              <p:ext uri="{DAA4B4D4-6D71-4841-9C94-3DE7FCFB9230}">
                <p14:media xmlns:p14="http://schemas.microsoft.com/office/powerpoint/2010/main" r:link="rId3"/>
              </p:ext>
            </p:extLst>
          </p:nvPr>
        </p:nvPicPr>
        <p:blipFill>
          <a:blip r:embed="rId4"/>
          <a:stretch>
            <a:fillRect/>
          </a:stretch>
        </p:blipFill>
        <p:spPr>
          <a:xfrm>
            <a:off x="23863300" y="13195300"/>
            <a:ext cx="304800" cy="304800"/>
          </a:xfrm>
          <a:prstGeom prst="rect">
            <a:avLst/>
          </a:prstGeom>
        </p:spPr>
      </p:pic>
    </p:spTree>
    <p:custDataLst>
      <p:tags r:id="rId5"/>
    </p:custDataLst>
  </p:cSld>
  <p:clrMapOvr>
    <a:masterClrMapping/>
  </p:clrMapOvr>
  <p:transition spd="med" advTm="3017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因果图测试</a:t>
            </a:r>
            <a:endParaRPr lang="zh-CN" altLang="en-US" dirty="0"/>
          </a:p>
        </p:txBody>
      </p:sp>
      <mc:AlternateContent xmlns:mc="http://schemas.openxmlformats.org/markup-compatibility/2006">
        <mc:Choice xmlns:a14="http://schemas.microsoft.com/office/drawing/2010/main" Requires="a14">
          <p:sp>
            <p:nvSpPr>
              <p:cNvPr id="20" name="Rectangle 3"/>
              <p:cNvSpPr txBox="1">
                <a:spLocks noChangeArrowheads="1"/>
              </p:cNvSpPr>
              <p:nvPr/>
            </p:nvSpPr>
            <p:spPr>
              <a:xfrm>
                <a:off x="11727428" y="2260909"/>
                <a:ext cx="12098942" cy="7296346"/>
              </a:xfrm>
              <a:prstGeom prst="rect">
                <a:avLst/>
              </a:prstGeom>
              <a:ln w="12700">
                <a:miter lim="400000"/>
              </a:ln>
            </p:spPr>
            <p:txBody>
              <a:bodyPr lIns="50800" tIns="50800" rIns="50800" bIns="50800" anchor="ctr">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pPr marL="647700">
                  <a:lnSpc>
                    <a:spcPct val="150000"/>
                  </a:lnSpc>
                  <a:spcBef>
                    <a:spcPts val="1200"/>
                  </a:spcBef>
                  <a:spcAft>
                    <a:spcPts val="1200"/>
                  </a:spcAft>
                </a:pPr>
                <a:r>
                  <a:rPr lang="zh-CN" altLang="en-US" sz="4800" b="1" dirty="0"/>
                  <a:t>结果</a:t>
                </a:r>
                <a:endParaRPr lang="en-US" altLang="zh-CN" sz="4800" b="1" dirty="0"/>
              </a:p>
              <a:p>
                <a:pPr lvl="2">
                  <a:lnSpc>
                    <a:spcPct val="120000"/>
                  </a:lnSpc>
                  <a:spcBef>
                    <a:spcPts val="1800"/>
                  </a:spcBef>
                  <a:spcAft>
                    <a:spcPts val="1800"/>
                  </a:spcAft>
                </a:pPr>
                <a14:m>
                  <m:oMath xmlns:m="http://schemas.openxmlformats.org/officeDocument/2006/math">
                    <m:sSub>
                      <m:sSubPr>
                        <m:ctrlPr>
                          <a:rPr lang="en-US" altLang="zh-CN" sz="4800" i="1">
                            <a:latin typeface="Cambria Math" panose="02040503050406030204" pitchFamily="18" charset="0"/>
                          </a:rPr>
                        </m:ctrlPr>
                      </m:sSubPr>
                      <m:e>
                        <m:r>
                          <a:rPr lang="en-US" altLang="zh-CN" sz="4800" b="1" i="1" smtClean="0">
                            <a:latin typeface="Cambria Math" panose="02040503050406030204" pitchFamily="18" charset="0"/>
                          </a:rPr>
                          <m:t>𝑬</m:t>
                        </m:r>
                      </m:e>
                      <m:sub>
                        <m:r>
                          <a:rPr lang="en-US" altLang="zh-CN" sz="4800">
                            <a:latin typeface="Cambria Math" panose="02040503050406030204" pitchFamily="18" charset="0"/>
                          </a:rPr>
                          <m:t>𝟏</m:t>
                        </m:r>
                      </m:sub>
                    </m:sSub>
                  </m:oMath>
                </a14:m>
                <a:r>
                  <a:rPr lang="zh-CN" altLang="en-US" sz="4800" dirty="0"/>
                  <a:t>：给出信息：“错误命令”。</a:t>
                </a:r>
                <a:endParaRPr lang="en-US" altLang="zh-CN" sz="4800" dirty="0"/>
              </a:p>
              <a:p>
                <a:pPr lvl="2">
                  <a:lnSpc>
                    <a:spcPct val="120000"/>
                  </a:lnSpc>
                  <a:spcBef>
                    <a:spcPts val="1800"/>
                  </a:spcBef>
                  <a:spcAft>
                    <a:spcPts val="1800"/>
                  </a:spcAft>
                </a:pPr>
                <a14:m>
                  <m:oMath xmlns:m="http://schemas.openxmlformats.org/officeDocument/2006/math">
                    <m:sSub>
                      <m:sSubPr>
                        <m:ctrlPr>
                          <a:rPr lang="en-US" altLang="zh-CN" sz="4800" i="1" smtClean="0">
                            <a:latin typeface="Cambria Math" panose="02040503050406030204" pitchFamily="18" charset="0"/>
                          </a:rPr>
                        </m:ctrlPr>
                      </m:sSubPr>
                      <m:e>
                        <m:r>
                          <a:rPr lang="en-US" altLang="zh-CN" sz="4800" b="1" i="1" smtClean="0">
                            <a:latin typeface="Cambria Math" panose="02040503050406030204" pitchFamily="18" charset="0"/>
                          </a:rPr>
                          <m:t>𝑬</m:t>
                        </m:r>
                      </m:e>
                      <m:sub>
                        <m:r>
                          <a:rPr lang="en-US" altLang="zh-CN" sz="4800">
                            <a:latin typeface="Cambria Math" panose="02040503050406030204" pitchFamily="18" charset="0"/>
                          </a:rPr>
                          <m:t>𝟐</m:t>
                        </m:r>
                      </m:sub>
                    </m:sSub>
                  </m:oMath>
                </a14:m>
                <a:r>
                  <a:rPr lang="zh-CN" altLang="en-US" sz="4800" dirty="0"/>
                  <a:t>：进行文件的修改。</a:t>
                </a:r>
                <a:endParaRPr lang="en-US" altLang="zh-CN" sz="4800" i="1" dirty="0">
                  <a:latin typeface="Cambria Math" panose="02040503050406030204" pitchFamily="18" charset="0"/>
                </a:endParaRPr>
              </a:p>
              <a:p>
                <a:pPr lvl="2">
                  <a:lnSpc>
                    <a:spcPct val="120000"/>
                  </a:lnSpc>
                  <a:spcBef>
                    <a:spcPts val="1800"/>
                  </a:spcBef>
                  <a:spcAft>
                    <a:spcPts val="1800"/>
                  </a:spcAft>
                </a:pPr>
                <a14:m>
                  <m:oMath xmlns:m="http://schemas.openxmlformats.org/officeDocument/2006/math">
                    <m:sSub>
                      <m:sSubPr>
                        <m:ctrlPr>
                          <a:rPr lang="en-US" altLang="zh-CN" sz="4800" i="1">
                            <a:latin typeface="Cambria Math" panose="02040503050406030204" pitchFamily="18" charset="0"/>
                          </a:rPr>
                        </m:ctrlPr>
                      </m:sSubPr>
                      <m:e>
                        <m:r>
                          <a:rPr lang="en-US" altLang="zh-CN" sz="4800" b="1" i="1" smtClean="0">
                            <a:latin typeface="Cambria Math" panose="02040503050406030204" pitchFamily="18" charset="0"/>
                          </a:rPr>
                          <m:t>𝑬</m:t>
                        </m:r>
                      </m:e>
                      <m:sub>
                        <m:r>
                          <a:rPr lang="en-US" altLang="zh-CN" sz="4800" b="1" i="1" smtClean="0">
                            <a:latin typeface="Cambria Math" panose="02040503050406030204" pitchFamily="18" charset="0"/>
                          </a:rPr>
                          <m:t>𝟑</m:t>
                        </m:r>
                      </m:sub>
                    </m:sSub>
                  </m:oMath>
                </a14:m>
                <a:r>
                  <a:rPr lang="zh-CN" altLang="en-US" sz="4800" dirty="0"/>
                  <a:t>：给出信息：“错误操作类型”。</a:t>
                </a:r>
                <a:endParaRPr lang="zh-CN" altLang="en-US" sz="4800" dirty="0"/>
              </a:p>
            </p:txBody>
          </p:sp>
        </mc:Choice>
        <mc:Fallback>
          <p:sp>
            <p:nvSpPr>
              <p:cNvPr id="20" name="Rectangle 3"/>
              <p:cNvSpPr txBox="1">
                <a:spLocks noRot="1" noChangeAspect="1" noMove="1" noResize="1" noEditPoints="1" noAdjustHandles="1" noChangeArrowheads="1" noChangeShapeType="1" noTextEdit="1"/>
              </p:cNvSpPr>
              <p:nvPr/>
            </p:nvSpPr>
            <p:spPr>
              <a:xfrm>
                <a:off x="11727428" y="2260909"/>
                <a:ext cx="12098942" cy="7296346"/>
              </a:xfrm>
              <a:prstGeom prst="rect">
                <a:avLst/>
              </a:prstGeom>
              <a:blipFill rotWithShape="1">
                <a:blip r:embed="rId1"/>
                <a:stretch>
                  <a:fillRect l="-2" t="-4" r="4" b="7"/>
                </a:stretch>
              </a:blipFill>
              <a:ln w="12700">
                <a:miter lim="400000"/>
              </a:ln>
            </p:spPr>
            <p:txBody>
              <a:bodyPr/>
              <a:lstStyle/>
              <a:p>
                <a:r>
                  <a:rPr lang="zh-CN" altLang="en-US">
                    <a:noFill/>
                  </a:rPr>
                  <a:t> </a:t>
                </a:r>
              </a:p>
            </p:txBody>
          </p:sp>
        </mc:Fallback>
      </mc:AlternateContent>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2</a:t>
            </a:r>
            <a:endParaRPr dirty="0"/>
          </a:p>
        </p:txBody>
      </p:sp>
      <mc:AlternateContent xmlns:mc="http://schemas.openxmlformats.org/markup-compatibility/2006">
        <mc:Choice xmlns:a14="http://schemas.microsoft.com/office/drawing/2010/main" Requires="a14">
          <p:sp>
            <p:nvSpPr>
              <p:cNvPr id="6" name="Rectangle 3"/>
              <p:cNvSpPr txBox="1">
                <a:spLocks noChangeArrowheads="1"/>
              </p:cNvSpPr>
              <p:nvPr/>
            </p:nvSpPr>
            <p:spPr>
              <a:xfrm>
                <a:off x="2737970" y="2954536"/>
                <a:ext cx="10905873" cy="7296346"/>
              </a:xfrm>
              <a:prstGeom prst="rect">
                <a:avLst/>
              </a:prstGeom>
              <a:ln w="12700">
                <a:miter lim="400000"/>
              </a:ln>
            </p:spPr>
            <p:txBody>
              <a:bodyPr lIns="50800" tIns="50800" rIns="50800" bIns="50800" anchor="ctr">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pPr marL="647700">
                  <a:lnSpc>
                    <a:spcPct val="150000"/>
                  </a:lnSpc>
                  <a:spcBef>
                    <a:spcPts val="1200"/>
                  </a:spcBef>
                  <a:spcAft>
                    <a:spcPts val="1200"/>
                  </a:spcAft>
                </a:pPr>
                <a:r>
                  <a:rPr lang="zh-CN" altLang="en-US" sz="4800" b="1" dirty="0"/>
                  <a:t>原因</a:t>
                </a:r>
                <a:endParaRPr lang="en-US" altLang="zh-CN" sz="4800" b="1" dirty="0"/>
              </a:p>
              <a:p>
                <a:pPr lvl="2">
                  <a:lnSpc>
                    <a:spcPct val="120000"/>
                  </a:lnSpc>
                  <a:spcBef>
                    <a:spcPts val="1800"/>
                  </a:spcBef>
                  <a:spcAft>
                    <a:spcPts val="1800"/>
                  </a:spcAft>
                </a:pPr>
                <a14:m>
                  <m:oMath xmlns:m="http://schemas.openxmlformats.org/officeDocument/2006/math">
                    <m:sSub>
                      <m:sSubPr>
                        <m:ctrlPr>
                          <a:rPr lang="en-US" altLang="zh-CN" sz="4800" i="1">
                            <a:latin typeface="Cambria Math" panose="02040503050406030204" pitchFamily="18" charset="0"/>
                          </a:rPr>
                        </m:ctrlPr>
                      </m:sSubPr>
                      <m:e>
                        <m:r>
                          <a:rPr lang="en-US" altLang="zh-CN" sz="4800">
                            <a:latin typeface="Cambria Math" panose="02040503050406030204" pitchFamily="18" charset="0"/>
                          </a:rPr>
                          <m:t>𝑪</m:t>
                        </m:r>
                      </m:e>
                      <m:sub>
                        <m:r>
                          <a:rPr lang="en-US" altLang="zh-CN" sz="4800">
                            <a:latin typeface="Cambria Math" panose="02040503050406030204" pitchFamily="18" charset="0"/>
                          </a:rPr>
                          <m:t>𝟏</m:t>
                        </m:r>
                      </m:sub>
                    </m:sSub>
                  </m:oMath>
                </a14:m>
                <a:r>
                  <a:rPr lang="zh-CN" altLang="en-US" sz="4800" dirty="0"/>
                  <a:t>：第一个字符是 </a:t>
                </a:r>
                <a:r>
                  <a:rPr lang="en-US" altLang="zh-CN" sz="4800" dirty="0"/>
                  <a:t>#</a:t>
                </a:r>
                <a:r>
                  <a:rPr lang="zh-CN" altLang="en-US" sz="4800" dirty="0"/>
                  <a:t>。</a:t>
                </a:r>
                <a:endParaRPr lang="en-US" altLang="zh-CN" sz="4800" dirty="0"/>
              </a:p>
              <a:p>
                <a:pPr lvl="2">
                  <a:lnSpc>
                    <a:spcPct val="120000"/>
                  </a:lnSpc>
                  <a:spcBef>
                    <a:spcPts val="1800"/>
                  </a:spcBef>
                  <a:spcAft>
                    <a:spcPts val="1800"/>
                  </a:spcAft>
                </a:pPr>
                <a14:m>
                  <m:oMath xmlns:m="http://schemas.openxmlformats.org/officeDocument/2006/math">
                    <m:sSub>
                      <m:sSubPr>
                        <m:ctrlPr>
                          <a:rPr lang="en-US" altLang="zh-CN" sz="4800" i="1">
                            <a:latin typeface="Cambria Math" panose="02040503050406030204" pitchFamily="18" charset="0"/>
                          </a:rPr>
                        </m:ctrlPr>
                      </m:sSubPr>
                      <m:e>
                        <m:r>
                          <a:rPr lang="en-US" altLang="zh-CN" sz="4800">
                            <a:latin typeface="Cambria Math" panose="02040503050406030204" pitchFamily="18" charset="0"/>
                          </a:rPr>
                          <m:t>𝑪</m:t>
                        </m:r>
                      </m:e>
                      <m:sub>
                        <m:r>
                          <a:rPr lang="en-US" altLang="zh-CN" sz="4800">
                            <a:latin typeface="Cambria Math" panose="02040503050406030204" pitchFamily="18" charset="0"/>
                          </a:rPr>
                          <m:t>𝟐</m:t>
                        </m:r>
                      </m:sub>
                    </m:sSub>
                  </m:oMath>
                </a14:m>
                <a:r>
                  <a:rPr lang="zh-CN" altLang="en-US" sz="4800" dirty="0"/>
                  <a:t>：第一个字符是</a:t>
                </a:r>
                <a:r>
                  <a:rPr lang="en-US" altLang="zh-CN" sz="4800" dirty="0"/>
                  <a:t> </a:t>
                </a:r>
                <a:r>
                  <a:rPr lang="zh-CN" altLang="en-US" sz="4800" dirty="0"/>
                  <a:t>！。</a:t>
                </a:r>
                <a:endParaRPr lang="en-US" altLang="zh-CN" sz="4800" dirty="0"/>
              </a:p>
              <a:p>
                <a:pPr lvl="2">
                  <a:lnSpc>
                    <a:spcPct val="120000"/>
                  </a:lnSpc>
                  <a:spcBef>
                    <a:spcPts val="1800"/>
                  </a:spcBef>
                  <a:spcAft>
                    <a:spcPts val="1800"/>
                  </a:spcAft>
                </a:pPr>
                <a14:m>
                  <m:oMath xmlns:m="http://schemas.openxmlformats.org/officeDocument/2006/math">
                    <m:sSub>
                      <m:sSubPr>
                        <m:ctrlPr>
                          <a:rPr lang="en-US" altLang="zh-CN" sz="4800" i="1">
                            <a:latin typeface="Cambria Math" panose="02040503050406030204" pitchFamily="18" charset="0"/>
                          </a:rPr>
                        </m:ctrlPr>
                      </m:sSubPr>
                      <m:e>
                        <m:r>
                          <a:rPr lang="en-US" altLang="zh-CN" sz="4800">
                            <a:latin typeface="Cambria Math" panose="02040503050406030204" pitchFamily="18" charset="0"/>
                          </a:rPr>
                          <m:t>𝑪</m:t>
                        </m:r>
                      </m:e>
                      <m:sub>
                        <m:r>
                          <a:rPr lang="en-US" altLang="zh-CN" sz="4800" b="1" i="1" smtClean="0">
                            <a:latin typeface="Cambria Math" panose="02040503050406030204" pitchFamily="18" charset="0"/>
                          </a:rPr>
                          <m:t>𝟑</m:t>
                        </m:r>
                      </m:sub>
                    </m:sSub>
                  </m:oMath>
                </a14:m>
                <a:r>
                  <a:rPr lang="zh-CN" altLang="en-US" sz="4800" dirty="0"/>
                  <a:t>：第二个字符是</a:t>
                </a:r>
                <a:r>
                  <a:rPr lang="en-US" altLang="zh-CN" sz="4800" dirty="0"/>
                  <a:t> F</a:t>
                </a:r>
                <a:r>
                  <a:rPr lang="zh-CN" altLang="en-US" sz="4800" dirty="0"/>
                  <a:t>。</a:t>
                </a:r>
                <a:endParaRPr lang="en-US" altLang="zh-CN" sz="4800" dirty="0"/>
              </a:p>
              <a:p>
                <a:pPr lvl="2"/>
                <a:endParaRPr lang="zh-CN" altLang="en-US" sz="4800" dirty="0"/>
              </a:p>
            </p:txBody>
          </p:sp>
        </mc:Choice>
        <mc:Fallback>
          <p:sp>
            <p:nvSpPr>
              <p:cNvPr id="6" name="Rectangle 3"/>
              <p:cNvSpPr txBox="1">
                <a:spLocks noRot="1" noChangeAspect="1" noMove="1" noResize="1" noEditPoints="1" noAdjustHandles="1" noChangeArrowheads="1" noChangeShapeType="1" noTextEdit="1"/>
              </p:cNvSpPr>
              <p:nvPr/>
            </p:nvSpPr>
            <p:spPr>
              <a:xfrm>
                <a:off x="2737970" y="2954536"/>
                <a:ext cx="10905873" cy="7296346"/>
              </a:xfrm>
              <a:prstGeom prst="rect">
                <a:avLst/>
              </a:prstGeom>
              <a:blipFill rotWithShape="1">
                <a:blip r:embed="rId2"/>
                <a:stretch>
                  <a:fillRect l="-4" t="-7" r="2" b="1"/>
                </a:stretch>
              </a:blipFill>
              <a:ln w="12700">
                <a:miter lim="400000"/>
              </a:ln>
            </p:spPr>
            <p:txBody>
              <a:bodyPr/>
              <a:lstStyle/>
              <a:p>
                <a:r>
                  <a:rPr lang="zh-CN" altLang="en-US">
                    <a:noFill/>
                  </a:rPr>
                  <a:t> </a:t>
                </a:r>
              </a:p>
            </p:txBody>
          </p:sp>
        </mc:Fallback>
      </mc:AlternateContent>
      <p:pic>
        <p:nvPicPr>
          <p:cNvPr id="3" name="Audio 2">
            <a:hlinkClick r:id="" action="ppaction://media"/>
          </p:cNvPr>
          <p:cNvPicPr>
            <a:picLocks noChangeAspect="1"/>
          </p:cNvPicPr>
          <p:nvPr>
            <a:audioFile r:link="rId3"/>
            <p:extLst>
              <p:ext uri="{DAA4B4D4-6D71-4841-9C94-3DE7FCFB9230}">
                <p14:media xmlns:p14="http://schemas.microsoft.com/office/powerpoint/2010/main" r:link="rId4"/>
              </p:ext>
            </p:extLst>
          </p:nvPr>
        </p:nvPicPr>
        <p:blipFill>
          <a:blip r:embed="rId5"/>
          <a:stretch>
            <a:fillRect/>
          </a:stretch>
        </p:blipFill>
        <p:spPr>
          <a:xfrm>
            <a:off x="23863300" y="13195300"/>
            <a:ext cx="304800" cy="304800"/>
          </a:xfrm>
          <a:prstGeom prst="rect">
            <a:avLst/>
          </a:prstGeom>
        </p:spPr>
      </p:pic>
    </p:spTree>
    <p:custDataLst>
      <p:tags r:id="rId6"/>
    </p:custDataLst>
  </p:cSld>
  <p:clrMapOvr>
    <a:masterClrMapping/>
  </p:clrMapOvr>
  <p:transition spd="med" advTm="16113"/>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因果图测试</a:t>
            </a:r>
            <a:endParaRPr lang="zh-CN" altLang="en-US" dirty="0"/>
          </a:p>
        </p:txBody>
      </p:sp>
      <p:sp>
        <p:nvSpPr>
          <p:cNvPr id="20" name="Rectangle 3"/>
          <p:cNvSpPr txBox="1">
            <a:spLocks noChangeArrowheads="1"/>
          </p:cNvSpPr>
          <p:nvPr/>
        </p:nvSpPr>
        <p:spPr>
          <a:xfrm>
            <a:off x="2737970" y="2895600"/>
            <a:ext cx="18613855" cy="8979533"/>
          </a:xfrm>
          <a:prstGeom prst="rect">
            <a:avLst/>
          </a:prstGeom>
          <a:ln w="12700">
            <a:miter lim="400000"/>
          </a:ln>
        </p:spPr>
        <p:txBody>
          <a:bodyPr lIns="50800" tIns="50800" rIns="50800" bIns="50800" anchor="ctr">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pPr marL="647700">
              <a:lnSpc>
                <a:spcPct val="150000"/>
              </a:lnSpc>
              <a:spcBef>
                <a:spcPts val="1200"/>
              </a:spcBef>
              <a:spcAft>
                <a:spcPts val="1200"/>
              </a:spcAft>
            </a:pPr>
            <a:r>
              <a:rPr lang="zh-CN" altLang="en-US" sz="4800" b="1" dirty="0"/>
              <a:t>因果图测试方法的具体步骤：</a:t>
            </a:r>
            <a:endParaRPr lang="en-US" altLang="zh-CN" sz="4800" b="1" dirty="0"/>
          </a:p>
          <a:p>
            <a:pPr marL="2184400" lvl="2" indent="-914400">
              <a:lnSpc>
                <a:spcPct val="120000"/>
              </a:lnSpc>
              <a:spcBef>
                <a:spcPts val="1800"/>
              </a:spcBef>
              <a:spcAft>
                <a:spcPts val="1800"/>
              </a:spcAft>
              <a:buFont typeface="+mj-ea"/>
              <a:buAutoNum type="circleNumDbPlain"/>
            </a:pPr>
            <a:r>
              <a:rPr lang="zh-CN" altLang="en-US" sz="4800" dirty="0"/>
              <a:t>首先从程序规格说明书的描述中，找出因</a:t>
            </a:r>
            <a:r>
              <a:rPr lang="en-US" altLang="zh-CN" sz="4800" dirty="0"/>
              <a:t>(</a:t>
            </a:r>
            <a:r>
              <a:rPr lang="zh-CN" altLang="en-US" sz="4800" dirty="0"/>
              <a:t>输入条件</a:t>
            </a:r>
            <a:r>
              <a:rPr lang="en-US" altLang="zh-CN" sz="4800" dirty="0"/>
              <a:t>)</a:t>
            </a:r>
            <a:r>
              <a:rPr lang="zh-CN" altLang="en-US" sz="4800" dirty="0"/>
              <a:t>和果</a:t>
            </a:r>
            <a:r>
              <a:rPr lang="en-US" altLang="zh-CN" sz="4800" dirty="0"/>
              <a:t>(</a:t>
            </a:r>
            <a:r>
              <a:rPr lang="zh-CN" altLang="en-US" sz="4800" dirty="0"/>
              <a:t>输出结果或者程序状态的改变</a:t>
            </a:r>
            <a:r>
              <a:rPr lang="en-US" altLang="zh-CN" sz="4800" dirty="0"/>
              <a:t>)</a:t>
            </a:r>
            <a:r>
              <a:rPr lang="zh-CN" altLang="en-US" sz="4800" dirty="0"/>
              <a:t>；</a:t>
            </a:r>
            <a:endParaRPr lang="en-US" altLang="zh-CN" sz="4800" dirty="0"/>
          </a:p>
          <a:p>
            <a:pPr marL="2184400" lvl="2" indent="-914400">
              <a:lnSpc>
                <a:spcPct val="120000"/>
              </a:lnSpc>
              <a:spcBef>
                <a:spcPts val="1800"/>
              </a:spcBef>
              <a:spcAft>
                <a:spcPts val="1800"/>
              </a:spcAft>
              <a:buFont typeface="+mj-ea"/>
              <a:buAutoNum type="circleNumDbPlain"/>
            </a:pPr>
            <a:r>
              <a:rPr lang="zh-CN" altLang="en-US" sz="4800" b="1" dirty="0">
                <a:solidFill>
                  <a:srgbClr val="FF0000"/>
                </a:solidFill>
              </a:rPr>
              <a:t>找出原因与结果之间的因果关系、原因与原因之间的约束关系，画出因果图；</a:t>
            </a:r>
            <a:endParaRPr lang="en-US" altLang="zh-CN" sz="4800" b="1" dirty="0">
              <a:solidFill>
                <a:srgbClr val="FF0000"/>
              </a:solidFill>
            </a:endParaRPr>
          </a:p>
          <a:p>
            <a:pPr marL="2184400" lvl="2" indent="-914400">
              <a:lnSpc>
                <a:spcPct val="120000"/>
              </a:lnSpc>
              <a:spcBef>
                <a:spcPts val="1800"/>
              </a:spcBef>
              <a:spcAft>
                <a:spcPts val="1800"/>
              </a:spcAft>
              <a:buFont typeface="+mj-ea"/>
              <a:buAutoNum type="circleNumDbPlain"/>
            </a:pPr>
            <a:r>
              <a:rPr lang="zh-CN" altLang="en-US" sz="4800" dirty="0"/>
              <a:t>然后通过因果图转换为</a:t>
            </a:r>
            <a:r>
              <a:rPr lang="zh-CN" altLang="en-US" sz="4800" dirty="0">
                <a:solidFill>
                  <a:schemeClr val="tx1"/>
                </a:solidFill>
              </a:rPr>
              <a:t>判定表</a:t>
            </a:r>
            <a:r>
              <a:rPr lang="zh-CN" altLang="en-US" sz="4800" dirty="0"/>
              <a:t>；</a:t>
            </a:r>
            <a:endParaRPr lang="en-US" altLang="zh-CN" sz="4800" dirty="0"/>
          </a:p>
          <a:p>
            <a:pPr marL="2184400" lvl="2" indent="-914400">
              <a:lnSpc>
                <a:spcPct val="120000"/>
              </a:lnSpc>
              <a:spcBef>
                <a:spcPts val="1800"/>
              </a:spcBef>
              <a:spcAft>
                <a:spcPts val="1800"/>
              </a:spcAft>
              <a:buFont typeface="+mj-ea"/>
              <a:buAutoNum type="circleNumDbPlain"/>
            </a:pPr>
            <a:r>
              <a:rPr lang="zh-CN" altLang="en-US" sz="4800" dirty="0"/>
              <a:t>最后为判定表中的每一列设计一个测试用例。</a:t>
            </a:r>
            <a:endParaRPr lang="en-US" altLang="zh-CN" sz="4800" dirty="0"/>
          </a:p>
          <a:p>
            <a:pPr lvl="2"/>
            <a:endParaRPr lang="zh-CN" altLang="en-US" sz="4800" dirty="0"/>
          </a:p>
        </p:txBody>
      </p:sp>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2</a:t>
            </a:r>
            <a:endParaRPr dirty="0"/>
          </a:p>
        </p:txBody>
      </p:sp>
      <p:pic>
        <p:nvPicPr>
          <p:cNvPr id="3" name="Audio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63300" y="13195300"/>
            <a:ext cx="304800" cy="304800"/>
          </a:xfrm>
          <a:prstGeom prst="rect">
            <a:avLst/>
          </a:prstGeom>
        </p:spPr>
      </p:pic>
    </p:spTree>
    <p:custDataLst>
      <p:tags r:id="rId4"/>
    </p:custDataLst>
  </p:cSld>
  <p:clrMapOvr>
    <a:masterClrMapping/>
  </p:clrMapOvr>
  <p:transition spd="med" advTm="36719"/>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因果图</a:t>
            </a:r>
            <a:endParaRPr lang="zh-CN" altLang="en-US" dirty="0"/>
          </a:p>
        </p:txBody>
      </p:sp>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2</a:t>
            </a:r>
            <a:endParaRPr dirty="0"/>
          </a:p>
        </p:txBody>
      </p:sp>
      <mc:AlternateContent xmlns:mc="http://schemas.openxmlformats.org/markup-compatibility/2006">
        <mc:Choice xmlns:a14="http://schemas.microsoft.com/office/drawing/2010/main" Requires="a14">
          <p:sp>
            <p:nvSpPr>
              <p:cNvPr id="42" name="Rectangle 3"/>
              <p:cNvSpPr txBox="1">
                <a:spLocks noChangeArrowheads="1"/>
              </p:cNvSpPr>
              <p:nvPr/>
            </p:nvSpPr>
            <p:spPr>
              <a:xfrm>
                <a:off x="16406343" y="7323450"/>
                <a:ext cx="7799204" cy="3386316"/>
              </a:xfrm>
              <a:prstGeom prst="rect">
                <a:avLst/>
              </a:prstGeom>
            </p:spPr>
            <p:style>
              <a:lnRef idx="2">
                <a:schemeClr val="dk1"/>
              </a:lnRef>
              <a:fillRef idx="1">
                <a:schemeClr val="lt1"/>
              </a:fillRef>
              <a:effectRef idx="0">
                <a:schemeClr val="dk1"/>
              </a:effectRef>
              <a:fontRef idx="minor">
                <a:schemeClr val="dk1"/>
              </a:fontRef>
            </p:style>
            <p:txBody>
              <a:bodyPr lIns="50800" tIns="50800" rIns="50800" bIns="50800" anchor="ctr">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647700" indent="-635000" algn="l">
                  <a:spcBef>
                    <a:spcPts val="600"/>
                  </a:spcBef>
                  <a:spcAft>
                    <a:spcPts val="600"/>
                  </a:spcAft>
                  <a:buFont typeface="Wingdings" panose="05000000000000000000" pitchFamily="2" charset="2"/>
                  <a:buChar char="n"/>
                  <a:defRPr sz="2000">
                    <a:solidFill>
                      <a:schemeClr val="dk1"/>
                    </a:solidFill>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solidFill>
                      <a:schemeClr val="dk1"/>
                    </a:solidFill>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spcBef>
                    <a:spcPts val="600"/>
                  </a:spcBef>
                  <a:spcAft>
                    <a:spcPts val="600"/>
                  </a:spcAft>
                  <a:buSzPct val="125000"/>
                  <a:buFont typeface="Wingdings" panose="05000000000000000000" pitchFamily="2" charset="2"/>
                  <a:buChar char="Ø"/>
                  <a:defRPr sz="2000">
                    <a:solidFill>
                      <a:schemeClr val="dk1"/>
                    </a:solidFill>
                    <a:latin typeface="微软雅黑" panose="020B0503020204020204" pitchFamily="34" charset="-122"/>
                    <a:ea typeface="微软雅黑" panose="020B0503020204020204" pitchFamily="34" charset="-122"/>
                    <a:cs typeface="+mn-cs"/>
                  </a:defRPr>
                </a:lvl3pPr>
                <a:lvl4pPr marL="2540000" indent="-635000" algn="l">
                  <a:spcBef>
                    <a:spcPts val="5900"/>
                  </a:spcBef>
                  <a:buSzPct val="125000"/>
                  <a:buChar char="•"/>
                  <a:defRPr sz="5200" b="0">
                    <a:solidFill>
                      <a:schemeClr val="dk1"/>
                    </a:solidFill>
                    <a:latin typeface="+mn-lt"/>
                    <a:ea typeface="+mn-ea"/>
                    <a:cs typeface="+mn-cs"/>
                  </a:defRPr>
                </a:lvl4pPr>
                <a:lvl5pPr marL="3175000" indent="-635000" algn="l">
                  <a:spcBef>
                    <a:spcPts val="5900"/>
                  </a:spcBef>
                  <a:buSzPct val="125000"/>
                  <a:buChar char="•"/>
                  <a:defRPr sz="5200" b="0">
                    <a:solidFill>
                      <a:schemeClr val="dk1"/>
                    </a:solidFill>
                    <a:latin typeface="+mn-lt"/>
                    <a:ea typeface="+mn-ea"/>
                    <a:cs typeface="+mn-cs"/>
                  </a:defRPr>
                </a:lvl5pPr>
                <a:lvl6pPr marL="3810000" indent="-635000" algn="l">
                  <a:spcBef>
                    <a:spcPts val="5900"/>
                  </a:spcBef>
                  <a:buSzPct val="125000"/>
                  <a:buChar char="•"/>
                  <a:defRPr sz="5200" b="0">
                    <a:solidFill>
                      <a:schemeClr val="dk1"/>
                    </a:solidFill>
                    <a:latin typeface="+mn-lt"/>
                    <a:ea typeface="+mn-ea"/>
                    <a:cs typeface="+mn-cs"/>
                  </a:defRPr>
                </a:lvl6pPr>
                <a:lvl7pPr marL="4445000" indent="-635000" algn="l">
                  <a:spcBef>
                    <a:spcPts val="5900"/>
                  </a:spcBef>
                  <a:buSzPct val="125000"/>
                  <a:buChar char="•"/>
                  <a:defRPr sz="5200" b="0">
                    <a:solidFill>
                      <a:schemeClr val="dk1"/>
                    </a:solidFill>
                    <a:latin typeface="+mn-lt"/>
                    <a:ea typeface="+mn-ea"/>
                    <a:cs typeface="+mn-cs"/>
                  </a:defRPr>
                </a:lvl7pPr>
                <a:lvl8pPr marL="5080000" indent="-635000" algn="l">
                  <a:spcBef>
                    <a:spcPts val="5900"/>
                  </a:spcBef>
                  <a:buSzPct val="125000"/>
                  <a:buChar char="•"/>
                  <a:defRPr sz="5200" b="0">
                    <a:solidFill>
                      <a:schemeClr val="dk1"/>
                    </a:solidFill>
                    <a:latin typeface="+mn-lt"/>
                    <a:ea typeface="+mn-ea"/>
                    <a:cs typeface="+mn-cs"/>
                  </a:defRPr>
                </a:lvl8pPr>
                <a:lvl9pPr marL="5715000" indent="-635000" algn="l">
                  <a:spcBef>
                    <a:spcPts val="5900"/>
                  </a:spcBef>
                  <a:buSzPct val="125000"/>
                  <a:buChar char="•"/>
                  <a:defRPr sz="5200" b="0">
                    <a:solidFill>
                      <a:schemeClr val="dk1"/>
                    </a:solidFill>
                    <a:latin typeface="+mn-lt"/>
                    <a:ea typeface="+mn-ea"/>
                    <a:cs typeface="+mn-cs"/>
                  </a:defRPr>
                </a:lvl9pPr>
              </a:lstStyle>
              <a:p>
                <a:r>
                  <a:rPr lang="zh-CN" altLang="en-US" sz="3600" dirty="0"/>
                  <a:t>结果</a:t>
                </a:r>
                <a:endParaRPr lang="en-US" altLang="zh-CN" sz="3600" dirty="0"/>
              </a:p>
              <a:p>
                <a:pPr marL="1007745" lvl="2"/>
                <a14:m>
                  <m:oMath xmlns:m="http://schemas.openxmlformats.org/officeDocument/2006/math">
                    <m:sSub>
                      <m:sSubPr>
                        <m:ctrlPr>
                          <a:rPr lang="en-US" altLang="zh-CN" sz="3600" i="1">
                            <a:latin typeface="Cambria Math" panose="02040503050406030204" pitchFamily="18" charset="0"/>
                            <a:ea typeface="微软雅黑" panose="020B0503020204020204" pitchFamily="34" charset="-122"/>
                          </a:rPr>
                        </m:ctrlPr>
                      </m:sSubPr>
                      <m:e>
                        <m:r>
                          <a:rPr lang="en-US" altLang="zh-CN" sz="3600" b="1" i="0">
                            <a:latin typeface="Cambria Math" panose="02040503050406030204" pitchFamily="18" charset="0"/>
                            <a:ea typeface="微软雅黑" panose="020B0503020204020204" pitchFamily="34" charset="-122"/>
                          </a:rPr>
                          <m:t>𝐄</m:t>
                        </m:r>
                      </m:e>
                      <m:sub>
                        <m:r>
                          <a:rPr lang="en-US" altLang="zh-CN" sz="3600" b="1" i="0">
                            <a:latin typeface="Cambria Math" panose="02040503050406030204" pitchFamily="18" charset="0"/>
                            <a:ea typeface="微软雅黑" panose="020B0503020204020204" pitchFamily="34" charset="-122"/>
                          </a:rPr>
                          <m:t>𝟏</m:t>
                        </m:r>
                      </m:sub>
                    </m:sSub>
                  </m:oMath>
                </a14:m>
                <a:r>
                  <a:rPr lang="zh-CN" altLang="en-US" sz="3600" dirty="0">
                    <a:latin typeface="Cambria Math" panose="02040503050406030204" pitchFamily="18" charset="0"/>
                    <a:ea typeface="微软雅黑" panose="020B0503020204020204" pitchFamily="34" charset="-122"/>
                  </a:rPr>
                  <a:t>：给出信息</a:t>
                </a:r>
                <a:r>
                  <a:rPr lang="en-US" altLang="zh-CN" sz="3600" dirty="0">
                    <a:latin typeface="Cambria Math" panose="02040503050406030204" pitchFamily="18" charset="0"/>
                    <a:ea typeface="微软雅黑" panose="020B0503020204020204" pitchFamily="34" charset="-122"/>
                  </a:rPr>
                  <a:t>:</a:t>
                </a:r>
                <a:r>
                  <a:rPr lang="zh-CN" altLang="en-US" sz="3600" dirty="0">
                    <a:latin typeface="Cambria Math" panose="02040503050406030204" pitchFamily="18" charset="0"/>
                    <a:ea typeface="微软雅黑" panose="020B0503020204020204" pitchFamily="34" charset="-122"/>
                  </a:rPr>
                  <a:t>“错误命令”</a:t>
                </a:r>
                <a:endParaRPr lang="en-US" altLang="zh-CN" sz="3600" dirty="0">
                  <a:latin typeface="Cambria Math" panose="02040503050406030204" pitchFamily="18" charset="0"/>
                  <a:ea typeface="微软雅黑" panose="020B0503020204020204" pitchFamily="34" charset="-122"/>
                </a:endParaRPr>
              </a:p>
              <a:p>
                <a:pPr marL="1007745" lvl="2"/>
                <a14:m>
                  <m:oMath xmlns:m="http://schemas.openxmlformats.org/officeDocument/2006/math">
                    <m:sSub>
                      <m:sSubPr>
                        <m:ctrlPr>
                          <a:rPr lang="en-US" altLang="zh-CN" sz="3600" i="1">
                            <a:latin typeface="Cambria Math" panose="02040503050406030204" pitchFamily="18" charset="0"/>
                            <a:ea typeface="微软雅黑" panose="020B0503020204020204" pitchFamily="34" charset="-122"/>
                          </a:rPr>
                        </m:ctrlPr>
                      </m:sSubPr>
                      <m:e>
                        <m:r>
                          <a:rPr lang="en-US" altLang="zh-CN" sz="3600" b="1" i="0">
                            <a:latin typeface="Cambria Math" panose="02040503050406030204" pitchFamily="18" charset="0"/>
                            <a:ea typeface="微软雅黑" panose="020B0503020204020204" pitchFamily="34" charset="-122"/>
                          </a:rPr>
                          <m:t>𝐄</m:t>
                        </m:r>
                      </m:e>
                      <m:sub>
                        <m:r>
                          <a:rPr lang="en-US" altLang="zh-CN" sz="3600" b="1" i="0">
                            <a:latin typeface="Cambria Math" panose="02040503050406030204" pitchFamily="18" charset="0"/>
                            <a:ea typeface="微软雅黑" panose="020B0503020204020204" pitchFamily="34" charset="-122"/>
                          </a:rPr>
                          <m:t>𝟐</m:t>
                        </m:r>
                      </m:sub>
                    </m:sSub>
                  </m:oMath>
                </a14:m>
                <a:r>
                  <a:rPr lang="zh-CN" altLang="en-US" sz="3600" dirty="0">
                    <a:latin typeface="Cambria Math" panose="02040503050406030204" pitchFamily="18" charset="0"/>
                    <a:ea typeface="微软雅黑" panose="020B0503020204020204" pitchFamily="34" charset="-122"/>
                  </a:rPr>
                  <a:t>：进行文件的修改。</a:t>
                </a:r>
                <a:endParaRPr lang="en-US" altLang="zh-CN" sz="3600" dirty="0">
                  <a:latin typeface="Cambria Math" panose="02040503050406030204" pitchFamily="18" charset="0"/>
                  <a:ea typeface="微软雅黑" panose="020B0503020204020204" pitchFamily="34" charset="-122"/>
                </a:endParaRPr>
              </a:p>
              <a:p>
                <a:pPr marL="1007745" lvl="2"/>
                <a14:m>
                  <m:oMath xmlns:m="http://schemas.openxmlformats.org/officeDocument/2006/math">
                    <m:sSub>
                      <m:sSubPr>
                        <m:ctrlPr>
                          <a:rPr lang="en-US" altLang="zh-CN" sz="3600" i="1">
                            <a:latin typeface="Cambria Math" panose="02040503050406030204" pitchFamily="18" charset="0"/>
                            <a:ea typeface="微软雅黑" panose="020B0503020204020204" pitchFamily="34" charset="-122"/>
                          </a:rPr>
                        </m:ctrlPr>
                      </m:sSubPr>
                      <m:e>
                        <m:r>
                          <a:rPr lang="en-US" altLang="zh-CN" sz="3600" b="1" i="0">
                            <a:latin typeface="Cambria Math" panose="02040503050406030204" pitchFamily="18" charset="0"/>
                            <a:ea typeface="微软雅黑" panose="020B0503020204020204" pitchFamily="34" charset="-122"/>
                          </a:rPr>
                          <m:t>𝐄</m:t>
                        </m:r>
                      </m:e>
                      <m:sub>
                        <m:r>
                          <a:rPr lang="en-US" altLang="zh-CN" sz="3600" b="1" i="0">
                            <a:latin typeface="Cambria Math" panose="02040503050406030204" pitchFamily="18" charset="0"/>
                            <a:ea typeface="微软雅黑" panose="020B0503020204020204" pitchFamily="34" charset="-122"/>
                          </a:rPr>
                          <m:t>𝟑</m:t>
                        </m:r>
                      </m:sub>
                    </m:sSub>
                  </m:oMath>
                </a14:m>
                <a:r>
                  <a:rPr lang="zh-CN" altLang="en-US" sz="3600" dirty="0">
                    <a:latin typeface="Cambria Math" panose="02040503050406030204" pitchFamily="18" charset="0"/>
                    <a:ea typeface="微软雅黑" panose="020B0503020204020204" pitchFamily="34" charset="-122"/>
                  </a:rPr>
                  <a:t>：给出信息</a:t>
                </a:r>
                <a:r>
                  <a:rPr lang="en-US" altLang="zh-CN" sz="3600" dirty="0">
                    <a:latin typeface="Cambria Math" panose="02040503050406030204" pitchFamily="18" charset="0"/>
                    <a:ea typeface="微软雅黑" panose="020B0503020204020204" pitchFamily="34" charset="-122"/>
                  </a:rPr>
                  <a:t>:</a:t>
                </a:r>
                <a:r>
                  <a:rPr lang="zh-CN" altLang="en-US" sz="3600" dirty="0">
                    <a:latin typeface="Cambria Math" panose="02040503050406030204" pitchFamily="18" charset="0"/>
                    <a:ea typeface="微软雅黑" panose="020B0503020204020204" pitchFamily="34" charset="-122"/>
                  </a:rPr>
                  <a:t> “错误操作类型”</a:t>
                </a:r>
                <a:endParaRPr lang="zh-CN" altLang="en-US" sz="3600" dirty="0">
                  <a:latin typeface="Cambria Math" panose="02040503050406030204" pitchFamily="18" charset="0"/>
                  <a:ea typeface="微软雅黑" panose="020B0503020204020204" pitchFamily="34" charset="-122"/>
                </a:endParaRPr>
              </a:p>
            </p:txBody>
          </p:sp>
        </mc:Choice>
        <mc:Fallback>
          <p:sp>
            <p:nvSpPr>
              <p:cNvPr id="42" name="Rectangle 3"/>
              <p:cNvSpPr txBox="1">
                <a:spLocks noRot="1" noChangeAspect="1" noMove="1" noResize="1" noEditPoints="1" noAdjustHandles="1" noChangeArrowheads="1" noChangeShapeType="1" noTextEdit="1"/>
              </p:cNvSpPr>
              <p:nvPr/>
            </p:nvSpPr>
            <p:spPr>
              <a:xfrm>
                <a:off x="16406343" y="7323450"/>
                <a:ext cx="7799204" cy="3386316"/>
              </a:xfrm>
              <a:prstGeom prst="rect">
                <a:avLst/>
              </a:prstGeom>
              <a:blipFill rotWithShape="1">
                <a:blip r:embed="rId1"/>
                <a:stretch>
                  <a:fillRect l="-169" t="-394" r="-155" b="-361"/>
                </a:stretch>
              </a:blipFill>
            </p:spPr>
            <p:style>
              <a:lnRef idx="2">
                <a:schemeClr val="dk1"/>
              </a:lnRef>
              <a:fillRef idx="1">
                <a:schemeClr val="lt1"/>
              </a:fillRef>
              <a:effectRef idx="0">
                <a:schemeClr val="dk1"/>
              </a:effectRef>
              <a:fontRef idx="minor">
                <a:schemeClr val="dk1"/>
              </a:fontRef>
            </p:style>
            <p:txBody>
              <a:bodyPr/>
              <a:lstStyle/>
              <a:p>
                <a:r>
                  <a:rPr lang="zh-CN" altLang="en-US">
                    <a:noFill/>
                  </a:rPr>
                  <a:t> </a:t>
                </a:r>
              </a:p>
            </p:txBody>
          </p:sp>
        </mc:Fallback>
      </mc:AlternateContent>
      <p:sp>
        <p:nvSpPr>
          <p:cNvPr id="44" name="Rectangle 3"/>
          <p:cNvSpPr txBox="1">
            <a:spLocks noChangeArrowheads="1"/>
          </p:cNvSpPr>
          <p:nvPr/>
        </p:nvSpPr>
        <p:spPr>
          <a:xfrm>
            <a:off x="5197022" y="2616107"/>
            <a:ext cx="13935710" cy="3170555"/>
          </a:xfrm>
          <a:prstGeom prst="rect">
            <a:avLst/>
          </a:prstGeom>
        </p:spPr>
        <p:style>
          <a:lnRef idx="2">
            <a:schemeClr val="dk1"/>
          </a:lnRef>
          <a:fillRef idx="1">
            <a:schemeClr val="lt1"/>
          </a:fillRef>
          <a:effectRef idx="0">
            <a:schemeClr val="dk1"/>
          </a:effectRef>
          <a:fontRef idx="minor">
            <a:schemeClr val="dk1"/>
          </a:fontRef>
        </p:style>
        <p:txBody>
          <a:bodyPr lIns="50800" tIns="50800" rIns="50800" bIns="50800" anchor="ctr">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pPr marL="647700">
              <a:lnSpc>
                <a:spcPct val="100000"/>
              </a:lnSpc>
              <a:spcBef>
                <a:spcPts val="600"/>
              </a:spcBef>
              <a:spcAft>
                <a:spcPts val="600"/>
              </a:spcAft>
            </a:pPr>
            <a:r>
              <a:rPr lang="zh-CN" altLang="en-US" sz="3600" b="1" dirty="0"/>
              <a:t>程序规格说明书：</a:t>
            </a:r>
            <a:endParaRPr lang="en-US" altLang="zh-CN" sz="3600" b="1" dirty="0"/>
          </a:p>
          <a:p>
            <a:pPr marL="1007745" lvl="2">
              <a:lnSpc>
                <a:spcPct val="100000"/>
              </a:lnSpc>
              <a:spcBef>
                <a:spcPts val="600"/>
              </a:spcBef>
              <a:spcAft>
                <a:spcPts val="600"/>
              </a:spcAft>
            </a:pPr>
            <a:r>
              <a:rPr lang="zh-CN" altLang="en-US" sz="3600" b="1" dirty="0"/>
              <a:t>输入的第一个字符必须是</a:t>
            </a:r>
            <a:r>
              <a:rPr lang="en-US" altLang="zh-CN" sz="3600" b="1" dirty="0"/>
              <a:t>#</a:t>
            </a:r>
            <a:r>
              <a:rPr lang="zh-CN" altLang="en-US" sz="3600" b="1" dirty="0"/>
              <a:t>或</a:t>
            </a:r>
            <a:r>
              <a:rPr lang="en-US" altLang="zh-CN" sz="3600" b="1" dirty="0"/>
              <a:t>!</a:t>
            </a:r>
            <a:r>
              <a:rPr lang="zh-CN" altLang="en-US" sz="3600" b="1" dirty="0"/>
              <a:t>，第二个字符必须是</a:t>
            </a:r>
            <a:r>
              <a:rPr lang="en-US" altLang="zh-CN" sz="3600" b="1" dirty="0"/>
              <a:t>F</a:t>
            </a:r>
            <a:r>
              <a:rPr lang="zh-CN" altLang="en-US" sz="3600" b="1" dirty="0"/>
              <a:t>，在此情况下进行文件的修改；</a:t>
            </a:r>
            <a:endParaRPr lang="en-US" altLang="zh-CN" sz="3600" b="1" dirty="0"/>
          </a:p>
          <a:p>
            <a:pPr marL="1007745" lvl="2">
              <a:lnSpc>
                <a:spcPct val="100000"/>
              </a:lnSpc>
              <a:spcBef>
                <a:spcPts val="600"/>
              </a:spcBef>
              <a:spcAft>
                <a:spcPts val="600"/>
              </a:spcAft>
            </a:pPr>
            <a:r>
              <a:rPr lang="zh-CN" altLang="en-US" sz="3600" b="1" dirty="0"/>
              <a:t>如果第一个字符不是</a:t>
            </a:r>
            <a:r>
              <a:rPr lang="en-US" altLang="zh-CN" sz="3600" b="1" dirty="0"/>
              <a:t>#</a:t>
            </a:r>
            <a:r>
              <a:rPr lang="zh-CN" altLang="en-US" sz="3600" b="1" dirty="0"/>
              <a:t>或</a:t>
            </a:r>
            <a:r>
              <a:rPr lang="en-US" altLang="zh-CN" sz="3600" b="1" dirty="0"/>
              <a:t>!</a:t>
            </a:r>
            <a:r>
              <a:rPr lang="zh-CN" altLang="en-US" sz="3600" b="1" dirty="0"/>
              <a:t>，则给出信息：“错误命令”；</a:t>
            </a:r>
            <a:endParaRPr lang="en-US" altLang="zh-CN" sz="3600" b="1" dirty="0"/>
          </a:p>
          <a:p>
            <a:pPr marL="1007745" lvl="2">
              <a:lnSpc>
                <a:spcPct val="100000"/>
              </a:lnSpc>
              <a:spcBef>
                <a:spcPts val="600"/>
              </a:spcBef>
              <a:spcAft>
                <a:spcPts val="600"/>
              </a:spcAft>
            </a:pPr>
            <a:r>
              <a:rPr lang="zh-CN" altLang="en-US" sz="3600" b="1" dirty="0"/>
              <a:t>如果第二个字符不是</a:t>
            </a:r>
            <a:r>
              <a:rPr lang="en-US" altLang="zh-CN" sz="3600" b="1" dirty="0"/>
              <a:t>F</a:t>
            </a:r>
            <a:r>
              <a:rPr lang="zh-CN" altLang="en-US" sz="3600" b="1" dirty="0"/>
              <a:t>，则给出信息：“错误操作类型”。</a:t>
            </a:r>
            <a:endParaRPr lang="zh-CN" altLang="en-US" sz="3600" b="1" dirty="0"/>
          </a:p>
        </p:txBody>
      </p:sp>
      <mc:AlternateContent xmlns:mc="http://schemas.openxmlformats.org/markup-compatibility/2006">
        <mc:Choice xmlns:a14="http://schemas.microsoft.com/office/drawing/2010/main" Requires="a14">
          <p:sp>
            <p:nvSpPr>
              <p:cNvPr id="3" name="Rectangle 3"/>
              <p:cNvSpPr txBox="1">
                <a:spLocks noChangeArrowheads="1"/>
              </p:cNvSpPr>
              <p:nvPr/>
            </p:nvSpPr>
            <p:spPr>
              <a:xfrm>
                <a:off x="508171" y="7577641"/>
                <a:ext cx="6220134" cy="3170555"/>
              </a:xfrm>
              <a:prstGeom prst="rect">
                <a:avLst/>
              </a:prstGeom>
            </p:spPr>
            <p:style>
              <a:lnRef idx="2">
                <a:schemeClr val="dk1"/>
              </a:lnRef>
              <a:fillRef idx="1">
                <a:schemeClr val="lt1"/>
              </a:fillRef>
              <a:effectRef idx="0">
                <a:schemeClr val="dk1"/>
              </a:effectRef>
              <a:fontRef idx="minor">
                <a:schemeClr val="dk1"/>
              </a:fontRef>
            </p:style>
            <p:txBody>
              <a:bodyPr lIns="50800" tIns="50800" rIns="50800" bIns="50800" anchor="ctr">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pPr marL="647700">
                  <a:lnSpc>
                    <a:spcPct val="100000"/>
                  </a:lnSpc>
                  <a:spcBef>
                    <a:spcPts val="600"/>
                  </a:spcBef>
                  <a:spcAft>
                    <a:spcPts val="600"/>
                  </a:spcAft>
                </a:pPr>
                <a:r>
                  <a:rPr lang="zh-CN" altLang="en-US" sz="3600" b="1" dirty="0"/>
                  <a:t>原因：</a:t>
                </a:r>
                <a:endParaRPr lang="zh-CN" altLang="en-US" sz="3600" b="1" dirty="0"/>
              </a:p>
              <a:p>
                <a:pPr marL="1007745" lvl="2">
                  <a:lnSpc>
                    <a:spcPct val="100000"/>
                  </a:lnSpc>
                  <a:spcBef>
                    <a:spcPts val="600"/>
                  </a:spcBef>
                  <a:spcAft>
                    <a:spcPts val="600"/>
                  </a:spcAft>
                </a:pPr>
                <a14:m>
                  <m:oMath xmlns:m="http://schemas.openxmlformats.org/officeDocument/2006/math">
                    <m:sSub>
                      <m:sSubPr>
                        <m:ctrlPr>
                          <a:rPr lang="en-US" altLang="zh-CN" sz="3600" i="1" smtClean="0">
                            <a:latin typeface="Cambria Math" panose="02040503050406030204" pitchFamily="18" charset="0"/>
                          </a:rPr>
                        </m:ctrlPr>
                      </m:sSubPr>
                      <m:e>
                        <m:r>
                          <a:rPr lang="en-US" altLang="zh-CN" sz="3600">
                            <a:latin typeface="Cambria Math" panose="02040503050406030204" pitchFamily="18" charset="0"/>
                          </a:rPr>
                          <m:t>𝑪</m:t>
                        </m:r>
                      </m:e>
                      <m:sub>
                        <m:r>
                          <a:rPr lang="en-US" altLang="zh-CN" sz="3600">
                            <a:latin typeface="Cambria Math" panose="02040503050406030204" pitchFamily="18" charset="0"/>
                          </a:rPr>
                          <m:t>𝟏</m:t>
                        </m:r>
                      </m:sub>
                    </m:sSub>
                    <m:r>
                      <a:rPr lang="en-US" altLang="zh-CN" sz="3600" i="1">
                        <a:latin typeface="Cambria Math" panose="02040503050406030204" pitchFamily="18" charset="0"/>
                      </a:rPr>
                      <m:t> </m:t>
                    </m:r>
                  </m:oMath>
                </a14:m>
                <a:r>
                  <a:rPr lang="en-US" altLang="zh-CN" sz="3600" b="1" dirty="0"/>
                  <a:t>: </a:t>
                </a:r>
                <a:r>
                  <a:rPr lang="zh-CN" altLang="en-US" sz="3600" b="1" dirty="0"/>
                  <a:t>第一个字符是</a:t>
                </a:r>
                <a:r>
                  <a:rPr lang="en-US" altLang="zh-CN" sz="3600" b="1" dirty="0"/>
                  <a:t>#</a:t>
                </a:r>
                <a:endParaRPr lang="en-US" altLang="zh-CN" sz="3600" b="1" dirty="0"/>
              </a:p>
              <a:p>
                <a:pPr marL="1007745" lvl="2">
                  <a:lnSpc>
                    <a:spcPct val="100000"/>
                  </a:lnSpc>
                  <a:spcBef>
                    <a:spcPts val="600"/>
                  </a:spcBef>
                  <a:spcAft>
                    <a:spcPts val="600"/>
                  </a:spcAft>
                </a:pPr>
                <a14:m>
                  <m:oMath xmlns:m="http://schemas.openxmlformats.org/officeDocument/2006/math">
                    <m:sSub>
                      <m:sSubPr>
                        <m:ctrlPr>
                          <a:rPr lang="en-US" altLang="zh-CN" sz="3600" i="1" smtClean="0">
                            <a:latin typeface="Cambria Math" panose="02040503050406030204" pitchFamily="18" charset="0"/>
                          </a:rPr>
                        </m:ctrlPr>
                      </m:sSubPr>
                      <m:e>
                        <m:r>
                          <a:rPr lang="en-US" altLang="zh-CN" sz="3600">
                            <a:latin typeface="Cambria Math" panose="02040503050406030204" pitchFamily="18" charset="0"/>
                          </a:rPr>
                          <m:t>𝑪</m:t>
                        </m:r>
                      </m:e>
                      <m:sub>
                        <m:r>
                          <a:rPr lang="en-US" altLang="zh-CN" sz="3600" i="1">
                            <a:latin typeface="Cambria Math" panose="02040503050406030204" pitchFamily="18" charset="0"/>
                          </a:rPr>
                          <m:t>2</m:t>
                        </m:r>
                      </m:sub>
                    </m:sSub>
                    <m:r>
                      <a:rPr lang="en-US" altLang="zh-CN" sz="3600" i="1">
                        <a:latin typeface="Cambria Math" panose="02040503050406030204" pitchFamily="18" charset="0"/>
                      </a:rPr>
                      <m:t> </m:t>
                    </m:r>
                  </m:oMath>
                </a14:m>
                <a:r>
                  <a:rPr lang="en-US" altLang="zh-CN" sz="3600" b="1" dirty="0"/>
                  <a:t>: </a:t>
                </a:r>
                <a:r>
                  <a:rPr lang="zh-CN" altLang="en-US" sz="3600" b="1" dirty="0"/>
                  <a:t>第一个字符是！</a:t>
                </a:r>
                <a:endParaRPr lang="zh-CN" altLang="en-US" sz="3600" b="1" dirty="0"/>
              </a:p>
              <a:p>
                <a:pPr marL="1007745" lvl="2">
                  <a:lnSpc>
                    <a:spcPct val="100000"/>
                  </a:lnSpc>
                  <a:spcBef>
                    <a:spcPts val="600"/>
                  </a:spcBef>
                  <a:spcAft>
                    <a:spcPts val="600"/>
                  </a:spcAft>
                </a:pPr>
                <a14:m>
                  <m:oMath xmlns:m="http://schemas.openxmlformats.org/officeDocument/2006/math">
                    <m:sSub>
                      <m:sSubPr>
                        <m:ctrlPr>
                          <a:rPr lang="en-US" altLang="zh-CN" sz="3600" i="1" smtClean="0">
                            <a:latin typeface="Cambria Math" panose="02040503050406030204" pitchFamily="18" charset="0"/>
                          </a:rPr>
                        </m:ctrlPr>
                      </m:sSubPr>
                      <m:e>
                        <m:r>
                          <a:rPr lang="en-US" altLang="zh-CN" sz="3600">
                            <a:latin typeface="Cambria Math" panose="02040503050406030204" pitchFamily="18" charset="0"/>
                          </a:rPr>
                          <m:t>𝑪</m:t>
                        </m:r>
                      </m:e>
                      <m:sub>
                        <m:r>
                          <a:rPr lang="en-US" altLang="zh-CN" sz="3600" i="1">
                            <a:latin typeface="Cambria Math" panose="02040503050406030204" pitchFamily="18" charset="0"/>
                          </a:rPr>
                          <m:t>3</m:t>
                        </m:r>
                      </m:sub>
                    </m:sSub>
                    <m:r>
                      <a:rPr lang="en-US" altLang="zh-CN" sz="3600" i="1">
                        <a:latin typeface="Cambria Math" panose="02040503050406030204" pitchFamily="18" charset="0"/>
                      </a:rPr>
                      <m:t> </m:t>
                    </m:r>
                  </m:oMath>
                </a14:m>
                <a:r>
                  <a:rPr lang="en-US" altLang="zh-CN" sz="3600" b="1" dirty="0"/>
                  <a:t>: </a:t>
                </a:r>
                <a:r>
                  <a:rPr lang="zh-CN" altLang="en-US" sz="3600" b="1" dirty="0"/>
                  <a:t>第二个字符是</a:t>
                </a:r>
                <a:r>
                  <a:rPr lang="en-US" altLang="zh-CN" sz="3600" b="1" dirty="0"/>
                  <a:t>F</a:t>
                </a:r>
                <a:endParaRPr lang="en-US" altLang="zh-CN" sz="3600" b="1" dirty="0"/>
              </a:p>
            </p:txBody>
          </p:sp>
        </mc:Choice>
        <mc:Fallback>
          <p:sp>
            <p:nvSpPr>
              <p:cNvPr id="3" name="Rectangle 3"/>
              <p:cNvSpPr txBox="1">
                <a:spLocks noRot="1" noChangeAspect="1" noMove="1" noResize="1" noEditPoints="1" noAdjustHandles="1" noChangeArrowheads="1" noChangeShapeType="1" noTextEdit="1"/>
              </p:cNvSpPr>
              <p:nvPr/>
            </p:nvSpPr>
            <p:spPr>
              <a:xfrm>
                <a:off x="508171" y="7577641"/>
                <a:ext cx="6220134" cy="3170555"/>
              </a:xfrm>
              <a:prstGeom prst="rect">
                <a:avLst/>
              </a:prstGeom>
              <a:blipFill rotWithShape="1">
                <a:blip r:embed="rId2"/>
                <a:stretch>
                  <a:fillRect l="-207" t="-406" r="-196" b="-395"/>
                </a:stretch>
              </a:blipFill>
            </p:spPr>
            <p:style>
              <a:lnRef idx="2">
                <a:schemeClr val="dk1"/>
              </a:lnRef>
              <a:fillRef idx="1">
                <a:schemeClr val="lt1"/>
              </a:fillRef>
              <a:effectRef idx="0">
                <a:schemeClr val="dk1"/>
              </a:effectRef>
              <a:fontRef idx="minor">
                <a:schemeClr val="dk1"/>
              </a:fontRef>
            </p:style>
            <p:txBody>
              <a:bodyPr/>
              <a:lstStyle/>
              <a:p>
                <a:r>
                  <a:rPr lang="zh-CN" altLang="en-US">
                    <a:noFill/>
                  </a:rPr>
                  <a:t> </a:t>
                </a:r>
              </a:p>
            </p:txBody>
          </p:sp>
        </mc:Fallback>
      </mc:AlternateContent>
      <p:pic>
        <p:nvPicPr>
          <p:cNvPr id="4" name="Audio 3">
            <a:hlinkClick r:id="" action="ppaction://media"/>
          </p:cNvPr>
          <p:cNvPicPr>
            <a:picLocks noChangeAspect="1"/>
          </p:cNvPicPr>
          <p:nvPr>
            <a:audioFile r:link="rId3"/>
            <p:extLst>
              <p:ext uri="{DAA4B4D4-6D71-4841-9C94-3DE7FCFB9230}">
                <p14:media xmlns:p14="http://schemas.microsoft.com/office/powerpoint/2010/main" r:link="rId4"/>
              </p:ext>
            </p:extLst>
          </p:nvPr>
        </p:nvPicPr>
        <p:blipFill>
          <a:blip r:embed="rId5"/>
          <a:stretch>
            <a:fillRect/>
          </a:stretch>
        </p:blipFill>
        <p:spPr>
          <a:xfrm>
            <a:off x="23863300" y="13195300"/>
            <a:ext cx="304800" cy="304800"/>
          </a:xfrm>
          <a:prstGeom prst="rect">
            <a:avLst/>
          </a:prstGeom>
        </p:spPr>
      </p:pic>
      <p:pic>
        <p:nvPicPr>
          <p:cNvPr id="43" name="Picture 42"/>
          <p:cNvPicPr>
            <a:picLocks noChangeAspect="1"/>
          </p:cNvPicPr>
          <p:nvPr/>
        </p:nvPicPr>
        <p:blipFill>
          <a:blip r:embed="rId6"/>
          <a:stretch>
            <a:fillRect/>
          </a:stretch>
        </p:blipFill>
        <p:spPr>
          <a:xfrm>
            <a:off x="7900734" y="6386601"/>
            <a:ext cx="7333179" cy="5260014"/>
          </a:xfrm>
          <a:prstGeom prst="rect">
            <a:avLst/>
          </a:prstGeom>
        </p:spPr>
      </p:pic>
    </p:spTree>
    <p:custDataLst>
      <p:tags r:id="rId7"/>
    </p:custDataLst>
  </p:cSld>
  <p:clrMapOvr>
    <a:masterClrMapping/>
  </p:clrMapOvr>
  <p:transition spd="med" advTm="293106"/>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因果图测试</a:t>
            </a:r>
            <a:endParaRPr lang="zh-CN" altLang="en-US" dirty="0"/>
          </a:p>
        </p:txBody>
      </p:sp>
      <p:sp>
        <p:nvSpPr>
          <p:cNvPr id="20" name="Rectangle 3"/>
          <p:cNvSpPr txBox="1">
            <a:spLocks noChangeArrowheads="1"/>
          </p:cNvSpPr>
          <p:nvPr/>
        </p:nvSpPr>
        <p:spPr>
          <a:xfrm>
            <a:off x="2737970" y="3261360"/>
            <a:ext cx="18613855" cy="8979533"/>
          </a:xfrm>
          <a:prstGeom prst="rect">
            <a:avLst/>
          </a:prstGeom>
          <a:ln w="12700">
            <a:miter lim="400000"/>
          </a:ln>
        </p:spPr>
        <p:txBody>
          <a:bodyPr lIns="50800" tIns="50800" rIns="50800" bIns="50800" anchor="ctr">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pPr marL="647700">
              <a:lnSpc>
                <a:spcPct val="150000"/>
              </a:lnSpc>
              <a:spcBef>
                <a:spcPts val="1200"/>
              </a:spcBef>
              <a:spcAft>
                <a:spcPts val="1200"/>
              </a:spcAft>
            </a:pPr>
            <a:r>
              <a:rPr lang="zh-CN" altLang="en-US" sz="4800" b="1" dirty="0"/>
              <a:t>因果图测试方法的具体步骤：</a:t>
            </a:r>
            <a:endParaRPr lang="en-US" altLang="zh-CN" sz="4800" b="1" dirty="0"/>
          </a:p>
          <a:p>
            <a:pPr marL="2184400" lvl="2" indent="-914400">
              <a:lnSpc>
                <a:spcPct val="120000"/>
              </a:lnSpc>
              <a:spcBef>
                <a:spcPts val="1800"/>
              </a:spcBef>
              <a:spcAft>
                <a:spcPts val="1800"/>
              </a:spcAft>
              <a:buFont typeface="+mj-ea"/>
              <a:buAutoNum type="circleNumDbPlain"/>
            </a:pPr>
            <a:r>
              <a:rPr lang="zh-CN" altLang="en-US" sz="4800" dirty="0"/>
              <a:t>首先从程序规格说明书的描述中，找出因</a:t>
            </a:r>
            <a:r>
              <a:rPr lang="en-US" altLang="zh-CN" sz="4800" dirty="0"/>
              <a:t>(</a:t>
            </a:r>
            <a:r>
              <a:rPr lang="zh-CN" altLang="en-US" sz="4800" dirty="0"/>
              <a:t>输入条件</a:t>
            </a:r>
            <a:r>
              <a:rPr lang="en-US" altLang="zh-CN" sz="4800" dirty="0"/>
              <a:t>)</a:t>
            </a:r>
            <a:r>
              <a:rPr lang="zh-CN" altLang="en-US" sz="4800" dirty="0"/>
              <a:t>和果</a:t>
            </a:r>
            <a:r>
              <a:rPr lang="en-US" altLang="zh-CN" sz="4800" dirty="0"/>
              <a:t>(</a:t>
            </a:r>
            <a:r>
              <a:rPr lang="zh-CN" altLang="en-US" sz="4800" dirty="0"/>
              <a:t>输出结果或者程序状态的改变</a:t>
            </a:r>
            <a:r>
              <a:rPr lang="en-US" altLang="zh-CN" sz="4800" dirty="0"/>
              <a:t>)</a:t>
            </a:r>
            <a:r>
              <a:rPr lang="zh-CN" altLang="en-US" sz="4800" dirty="0"/>
              <a:t>；</a:t>
            </a:r>
            <a:endParaRPr lang="en-US" altLang="zh-CN" sz="4800" dirty="0"/>
          </a:p>
          <a:p>
            <a:pPr marL="2184400" lvl="2" indent="-914400">
              <a:lnSpc>
                <a:spcPct val="120000"/>
              </a:lnSpc>
              <a:spcBef>
                <a:spcPts val="1800"/>
              </a:spcBef>
              <a:spcAft>
                <a:spcPts val="1800"/>
              </a:spcAft>
              <a:buFont typeface="+mj-ea"/>
              <a:buAutoNum type="circleNumDbPlain"/>
            </a:pPr>
            <a:r>
              <a:rPr lang="zh-CN" altLang="en-US" sz="4800" dirty="0"/>
              <a:t>找出原因与结果之间的因果关系、原因与原因之间的约束关系，画出因果图；</a:t>
            </a:r>
            <a:endParaRPr lang="en-US" altLang="zh-CN" sz="4800" dirty="0"/>
          </a:p>
          <a:p>
            <a:pPr marL="2184400" lvl="2" indent="-914400">
              <a:lnSpc>
                <a:spcPct val="120000"/>
              </a:lnSpc>
              <a:spcBef>
                <a:spcPts val="1800"/>
              </a:spcBef>
              <a:spcAft>
                <a:spcPts val="1800"/>
              </a:spcAft>
              <a:buFont typeface="+mj-ea"/>
              <a:buAutoNum type="circleNumDbPlain"/>
            </a:pPr>
            <a:r>
              <a:rPr lang="zh-CN" altLang="en-US" sz="4800" b="1" dirty="0">
                <a:solidFill>
                  <a:srgbClr val="FF0000"/>
                </a:solidFill>
              </a:rPr>
              <a:t>然后通过因果图转换为判定表；</a:t>
            </a:r>
            <a:endParaRPr lang="en-US" altLang="zh-CN" sz="4800" b="1" dirty="0">
              <a:solidFill>
                <a:srgbClr val="FF0000"/>
              </a:solidFill>
            </a:endParaRPr>
          </a:p>
          <a:p>
            <a:pPr marL="2184400" lvl="2" indent="-914400">
              <a:lnSpc>
                <a:spcPct val="120000"/>
              </a:lnSpc>
              <a:spcBef>
                <a:spcPts val="1800"/>
              </a:spcBef>
              <a:spcAft>
                <a:spcPts val="1800"/>
              </a:spcAft>
              <a:buFont typeface="+mj-ea"/>
              <a:buAutoNum type="circleNumDbPlain"/>
            </a:pPr>
            <a:r>
              <a:rPr lang="zh-CN" altLang="en-US" sz="4800" dirty="0"/>
              <a:t>最后为判定表中的每一列设计一个测试用例。</a:t>
            </a:r>
            <a:endParaRPr lang="en-US" altLang="zh-CN" sz="4800" dirty="0"/>
          </a:p>
          <a:p>
            <a:pPr lvl="2"/>
            <a:endParaRPr lang="zh-CN" altLang="en-US" sz="4800" dirty="0"/>
          </a:p>
        </p:txBody>
      </p:sp>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2</a:t>
            </a:r>
            <a:endParaRPr dirty="0"/>
          </a:p>
        </p:txBody>
      </p:sp>
      <p:pic>
        <p:nvPicPr>
          <p:cNvPr id="4" name="Audio 3">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63300" y="13195300"/>
            <a:ext cx="304800" cy="304800"/>
          </a:xfrm>
          <a:prstGeom prst="rect">
            <a:avLst/>
          </a:prstGeom>
        </p:spPr>
      </p:pic>
    </p:spTree>
    <p:custDataLst>
      <p:tags r:id="rId4"/>
    </p:custDataLst>
  </p:cSld>
  <p:clrMapOvr>
    <a:masterClrMapping/>
  </p:clrMapOvr>
  <p:transition spd="med" advTm="1009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因果图</a:t>
            </a:r>
            <a:endParaRPr lang="zh-CN" altLang="en-US" dirty="0"/>
          </a:p>
        </p:txBody>
      </p:sp>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2</a:t>
            </a:r>
            <a:endParaRPr dirty="0"/>
          </a:p>
        </p:txBody>
      </p:sp>
      <p:pic>
        <p:nvPicPr>
          <p:cNvPr id="42" name="Picture 41"/>
          <p:cNvPicPr>
            <a:picLocks noChangeAspect="1"/>
          </p:cNvPicPr>
          <p:nvPr/>
        </p:nvPicPr>
        <p:blipFill>
          <a:blip r:embed="rId1"/>
          <a:stretch>
            <a:fillRect/>
          </a:stretch>
        </p:blipFill>
        <p:spPr>
          <a:xfrm>
            <a:off x="7232918" y="3300901"/>
            <a:ext cx="9918165" cy="7114198"/>
          </a:xfrm>
          <a:prstGeom prst="rect">
            <a:avLst/>
          </a:prstGeom>
        </p:spPr>
      </p:pic>
      <p:pic>
        <p:nvPicPr>
          <p:cNvPr id="3" name="Audio 2">
            <a:hlinkClick r:id="" action="ppaction://media"/>
          </p:cNvPr>
          <p:cNvPicPr>
            <a:picLocks noChangeAspect="1"/>
          </p:cNvPicPr>
          <p:nvPr>
            <a:audioFile r:link="rId2"/>
            <p:extLst>
              <p:ext uri="{DAA4B4D4-6D71-4841-9C94-3DE7FCFB9230}">
                <p14:media xmlns:p14="http://schemas.microsoft.com/office/powerpoint/2010/main" r:link="rId3"/>
              </p:ext>
            </p:extLst>
          </p:nvPr>
        </p:nvPicPr>
        <p:blipFill>
          <a:blip r:embed="rId4"/>
          <a:stretch>
            <a:fillRect/>
          </a:stretch>
        </p:blipFill>
        <p:spPr>
          <a:xfrm>
            <a:off x="23863300" y="13195300"/>
            <a:ext cx="304800" cy="304800"/>
          </a:xfrm>
          <a:prstGeom prst="rect">
            <a:avLst/>
          </a:prstGeom>
        </p:spPr>
      </p:pic>
    </p:spTree>
    <p:custDataLst>
      <p:tags r:id="rId5"/>
    </p:custDataLst>
  </p:cSld>
  <p:clrMapOvr>
    <a:masterClrMapping/>
  </p:clrMapOvr>
  <p:transition spd="med" advTm="29873"/>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因果图</a:t>
            </a:r>
            <a:endParaRPr lang="zh-CN" altLang="en-US" dirty="0"/>
          </a:p>
        </p:txBody>
      </p:sp>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2</a:t>
            </a:r>
            <a:endParaRPr dirty="0"/>
          </a:p>
        </p:txBody>
      </p:sp>
      <p:graphicFrame>
        <p:nvGraphicFramePr>
          <p:cNvPr id="42" name="Group 56"/>
          <p:cNvGraphicFramePr/>
          <p:nvPr/>
        </p:nvGraphicFramePr>
        <p:xfrm>
          <a:off x="3491911" y="2900925"/>
          <a:ext cx="17400178" cy="7914149"/>
        </p:xfrm>
        <a:graphic>
          <a:graphicData uri="http://schemas.openxmlformats.org/drawingml/2006/table">
            <a:tbl>
              <a:tblPr/>
              <a:tblGrid>
                <a:gridCol w="2078694"/>
                <a:gridCol w="1669714"/>
                <a:gridCol w="1720413"/>
                <a:gridCol w="2153053"/>
                <a:gridCol w="1990812"/>
                <a:gridCol w="2149672"/>
                <a:gridCol w="2027993"/>
                <a:gridCol w="2115872"/>
                <a:gridCol w="1493955"/>
              </a:tblGrid>
              <a:tr h="872651">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2</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3</a:t>
                      </a:r>
                      <a:endPar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4</a:t>
                      </a:r>
                      <a:endPar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5</a:t>
                      </a:r>
                      <a:endPar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6</a:t>
                      </a:r>
                      <a:endPar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7</a:t>
                      </a:r>
                      <a:endPar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8</a:t>
                      </a:r>
                      <a:endPar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06102">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C</a:t>
                      </a:r>
                      <a:r>
                        <a:rPr kumimoji="0" lang="en-US" altLang="zh-CN" sz="4400" b="0" i="0" u="none" strike="noStrike" cap="none" normalizeH="0" baseline="-2500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2500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C</a:t>
                      </a:r>
                      <a:r>
                        <a:rPr kumimoji="0" lang="en-US" altLang="zh-CN" sz="4400" b="0" i="0" u="none" strike="noStrike" cap="none" normalizeH="0" baseline="-25000" dirty="0">
                          <a:ln>
                            <a:noFill/>
                          </a:ln>
                          <a:solidFill>
                            <a:schemeClr val="tx1"/>
                          </a:solidFill>
                          <a:effectLst/>
                          <a:latin typeface="微软雅黑" panose="020B0503020204020204" pitchFamily="34" charset="-122"/>
                          <a:ea typeface="微软雅黑" panose="020B0503020204020204" pitchFamily="34" charset="-122"/>
                        </a:rPr>
                        <a:t>2</a:t>
                      </a:r>
                      <a:endParaRPr kumimoji="0" lang="en-US" altLang="zh-CN" sz="4400" b="0" i="0" u="none" strike="noStrike" cap="none" normalizeH="0" baseline="-2500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C</a:t>
                      </a:r>
                      <a:r>
                        <a:rPr kumimoji="0" lang="en-US" altLang="zh-CN" sz="4400" b="0" i="0" u="none" strike="noStrike" cap="none" normalizeH="0" baseline="-25000" dirty="0">
                          <a:ln>
                            <a:noFill/>
                          </a:ln>
                          <a:solidFill>
                            <a:schemeClr val="tx1"/>
                          </a:solidFill>
                          <a:effectLst/>
                          <a:latin typeface="微软雅黑" panose="020B0503020204020204" pitchFamily="34" charset="-122"/>
                          <a:ea typeface="微软雅黑" panose="020B0503020204020204" pitchFamily="34" charset="-122"/>
                        </a:rPr>
                        <a:t>3</a:t>
                      </a:r>
                      <a:endParaRPr kumimoji="0" lang="en-US" altLang="zh-CN" sz="4400" b="0" i="0" u="none" strike="noStrike" cap="none" normalizeH="0" baseline="-2500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M</a:t>
                      </a:r>
                      <a:r>
                        <a:rPr kumimoji="0" lang="en-US" altLang="zh-CN" sz="4400" b="0" i="0" u="none" strike="noStrike" cap="none" normalizeH="0" baseline="-2500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2500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0</a:t>
                      </a:r>
                      <a:endPar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0</a:t>
                      </a:r>
                      <a:endPar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35396">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E</a:t>
                      </a:r>
                      <a:r>
                        <a:rPr kumimoji="0" lang="en-US" altLang="zh-CN" sz="4400" b="0" i="0" u="none" strike="noStrike" cap="none" normalizeH="0" baseline="-2500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2500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E</a:t>
                      </a:r>
                      <a:r>
                        <a:rPr kumimoji="0" lang="en-US" altLang="zh-CN" sz="4400" b="0" i="0" u="none" strike="noStrike" cap="none" normalizeH="0" baseline="-25000" dirty="0">
                          <a:ln>
                            <a:noFill/>
                          </a:ln>
                          <a:solidFill>
                            <a:schemeClr val="tx1"/>
                          </a:solidFill>
                          <a:effectLst/>
                          <a:latin typeface="微软雅黑" panose="020B0503020204020204" pitchFamily="34" charset="-122"/>
                          <a:ea typeface="微软雅黑" panose="020B0503020204020204" pitchFamily="34" charset="-122"/>
                        </a:rPr>
                        <a:t>2</a:t>
                      </a:r>
                      <a:endParaRPr kumimoji="0" lang="en-US" altLang="zh-CN" sz="4400" b="0" i="0" u="none" strike="noStrike" cap="none" normalizeH="0" baseline="-2500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E</a:t>
                      </a:r>
                      <a:r>
                        <a:rPr kumimoji="0" lang="en-US" altLang="zh-CN" sz="4400" b="0" i="0" u="none" strike="noStrike" cap="none" normalizeH="0" baseline="-25000" dirty="0">
                          <a:ln>
                            <a:noFill/>
                          </a:ln>
                          <a:solidFill>
                            <a:schemeClr val="tx1"/>
                          </a:solidFill>
                          <a:effectLst/>
                          <a:latin typeface="微软雅黑" panose="020B0503020204020204" pitchFamily="34" charset="-122"/>
                          <a:ea typeface="微软雅黑" panose="020B0503020204020204" pitchFamily="34" charset="-122"/>
                        </a:rPr>
                        <a:t>3</a:t>
                      </a:r>
                      <a:endParaRPr kumimoji="0" lang="en-US" altLang="zh-CN" sz="4400" b="0" i="0" u="none" strike="noStrike" cap="none" normalizeH="0" baseline="-2500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zh-CN" altLang="en-US" sz="32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rPr>
                        <a:t>不可能</a:t>
                      </a:r>
                      <a:endParaRPr kumimoji="0" lang="zh-CN" altLang="en-US" sz="32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endParaRPr>
                    </a:p>
                  </a:txBody>
                  <a:tcPr marL="182880" marR="182880" marT="91450" marB="9145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4400" b="0"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4400" b="0"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4400" b="0"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rPr>
                        <a:t>√</a:t>
                      </a:r>
                      <a:endParaRPr kumimoji="0" lang="en-US" altLang="zh-CN" sz="4400" b="0"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4400" b="0"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4400" b="0"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4400" b="0"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rPr>
                        <a:t>√</a:t>
                      </a:r>
                      <a:endParaRPr kumimoji="0" lang="en-US" altLang="zh-CN" sz="4400" b="0"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a:t>
                      </a:r>
                      <a:endPar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pic>
        <p:nvPicPr>
          <p:cNvPr id="4" name="Audio 3">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63300" y="13195300"/>
            <a:ext cx="304800" cy="304800"/>
          </a:xfrm>
          <a:prstGeom prst="rect">
            <a:avLst/>
          </a:prstGeom>
        </p:spPr>
      </p:pic>
      <p:sp>
        <p:nvSpPr>
          <p:cNvPr id="3" name="Rectangle 2"/>
          <p:cNvSpPr/>
          <p:nvPr/>
        </p:nvSpPr>
        <p:spPr>
          <a:xfrm>
            <a:off x="3286760" y="7274560"/>
            <a:ext cx="17810480" cy="3881120"/>
          </a:xfrm>
          <a:prstGeom prst="rect">
            <a:avLst/>
          </a:prstGeom>
          <a:solidFill>
            <a:schemeClr val="bg1"/>
          </a:solid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spTree>
    <p:custDataLst>
      <p:tags r:id="rId4"/>
    </p:custDataLst>
  </p:cSld>
  <p:clrMapOvr>
    <a:masterClrMapping/>
  </p:clrMapOvr>
  <p:transition spd="med" advTm="2770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par>
                    <p:cTn id="7" fill="hold">
                      <p:stCondLst>
                        <p:cond delay="indefinite"/>
                      </p:stCondLst>
                      <p:childTnLst>
                        <p:par>
                          <p:cTn id="8" fill="hold">
                            <p:stCondLst>
                              <p:cond delay="0"/>
                            </p:stCondLst>
                            <p:childTnLst>
                              <p:par>
                                <p:cTn id="9" presetID="22" presetClass="exit" presetSubtype="1" fill="hold" grpId="0" nodeType="clickEffect">
                                  <p:stCondLst>
                                    <p:cond delay="0"/>
                                  </p:stCondLst>
                                  <p:childTnLst>
                                    <p:animEffect transition="out" filter="wipe(up)">
                                      <p:cBhvr>
                                        <p:cTn id="10" dur="500"/>
                                        <p:tgtEl>
                                          <p:spTgt spid="3"/>
                                        </p:tgtEl>
                                      </p:cBhvr>
                                    </p:animEffect>
                                    <p:set>
                                      <p:cBhvr>
                                        <p:cTn id="11" dur="1" fill="hold">
                                          <p:stCondLst>
                                            <p:cond delay="4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2" fill="hold" display="0">
                  <p:stCondLst>
                    <p:cond delay="indefinite"/>
                  </p:stCondLst>
                  <p:endCondLst>
                    <p:cond evt="onStopAudio" delay="0">
                      <p:tgtEl>
                        <p:sldTgt/>
                      </p:tgtEl>
                    </p:cond>
                  </p:endCondLst>
                </p:cTn>
                <p:tgtEl>
                  <p:spTgt spid="4"/>
                </p:tgtEl>
              </p:cMediaNode>
            </p:audio>
          </p:childTnLst>
        </p:cTn>
      </p:par>
    </p:tnLst>
    <p:bldLst>
      <p:bldP spid="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因果图测试</a:t>
            </a:r>
            <a:endParaRPr lang="zh-CN" altLang="en-US" dirty="0"/>
          </a:p>
        </p:txBody>
      </p:sp>
      <p:sp>
        <p:nvSpPr>
          <p:cNvPr id="20" name="Rectangle 3"/>
          <p:cNvSpPr txBox="1">
            <a:spLocks noChangeArrowheads="1"/>
          </p:cNvSpPr>
          <p:nvPr/>
        </p:nvSpPr>
        <p:spPr>
          <a:xfrm>
            <a:off x="2737970" y="3078480"/>
            <a:ext cx="18613855" cy="8979533"/>
          </a:xfrm>
          <a:prstGeom prst="rect">
            <a:avLst/>
          </a:prstGeom>
          <a:ln w="12700">
            <a:miter lim="400000"/>
          </a:ln>
        </p:spPr>
        <p:txBody>
          <a:bodyPr lIns="50800" tIns="50800" rIns="50800" bIns="50800" anchor="ctr">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pPr marL="647700">
              <a:lnSpc>
                <a:spcPct val="150000"/>
              </a:lnSpc>
              <a:spcBef>
                <a:spcPts val="1200"/>
              </a:spcBef>
              <a:spcAft>
                <a:spcPts val="1200"/>
              </a:spcAft>
            </a:pPr>
            <a:r>
              <a:rPr lang="zh-CN" altLang="en-US" sz="4800" b="1" dirty="0"/>
              <a:t>因果图测试方法的具体步骤：</a:t>
            </a:r>
            <a:endParaRPr lang="en-US" altLang="zh-CN" sz="4800" b="1" dirty="0"/>
          </a:p>
          <a:p>
            <a:pPr marL="2184400" lvl="2" indent="-914400">
              <a:lnSpc>
                <a:spcPct val="120000"/>
              </a:lnSpc>
              <a:spcBef>
                <a:spcPts val="1800"/>
              </a:spcBef>
              <a:spcAft>
                <a:spcPts val="1800"/>
              </a:spcAft>
              <a:buFont typeface="+mj-ea"/>
              <a:buAutoNum type="circleNumDbPlain"/>
            </a:pPr>
            <a:r>
              <a:rPr lang="zh-CN" altLang="en-US" sz="4800" dirty="0"/>
              <a:t>首先从程序规格说明书的描述中，找出因</a:t>
            </a:r>
            <a:r>
              <a:rPr lang="en-US" altLang="zh-CN" sz="4800" dirty="0"/>
              <a:t>(</a:t>
            </a:r>
            <a:r>
              <a:rPr lang="zh-CN" altLang="en-US" sz="4800" dirty="0"/>
              <a:t>输入条件</a:t>
            </a:r>
            <a:r>
              <a:rPr lang="en-US" altLang="zh-CN" sz="4800" dirty="0"/>
              <a:t>)</a:t>
            </a:r>
            <a:r>
              <a:rPr lang="zh-CN" altLang="en-US" sz="4800" dirty="0"/>
              <a:t>和果</a:t>
            </a:r>
            <a:r>
              <a:rPr lang="en-US" altLang="zh-CN" sz="4800" dirty="0"/>
              <a:t>(</a:t>
            </a:r>
            <a:r>
              <a:rPr lang="zh-CN" altLang="en-US" sz="4800" dirty="0"/>
              <a:t>输出结果或者程序状态的改变</a:t>
            </a:r>
            <a:r>
              <a:rPr lang="en-US" altLang="zh-CN" sz="4800" dirty="0"/>
              <a:t>)</a:t>
            </a:r>
            <a:r>
              <a:rPr lang="zh-CN" altLang="en-US" sz="4800" dirty="0"/>
              <a:t>；</a:t>
            </a:r>
            <a:endParaRPr lang="en-US" altLang="zh-CN" sz="4800" dirty="0"/>
          </a:p>
          <a:p>
            <a:pPr marL="2184400" lvl="2" indent="-914400">
              <a:lnSpc>
                <a:spcPct val="120000"/>
              </a:lnSpc>
              <a:spcBef>
                <a:spcPts val="1800"/>
              </a:spcBef>
              <a:spcAft>
                <a:spcPts val="1800"/>
              </a:spcAft>
              <a:buFont typeface="+mj-ea"/>
              <a:buAutoNum type="circleNumDbPlain"/>
            </a:pPr>
            <a:r>
              <a:rPr lang="zh-CN" altLang="en-US" sz="4800" dirty="0"/>
              <a:t>找出原因与结果之间的因果关系、原因与原因之间的约束关系，画出因果图；</a:t>
            </a:r>
            <a:endParaRPr lang="en-US" altLang="zh-CN" sz="4800" dirty="0"/>
          </a:p>
          <a:p>
            <a:pPr marL="2184400" lvl="2" indent="-914400">
              <a:lnSpc>
                <a:spcPct val="120000"/>
              </a:lnSpc>
              <a:spcBef>
                <a:spcPts val="1800"/>
              </a:spcBef>
              <a:spcAft>
                <a:spcPts val="1800"/>
              </a:spcAft>
              <a:buFont typeface="+mj-ea"/>
              <a:buAutoNum type="circleNumDbPlain"/>
            </a:pPr>
            <a:r>
              <a:rPr lang="zh-CN" altLang="en-US" sz="4800" dirty="0"/>
              <a:t>然后通过因果图转换为判定表；</a:t>
            </a:r>
            <a:endParaRPr lang="en-US" altLang="zh-CN" sz="4800" dirty="0"/>
          </a:p>
          <a:p>
            <a:pPr marL="2184400" lvl="2" indent="-914400">
              <a:lnSpc>
                <a:spcPct val="120000"/>
              </a:lnSpc>
              <a:spcBef>
                <a:spcPts val="1800"/>
              </a:spcBef>
              <a:spcAft>
                <a:spcPts val="1800"/>
              </a:spcAft>
              <a:buFont typeface="+mj-ea"/>
              <a:buAutoNum type="circleNumDbPlain"/>
            </a:pPr>
            <a:r>
              <a:rPr lang="zh-CN" altLang="en-US" sz="4800" b="1" dirty="0">
                <a:solidFill>
                  <a:srgbClr val="FF0000"/>
                </a:solidFill>
              </a:rPr>
              <a:t>最后为判定表中的每一列设计一个测试用例。</a:t>
            </a:r>
            <a:endParaRPr lang="en-US" altLang="zh-CN" sz="4800" b="1" dirty="0">
              <a:solidFill>
                <a:srgbClr val="FF0000"/>
              </a:solidFill>
            </a:endParaRPr>
          </a:p>
          <a:p>
            <a:pPr lvl="2"/>
            <a:endParaRPr lang="zh-CN" altLang="en-US" sz="4800" dirty="0"/>
          </a:p>
        </p:txBody>
      </p:sp>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2</a:t>
            </a:r>
            <a:endParaRPr dirty="0"/>
          </a:p>
        </p:txBody>
      </p:sp>
      <p:pic>
        <p:nvPicPr>
          <p:cNvPr id="3" name="Audio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63300" y="13195300"/>
            <a:ext cx="304800" cy="304800"/>
          </a:xfrm>
          <a:prstGeom prst="rect">
            <a:avLst/>
          </a:prstGeom>
        </p:spPr>
      </p:pic>
    </p:spTree>
    <p:custDataLst>
      <p:tags r:id="rId4"/>
    </p:custDataLst>
  </p:cSld>
  <p:clrMapOvr>
    <a:masterClrMapping/>
  </p:clrMapOvr>
  <p:transition spd="med" advTm="10069"/>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因果图</a:t>
            </a:r>
            <a:endParaRPr lang="zh-CN" altLang="en-US" dirty="0"/>
          </a:p>
        </p:txBody>
      </p:sp>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2</a:t>
            </a:r>
            <a:endParaRPr dirty="0"/>
          </a:p>
        </p:txBody>
      </p:sp>
      <p:graphicFrame>
        <p:nvGraphicFramePr>
          <p:cNvPr id="42" name="Group 56"/>
          <p:cNvGraphicFramePr/>
          <p:nvPr/>
        </p:nvGraphicFramePr>
        <p:xfrm>
          <a:off x="3491911" y="2900925"/>
          <a:ext cx="17400178" cy="7914149"/>
        </p:xfrm>
        <a:graphic>
          <a:graphicData uri="http://schemas.openxmlformats.org/drawingml/2006/table">
            <a:tbl>
              <a:tblPr/>
              <a:tblGrid>
                <a:gridCol w="2078694"/>
                <a:gridCol w="1669714"/>
                <a:gridCol w="1720413"/>
                <a:gridCol w="2153053"/>
                <a:gridCol w="1990812"/>
                <a:gridCol w="2149672"/>
                <a:gridCol w="2027993"/>
                <a:gridCol w="2115872"/>
                <a:gridCol w="1493955"/>
              </a:tblGrid>
              <a:tr h="872651">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2</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3</a:t>
                      </a:r>
                      <a:endPar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4</a:t>
                      </a:r>
                      <a:endPar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5</a:t>
                      </a:r>
                      <a:endPar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6</a:t>
                      </a:r>
                      <a:endPar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7</a:t>
                      </a:r>
                      <a:endPar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8</a:t>
                      </a:r>
                      <a:endPar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06102">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C</a:t>
                      </a:r>
                      <a:r>
                        <a:rPr kumimoji="0" lang="en-US" altLang="zh-CN" sz="4400" b="0" i="0" u="none" strike="noStrike" cap="none" normalizeH="0" baseline="-2500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2500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C</a:t>
                      </a:r>
                      <a:r>
                        <a:rPr kumimoji="0" lang="en-US" altLang="zh-CN" sz="4400" b="0" i="0" u="none" strike="noStrike" cap="none" normalizeH="0" baseline="-25000" dirty="0">
                          <a:ln>
                            <a:noFill/>
                          </a:ln>
                          <a:solidFill>
                            <a:schemeClr val="tx1"/>
                          </a:solidFill>
                          <a:effectLst/>
                          <a:latin typeface="微软雅黑" panose="020B0503020204020204" pitchFamily="34" charset="-122"/>
                          <a:ea typeface="微软雅黑" panose="020B0503020204020204" pitchFamily="34" charset="-122"/>
                        </a:rPr>
                        <a:t>2</a:t>
                      </a:r>
                      <a:endParaRPr kumimoji="0" lang="en-US" altLang="zh-CN" sz="4400" b="0" i="0" u="none" strike="noStrike" cap="none" normalizeH="0" baseline="-2500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C</a:t>
                      </a:r>
                      <a:r>
                        <a:rPr kumimoji="0" lang="en-US" altLang="zh-CN" sz="4400" b="0" i="0" u="none" strike="noStrike" cap="none" normalizeH="0" baseline="-25000" dirty="0">
                          <a:ln>
                            <a:noFill/>
                          </a:ln>
                          <a:solidFill>
                            <a:schemeClr val="tx1"/>
                          </a:solidFill>
                          <a:effectLst/>
                          <a:latin typeface="微软雅黑" panose="020B0503020204020204" pitchFamily="34" charset="-122"/>
                          <a:ea typeface="微软雅黑" panose="020B0503020204020204" pitchFamily="34" charset="-122"/>
                        </a:rPr>
                        <a:t>3</a:t>
                      </a:r>
                      <a:endParaRPr kumimoji="0" lang="en-US" altLang="zh-CN" sz="4400" b="0" i="0" u="none" strike="noStrike" cap="none" normalizeH="0" baseline="-2500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M</a:t>
                      </a:r>
                      <a:r>
                        <a:rPr kumimoji="0" lang="en-US" altLang="zh-CN" sz="4400" b="0" i="0" u="none" strike="noStrike" cap="none" normalizeH="0" baseline="-2500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2500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0</a:t>
                      </a:r>
                      <a:endPar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0</a:t>
                      </a:r>
                      <a:endPar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35396">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E</a:t>
                      </a:r>
                      <a:r>
                        <a:rPr kumimoji="0" lang="en-US" altLang="zh-CN" sz="4400" b="0" i="0" u="none" strike="noStrike" cap="none" normalizeH="0" baseline="-2500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2500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E</a:t>
                      </a:r>
                      <a:r>
                        <a:rPr kumimoji="0" lang="en-US" altLang="zh-CN" sz="4400" b="0" i="0" u="none" strike="noStrike" cap="none" normalizeH="0" baseline="-25000" dirty="0">
                          <a:ln>
                            <a:noFill/>
                          </a:ln>
                          <a:solidFill>
                            <a:schemeClr val="tx1"/>
                          </a:solidFill>
                          <a:effectLst/>
                          <a:latin typeface="微软雅黑" panose="020B0503020204020204" pitchFamily="34" charset="-122"/>
                          <a:ea typeface="微软雅黑" panose="020B0503020204020204" pitchFamily="34" charset="-122"/>
                        </a:rPr>
                        <a:t>2</a:t>
                      </a:r>
                      <a:endParaRPr kumimoji="0" lang="en-US" altLang="zh-CN" sz="4400" b="0" i="0" u="none" strike="noStrike" cap="none" normalizeH="0" baseline="-2500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E</a:t>
                      </a:r>
                      <a:r>
                        <a:rPr kumimoji="0" lang="en-US" altLang="zh-CN" sz="4400" b="0" i="0" u="none" strike="noStrike" cap="none" normalizeH="0" baseline="-25000" dirty="0">
                          <a:ln>
                            <a:noFill/>
                          </a:ln>
                          <a:solidFill>
                            <a:schemeClr val="tx1"/>
                          </a:solidFill>
                          <a:effectLst/>
                          <a:latin typeface="微软雅黑" panose="020B0503020204020204" pitchFamily="34" charset="-122"/>
                          <a:ea typeface="微软雅黑" panose="020B0503020204020204" pitchFamily="34" charset="-122"/>
                        </a:rPr>
                        <a:t>3</a:t>
                      </a:r>
                      <a:endParaRPr kumimoji="0" lang="en-US" altLang="zh-CN" sz="4400" b="0" i="0" u="none" strike="noStrike" cap="none" normalizeH="0" baseline="-2500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zh-CN" altLang="en-US" sz="32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rPr>
                        <a:t>不可能</a:t>
                      </a:r>
                      <a:endParaRPr kumimoji="0" lang="zh-CN" altLang="en-US" sz="32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endParaRPr>
                    </a:p>
                  </a:txBody>
                  <a:tcPr marL="182880" marR="182880" marT="91450" marB="9145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4400" b="0"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4400" b="0"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4400" b="0"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rPr>
                        <a:t>√</a:t>
                      </a:r>
                      <a:endParaRPr kumimoji="0" lang="en-US" altLang="zh-CN" sz="4400" b="0"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4400" b="0"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4400" b="0"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4400" b="0"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rPr>
                        <a:t>√</a:t>
                      </a:r>
                      <a:endParaRPr kumimoji="0" lang="en-US" altLang="zh-CN" sz="4400" b="0"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a:t>
                      </a:r>
                      <a:endPar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pic>
        <p:nvPicPr>
          <p:cNvPr id="3" name="Audio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63300" y="13195300"/>
            <a:ext cx="304800" cy="304800"/>
          </a:xfrm>
          <a:prstGeom prst="rect">
            <a:avLst/>
          </a:prstGeom>
        </p:spPr>
      </p:pic>
    </p:spTree>
    <p:custDataLst>
      <p:tags r:id="rId4"/>
    </p:custDataLst>
  </p:cSld>
  <p:clrMapOvr>
    <a:masterClrMapping/>
  </p:clrMapOvr>
  <p:transition spd="med" advTm="39316"/>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因果图</a:t>
            </a:r>
            <a:endParaRPr lang="zh-CN" altLang="en-US" dirty="0"/>
          </a:p>
        </p:txBody>
      </p:sp>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2</a:t>
            </a:r>
            <a:endParaRPr dirty="0"/>
          </a:p>
        </p:txBody>
      </p:sp>
      <p:graphicFrame>
        <p:nvGraphicFramePr>
          <p:cNvPr id="42" name="Group 56"/>
          <p:cNvGraphicFramePr/>
          <p:nvPr/>
        </p:nvGraphicFramePr>
        <p:xfrm>
          <a:off x="4240621" y="2578961"/>
          <a:ext cx="16607699" cy="9278953"/>
        </p:xfrm>
        <a:graphic>
          <a:graphicData uri="http://schemas.openxmlformats.org/drawingml/2006/table">
            <a:tbl>
              <a:tblPr/>
              <a:tblGrid>
                <a:gridCol w="1984021"/>
                <a:gridCol w="1593668"/>
                <a:gridCol w="1642058"/>
                <a:gridCol w="2054994"/>
                <a:gridCol w="1900142"/>
                <a:gridCol w="2051767"/>
                <a:gridCol w="1935629"/>
                <a:gridCol w="2019506"/>
                <a:gridCol w="1425914"/>
              </a:tblGrid>
              <a:tr h="802922">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2</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3</a:t>
                      </a:r>
                      <a:endPar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4</a:t>
                      </a:r>
                      <a:endPar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5</a:t>
                      </a:r>
                      <a:endPar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6</a:t>
                      </a:r>
                      <a:endPar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7</a:t>
                      </a:r>
                      <a:endPar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8</a:t>
                      </a:r>
                      <a:endPar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33940">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C</a:t>
                      </a:r>
                      <a:r>
                        <a:rPr kumimoji="0" lang="en-US" altLang="zh-CN" sz="4400" b="0" i="0" u="none" strike="noStrike" cap="none" normalizeH="0" baseline="-2500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2500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C</a:t>
                      </a:r>
                      <a:r>
                        <a:rPr kumimoji="0" lang="en-US" altLang="zh-CN" sz="4400" b="0" i="0" u="none" strike="noStrike" cap="none" normalizeH="0" baseline="-25000" dirty="0">
                          <a:ln>
                            <a:noFill/>
                          </a:ln>
                          <a:solidFill>
                            <a:schemeClr val="tx1"/>
                          </a:solidFill>
                          <a:effectLst/>
                          <a:latin typeface="微软雅黑" panose="020B0503020204020204" pitchFamily="34" charset="-122"/>
                          <a:ea typeface="微软雅黑" panose="020B0503020204020204" pitchFamily="34" charset="-122"/>
                        </a:rPr>
                        <a:t>2</a:t>
                      </a:r>
                      <a:endParaRPr kumimoji="0" lang="en-US" altLang="zh-CN" sz="4400" b="0" i="0" u="none" strike="noStrike" cap="none" normalizeH="0" baseline="-2500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C</a:t>
                      </a:r>
                      <a:r>
                        <a:rPr kumimoji="0" lang="en-US" altLang="zh-CN" sz="4400" b="0" i="0" u="none" strike="noStrike" cap="none" normalizeH="0" baseline="-25000" dirty="0">
                          <a:ln>
                            <a:noFill/>
                          </a:ln>
                          <a:solidFill>
                            <a:schemeClr val="tx1"/>
                          </a:solidFill>
                          <a:effectLst/>
                          <a:latin typeface="微软雅黑" panose="020B0503020204020204" pitchFamily="34" charset="-122"/>
                          <a:ea typeface="微软雅黑" panose="020B0503020204020204" pitchFamily="34" charset="-122"/>
                        </a:rPr>
                        <a:t>3</a:t>
                      </a:r>
                      <a:endParaRPr kumimoji="0" lang="en-US" altLang="zh-CN" sz="4400" b="0" i="0" u="none" strike="noStrike" cap="none" normalizeH="0" baseline="-2500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M</a:t>
                      </a:r>
                      <a:r>
                        <a:rPr kumimoji="0" lang="en-US" altLang="zh-CN" sz="4400" b="0" i="0" u="none" strike="noStrike" cap="none" normalizeH="0" baseline="-2500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2500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0</a:t>
                      </a:r>
                      <a:endPar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0</a:t>
                      </a:r>
                      <a:endPar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44912">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E</a:t>
                      </a:r>
                      <a:r>
                        <a:rPr kumimoji="0" lang="en-US" altLang="zh-CN" sz="4400" b="0" i="0" u="none" strike="noStrike" cap="none" normalizeH="0" baseline="-25000" dirty="0">
                          <a:ln>
                            <a:noFill/>
                          </a:ln>
                          <a:solidFill>
                            <a:schemeClr val="tx1"/>
                          </a:solidFill>
                          <a:effectLst/>
                          <a:latin typeface="微软雅黑" panose="020B0503020204020204" pitchFamily="34" charset="-122"/>
                          <a:ea typeface="微软雅黑" panose="020B0503020204020204" pitchFamily="34" charset="-122"/>
                        </a:rPr>
                        <a:t>1</a:t>
                      </a:r>
                      <a:endParaRPr kumimoji="0" lang="en-US" altLang="zh-CN" sz="4400" b="0" i="0" u="none" strike="noStrike" cap="none" normalizeH="0" baseline="-2500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E</a:t>
                      </a:r>
                      <a:r>
                        <a:rPr kumimoji="0" lang="en-US" altLang="zh-CN" sz="4400" b="0" i="0" u="none" strike="noStrike" cap="none" normalizeH="0" baseline="-25000" dirty="0">
                          <a:ln>
                            <a:noFill/>
                          </a:ln>
                          <a:solidFill>
                            <a:schemeClr val="tx1"/>
                          </a:solidFill>
                          <a:effectLst/>
                          <a:latin typeface="微软雅黑" panose="020B0503020204020204" pitchFamily="34" charset="-122"/>
                          <a:ea typeface="微软雅黑" panose="020B0503020204020204" pitchFamily="34" charset="-122"/>
                        </a:rPr>
                        <a:t>2</a:t>
                      </a:r>
                      <a:endParaRPr kumimoji="0" lang="en-US" altLang="zh-CN" sz="4400" b="0" i="0" u="none" strike="noStrike" cap="none" normalizeH="0" baseline="-2500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E</a:t>
                      </a:r>
                      <a:r>
                        <a:rPr kumimoji="0" lang="en-US" altLang="zh-CN" sz="4400" b="0" i="0" u="none" strike="noStrike" cap="none" normalizeH="0" baseline="-25000" dirty="0">
                          <a:ln>
                            <a:noFill/>
                          </a:ln>
                          <a:solidFill>
                            <a:schemeClr val="tx1"/>
                          </a:solidFill>
                          <a:effectLst/>
                          <a:latin typeface="微软雅黑" panose="020B0503020204020204" pitchFamily="34" charset="-122"/>
                          <a:ea typeface="微软雅黑" panose="020B0503020204020204" pitchFamily="34" charset="-122"/>
                        </a:rPr>
                        <a:t>3</a:t>
                      </a:r>
                      <a:endParaRPr kumimoji="0" lang="en-US" altLang="zh-CN" sz="4400" b="0" i="0" u="none" strike="noStrike" cap="none" normalizeH="0" baseline="-2500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zh-CN" altLang="en-US" sz="3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不可能</a:t>
                      </a:r>
                      <a:endParaRPr kumimoji="0" lang="zh-CN" altLang="en-US" sz="3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a:t>
                      </a:r>
                      <a:endParaRPr kumimoji="0" lang="en-US"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813105">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zh-CN" altLang="en-US" sz="3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测试</a:t>
                      </a:r>
                      <a:endParaRPr kumimoji="0" lang="en-US" altLang="zh-CN" sz="3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zh-CN" altLang="en-US" sz="3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用例</a:t>
                      </a:r>
                      <a:endParaRPr kumimoji="0" lang="zh-CN" altLang="en-US" sz="3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zh-CN" altLang="en-US"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F</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zh-CN" altLang="en-US"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B</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!F</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!M</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CF</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57658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71323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281555">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7387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31959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6531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4110355" fontAlgn="base">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CM</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50" marB="9145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pic>
        <p:nvPicPr>
          <p:cNvPr id="3" name="Audio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63300" y="13195300"/>
            <a:ext cx="304800" cy="304800"/>
          </a:xfrm>
          <a:prstGeom prst="rect">
            <a:avLst/>
          </a:prstGeom>
        </p:spPr>
      </p:pic>
    </p:spTree>
    <p:custDataLst>
      <p:tags r:id="rId4"/>
    </p:custDataLst>
  </p:cSld>
  <p:clrMapOvr>
    <a:masterClrMapping/>
  </p:clrMapOvr>
  <p:transition spd="med" advTm="13457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因果图</a:t>
            </a:r>
            <a:endParaRPr lang="zh-CN" altLang="en-US" dirty="0"/>
          </a:p>
        </p:txBody>
      </p:sp>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2</a:t>
            </a:r>
            <a:endParaRPr dirty="0"/>
          </a:p>
        </p:txBody>
      </p:sp>
      <p:sp>
        <p:nvSpPr>
          <p:cNvPr id="3" name="Rectangle 2"/>
          <p:cNvSpPr/>
          <p:nvPr/>
        </p:nvSpPr>
        <p:spPr>
          <a:xfrm>
            <a:off x="2736000" y="3156304"/>
            <a:ext cx="18758263" cy="8148706"/>
          </a:xfrm>
          <a:prstGeom prst="rect">
            <a:avLst/>
          </a:prstGeom>
        </p:spPr>
        <p:txBody>
          <a:bodyPr wrap="square">
            <a:spAutoFit/>
          </a:bodyPr>
          <a:lstStyle/>
          <a:p>
            <a:pPr marL="647700" lvl="1" indent="-635000" algn="l" eaLnBrk="1">
              <a:lnSpc>
                <a:spcPct val="150000"/>
              </a:lnSpc>
              <a:spcBef>
                <a:spcPts val="1200"/>
              </a:spcBef>
              <a:spcAft>
                <a:spcPts val="1200"/>
              </a:spcAft>
              <a:buFont typeface="Wingdings" panose="05000000000000000000" pitchFamily="2" charset="2"/>
              <a:buChar char="n"/>
            </a:pPr>
            <a:r>
              <a:rPr lang="en-US" altLang="zh-CN" sz="4800" b="0" dirty="0">
                <a:latin typeface="微软雅黑" panose="020B0503020204020204" pitchFamily="34" charset="-122"/>
                <a:ea typeface="微软雅黑" panose="020B0503020204020204" pitchFamily="34" charset="-122"/>
              </a:rPr>
              <a:t>Test1</a:t>
            </a:r>
            <a:r>
              <a:rPr lang="zh-CN" altLang="en-US" sz="4800" b="0" dirty="0">
                <a:latin typeface="微软雅黑" panose="020B0503020204020204" pitchFamily="34" charset="-122"/>
                <a:ea typeface="微软雅黑" panose="020B0503020204020204" pitchFamily="34" charset="-122"/>
              </a:rPr>
              <a:t>：输入数据－</a:t>
            </a:r>
            <a:r>
              <a:rPr lang="en-US" altLang="zh-CN" sz="4800" b="0" dirty="0">
                <a:latin typeface="微软雅黑" panose="020B0503020204020204" pitchFamily="34" charset="-122"/>
                <a:ea typeface="微软雅黑" panose="020B0503020204020204" pitchFamily="34" charset="-122"/>
              </a:rPr>
              <a:t>#F   </a:t>
            </a:r>
            <a:r>
              <a:rPr lang="zh-CN" altLang="en-US" sz="4800" b="0" dirty="0">
                <a:latin typeface="微软雅黑" panose="020B0503020204020204" pitchFamily="34" charset="-122"/>
                <a:ea typeface="微软雅黑" panose="020B0503020204020204" pitchFamily="34" charset="-122"/>
              </a:rPr>
              <a:t>预期输出－－修改文件</a:t>
            </a:r>
            <a:endParaRPr lang="zh-CN" altLang="en-US" sz="4800" b="0" dirty="0">
              <a:latin typeface="微软雅黑" panose="020B0503020204020204" pitchFamily="34" charset="-122"/>
              <a:ea typeface="微软雅黑" panose="020B0503020204020204" pitchFamily="34" charset="-122"/>
            </a:endParaRPr>
          </a:p>
          <a:p>
            <a:pPr marL="647700" lvl="1" indent="-635000" algn="l" eaLnBrk="1">
              <a:lnSpc>
                <a:spcPct val="150000"/>
              </a:lnSpc>
              <a:spcBef>
                <a:spcPts val="1200"/>
              </a:spcBef>
              <a:spcAft>
                <a:spcPts val="1200"/>
              </a:spcAft>
              <a:buFont typeface="Wingdings" panose="05000000000000000000" pitchFamily="2" charset="2"/>
              <a:buChar char="n"/>
            </a:pPr>
            <a:r>
              <a:rPr lang="en-US" altLang="zh-CN" sz="4800" b="0" dirty="0">
                <a:latin typeface="微软雅黑" panose="020B0503020204020204" pitchFamily="34" charset="-122"/>
                <a:ea typeface="微软雅黑" panose="020B0503020204020204" pitchFamily="34" charset="-122"/>
              </a:rPr>
              <a:t>Test2</a:t>
            </a:r>
            <a:r>
              <a:rPr lang="zh-CN" altLang="en-US" sz="4800" b="0" dirty="0">
                <a:latin typeface="微软雅黑" panose="020B0503020204020204" pitchFamily="34" charset="-122"/>
                <a:ea typeface="微软雅黑" panose="020B0503020204020204" pitchFamily="34" charset="-122"/>
              </a:rPr>
              <a:t>：输入数据－</a:t>
            </a:r>
            <a:r>
              <a:rPr lang="en-US" altLang="zh-CN" sz="4800" b="0" dirty="0">
                <a:latin typeface="微软雅黑" panose="020B0503020204020204" pitchFamily="34" charset="-122"/>
                <a:ea typeface="微软雅黑" panose="020B0503020204020204" pitchFamily="34" charset="-122"/>
              </a:rPr>
              <a:t>#B   </a:t>
            </a:r>
            <a:r>
              <a:rPr lang="zh-CN" altLang="en-US" sz="4800" b="0" dirty="0">
                <a:latin typeface="微软雅黑" panose="020B0503020204020204" pitchFamily="34" charset="-122"/>
                <a:ea typeface="微软雅黑" panose="020B0503020204020204" pitchFamily="34" charset="-122"/>
              </a:rPr>
              <a:t>预期输出－－给出信息</a:t>
            </a:r>
            <a:r>
              <a:rPr lang="en-US" altLang="zh-CN" sz="4800" b="0" dirty="0">
                <a:latin typeface="微软雅黑" panose="020B0503020204020204" pitchFamily="34" charset="-122"/>
                <a:ea typeface="微软雅黑" panose="020B0503020204020204" pitchFamily="34" charset="-122"/>
              </a:rPr>
              <a:t>M</a:t>
            </a:r>
            <a:endParaRPr lang="en-US" altLang="zh-CN" sz="4800" b="0" dirty="0">
              <a:latin typeface="微软雅黑" panose="020B0503020204020204" pitchFamily="34" charset="-122"/>
              <a:ea typeface="微软雅黑" panose="020B0503020204020204" pitchFamily="34" charset="-122"/>
            </a:endParaRPr>
          </a:p>
          <a:p>
            <a:pPr marL="647700" lvl="1" indent="-635000" algn="l" eaLnBrk="1">
              <a:lnSpc>
                <a:spcPct val="150000"/>
              </a:lnSpc>
              <a:spcBef>
                <a:spcPts val="1200"/>
              </a:spcBef>
              <a:spcAft>
                <a:spcPts val="1200"/>
              </a:spcAft>
              <a:buFont typeface="Wingdings" panose="05000000000000000000" pitchFamily="2" charset="2"/>
              <a:buChar char="n"/>
            </a:pPr>
            <a:r>
              <a:rPr lang="en-US" altLang="zh-CN" sz="4800" b="0" dirty="0">
                <a:latin typeface="微软雅黑" panose="020B0503020204020204" pitchFamily="34" charset="-122"/>
                <a:ea typeface="微软雅黑" panose="020B0503020204020204" pitchFamily="34" charset="-122"/>
              </a:rPr>
              <a:t>Test3</a:t>
            </a:r>
            <a:r>
              <a:rPr lang="zh-CN" altLang="en-US" sz="4800" b="0" dirty="0">
                <a:latin typeface="微软雅黑" panose="020B0503020204020204" pitchFamily="34" charset="-122"/>
                <a:ea typeface="微软雅黑" panose="020B0503020204020204" pitchFamily="34" charset="-122"/>
              </a:rPr>
              <a:t>：输入数据－</a:t>
            </a:r>
            <a:r>
              <a:rPr lang="en-US" altLang="zh-CN" sz="4800" b="0" dirty="0">
                <a:latin typeface="微软雅黑" panose="020B0503020204020204" pitchFamily="34" charset="-122"/>
                <a:ea typeface="微软雅黑" panose="020B0503020204020204" pitchFamily="34" charset="-122"/>
              </a:rPr>
              <a:t>!F    </a:t>
            </a:r>
            <a:r>
              <a:rPr lang="zh-CN" altLang="en-US" sz="4800" b="0" dirty="0">
                <a:latin typeface="微软雅黑" panose="020B0503020204020204" pitchFamily="34" charset="-122"/>
                <a:ea typeface="微软雅黑" panose="020B0503020204020204" pitchFamily="34" charset="-122"/>
              </a:rPr>
              <a:t>预期输出－－修改文件</a:t>
            </a:r>
            <a:endParaRPr lang="zh-CN" altLang="en-US" sz="4800" b="0" dirty="0">
              <a:latin typeface="微软雅黑" panose="020B0503020204020204" pitchFamily="34" charset="-122"/>
              <a:ea typeface="微软雅黑" panose="020B0503020204020204" pitchFamily="34" charset="-122"/>
            </a:endParaRPr>
          </a:p>
          <a:p>
            <a:pPr marL="647700" lvl="1" indent="-635000" algn="l" eaLnBrk="1">
              <a:lnSpc>
                <a:spcPct val="150000"/>
              </a:lnSpc>
              <a:spcBef>
                <a:spcPts val="1200"/>
              </a:spcBef>
              <a:spcAft>
                <a:spcPts val="1200"/>
              </a:spcAft>
              <a:buFont typeface="Wingdings" panose="05000000000000000000" pitchFamily="2" charset="2"/>
              <a:buChar char="n"/>
            </a:pPr>
            <a:r>
              <a:rPr lang="en-US" altLang="zh-CN" sz="4800" b="0" dirty="0">
                <a:latin typeface="微软雅黑" panose="020B0503020204020204" pitchFamily="34" charset="-122"/>
                <a:ea typeface="微软雅黑" panose="020B0503020204020204" pitchFamily="34" charset="-122"/>
              </a:rPr>
              <a:t>Test4</a:t>
            </a:r>
            <a:r>
              <a:rPr lang="zh-CN" altLang="en-US" sz="4800" b="0" dirty="0">
                <a:latin typeface="微软雅黑" panose="020B0503020204020204" pitchFamily="34" charset="-122"/>
                <a:ea typeface="微软雅黑" panose="020B0503020204020204" pitchFamily="34" charset="-122"/>
              </a:rPr>
              <a:t>：输入数据－</a:t>
            </a:r>
            <a:r>
              <a:rPr lang="en-US" altLang="zh-CN" sz="4800" b="0" dirty="0">
                <a:latin typeface="微软雅黑" panose="020B0503020204020204" pitchFamily="34" charset="-122"/>
                <a:ea typeface="微软雅黑" panose="020B0503020204020204" pitchFamily="34" charset="-122"/>
              </a:rPr>
              <a:t>!M   </a:t>
            </a:r>
            <a:r>
              <a:rPr lang="zh-CN" altLang="en-US" sz="4800" b="0" dirty="0">
                <a:latin typeface="微软雅黑" panose="020B0503020204020204" pitchFamily="34" charset="-122"/>
                <a:ea typeface="微软雅黑" panose="020B0503020204020204" pitchFamily="34" charset="-122"/>
              </a:rPr>
              <a:t>预期输出－－给出信息</a:t>
            </a:r>
            <a:r>
              <a:rPr lang="en-US" altLang="zh-CN" sz="4800" b="0" dirty="0">
                <a:latin typeface="微软雅黑" panose="020B0503020204020204" pitchFamily="34" charset="-122"/>
                <a:ea typeface="微软雅黑" panose="020B0503020204020204" pitchFamily="34" charset="-122"/>
              </a:rPr>
              <a:t>M</a:t>
            </a:r>
            <a:endParaRPr lang="en-US" altLang="zh-CN" sz="4800" b="0" dirty="0">
              <a:latin typeface="微软雅黑" panose="020B0503020204020204" pitchFamily="34" charset="-122"/>
              <a:ea typeface="微软雅黑" panose="020B0503020204020204" pitchFamily="34" charset="-122"/>
            </a:endParaRPr>
          </a:p>
          <a:p>
            <a:pPr marL="647700" lvl="1" indent="-635000" algn="l" eaLnBrk="1">
              <a:lnSpc>
                <a:spcPct val="150000"/>
              </a:lnSpc>
              <a:spcBef>
                <a:spcPts val="1200"/>
              </a:spcBef>
              <a:spcAft>
                <a:spcPts val="1200"/>
              </a:spcAft>
              <a:buFont typeface="Wingdings" panose="05000000000000000000" pitchFamily="2" charset="2"/>
              <a:buChar char="n"/>
            </a:pPr>
            <a:r>
              <a:rPr lang="en-US" altLang="zh-CN" sz="4800" b="0" dirty="0">
                <a:latin typeface="微软雅黑" panose="020B0503020204020204" pitchFamily="34" charset="-122"/>
                <a:ea typeface="微软雅黑" panose="020B0503020204020204" pitchFamily="34" charset="-122"/>
              </a:rPr>
              <a:t>Test5</a:t>
            </a:r>
            <a:r>
              <a:rPr lang="zh-CN" altLang="en-US" sz="4800" b="0" dirty="0">
                <a:latin typeface="微软雅黑" panose="020B0503020204020204" pitchFamily="34" charset="-122"/>
                <a:ea typeface="微软雅黑" panose="020B0503020204020204" pitchFamily="34" charset="-122"/>
              </a:rPr>
              <a:t>：输入数据－</a:t>
            </a:r>
            <a:r>
              <a:rPr lang="en-US" altLang="zh-CN" sz="4800" b="0" dirty="0">
                <a:latin typeface="微软雅黑" panose="020B0503020204020204" pitchFamily="34" charset="-122"/>
                <a:ea typeface="微软雅黑" panose="020B0503020204020204" pitchFamily="34" charset="-122"/>
              </a:rPr>
              <a:t>CF    </a:t>
            </a:r>
            <a:r>
              <a:rPr lang="zh-CN" altLang="en-US" sz="4800" b="0" dirty="0">
                <a:latin typeface="微软雅黑" panose="020B0503020204020204" pitchFamily="34" charset="-122"/>
                <a:ea typeface="微软雅黑" panose="020B0503020204020204" pitchFamily="34" charset="-122"/>
              </a:rPr>
              <a:t>预期输出－－给出信息</a:t>
            </a:r>
            <a:r>
              <a:rPr lang="en-US" altLang="zh-CN" sz="4800" b="0" dirty="0">
                <a:latin typeface="微软雅黑" panose="020B0503020204020204" pitchFamily="34" charset="-122"/>
                <a:ea typeface="微软雅黑" panose="020B0503020204020204" pitchFamily="34" charset="-122"/>
              </a:rPr>
              <a:t>N</a:t>
            </a:r>
            <a:endParaRPr lang="en-US" altLang="zh-CN" sz="4800" b="0" dirty="0">
              <a:latin typeface="微软雅黑" panose="020B0503020204020204" pitchFamily="34" charset="-122"/>
              <a:ea typeface="微软雅黑" panose="020B0503020204020204" pitchFamily="34" charset="-122"/>
            </a:endParaRPr>
          </a:p>
          <a:p>
            <a:pPr marL="647700" lvl="1" indent="-635000" algn="l" eaLnBrk="1">
              <a:lnSpc>
                <a:spcPct val="150000"/>
              </a:lnSpc>
              <a:spcBef>
                <a:spcPts val="1200"/>
              </a:spcBef>
              <a:spcAft>
                <a:spcPts val="1200"/>
              </a:spcAft>
              <a:buFont typeface="Wingdings" panose="05000000000000000000" pitchFamily="2" charset="2"/>
              <a:buChar char="n"/>
            </a:pPr>
            <a:r>
              <a:rPr lang="en-US" altLang="zh-CN" sz="4800" b="0" dirty="0">
                <a:latin typeface="微软雅黑" panose="020B0503020204020204" pitchFamily="34" charset="-122"/>
                <a:ea typeface="微软雅黑" panose="020B0503020204020204" pitchFamily="34" charset="-122"/>
              </a:rPr>
              <a:t>Test6</a:t>
            </a:r>
            <a:r>
              <a:rPr lang="zh-CN" altLang="en-US" sz="4800" b="0" dirty="0">
                <a:latin typeface="微软雅黑" panose="020B0503020204020204" pitchFamily="34" charset="-122"/>
                <a:ea typeface="微软雅黑" panose="020B0503020204020204" pitchFamily="34" charset="-122"/>
              </a:rPr>
              <a:t>：输入数据－</a:t>
            </a:r>
            <a:r>
              <a:rPr lang="en-US" altLang="zh-CN" sz="4800" b="0" dirty="0">
                <a:latin typeface="微软雅黑" panose="020B0503020204020204" pitchFamily="34" charset="-122"/>
                <a:ea typeface="微软雅黑" panose="020B0503020204020204" pitchFamily="34" charset="-122"/>
              </a:rPr>
              <a:t>CM   </a:t>
            </a:r>
            <a:r>
              <a:rPr lang="zh-CN" altLang="en-US" sz="4800" b="0" dirty="0">
                <a:latin typeface="微软雅黑" panose="020B0503020204020204" pitchFamily="34" charset="-122"/>
                <a:ea typeface="微软雅黑" panose="020B0503020204020204" pitchFamily="34" charset="-122"/>
              </a:rPr>
              <a:t>预期输出－－给出信息</a:t>
            </a:r>
            <a:r>
              <a:rPr lang="en-US" altLang="zh-CN" sz="4800" b="0" dirty="0">
                <a:latin typeface="微软雅黑" panose="020B0503020204020204" pitchFamily="34" charset="-122"/>
                <a:ea typeface="微软雅黑" panose="020B0503020204020204" pitchFamily="34" charset="-122"/>
              </a:rPr>
              <a:t>M</a:t>
            </a:r>
            <a:r>
              <a:rPr lang="zh-CN" altLang="en-US" sz="4800" b="0" dirty="0">
                <a:latin typeface="微软雅黑" panose="020B0503020204020204" pitchFamily="34" charset="-122"/>
                <a:ea typeface="微软雅黑" panose="020B0503020204020204" pitchFamily="34" charset="-122"/>
              </a:rPr>
              <a:t>和</a:t>
            </a:r>
            <a:r>
              <a:rPr lang="en-US" altLang="zh-CN" sz="4800" b="0" dirty="0">
                <a:latin typeface="微软雅黑" panose="020B0503020204020204" pitchFamily="34" charset="-122"/>
                <a:ea typeface="微软雅黑" panose="020B0503020204020204" pitchFamily="34" charset="-122"/>
              </a:rPr>
              <a:t>N</a:t>
            </a:r>
            <a:endParaRPr lang="en-US" altLang="zh-CN" sz="4800" b="0" dirty="0">
              <a:latin typeface="微软雅黑" panose="020B0503020204020204" pitchFamily="34" charset="-122"/>
              <a:ea typeface="微软雅黑" panose="020B0503020204020204" pitchFamily="34" charset="-122"/>
            </a:endParaRPr>
          </a:p>
        </p:txBody>
      </p:sp>
      <p:pic>
        <p:nvPicPr>
          <p:cNvPr id="4" name="Audio 3">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63300" y="13195300"/>
            <a:ext cx="304800" cy="304800"/>
          </a:xfrm>
          <a:prstGeom prst="rect">
            <a:avLst/>
          </a:prstGeom>
        </p:spPr>
      </p:pic>
    </p:spTree>
    <p:custDataLst>
      <p:tags r:id="rId4"/>
    </p:custDataLst>
  </p:cSld>
  <p:clrMapOvr>
    <a:masterClrMapping/>
  </p:clrMapOvr>
  <p:transition spd="med" advTm="5343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因果图测试</a:t>
            </a:r>
            <a:endParaRPr lang="zh-CN" altLang="en-US" dirty="0"/>
          </a:p>
        </p:txBody>
      </p:sp>
      <p:sp>
        <p:nvSpPr>
          <p:cNvPr id="20" name="Rectangle 3"/>
          <p:cNvSpPr txBox="1">
            <a:spLocks noChangeArrowheads="1"/>
          </p:cNvSpPr>
          <p:nvPr/>
        </p:nvSpPr>
        <p:spPr>
          <a:xfrm>
            <a:off x="2736000" y="2943497"/>
            <a:ext cx="18613855" cy="8979533"/>
          </a:xfrm>
          <a:prstGeom prst="rect">
            <a:avLst/>
          </a:prstGeom>
          <a:ln w="12700">
            <a:miter lim="400000"/>
          </a:ln>
        </p:spPr>
        <p:txBody>
          <a:bodyPr lIns="50800" tIns="50800" rIns="50800" bIns="50800" anchor="ctr">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pPr marL="647700" algn="just">
              <a:lnSpc>
                <a:spcPct val="150000"/>
              </a:lnSpc>
              <a:spcBef>
                <a:spcPts val="1200"/>
              </a:spcBef>
              <a:spcAft>
                <a:spcPts val="1200"/>
              </a:spcAft>
            </a:pPr>
            <a:r>
              <a:rPr lang="zh-CN" altLang="en-US" sz="4800" b="1" dirty="0"/>
              <a:t>饮料的自动售货机</a:t>
            </a:r>
            <a:endParaRPr lang="en-US" altLang="zh-CN" sz="4800" b="1" dirty="0"/>
          </a:p>
          <a:p>
            <a:pPr lvl="2" algn="just">
              <a:spcBef>
                <a:spcPts val="1800"/>
              </a:spcBef>
              <a:spcAft>
                <a:spcPts val="1800"/>
              </a:spcAft>
            </a:pPr>
            <a:r>
              <a:rPr lang="zh-CN" altLang="en-US" sz="4800" dirty="0">
                <a:latin typeface="Cambria Math" panose="02040503050406030204" pitchFamily="18" charset="0"/>
              </a:rPr>
              <a:t>若投入</a:t>
            </a:r>
            <a:r>
              <a:rPr lang="en-US" altLang="zh-CN" sz="4800" dirty="0">
                <a:latin typeface="Cambria Math" panose="02040503050406030204" pitchFamily="18" charset="0"/>
              </a:rPr>
              <a:t>5</a:t>
            </a:r>
            <a:r>
              <a:rPr lang="zh-CN" altLang="en-US" sz="4800" dirty="0">
                <a:latin typeface="Cambria Math" panose="02040503050406030204" pitchFamily="18" charset="0"/>
              </a:rPr>
              <a:t>角钱或</a:t>
            </a:r>
            <a:r>
              <a:rPr lang="en-US" altLang="zh-CN" sz="4800" dirty="0">
                <a:latin typeface="Cambria Math" panose="02040503050406030204" pitchFamily="18" charset="0"/>
              </a:rPr>
              <a:t>1</a:t>
            </a:r>
            <a:r>
              <a:rPr lang="zh-CN" altLang="en-US" sz="4800" dirty="0">
                <a:latin typeface="Cambria Math" panose="02040503050406030204" pitchFamily="18" charset="0"/>
              </a:rPr>
              <a:t>元钱的硬币，押下</a:t>
            </a:r>
            <a:r>
              <a:rPr lang="en-US" altLang="zh-CN" sz="4800" dirty="0">
                <a:latin typeface="Cambria Math" panose="02040503050406030204" pitchFamily="18" charset="0"/>
              </a:rPr>
              <a:t>〖</a:t>
            </a:r>
            <a:r>
              <a:rPr lang="zh-CN" altLang="en-US" sz="4800" dirty="0">
                <a:latin typeface="Cambria Math" panose="02040503050406030204" pitchFamily="18" charset="0"/>
              </a:rPr>
              <a:t>橙汁</a:t>
            </a:r>
            <a:r>
              <a:rPr lang="en-US" altLang="zh-CN" sz="4800" dirty="0">
                <a:latin typeface="Cambria Math" panose="02040503050406030204" pitchFamily="18" charset="0"/>
              </a:rPr>
              <a:t>〗</a:t>
            </a:r>
            <a:r>
              <a:rPr lang="zh-CN" altLang="en-US" sz="4800" dirty="0">
                <a:latin typeface="Cambria Math" panose="02040503050406030204" pitchFamily="18" charset="0"/>
              </a:rPr>
              <a:t>或</a:t>
            </a:r>
            <a:r>
              <a:rPr lang="en-US" altLang="zh-CN" sz="4800" dirty="0">
                <a:latin typeface="Cambria Math" panose="02040503050406030204" pitchFamily="18" charset="0"/>
              </a:rPr>
              <a:t>〖</a:t>
            </a:r>
            <a:r>
              <a:rPr lang="zh-CN" altLang="en-US" sz="4800" dirty="0">
                <a:latin typeface="Cambria Math" panose="02040503050406030204" pitchFamily="18" charset="0"/>
              </a:rPr>
              <a:t>啤酒</a:t>
            </a:r>
            <a:r>
              <a:rPr lang="en-US" altLang="zh-CN" sz="4800" dirty="0">
                <a:latin typeface="Cambria Math" panose="02040503050406030204" pitchFamily="18" charset="0"/>
              </a:rPr>
              <a:t>〗</a:t>
            </a:r>
            <a:r>
              <a:rPr lang="zh-CN" altLang="en-US" sz="4800" dirty="0">
                <a:latin typeface="Cambria Math" panose="02040503050406030204" pitchFamily="18" charset="0"/>
              </a:rPr>
              <a:t>的按钮，则相应的饮料就送出来。若售货机没有零钱找，则一个显示</a:t>
            </a:r>
            <a:r>
              <a:rPr lang="en-US" altLang="zh-CN" sz="4800" dirty="0">
                <a:latin typeface="Cambria Math" panose="02040503050406030204" pitchFamily="18" charset="0"/>
              </a:rPr>
              <a:t>〖</a:t>
            </a:r>
            <a:r>
              <a:rPr lang="zh-CN" altLang="en-US" sz="4800" dirty="0">
                <a:latin typeface="Cambria Math" panose="02040503050406030204" pitchFamily="18" charset="0"/>
              </a:rPr>
              <a:t>零钱找完</a:t>
            </a:r>
            <a:r>
              <a:rPr lang="en-US" altLang="zh-CN" sz="4800" dirty="0">
                <a:latin typeface="Cambria Math" panose="02040503050406030204" pitchFamily="18" charset="0"/>
              </a:rPr>
              <a:t>〗</a:t>
            </a:r>
            <a:r>
              <a:rPr lang="zh-CN" altLang="en-US" sz="4800" dirty="0">
                <a:latin typeface="Cambria Math" panose="02040503050406030204" pitchFamily="18" charset="0"/>
              </a:rPr>
              <a:t>的红灯亮，这时在投入</a:t>
            </a:r>
            <a:r>
              <a:rPr lang="en-US" altLang="zh-CN" sz="4800" dirty="0">
                <a:latin typeface="Cambria Math" panose="02040503050406030204" pitchFamily="18" charset="0"/>
              </a:rPr>
              <a:t>1</a:t>
            </a:r>
            <a:r>
              <a:rPr lang="zh-CN" altLang="en-US" sz="4800" dirty="0">
                <a:latin typeface="Cambria Math" panose="02040503050406030204" pitchFamily="18" charset="0"/>
              </a:rPr>
              <a:t>元硬币并押下按钮后，饮料不送出来而且</a:t>
            </a:r>
            <a:r>
              <a:rPr lang="en-US" altLang="zh-CN" sz="4800" dirty="0">
                <a:latin typeface="Cambria Math" panose="02040503050406030204" pitchFamily="18" charset="0"/>
              </a:rPr>
              <a:t>1</a:t>
            </a:r>
            <a:r>
              <a:rPr lang="zh-CN" altLang="en-US" sz="4800" dirty="0">
                <a:latin typeface="Cambria Math" panose="02040503050406030204" pitchFamily="18" charset="0"/>
              </a:rPr>
              <a:t>元硬币也退出来；若有零钱找，则显示</a:t>
            </a:r>
            <a:r>
              <a:rPr lang="en-US" altLang="zh-CN" sz="4800" dirty="0">
                <a:latin typeface="Cambria Math" panose="02040503050406030204" pitchFamily="18" charset="0"/>
              </a:rPr>
              <a:t>〖</a:t>
            </a:r>
            <a:r>
              <a:rPr lang="zh-CN" altLang="en-US" sz="4800" dirty="0">
                <a:latin typeface="Cambria Math" panose="02040503050406030204" pitchFamily="18" charset="0"/>
              </a:rPr>
              <a:t>零钱找完</a:t>
            </a:r>
            <a:r>
              <a:rPr lang="en-US" altLang="zh-CN" sz="4800" dirty="0">
                <a:latin typeface="Cambria Math" panose="02040503050406030204" pitchFamily="18" charset="0"/>
              </a:rPr>
              <a:t>〗</a:t>
            </a:r>
            <a:r>
              <a:rPr lang="zh-CN" altLang="en-US" sz="4800" dirty="0">
                <a:latin typeface="Cambria Math" panose="02040503050406030204" pitchFamily="18" charset="0"/>
              </a:rPr>
              <a:t>的红灯灭，在送出饮料的同时退还</a:t>
            </a:r>
            <a:r>
              <a:rPr lang="en-US" altLang="zh-CN" sz="4800" dirty="0">
                <a:latin typeface="Cambria Math" panose="02040503050406030204" pitchFamily="18" charset="0"/>
              </a:rPr>
              <a:t>5</a:t>
            </a:r>
            <a:r>
              <a:rPr lang="zh-CN" altLang="en-US" sz="4800" dirty="0">
                <a:latin typeface="Cambria Math" panose="02040503050406030204" pitchFamily="18" charset="0"/>
              </a:rPr>
              <a:t>角硬币。</a:t>
            </a:r>
            <a:endParaRPr lang="zh-CN" altLang="en-US" sz="4800" dirty="0">
              <a:latin typeface="Cambria Math" panose="02040503050406030204" pitchFamily="18" charset="0"/>
            </a:endParaRPr>
          </a:p>
          <a:p>
            <a:pPr marL="1270000" lvl="2" indent="0" algn="just">
              <a:spcBef>
                <a:spcPts val="1800"/>
              </a:spcBef>
              <a:spcAft>
                <a:spcPts val="1800"/>
              </a:spcAft>
              <a:buNone/>
            </a:pPr>
            <a:endParaRPr lang="en-US" altLang="zh-CN" sz="4800" i="1" dirty="0">
              <a:latin typeface="Cambria Math" panose="02040503050406030204" pitchFamily="18" charset="0"/>
            </a:endParaRPr>
          </a:p>
          <a:p>
            <a:pPr lvl="2" algn="just"/>
            <a:endParaRPr lang="zh-CN" altLang="en-US" sz="4800" dirty="0"/>
          </a:p>
        </p:txBody>
      </p:sp>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2</a:t>
            </a:r>
            <a:endParaRPr dirty="0"/>
          </a:p>
        </p:txBody>
      </p:sp>
      <p:pic>
        <p:nvPicPr>
          <p:cNvPr id="3" name="Audio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63300" y="13195300"/>
            <a:ext cx="304800" cy="304800"/>
          </a:xfrm>
          <a:prstGeom prst="rect">
            <a:avLst/>
          </a:prstGeom>
        </p:spPr>
      </p:pic>
    </p:spTree>
    <p:custDataLst>
      <p:tags r:id="rId4"/>
    </p:custDataLst>
  </p:cSld>
  <p:clrMapOvr>
    <a:masterClrMapping/>
  </p:clrMapOvr>
  <p:transition spd="med" advTm="11052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因果图测试</a:t>
            </a:r>
            <a:endParaRPr lang="zh-CN" altLang="en-US" dirty="0"/>
          </a:p>
        </p:txBody>
      </p:sp>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2</a:t>
            </a:r>
            <a:endParaRPr dirty="0"/>
          </a:p>
        </p:txBody>
      </p:sp>
      <p:graphicFrame>
        <p:nvGraphicFramePr>
          <p:cNvPr id="6" name="Group 296"/>
          <p:cNvGraphicFramePr/>
          <p:nvPr/>
        </p:nvGraphicFramePr>
        <p:xfrm>
          <a:off x="2737970" y="3150645"/>
          <a:ext cx="19041035" cy="7848604"/>
        </p:xfrm>
        <a:graphic>
          <a:graphicData uri="http://schemas.openxmlformats.org/drawingml/2006/table">
            <a:tbl>
              <a:tblPr/>
              <a:tblGrid>
                <a:gridCol w="2329394"/>
                <a:gridCol w="5699957"/>
                <a:gridCol w="5135256"/>
                <a:gridCol w="5876428"/>
              </a:tblGrid>
              <a:tr h="1645888">
                <a:tc>
                  <a:txBody>
                    <a:bodyPr/>
                    <a:lstStyle/>
                    <a:p>
                      <a:pPr marL="0" marR="0" lvl="0" indent="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zh-CN" altLang="en-US" sz="4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原因：</a:t>
                      </a:r>
                      <a:endParaRPr kumimoji="0" lang="zh-CN" altLang="en-US" sz="4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24" marB="914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en-US" altLang="zh-CN" sz="4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a:t>
                      </a:r>
                      <a:r>
                        <a:rPr kumimoji="0" lang="zh-CN" altLang="en-US" sz="4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售货机有零钱找</a:t>
                      </a:r>
                      <a:endParaRPr kumimoji="0" lang="zh-CN" altLang="en-US" sz="4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24" marB="914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en-US" altLang="zh-CN" sz="4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3.</a:t>
                      </a:r>
                      <a:r>
                        <a:rPr kumimoji="0" lang="zh-CN" altLang="en-US" sz="4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投入</a:t>
                      </a:r>
                      <a:r>
                        <a:rPr kumimoji="0" lang="en-US" altLang="zh-CN" sz="4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5</a:t>
                      </a:r>
                      <a:r>
                        <a:rPr kumimoji="0" lang="zh-CN" altLang="en-US" sz="4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角硬币</a:t>
                      </a:r>
                      <a:endParaRPr kumimoji="0" lang="zh-CN" altLang="en-US" sz="4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24" marB="914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en-US" altLang="zh-CN" sz="48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5.</a:t>
                      </a:r>
                      <a:r>
                        <a:rPr kumimoji="0" lang="zh-CN" altLang="en-US" sz="48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压下啤酒按钮</a:t>
                      </a:r>
                      <a:endParaRPr kumimoji="0" lang="zh-CN" altLang="en-US" sz="48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24" marB="914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606252">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4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24" marB="914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en-US" altLang="zh-CN" sz="4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2.</a:t>
                      </a:r>
                      <a:r>
                        <a:rPr kumimoji="0" lang="zh-CN" altLang="en-US" sz="4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投入</a:t>
                      </a:r>
                      <a:r>
                        <a:rPr kumimoji="0" lang="en-US" altLang="zh-CN" sz="4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a:t>
                      </a:r>
                      <a:r>
                        <a:rPr kumimoji="0" lang="zh-CN" altLang="en-US" sz="4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元硬币</a:t>
                      </a:r>
                      <a:endParaRPr kumimoji="0" lang="zh-CN" altLang="en-US" sz="4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24" marB="914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en-US" altLang="zh-CN" sz="4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4.</a:t>
                      </a:r>
                      <a:r>
                        <a:rPr kumimoji="0" lang="zh-CN" altLang="en-US" sz="4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压下橙汁按钮</a:t>
                      </a:r>
                      <a:endParaRPr kumimoji="0" lang="zh-CN" altLang="en-US" sz="4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24" marB="914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4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24" marB="914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645888">
                <a:tc>
                  <a:txBody>
                    <a:bodyPr/>
                    <a:lstStyle/>
                    <a:p>
                      <a:pPr marL="0" marR="0" lvl="0" indent="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zh-CN" altLang="en-US" sz="48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结果：</a:t>
                      </a:r>
                      <a:endParaRPr kumimoji="0" lang="zh-CN" altLang="en-US" sz="48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24" marB="914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en-US" altLang="zh-CN" sz="4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21. </a:t>
                      </a:r>
                      <a:r>
                        <a:rPr kumimoji="0" lang="zh-CN" altLang="en-US" sz="4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售货机</a:t>
                      </a:r>
                      <a:r>
                        <a:rPr kumimoji="0" lang="en-US" altLang="zh-CN" sz="4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4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零钱找完</a:t>
                      </a:r>
                      <a:r>
                        <a:rPr kumimoji="0" lang="en-US" altLang="zh-CN" sz="4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4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灯亮</a:t>
                      </a:r>
                      <a:endParaRPr kumimoji="0" lang="zh-CN" altLang="en-US" sz="4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24" marB="914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en-US" altLang="zh-CN" sz="4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24. </a:t>
                      </a:r>
                      <a:r>
                        <a:rPr kumimoji="0" lang="zh-CN" altLang="en-US" sz="4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送出橙汁饮料</a:t>
                      </a:r>
                      <a:endParaRPr kumimoji="0" lang="zh-CN" altLang="en-US" sz="4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24" marB="914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645888">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48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24" marB="914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en-US" altLang="zh-CN" sz="4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22. </a:t>
                      </a:r>
                      <a:r>
                        <a:rPr kumimoji="0" lang="zh-CN" altLang="en-US" sz="4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退还</a:t>
                      </a:r>
                      <a:r>
                        <a:rPr kumimoji="0" lang="en-US" altLang="zh-CN" sz="4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a:t>
                      </a:r>
                      <a:r>
                        <a:rPr kumimoji="0" lang="zh-CN" altLang="en-US" sz="4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元硬币</a:t>
                      </a:r>
                      <a:endParaRPr kumimoji="0" lang="zh-CN" altLang="en-US" sz="4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24" marB="914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en-US" altLang="zh-CN" sz="4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25. </a:t>
                      </a:r>
                      <a:r>
                        <a:rPr kumimoji="0" lang="zh-CN" altLang="en-US" sz="4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送出啤酒饮料</a:t>
                      </a:r>
                      <a:endParaRPr kumimoji="0" lang="zh-CN" altLang="en-US" sz="4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24" marB="914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304688">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4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24" marB="914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ctr" latinLnBrk="0" hangingPunct="1">
                        <a:lnSpc>
                          <a:spcPct val="100000"/>
                        </a:lnSpc>
                        <a:spcBef>
                          <a:spcPct val="0"/>
                        </a:spcBef>
                        <a:spcAft>
                          <a:spcPct val="0"/>
                        </a:spcAft>
                        <a:buClrTx/>
                        <a:buSzTx/>
                        <a:buFontTx/>
                        <a:buNone/>
                        <a:tabLst>
                          <a:tab pos="609600" algn="l"/>
                          <a:tab pos="1219200" algn="l"/>
                          <a:tab pos="1828800" algn="l"/>
                          <a:tab pos="2438400" algn="l"/>
                          <a:tab pos="3048000" algn="l"/>
                          <a:tab pos="3657600" algn="l"/>
                          <a:tab pos="4267200" algn="l"/>
                          <a:tab pos="4876800" algn="l"/>
                        </a:tabLst>
                      </a:pPr>
                      <a:r>
                        <a:rPr kumimoji="0" lang="en-US" altLang="zh-CN" sz="4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23. </a:t>
                      </a:r>
                      <a:r>
                        <a:rPr kumimoji="0" lang="zh-CN" altLang="en-US" sz="4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退还</a:t>
                      </a:r>
                      <a:r>
                        <a:rPr kumimoji="0" lang="en-US" altLang="zh-CN" sz="4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5</a:t>
                      </a:r>
                      <a:r>
                        <a:rPr kumimoji="0" lang="zh-CN" altLang="en-US" sz="4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角硬币</a:t>
                      </a:r>
                      <a:endParaRPr kumimoji="0" lang="zh-CN" altLang="en-US" sz="4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24" marB="914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4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82880" marR="182880" marT="91424" marB="914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pic>
        <p:nvPicPr>
          <p:cNvPr id="3" name="Audio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63300" y="13195300"/>
            <a:ext cx="304800" cy="304800"/>
          </a:xfrm>
          <a:prstGeom prst="rect">
            <a:avLst/>
          </a:prstGeom>
        </p:spPr>
      </p:pic>
    </p:spTree>
    <p:custDataLst>
      <p:tags r:id="rId4"/>
    </p:custDataLst>
  </p:cSld>
  <p:clrMapOvr>
    <a:masterClrMapping/>
  </p:clrMapOvr>
  <p:transition spd="med" advTm="95682"/>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因果图测试</a:t>
            </a:r>
            <a:endParaRPr lang="zh-CN" altLang="en-US" dirty="0"/>
          </a:p>
        </p:txBody>
      </p:sp>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2</a:t>
            </a:r>
            <a:endParaRPr dirty="0"/>
          </a:p>
        </p:txBody>
      </p:sp>
      <p:sp>
        <p:nvSpPr>
          <p:cNvPr id="6" name="Oval 6"/>
          <p:cNvSpPr>
            <a:spLocks noChangeArrowheads="1"/>
          </p:cNvSpPr>
          <p:nvPr/>
        </p:nvSpPr>
        <p:spPr bwMode="auto">
          <a:xfrm>
            <a:off x="7384558" y="4353753"/>
            <a:ext cx="1051659" cy="1238283"/>
          </a:xfrm>
          <a:prstGeom prst="ellipse">
            <a:avLst/>
          </a:prstGeom>
          <a:ln w="28575">
            <a:solidFill>
              <a:schemeClr val="tx1"/>
            </a:solidFill>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fontAlgn="ctr" hangingPunct="1">
              <a:spcBef>
                <a:spcPct val="0"/>
              </a:spcBef>
              <a:buClrTx/>
              <a:buSzTx/>
              <a:buFontTx/>
              <a:buNone/>
            </a:pPr>
            <a:r>
              <a:rPr lang="en-US" altLang="zh-CN" sz="5600" dirty="0">
                <a:solidFill>
                  <a:srgbClr val="FF0000"/>
                </a:solidFill>
                <a:latin typeface="Times New Roman" panose="02020603050405020304" pitchFamily="18" charset="0"/>
                <a:cs typeface="Times New Roman" panose="02020603050405020304" pitchFamily="18" charset="0"/>
              </a:rPr>
              <a:t>C</a:t>
            </a:r>
            <a:r>
              <a:rPr lang="en-US" altLang="zh-CN" sz="5600" baseline="-25000" dirty="0">
                <a:solidFill>
                  <a:srgbClr val="FF0000"/>
                </a:solidFill>
                <a:latin typeface="Times New Roman" panose="02020603050405020304" pitchFamily="18" charset="0"/>
                <a:cs typeface="Times New Roman" panose="02020603050405020304" pitchFamily="18" charset="0"/>
              </a:rPr>
              <a:t>2</a:t>
            </a:r>
            <a:endParaRPr lang="en-US" altLang="zh-CN" sz="5600" baseline="-25000" dirty="0">
              <a:solidFill>
                <a:srgbClr val="FF0000"/>
              </a:solidFill>
              <a:latin typeface="Times New Roman" panose="02020603050405020304" pitchFamily="18" charset="0"/>
              <a:cs typeface="Times New Roman" panose="02020603050405020304" pitchFamily="18" charset="0"/>
            </a:endParaRPr>
          </a:p>
        </p:txBody>
      </p:sp>
      <p:sp>
        <p:nvSpPr>
          <p:cNvPr id="7" name="Oval 7"/>
          <p:cNvSpPr>
            <a:spLocks noChangeArrowheads="1"/>
          </p:cNvSpPr>
          <p:nvPr/>
        </p:nvSpPr>
        <p:spPr bwMode="auto">
          <a:xfrm>
            <a:off x="7384558" y="7271913"/>
            <a:ext cx="1051659" cy="1238283"/>
          </a:xfrm>
          <a:prstGeom prst="ellipse">
            <a:avLst/>
          </a:prstGeom>
          <a:ln w="28575">
            <a:solidFill>
              <a:schemeClr val="tx1"/>
            </a:solidFill>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fontAlgn="ctr" hangingPunct="1">
              <a:spcBef>
                <a:spcPct val="0"/>
              </a:spcBef>
              <a:buClrTx/>
              <a:buSzTx/>
              <a:buFontTx/>
              <a:buNone/>
            </a:pPr>
            <a:r>
              <a:rPr lang="en-US" altLang="zh-CN" sz="5600" dirty="0">
                <a:solidFill>
                  <a:srgbClr val="FF0000"/>
                </a:solidFill>
                <a:latin typeface="Times New Roman" panose="02020603050405020304" pitchFamily="18" charset="0"/>
                <a:cs typeface="Times New Roman" panose="02020603050405020304" pitchFamily="18" charset="0"/>
              </a:rPr>
              <a:t>C</a:t>
            </a:r>
            <a:r>
              <a:rPr lang="en-US" altLang="zh-CN" sz="5600" baseline="-25000" dirty="0">
                <a:solidFill>
                  <a:srgbClr val="FF0000"/>
                </a:solidFill>
                <a:latin typeface="Times New Roman" panose="02020603050405020304" pitchFamily="18" charset="0"/>
                <a:cs typeface="Times New Roman" panose="02020603050405020304" pitchFamily="18" charset="0"/>
              </a:rPr>
              <a:t>3</a:t>
            </a:r>
            <a:endParaRPr lang="en-US" altLang="zh-CN" sz="5600" baseline="-25000" dirty="0">
              <a:solidFill>
                <a:srgbClr val="FF0000"/>
              </a:solidFill>
              <a:latin typeface="Times New Roman" panose="02020603050405020304" pitchFamily="18" charset="0"/>
              <a:cs typeface="Times New Roman" panose="02020603050405020304" pitchFamily="18" charset="0"/>
            </a:endParaRPr>
          </a:p>
        </p:txBody>
      </p:sp>
      <p:sp>
        <p:nvSpPr>
          <p:cNvPr id="8" name="Oval 8"/>
          <p:cNvSpPr>
            <a:spLocks noChangeArrowheads="1"/>
          </p:cNvSpPr>
          <p:nvPr/>
        </p:nvSpPr>
        <p:spPr bwMode="auto">
          <a:xfrm>
            <a:off x="7450287" y="10294781"/>
            <a:ext cx="1051659" cy="1238283"/>
          </a:xfrm>
          <a:prstGeom prst="ellipse">
            <a:avLst/>
          </a:prstGeom>
          <a:ln w="28575">
            <a:solidFill>
              <a:schemeClr val="tx1"/>
            </a:solidFill>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fontAlgn="ctr" hangingPunct="1">
              <a:spcBef>
                <a:spcPct val="0"/>
              </a:spcBef>
              <a:buClrTx/>
              <a:buSzTx/>
              <a:buNone/>
            </a:pPr>
            <a:r>
              <a:rPr lang="en-US" altLang="zh-CN" sz="5600" dirty="0">
                <a:solidFill>
                  <a:srgbClr val="FF0000"/>
                </a:solidFill>
                <a:latin typeface="Times New Roman" panose="02020603050405020304" pitchFamily="18" charset="0"/>
                <a:cs typeface="Times New Roman" panose="02020603050405020304" pitchFamily="18" charset="0"/>
              </a:rPr>
              <a:t>C</a:t>
            </a:r>
            <a:r>
              <a:rPr lang="en-US" altLang="zh-CN" sz="5600" baseline="-25000" dirty="0">
                <a:solidFill>
                  <a:srgbClr val="FF0000"/>
                </a:solidFill>
                <a:latin typeface="Times New Roman" panose="02020603050405020304" pitchFamily="18" charset="0"/>
                <a:cs typeface="Times New Roman" panose="02020603050405020304" pitchFamily="18" charset="0"/>
              </a:rPr>
              <a:t>4</a:t>
            </a:r>
            <a:endParaRPr lang="en-US" altLang="zh-CN" sz="5600" baseline="-25000" dirty="0">
              <a:solidFill>
                <a:srgbClr val="FF0000"/>
              </a:solidFill>
              <a:latin typeface="Times New Roman" panose="02020603050405020304" pitchFamily="18" charset="0"/>
              <a:cs typeface="Times New Roman" panose="02020603050405020304" pitchFamily="18" charset="0"/>
            </a:endParaRPr>
          </a:p>
        </p:txBody>
      </p:sp>
      <p:sp>
        <p:nvSpPr>
          <p:cNvPr id="9" name="Oval 9"/>
          <p:cNvSpPr>
            <a:spLocks noChangeArrowheads="1"/>
          </p:cNvSpPr>
          <p:nvPr/>
        </p:nvSpPr>
        <p:spPr bwMode="auto">
          <a:xfrm>
            <a:off x="10779250" y="6006315"/>
            <a:ext cx="1051659" cy="1238283"/>
          </a:xfrm>
          <a:prstGeom prst="ellipse">
            <a:avLst/>
          </a:prstGeom>
          <a:ln w="28575">
            <a:solidFill>
              <a:schemeClr val="tx1"/>
            </a:solidFill>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fontAlgn="ctr" hangingPunct="1">
              <a:spcBef>
                <a:spcPct val="0"/>
              </a:spcBef>
              <a:buClrTx/>
              <a:buSzTx/>
              <a:buFontTx/>
              <a:buNone/>
            </a:pPr>
            <a:r>
              <a:rPr lang="en-US" altLang="zh-CN" sz="5600" dirty="0">
                <a:solidFill>
                  <a:srgbClr val="000000"/>
                </a:solidFill>
                <a:latin typeface="Times New Roman" panose="02020603050405020304" pitchFamily="18" charset="0"/>
                <a:cs typeface="Times New Roman" panose="02020603050405020304" pitchFamily="18" charset="0"/>
              </a:rPr>
              <a:t>M</a:t>
            </a:r>
            <a:r>
              <a:rPr lang="en-US" altLang="zh-CN" sz="5600" baseline="-25000" dirty="0">
                <a:solidFill>
                  <a:srgbClr val="000000"/>
                </a:solidFill>
                <a:latin typeface="Times New Roman" panose="02020603050405020304" pitchFamily="18" charset="0"/>
                <a:cs typeface="Times New Roman" panose="02020603050405020304" pitchFamily="18" charset="0"/>
              </a:rPr>
              <a:t>1</a:t>
            </a:r>
            <a:endParaRPr lang="en-US" altLang="zh-CN" sz="5600" baseline="-25000" dirty="0">
              <a:solidFill>
                <a:srgbClr val="000000"/>
              </a:solidFill>
              <a:latin typeface="Times New Roman" panose="02020603050405020304" pitchFamily="18" charset="0"/>
              <a:cs typeface="Times New Roman" panose="02020603050405020304" pitchFamily="18" charset="0"/>
            </a:endParaRPr>
          </a:p>
        </p:txBody>
      </p:sp>
      <p:sp>
        <p:nvSpPr>
          <p:cNvPr id="10" name="Oval 10"/>
          <p:cNvSpPr>
            <a:spLocks noChangeArrowheads="1"/>
          </p:cNvSpPr>
          <p:nvPr/>
        </p:nvSpPr>
        <p:spPr bwMode="auto">
          <a:xfrm>
            <a:off x="16367428" y="6381897"/>
            <a:ext cx="1051659" cy="1238283"/>
          </a:xfrm>
          <a:prstGeom prst="ellipse">
            <a:avLst/>
          </a:prstGeom>
          <a:ln w="28575">
            <a:solidFill>
              <a:schemeClr val="tx1"/>
            </a:solidFill>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fontAlgn="ctr" hangingPunct="1">
              <a:spcBef>
                <a:spcPct val="0"/>
              </a:spcBef>
              <a:buClrTx/>
              <a:buSzTx/>
              <a:buNone/>
            </a:pPr>
            <a:r>
              <a:rPr lang="en-US" altLang="zh-CN" sz="5600" dirty="0">
                <a:solidFill>
                  <a:srgbClr val="7030A0"/>
                </a:solidFill>
                <a:latin typeface="Times New Roman" panose="02020603050405020304" pitchFamily="18" charset="0"/>
                <a:cs typeface="Times New Roman" panose="02020603050405020304" pitchFamily="18" charset="0"/>
              </a:rPr>
              <a:t>E</a:t>
            </a:r>
            <a:r>
              <a:rPr lang="en-US" altLang="zh-CN" sz="5600" baseline="-25000" dirty="0">
                <a:solidFill>
                  <a:srgbClr val="7030A0"/>
                </a:solidFill>
                <a:latin typeface="Times New Roman" panose="02020603050405020304" pitchFamily="18" charset="0"/>
                <a:cs typeface="Times New Roman" panose="02020603050405020304" pitchFamily="18" charset="0"/>
              </a:rPr>
              <a:t>3</a:t>
            </a:r>
            <a:endParaRPr lang="en-US" altLang="zh-CN" sz="5600" baseline="-25000" dirty="0">
              <a:solidFill>
                <a:srgbClr val="7030A0"/>
              </a:solidFill>
              <a:latin typeface="Times New Roman" panose="02020603050405020304" pitchFamily="18" charset="0"/>
              <a:cs typeface="Times New Roman" panose="02020603050405020304" pitchFamily="18" charset="0"/>
            </a:endParaRPr>
          </a:p>
        </p:txBody>
      </p:sp>
      <p:sp>
        <p:nvSpPr>
          <p:cNvPr id="11" name="Oval 11"/>
          <p:cNvSpPr>
            <a:spLocks noChangeArrowheads="1"/>
          </p:cNvSpPr>
          <p:nvPr/>
        </p:nvSpPr>
        <p:spPr bwMode="auto">
          <a:xfrm>
            <a:off x="16352311" y="10388698"/>
            <a:ext cx="1051659" cy="1238283"/>
          </a:xfrm>
          <a:prstGeom prst="ellipse">
            <a:avLst/>
          </a:prstGeom>
          <a:ln w="28575">
            <a:solidFill>
              <a:schemeClr val="tx1"/>
            </a:solidFill>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fontAlgn="ctr" hangingPunct="1">
              <a:spcBef>
                <a:spcPct val="0"/>
              </a:spcBef>
              <a:buClrTx/>
              <a:buSzTx/>
              <a:buNone/>
            </a:pPr>
            <a:r>
              <a:rPr lang="en-US" altLang="zh-CN" sz="5600" dirty="0">
                <a:solidFill>
                  <a:srgbClr val="7030A0"/>
                </a:solidFill>
                <a:latin typeface="Times New Roman" panose="02020603050405020304" pitchFamily="18" charset="0"/>
                <a:cs typeface="Times New Roman" panose="02020603050405020304" pitchFamily="18" charset="0"/>
              </a:rPr>
              <a:t>E</a:t>
            </a:r>
            <a:r>
              <a:rPr lang="en-US" altLang="zh-CN" sz="5600" baseline="-25000" dirty="0">
                <a:solidFill>
                  <a:srgbClr val="7030A0"/>
                </a:solidFill>
                <a:latin typeface="Times New Roman" panose="02020603050405020304" pitchFamily="18" charset="0"/>
                <a:cs typeface="Times New Roman" panose="02020603050405020304" pitchFamily="18" charset="0"/>
              </a:rPr>
              <a:t>4</a:t>
            </a:r>
            <a:endParaRPr lang="en-US" altLang="zh-CN" sz="5600" baseline="-25000" dirty="0">
              <a:solidFill>
                <a:srgbClr val="7030A0"/>
              </a:solidFill>
              <a:latin typeface="Times New Roman" panose="02020603050405020304" pitchFamily="18" charset="0"/>
              <a:cs typeface="Times New Roman" panose="02020603050405020304" pitchFamily="18" charset="0"/>
            </a:endParaRPr>
          </a:p>
        </p:txBody>
      </p:sp>
      <p:sp>
        <p:nvSpPr>
          <p:cNvPr id="12" name="Oval 12"/>
          <p:cNvSpPr>
            <a:spLocks noChangeArrowheads="1"/>
          </p:cNvSpPr>
          <p:nvPr/>
        </p:nvSpPr>
        <p:spPr bwMode="auto">
          <a:xfrm>
            <a:off x="16341480" y="4117127"/>
            <a:ext cx="1051659" cy="1238283"/>
          </a:xfrm>
          <a:prstGeom prst="ellipse">
            <a:avLst/>
          </a:prstGeom>
          <a:ln w="28575">
            <a:solidFill>
              <a:schemeClr val="tx1"/>
            </a:solidFill>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fontAlgn="ctr" hangingPunct="1">
              <a:spcBef>
                <a:spcPct val="0"/>
              </a:spcBef>
              <a:buClrTx/>
              <a:buSzTx/>
              <a:buNone/>
            </a:pPr>
            <a:r>
              <a:rPr lang="en-US" altLang="zh-CN" sz="5600" dirty="0">
                <a:solidFill>
                  <a:srgbClr val="7030A0"/>
                </a:solidFill>
                <a:latin typeface="Times New Roman" panose="02020603050405020304" pitchFamily="18" charset="0"/>
                <a:cs typeface="Times New Roman" panose="02020603050405020304" pitchFamily="18" charset="0"/>
              </a:rPr>
              <a:t>E</a:t>
            </a:r>
            <a:r>
              <a:rPr lang="en-US" altLang="zh-CN" sz="5600" baseline="-25000" dirty="0">
                <a:solidFill>
                  <a:srgbClr val="7030A0"/>
                </a:solidFill>
                <a:latin typeface="Times New Roman" panose="02020603050405020304" pitchFamily="18" charset="0"/>
                <a:cs typeface="Times New Roman" panose="02020603050405020304" pitchFamily="18" charset="0"/>
              </a:rPr>
              <a:t>2</a:t>
            </a:r>
            <a:endParaRPr lang="en-US" altLang="zh-CN" sz="5600" baseline="-25000" dirty="0">
              <a:solidFill>
                <a:srgbClr val="7030A0"/>
              </a:solidFill>
              <a:latin typeface="Times New Roman" panose="02020603050405020304" pitchFamily="18" charset="0"/>
              <a:cs typeface="Times New Roman" panose="02020603050405020304" pitchFamily="18" charset="0"/>
            </a:endParaRPr>
          </a:p>
        </p:txBody>
      </p:sp>
      <p:sp>
        <p:nvSpPr>
          <p:cNvPr id="13" name="Line 13"/>
          <p:cNvSpPr>
            <a:spLocks noChangeShapeType="1"/>
          </p:cNvSpPr>
          <p:nvPr/>
        </p:nvSpPr>
        <p:spPr bwMode="auto">
          <a:xfrm>
            <a:off x="8501945" y="4972895"/>
            <a:ext cx="2273439" cy="1447698"/>
          </a:xfrm>
          <a:prstGeom prst="line">
            <a:avLst/>
          </a:prstGeom>
          <a:ln w="28575">
            <a:solidFill>
              <a:schemeClr val="tx1"/>
            </a:solidFill>
            <a:headEnd type="none" w="med" len="med"/>
            <a:tailEnd type="arrow" w="med" len="me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lstStyle/>
          <a:p>
            <a:endParaRPr lang="zh-CN" altLang="en-US" sz="6000">
              <a:latin typeface="Times New Roman" panose="02020603050405020304" pitchFamily="18" charset="0"/>
              <a:cs typeface="Times New Roman" panose="02020603050405020304" pitchFamily="18" charset="0"/>
            </a:endParaRPr>
          </a:p>
        </p:txBody>
      </p:sp>
      <p:sp>
        <p:nvSpPr>
          <p:cNvPr id="14" name="Line 14"/>
          <p:cNvSpPr>
            <a:spLocks noChangeShapeType="1"/>
          </p:cNvSpPr>
          <p:nvPr/>
        </p:nvSpPr>
        <p:spPr bwMode="auto">
          <a:xfrm>
            <a:off x="8501945" y="7863738"/>
            <a:ext cx="5595634" cy="1465910"/>
          </a:xfrm>
          <a:prstGeom prst="line">
            <a:avLst/>
          </a:prstGeom>
          <a:ln w="28575">
            <a:solidFill>
              <a:schemeClr val="tx1"/>
            </a:solidFill>
            <a:headEnd type="none" w="med" len="med"/>
            <a:tailEnd type="arrow" w="med" len="me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lstStyle/>
          <a:p>
            <a:endParaRPr lang="zh-CN" altLang="en-US" sz="6000">
              <a:latin typeface="Times New Roman" panose="02020603050405020304" pitchFamily="18" charset="0"/>
              <a:cs typeface="Times New Roman" panose="02020603050405020304" pitchFamily="18" charset="0"/>
            </a:endParaRPr>
          </a:p>
        </p:txBody>
      </p:sp>
      <p:sp>
        <p:nvSpPr>
          <p:cNvPr id="15" name="Line 15"/>
          <p:cNvSpPr>
            <a:spLocks noChangeShapeType="1"/>
          </p:cNvSpPr>
          <p:nvPr/>
        </p:nvSpPr>
        <p:spPr bwMode="auto">
          <a:xfrm flipV="1">
            <a:off x="11834775" y="4781455"/>
            <a:ext cx="4506704" cy="1639137"/>
          </a:xfrm>
          <a:prstGeom prst="line">
            <a:avLst/>
          </a:prstGeom>
          <a:ln w="28575">
            <a:solidFill>
              <a:schemeClr val="tx1"/>
            </a:solidFill>
            <a:headEnd type="none" w="med" len="med"/>
            <a:tailEnd type="arrow" w="med" len="me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lstStyle/>
          <a:p>
            <a:endParaRPr lang="zh-CN" altLang="en-US" sz="6000">
              <a:latin typeface="Times New Roman" panose="02020603050405020304" pitchFamily="18" charset="0"/>
              <a:cs typeface="Times New Roman" panose="02020603050405020304" pitchFamily="18" charset="0"/>
            </a:endParaRPr>
          </a:p>
        </p:txBody>
      </p:sp>
      <p:sp>
        <p:nvSpPr>
          <p:cNvPr id="16" name="Line 16"/>
          <p:cNvSpPr>
            <a:spLocks noChangeShapeType="1"/>
          </p:cNvSpPr>
          <p:nvPr/>
        </p:nvSpPr>
        <p:spPr bwMode="auto">
          <a:xfrm>
            <a:off x="11834775" y="6625457"/>
            <a:ext cx="2128573" cy="212284"/>
          </a:xfrm>
          <a:prstGeom prst="line">
            <a:avLst/>
          </a:prstGeom>
          <a:ln w="28575">
            <a:solidFill>
              <a:schemeClr val="tx1"/>
            </a:solidFill>
            <a:headEnd type="none" w="med" len="med"/>
            <a:tailEnd type="arrow" w="med" len="me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lstStyle/>
          <a:p>
            <a:endParaRPr lang="zh-CN" altLang="en-US" sz="6000">
              <a:latin typeface="Times New Roman" panose="02020603050405020304" pitchFamily="18" charset="0"/>
              <a:cs typeface="Times New Roman" panose="02020603050405020304" pitchFamily="18" charset="0"/>
            </a:endParaRPr>
          </a:p>
        </p:txBody>
      </p:sp>
      <p:sp>
        <p:nvSpPr>
          <p:cNvPr id="17" name="Line 17"/>
          <p:cNvSpPr>
            <a:spLocks noChangeShapeType="1"/>
          </p:cNvSpPr>
          <p:nvPr/>
        </p:nvSpPr>
        <p:spPr bwMode="auto">
          <a:xfrm flipH="1">
            <a:off x="8447049" y="9719479"/>
            <a:ext cx="945132" cy="955845"/>
          </a:xfrm>
          <a:prstGeom prst="line">
            <a:avLst/>
          </a:prstGeom>
          <a:ln w="28575">
            <a:solidFill>
              <a:schemeClr val="tx1"/>
            </a:solidFill>
            <a:headEnd type="arrow" w="med" len="med"/>
            <a:tailEnd type="none" w="med" len="me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lstStyle/>
          <a:p>
            <a:endParaRPr lang="zh-CN" altLang="en-US" sz="6000">
              <a:latin typeface="Times New Roman" panose="02020603050405020304" pitchFamily="18" charset="0"/>
              <a:cs typeface="Times New Roman" panose="02020603050405020304" pitchFamily="18" charset="0"/>
            </a:endParaRPr>
          </a:p>
        </p:txBody>
      </p:sp>
      <p:sp>
        <p:nvSpPr>
          <p:cNvPr id="18" name="Line 18"/>
          <p:cNvSpPr>
            <a:spLocks noChangeShapeType="1"/>
          </p:cNvSpPr>
          <p:nvPr/>
        </p:nvSpPr>
        <p:spPr bwMode="auto">
          <a:xfrm>
            <a:off x="8501945" y="10963999"/>
            <a:ext cx="7839534" cy="84795"/>
          </a:xfrm>
          <a:prstGeom prst="line">
            <a:avLst/>
          </a:prstGeom>
          <a:ln w="28575">
            <a:solidFill>
              <a:schemeClr val="tx1"/>
            </a:solidFill>
            <a:headEnd type="none" w="med" len="med"/>
            <a:tailEnd type="arrow" w="med" len="me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lstStyle/>
          <a:p>
            <a:endParaRPr lang="zh-CN" altLang="en-US" sz="6000">
              <a:latin typeface="Times New Roman" panose="02020603050405020304" pitchFamily="18" charset="0"/>
              <a:cs typeface="Times New Roman" panose="02020603050405020304" pitchFamily="18" charset="0"/>
            </a:endParaRPr>
          </a:p>
        </p:txBody>
      </p:sp>
      <p:sp>
        <p:nvSpPr>
          <p:cNvPr id="19" name="Text Box 19"/>
          <p:cNvSpPr txBox="1">
            <a:spLocks noChangeArrowheads="1"/>
          </p:cNvSpPr>
          <p:nvPr/>
        </p:nvSpPr>
        <p:spPr bwMode="auto">
          <a:xfrm>
            <a:off x="8671444" y="10020772"/>
            <a:ext cx="703683" cy="869530"/>
          </a:xfrm>
          <a:prstGeom prst="rect">
            <a:avLst/>
          </a:prstGeom>
          <a:noFill/>
          <a:ln w="28575">
            <a:noFill/>
            <a:miter lim="800000"/>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eaLnBrk="1" hangingPunct="1">
              <a:spcBef>
                <a:spcPct val="50000"/>
              </a:spcBef>
              <a:defRPr sz="5600">
                <a:solidFill>
                  <a:srgbClr val="000000"/>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r>
              <a:rPr lang="en-US" altLang="zh-CN" dirty="0">
                <a:latin typeface="Times New Roman" panose="02020603050405020304" pitchFamily="18" charset="0"/>
                <a:cs typeface="Times New Roman" panose="02020603050405020304" pitchFamily="18" charset="0"/>
              </a:rPr>
              <a:t>V</a:t>
            </a:r>
            <a:endParaRPr lang="en-US" altLang="zh-CN" dirty="0">
              <a:latin typeface="Times New Roman" panose="02020603050405020304" pitchFamily="18" charset="0"/>
              <a:cs typeface="Times New Roman" panose="02020603050405020304" pitchFamily="18" charset="0"/>
            </a:endParaRPr>
          </a:p>
        </p:txBody>
      </p:sp>
      <p:sp>
        <p:nvSpPr>
          <p:cNvPr id="21" name="Text Box 22"/>
          <p:cNvSpPr txBox="1">
            <a:spLocks noChangeArrowheads="1"/>
          </p:cNvSpPr>
          <p:nvPr/>
        </p:nvSpPr>
        <p:spPr bwMode="auto">
          <a:xfrm rot="10800000">
            <a:off x="9828118" y="6249757"/>
            <a:ext cx="707550" cy="869530"/>
          </a:xfrm>
          <a:prstGeom prst="rect">
            <a:avLst/>
          </a:prstGeom>
          <a:noFill/>
          <a:ln w="28575">
            <a:noFill/>
            <a:miter lim="800000"/>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eaLnBrk="1" hangingPunct="1">
              <a:spcBef>
                <a:spcPct val="50000"/>
              </a:spcBef>
              <a:defRPr sz="5600">
                <a:solidFill>
                  <a:srgbClr val="000000"/>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r>
              <a:rPr lang="en-US" altLang="zh-CN" dirty="0">
                <a:latin typeface="Times New Roman" panose="02020603050405020304" pitchFamily="18" charset="0"/>
                <a:cs typeface="Times New Roman" panose="02020603050405020304" pitchFamily="18" charset="0"/>
              </a:rPr>
              <a:t>V</a:t>
            </a:r>
            <a:endParaRPr lang="en-US" altLang="zh-CN" dirty="0">
              <a:latin typeface="Times New Roman" panose="02020603050405020304" pitchFamily="18" charset="0"/>
              <a:cs typeface="Times New Roman" panose="02020603050405020304" pitchFamily="18" charset="0"/>
            </a:endParaRPr>
          </a:p>
        </p:txBody>
      </p:sp>
      <p:sp>
        <p:nvSpPr>
          <p:cNvPr id="22" name="Text Box 23"/>
          <p:cNvSpPr txBox="1">
            <a:spLocks noChangeArrowheads="1"/>
          </p:cNvSpPr>
          <p:nvPr/>
        </p:nvSpPr>
        <p:spPr bwMode="auto">
          <a:xfrm>
            <a:off x="5520957" y="5983552"/>
            <a:ext cx="699817" cy="954107"/>
          </a:xfrm>
          <a:prstGeom prst="rect">
            <a:avLst/>
          </a:prstGeom>
          <a:ln w="28575">
            <a:noFill/>
            <a:miter lim="800000"/>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5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a:t>
            </a:r>
            <a:endParaRPr lang="en-US" altLang="zh-CN" sz="5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3" name="Line 24"/>
          <p:cNvSpPr>
            <a:spLocks noChangeShapeType="1"/>
          </p:cNvSpPr>
          <p:nvPr/>
        </p:nvSpPr>
        <p:spPr bwMode="auto">
          <a:xfrm flipV="1">
            <a:off x="6220774" y="5387173"/>
            <a:ext cx="1229513" cy="1033420"/>
          </a:xfrm>
          <a:prstGeom prst="line">
            <a:avLst/>
          </a:prstGeom>
          <a:ln w="28575">
            <a:solidFill>
              <a:schemeClr val="tx1"/>
            </a:solidFill>
            <a:prstDash val="dash"/>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lstStyle/>
          <a:p>
            <a:endParaRPr lang="zh-CN" altLang="en-US" sz="6000">
              <a:latin typeface="Times New Roman" panose="02020603050405020304" pitchFamily="18" charset="0"/>
              <a:cs typeface="Times New Roman" panose="02020603050405020304" pitchFamily="18" charset="0"/>
            </a:endParaRPr>
          </a:p>
        </p:txBody>
      </p:sp>
      <p:sp>
        <p:nvSpPr>
          <p:cNvPr id="24" name="Line 25"/>
          <p:cNvSpPr>
            <a:spLocks noChangeShapeType="1"/>
          </p:cNvSpPr>
          <p:nvPr/>
        </p:nvSpPr>
        <p:spPr bwMode="auto">
          <a:xfrm>
            <a:off x="6220774" y="6420593"/>
            <a:ext cx="1229513" cy="1033420"/>
          </a:xfrm>
          <a:prstGeom prst="line">
            <a:avLst/>
          </a:prstGeom>
          <a:ln w="28575">
            <a:solidFill>
              <a:schemeClr val="tx1"/>
            </a:solidFill>
            <a:prstDash val="dash"/>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lstStyle/>
          <a:p>
            <a:endParaRPr lang="zh-CN" altLang="en-US" sz="6000">
              <a:latin typeface="Times New Roman" panose="02020603050405020304" pitchFamily="18" charset="0"/>
              <a:cs typeface="Times New Roman" panose="02020603050405020304" pitchFamily="18" charset="0"/>
            </a:endParaRPr>
          </a:p>
        </p:txBody>
      </p:sp>
      <p:sp>
        <p:nvSpPr>
          <p:cNvPr id="25" name="Oval 6"/>
          <p:cNvSpPr>
            <a:spLocks noChangeArrowheads="1"/>
          </p:cNvSpPr>
          <p:nvPr/>
        </p:nvSpPr>
        <p:spPr bwMode="auto">
          <a:xfrm>
            <a:off x="7450287" y="2274962"/>
            <a:ext cx="1051659" cy="1238283"/>
          </a:xfrm>
          <a:prstGeom prst="ellipse">
            <a:avLst/>
          </a:prstGeom>
          <a:ln w="28575">
            <a:solidFill>
              <a:schemeClr val="tx1"/>
            </a:solidFill>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fontAlgn="ctr" hangingPunct="1">
              <a:spcBef>
                <a:spcPct val="0"/>
              </a:spcBef>
              <a:buClrTx/>
              <a:buSzTx/>
              <a:buFontTx/>
              <a:buNone/>
            </a:pPr>
            <a:r>
              <a:rPr lang="en-US" altLang="zh-CN" sz="5600" dirty="0">
                <a:solidFill>
                  <a:srgbClr val="FF0000"/>
                </a:solidFill>
                <a:latin typeface="Times New Roman" panose="02020603050405020304" pitchFamily="18" charset="0"/>
                <a:cs typeface="Times New Roman" panose="02020603050405020304" pitchFamily="18" charset="0"/>
              </a:rPr>
              <a:t>C</a:t>
            </a:r>
            <a:r>
              <a:rPr lang="en-US" altLang="zh-CN" sz="5600" baseline="-25000" dirty="0">
                <a:solidFill>
                  <a:srgbClr val="FF0000"/>
                </a:solidFill>
                <a:latin typeface="Times New Roman" panose="02020603050405020304" pitchFamily="18" charset="0"/>
                <a:cs typeface="Times New Roman" panose="02020603050405020304" pitchFamily="18" charset="0"/>
              </a:rPr>
              <a:t>1</a:t>
            </a:r>
            <a:endParaRPr lang="en-US" altLang="zh-CN" sz="5600" baseline="-25000" dirty="0">
              <a:solidFill>
                <a:srgbClr val="FF0000"/>
              </a:solidFill>
              <a:latin typeface="Times New Roman" panose="02020603050405020304" pitchFamily="18" charset="0"/>
              <a:cs typeface="Times New Roman" panose="02020603050405020304" pitchFamily="18" charset="0"/>
            </a:endParaRPr>
          </a:p>
        </p:txBody>
      </p:sp>
      <p:sp>
        <p:nvSpPr>
          <p:cNvPr id="26" name="Oval 8"/>
          <p:cNvSpPr>
            <a:spLocks noChangeArrowheads="1"/>
          </p:cNvSpPr>
          <p:nvPr/>
        </p:nvSpPr>
        <p:spPr bwMode="auto">
          <a:xfrm>
            <a:off x="7458669" y="12129443"/>
            <a:ext cx="1051659" cy="1238283"/>
          </a:xfrm>
          <a:prstGeom prst="ellipse">
            <a:avLst/>
          </a:prstGeom>
          <a:ln w="28575">
            <a:solidFill>
              <a:schemeClr val="tx1"/>
            </a:solidFill>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fontAlgn="ctr" hangingPunct="1">
              <a:spcBef>
                <a:spcPct val="0"/>
              </a:spcBef>
              <a:buClrTx/>
              <a:buSzTx/>
              <a:buNone/>
            </a:pPr>
            <a:r>
              <a:rPr lang="en-US" altLang="zh-CN" sz="5600" dirty="0">
                <a:solidFill>
                  <a:srgbClr val="FF0000"/>
                </a:solidFill>
                <a:latin typeface="Times New Roman" panose="02020603050405020304" pitchFamily="18" charset="0"/>
                <a:cs typeface="Times New Roman" panose="02020603050405020304" pitchFamily="18" charset="0"/>
              </a:rPr>
              <a:t>C</a:t>
            </a:r>
            <a:r>
              <a:rPr lang="en-US" altLang="zh-CN" sz="5600" baseline="-25000" dirty="0">
                <a:solidFill>
                  <a:srgbClr val="FF0000"/>
                </a:solidFill>
                <a:latin typeface="Times New Roman" panose="02020603050405020304" pitchFamily="18" charset="0"/>
                <a:cs typeface="Times New Roman" panose="02020603050405020304" pitchFamily="18" charset="0"/>
              </a:rPr>
              <a:t>5</a:t>
            </a:r>
            <a:endParaRPr lang="en-US" altLang="zh-CN" sz="5600" baseline="-25000" dirty="0">
              <a:solidFill>
                <a:srgbClr val="FF0000"/>
              </a:solidFill>
              <a:latin typeface="Times New Roman" panose="02020603050405020304" pitchFamily="18" charset="0"/>
              <a:cs typeface="Times New Roman" panose="02020603050405020304" pitchFamily="18" charset="0"/>
            </a:endParaRPr>
          </a:p>
        </p:txBody>
      </p:sp>
      <p:sp>
        <p:nvSpPr>
          <p:cNvPr id="27" name="文本框 25"/>
          <p:cNvSpPr txBox="1"/>
          <p:nvPr/>
        </p:nvSpPr>
        <p:spPr>
          <a:xfrm>
            <a:off x="1892675" y="2535030"/>
            <a:ext cx="3914775" cy="71814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r>
              <a:rPr kumimoji="0" lang="zh-CN" altLang="en-US" sz="400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a:rPr>
              <a:t>售货机有零钱找</a:t>
            </a:r>
            <a:endParaRPr kumimoji="0" lang="zh-CN" altLang="en-US" sz="400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a:endParaRPr>
          </a:p>
        </p:txBody>
      </p:sp>
      <p:sp>
        <p:nvSpPr>
          <p:cNvPr id="28" name="文本框 32"/>
          <p:cNvSpPr txBox="1"/>
          <p:nvPr/>
        </p:nvSpPr>
        <p:spPr>
          <a:xfrm>
            <a:off x="1573318" y="4442210"/>
            <a:ext cx="3914775" cy="71814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r>
              <a:rPr kumimoji="0" lang="zh-CN" altLang="en-US" sz="400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a:rPr>
              <a:t>投入</a:t>
            </a:r>
            <a:r>
              <a:rPr kumimoji="0" lang="en-US" altLang="zh-CN" sz="400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a:rPr>
              <a:t>1</a:t>
            </a:r>
            <a:r>
              <a:rPr kumimoji="0" lang="zh-CN" altLang="en-US" sz="400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a:rPr>
              <a:t>元硬币</a:t>
            </a:r>
            <a:endParaRPr kumimoji="0" lang="zh-CN" altLang="en-US" sz="400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a:endParaRPr>
          </a:p>
        </p:txBody>
      </p:sp>
      <p:sp>
        <p:nvSpPr>
          <p:cNvPr id="29" name="文本框 33"/>
          <p:cNvSpPr txBox="1"/>
          <p:nvPr/>
        </p:nvSpPr>
        <p:spPr>
          <a:xfrm>
            <a:off x="1573317" y="7454013"/>
            <a:ext cx="3914775" cy="71814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r>
              <a:rPr kumimoji="0" lang="zh-CN" altLang="en-US" sz="400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a:rPr>
              <a:t>投入</a:t>
            </a:r>
            <a:r>
              <a:rPr lang="en-US" altLang="zh-CN" sz="4000" dirty="0">
                <a:latin typeface="微软雅黑" panose="020B0503020204020204" pitchFamily="34" charset="-122"/>
                <a:ea typeface="微软雅黑" panose="020B0503020204020204" pitchFamily="34" charset="-122"/>
              </a:rPr>
              <a:t>5</a:t>
            </a:r>
            <a:r>
              <a:rPr lang="zh-CN" altLang="en-US" sz="4000" dirty="0">
                <a:latin typeface="微软雅黑" panose="020B0503020204020204" pitchFamily="34" charset="-122"/>
                <a:ea typeface="微软雅黑" panose="020B0503020204020204" pitchFamily="34" charset="-122"/>
              </a:rPr>
              <a:t>角</a:t>
            </a:r>
            <a:r>
              <a:rPr kumimoji="0" lang="zh-CN" altLang="en-US" sz="400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a:rPr>
              <a:t>硬币</a:t>
            </a:r>
            <a:endParaRPr kumimoji="0" lang="zh-CN" altLang="en-US" sz="400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a:endParaRPr>
          </a:p>
        </p:txBody>
      </p:sp>
      <p:sp>
        <p:nvSpPr>
          <p:cNvPr id="30" name="文本框 34"/>
          <p:cNvSpPr txBox="1"/>
          <p:nvPr/>
        </p:nvSpPr>
        <p:spPr>
          <a:xfrm>
            <a:off x="1633926" y="10294781"/>
            <a:ext cx="3914775" cy="71814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r>
              <a:rPr lang="zh-CN" altLang="en-US" sz="4000" dirty="0">
                <a:latin typeface="微软雅黑" panose="020B0503020204020204" pitchFamily="34" charset="-122"/>
                <a:ea typeface="微软雅黑" panose="020B0503020204020204" pitchFamily="34" charset="-122"/>
              </a:rPr>
              <a:t>压</a:t>
            </a:r>
            <a:r>
              <a:rPr kumimoji="0" lang="zh-CN" altLang="en-US" sz="400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a:rPr>
              <a:t>下橙汁按钮</a:t>
            </a:r>
            <a:endParaRPr kumimoji="0" lang="zh-CN" altLang="en-US" sz="400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a:endParaRPr>
          </a:p>
        </p:txBody>
      </p:sp>
      <p:sp>
        <p:nvSpPr>
          <p:cNvPr id="31" name="文本框 35"/>
          <p:cNvSpPr txBox="1"/>
          <p:nvPr/>
        </p:nvSpPr>
        <p:spPr>
          <a:xfrm>
            <a:off x="1633926" y="12298565"/>
            <a:ext cx="3914775" cy="71814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r>
              <a:rPr lang="zh-CN" altLang="en-US" sz="4000" dirty="0">
                <a:latin typeface="微软雅黑" panose="020B0503020204020204" pitchFamily="34" charset="-122"/>
                <a:ea typeface="微软雅黑" panose="020B0503020204020204" pitchFamily="34" charset="-122"/>
              </a:rPr>
              <a:t>压</a:t>
            </a:r>
            <a:r>
              <a:rPr kumimoji="0" lang="zh-CN" altLang="en-US" sz="400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a:rPr>
              <a:t>下啤酒按钮</a:t>
            </a:r>
            <a:endParaRPr kumimoji="0" lang="zh-CN" altLang="en-US" sz="400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a:endParaRPr>
          </a:p>
        </p:txBody>
      </p:sp>
      <p:sp>
        <p:nvSpPr>
          <p:cNvPr id="32" name="Text Box 23"/>
          <p:cNvSpPr txBox="1">
            <a:spLocks noChangeArrowheads="1"/>
          </p:cNvSpPr>
          <p:nvPr/>
        </p:nvSpPr>
        <p:spPr bwMode="auto">
          <a:xfrm>
            <a:off x="5371918" y="11332431"/>
            <a:ext cx="699817" cy="954107"/>
          </a:xfrm>
          <a:prstGeom prst="rect">
            <a:avLst/>
          </a:prstGeom>
          <a:ln w="28575">
            <a:noFill/>
            <a:miter lim="800000"/>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5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a:t>
            </a:r>
            <a:endParaRPr lang="en-US" altLang="zh-CN" sz="5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3" name="Line 24"/>
          <p:cNvSpPr>
            <a:spLocks noChangeShapeType="1"/>
          </p:cNvSpPr>
          <p:nvPr/>
        </p:nvSpPr>
        <p:spPr bwMode="auto">
          <a:xfrm flipV="1">
            <a:off x="6071735" y="10736052"/>
            <a:ext cx="1229513" cy="1033420"/>
          </a:xfrm>
          <a:prstGeom prst="line">
            <a:avLst/>
          </a:prstGeom>
          <a:ln w="28575">
            <a:solidFill>
              <a:schemeClr val="tx1"/>
            </a:solidFill>
            <a:prstDash val="dash"/>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lstStyle/>
          <a:p>
            <a:endParaRPr lang="zh-CN" altLang="en-US" sz="6000">
              <a:latin typeface="Times New Roman" panose="02020603050405020304" pitchFamily="18" charset="0"/>
              <a:cs typeface="Times New Roman" panose="02020603050405020304" pitchFamily="18" charset="0"/>
            </a:endParaRPr>
          </a:p>
        </p:txBody>
      </p:sp>
      <p:sp>
        <p:nvSpPr>
          <p:cNvPr id="34" name="Line 25"/>
          <p:cNvSpPr>
            <a:spLocks noChangeShapeType="1"/>
          </p:cNvSpPr>
          <p:nvPr/>
        </p:nvSpPr>
        <p:spPr bwMode="auto">
          <a:xfrm>
            <a:off x="6071735" y="11769472"/>
            <a:ext cx="1229513" cy="1033420"/>
          </a:xfrm>
          <a:prstGeom prst="line">
            <a:avLst/>
          </a:prstGeom>
          <a:ln w="28575">
            <a:solidFill>
              <a:schemeClr val="tx1"/>
            </a:solidFill>
            <a:prstDash val="dash"/>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lstStyle/>
          <a:p>
            <a:endParaRPr lang="zh-CN" altLang="en-US" sz="6000">
              <a:latin typeface="Times New Roman" panose="02020603050405020304" pitchFamily="18" charset="0"/>
              <a:cs typeface="Times New Roman" panose="02020603050405020304" pitchFamily="18" charset="0"/>
            </a:endParaRPr>
          </a:p>
        </p:txBody>
      </p:sp>
      <p:sp>
        <p:nvSpPr>
          <p:cNvPr id="35" name="Oval 12"/>
          <p:cNvSpPr>
            <a:spLocks noChangeArrowheads="1"/>
          </p:cNvSpPr>
          <p:nvPr/>
        </p:nvSpPr>
        <p:spPr bwMode="auto">
          <a:xfrm>
            <a:off x="16367429" y="2229703"/>
            <a:ext cx="1051659" cy="1238283"/>
          </a:xfrm>
          <a:prstGeom prst="ellipse">
            <a:avLst/>
          </a:prstGeom>
          <a:ln w="28575">
            <a:solidFill>
              <a:schemeClr val="tx1"/>
            </a:solidFill>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fontAlgn="ctr" hangingPunct="1">
              <a:spcBef>
                <a:spcPct val="0"/>
              </a:spcBef>
              <a:buClrTx/>
              <a:buSzTx/>
              <a:buNone/>
            </a:pPr>
            <a:r>
              <a:rPr lang="en-US" altLang="zh-CN" sz="5600" dirty="0">
                <a:solidFill>
                  <a:srgbClr val="7030A0"/>
                </a:solidFill>
                <a:latin typeface="Times New Roman" panose="02020603050405020304" pitchFamily="18" charset="0"/>
                <a:cs typeface="Times New Roman" panose="02020603050405020304" pitchFamily="18" charset="0"/>
              </a:rPr>
              <a:t>E</a:t>
            </a:r>
            <a:r>
              <a:rPr lang="en-US" altLang="zh-CN" sz="5600" baseline="-25000" dirty="0">
                <a:solidFill>
                  <a:srgbClr val="7030A0"/>
                </a:solidFill>
                <a:latin typeface="Times New Roman" panose="02020603050405020304" pitchFamily="18" charset="0"/>
                <a:cs typeface="Times New Roman" panose="02020603050405020304" pitchFamily="18" charset="0"/>
              </a:rPr>
              <a:t>1</a:t>
            </a:r>
            <a:endParaRPr lang="en-US" altLang="zh-CN" sz="5600" baseline="-25000" dirty="0">
              <a:solidFill>
                <a:srgbClr val="7030A0"/>
              </a:solidFill>
              <a:latin typeface="Times New Roman" panose="02020603050405020304" pitchFamily="18" charset="0"/>
              <a:cs typeface="Times New Roman" panose="02020603050405020304" pitchFamily="18" charset="0"/>
            </a:endParaRPr>
          </a:p>
        </p:txBody>
      </p:sp>
      <p:sp>
        <p:nvSpPr>
          <p:cNvPr id="36" name="Line 18"/>
          <p:cNvSpPr>
            <a:spLocks noChangeShapeType="1"/>
          </p:cNvSpPr>
          <p:nvPr/>
        </p:nvSpPr>
        <p:spPr bwMode="auto">
          <a:xfrm flipV="1">
            <a:off x="8501945" y="2765163"/>
            <a:ext cx="7919296" cy="218388"/>
          </a:xfrm>
          <a:prstGeom prst="line">
            <a:avLst/>
          </a:prstGeom>
          <a:ln w="28575">
            <a:solidFill>
              <a:schemeClr val="tx1"/>
            </a:solidFill>
            <a:headEnd type="none" w="med" len="med"/>
            <a:tailEnd type="arrow" w="med" len="me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lstStyle/>
          <a:p>
            <a:endParaRPr lang="zh-CN" altLang="en-US" sz="6000">
              <a:latin typeface="Times New Roman" panose="02020603050405020304" pitchFamily="18" charset="0"/>
              <a:cs typeface="Times New Roman" panose="02020603050405020304" pitchFamily="18" charset="0"/>
            </a:endParaRPr>
          </a:p>
        </p:txBody>
      </p:sp>
      <p:sp>
        <p:nvSpPr>
          <p:cNvPr id="37" name="Text Box 20"/>
          <p:cNvSpPr txBox="1">
            <a:spLocks noChangeArrowheads="1"/>
          </p:cNvSpPr>
          <p:nvPr/>
        </p:nvSpPr>
        <p:spPr bwMode="auto">
          <a:xfrm>
            <a:off x="12082846" y="2250754"/>
            <a:ext cx="703683" cy="954107"/>
          </a:xfrm>
          <a:prstGeom prst="rect">
            <a:avLst/>
          </a:prstGeom>
          <a:ln w="28575">
            <a:noFill/>
            <a:miter lim="800000"/>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eaLnBrk="1" hangingPunct="1">
              <a:spcBef>
                <a:spcPct val="50000"/>
              </a:spcBef>
              <a:defRPr sz="5600">
                <a:solidFill>
                  <a:srgbClr val="000000"/>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p:txBody>
      </p:sp>
      <p:sp>
        <p:nvSpPr>
          <p:cNvPr id="38" name="文本框 42"/>
          <p:cNvSpPr txBox="1"/>
          <p:nvPr/>
        </p:nvSpPr>
        <p:spPr>
          <a:xfrm>
            <a:off x="17800109" y="2539491"/>
            <a:ext cx="5851857" cy="71814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r>
              <a:rPr kumimoji="0" lang="zh-CN" altLang="en-US" sz="400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a:rPr>
              <a:t>售货机“零钱找完”灯亮</a:t>
            </a:r>
            <a:endParaRPr kumimoji="0" lang="zh-CN" altLang="en-US" sz="400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a:endParaRPr>
          </a:p>
        </p:txBody>
      </p:sp>
      <p:sp>
        <p:nvSpPr>
          <p:cNvPr id="39" name="Line 18"/>
          <p:cNvSpPr>
            <a:spLocks noChangeShapeType="1"/>
          </p:cNvSpPr>
          <p:nvPr/>
        </p:nvSpPr>
        <p:spPr bwMode="auto">
          <a:xfrm rot="469168">
            <a:off x="8363661" y="3617058"/>
            <a:ext cx="8076324" cy="514617"/>
          </a:xfrm>
          <a:prstGeom prst="line">
            <a:avLst/>
          </a:prstGeom>
          <a:ln w="28575">
            <a:solidFill>
              <a:schemeClr val="tx1"/>
            </a:solidFill>
            <a:headEnd type="none" w="med" len="med"/>
            <a:tailEnd type="arrow" w="med" len="me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lstStyle/>
          <a:p>
            <a:endParaRPr lang="zh-CN" altLang="en-US" sz="6000">
              <a:latin typeface="Times New Roman" panose="02020603050405020304" pitchFamily="18" charset="0"/>
              <a:cs typeface="Times New Roman" panose="02020603050405020304" pitchFamily="18" charset="0"/>
            </a:endParaRPr>
          </a:p>
        </p:txBody>
      </p:sp>
      <p:sp>
        <p:nvSpPr>
          <p:cNvPr id="40" name="Text Box 20"/>
          <p:cNvSpPr txBox="1">
            <a:spLocks noChangeArrowheads="1"/>
          </p:cNvSpPr>
          <p:nvPr/>
        </p:nvSpPr>
        <p:spPr bwMode="auto">
          <a:xfrm rot="1626829">
            <a:off x="11697624" y="3295740"/>
            <a:ext cx="703683" cy="954107"/>
          </a:xfrm>
          <a:prstGeom prst="rect">
            <a:avLst/>
          </a:prstGeom>
          <a:ln w="28575">
            <a:noFill/>
            <a:miter lim="800000"/>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eaLnBrk="1" hangingPunct="1">
              <a:spcBef>
                <a:spcPct val="50000"/>
              </a:spcBef>
              <a:defRPr sz="5600">
                <a:solidFill>
                  <a:srgbClr val="000000"/>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p:txBody>
      </p:sp>
      <p:sp>
        <p:nvSpPr>
          <p:cNvPr id="41" name="文本框 46"/>
          <p:cNvSpPr txBox="1"/>
          <p:nvPr/>
        </p:nvSpPr>
        <p:spPr>
          <a:xfrm>
            <a:off x="17272649" y="4346719"/>
            <a:ext cx="4159440" cy="71814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r>
              <a:rPr kumimoji="0" lang="zh-CN" altLang="en-US" sz="400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a:rPr>
              <a:t>退还</a:t>
            </a:r>
            <a:r>
              <a:rPr kumimoji="0" lang="en-US" altLang="zh-CN" sz="400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a:rPr>
              <a:t>1</a:t>
            </a:r>
            <a:r>
              <a:rPr kumimoji="0" lang="zh-CN" altLang="en-US" sz="400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a:rPr>
              <a:t>元硬币</a:t>
            </a:r>
            <a:endParaRPr kumimoji="0" lang="zh-CN" altLang="en-US" sz="400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a:endParaRPr>
          </a:p>
        </p:txBody>
      </p:sp>
      <p:sp>
        <p:nvSpPr>
          <p:cNvPr id="42" name="文本框 47"/>
          <p:cNvSpPr txBox="1"/>
          <p:nvPr/>
        </p:nvSpPr>
        <p:spPr>
          <a:xfrm>
            <a:off x="17351731" y="6654030"/>
            <a:ext cx="4159440" cy="71814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r>
              <a:rPr kumimoji="0" lang="zh-CN" altLang="en-US" sz="400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a:rPr>
              <a:t>找回</a:t>
            </a:r>
            <a:r>
              <a:rPr kumimoji="0" lang="en-US" altLang="zh-CN" sz="400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a:rPr>
              <a:t>5</a:t>
            </a:r>
            <a:r>
              <a:rPr lang="zh-CN" altLang="en-US" sz="4000" dirty="0">
                <a:latin typeface="微软雅黑" panose="020B0503020204020204" pitchFamily="34" charset="-122"/>
                <a:ea typeface="微软雅黑" panose="020B0503020204020204" pitchFamily="34" charset="-122"/>
              </a:rPr>
              <a:t>角硬币</a:t>
            </a:r>
            <a:endParaRPr kumimoji="0" lang="zh-CN" altLang="en-US" sz="400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a:endParaRPr>
          </a:p>
        </p:txBody>
      </p:sp>
      <p:sp>
        <p:nvSpPr>
          <p:cNvPr id="43" name="Oval 11"/>
          <p:cNvSpPr>
            <a:spLocks noChangeArrowheads="1"/>
          </p:cNvSpPr>
          <p:nvPr/>
        </p:nvSpPr>
        <p:spPr bwMode="auto">
          <a:xfrm>
            <a:off x="16341479" y="12193774"/>
            <a:ext cx="1051659" cy="1238283"/>
          </a:xfrm>
          <a:prstGeom prst="ellipse">
            <a:avLst/>
          </a:prstGeom>
          <a:ln w="28575">
            <a:solidFill>
              <a:schemeClr val="tx1"/>
            </a:solidFill>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fontAlgn="ctr" hangingPunct="1">
              <a:spcBef>
                <a:spcPct val="0"/>
              </a:spcBef>
              <a:buClrTx/>
              <a:buSzTx/>
              <a:buNone/>
            </a:pPr>
            <a:r>
              <a:rPr lang="en-US" altLang="zh-CN" sz="5600" dirty="0">
                <a:solidFill>
                  <a:srgbClr val="7030A0"/>
                </a:solidFill>
                <a:latin typeface="Times New Roman" panose="02020603050405020304" pitchFamily="18" charset="0"/>
                <a:cs typeface="Times New Roman" panose="02020603050405020304" pitchFamily="18" charset="0"/>
              </a:rPr>
              <a:t>E</a:t>
            </a:r>
            <a:r>
              <a:rPr lang="en-US" altLang="zh-CN" sz="5600" baseline="-25000" dirty="0">
                <a:solidFill>
                  <a:srgbClr val="7030A0"/>
                </a:solidFill>
                <a:latin typeface="Times New Roman" panose="02020603050405020304" pitchFamily="18" charset="0"/>
                <a:cs typeface="Times New Roman" panose="02020603050405020304" pitchFamily="18" charset="0"/>
              </a:rPr>
              <a:t>5</a:t>
            </a:r>
            <a:endParaRPr lang="en-US" altLang="zh-CN" sz="5600" baseline="-25000" dirty="0">
              <a:solidFill>
                <a:srgbClr val="7030A0"/>
              </a:solidFill>
              <a:latin typeface="Times New Roman" panose="02020603050405020304" pitchFamily="18" charset="0"/>
              <a:cs typeface="Times New Roman" panose="02020603050405020304" pitchFamily="18" charset="0"/>
            </a:endParaRPr>
          </a:p>
        </p:txBody>
      </p:sp>
      <p:sp>
        <p:nvSpPr>
          <p:cNvPr id="44" name="文本框 49"/>
          <p:cNvSpPr txBox="1"/>
          <p:nvPr/>
        </p:nvSpPr>
        <p:spPr>
          <a:xfrm>
            <a:off x="17596396" y="10764383"/>
            <a:ext cx="3914775" cy="71814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r>
              <a:rPr kumimoji="0" lang="zh-CN" altLang="en-US" sz="400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a:rPr>
              <a:t>送出橙汁按钮</a:t>
            </a:r>
            <a:endParaRPr kumimoji="0" lang="zh-CN" altLang="en-US" sz="400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a:endParaRPr>
          </a:p>
        </p:txBody>
      </p:sp>
      <p:sp>
        <p:nvSpPr>
          <p:cNvPr id="45" name="文本框 50"/>
          <p:cNvSpPr txBox="1"/>
          <p:nvPr/>
        </p:nvSpPr>
        <p:spPr>
          <a:xfrm>
            <a:off x="17596395" y="12517873"/>
            <a:ext cx="3914775" cy="71814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r>
              <a:rPr kumimoji="0" lang="zh-CN" altLang="en-US" sz="400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a:rPr>
              <a:t>送出啤酒按钮</a:t>
            </a:r>
            <a:endParaRPr kumimoji="0" lang="zh-CN" altLang="en-US" sz="400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a:endParaRPr>
          </a:p>
        </p:txBody>
      </p:sp>
      <p:sp>
        <p:nvSpPr>
          <p:cNvPr id="46" name="Text Box 22"/>
          <p:cNvSpPr txBox="1">
            <a:spLocks noChangeArrowheads="1"/>
          </p:cNvSpPr>
          <p:nvPr/>
        </p:nvSpPr>
        <p:spPr bwMode="auto">
          <a:xfrm rot="10800000">
            <a:off x="15589331" y="10336728"/>
            <a:ext cx="707550" cy="869530"/>
          </a:xfrm>
          <a:prstGeom prst="rect">
            <a:avLst/>
          </a:prstGeom>
          <a:noFill/>
          <a:ln w="28575">
            <a:noFill/>
            <a:miter lim="800000"/>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eaLnBrk="1" hangingPunct="1">
              <a:spcBef>
                <a:spcPct val="50000"/>
              </a:spcBef>
              <a:defRPr sz="5600">
                <a:solidFill>
                  <a:srgbClr val="000000"/>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r>
              <a:rPr lang="en-US" altLang="zh-CN" dirty="0">
                <a:latin typeface="Times New Roman" panose="02020603050405020304" pitchFamily="18" charset="0"/>
                <a:cs typeface="Times New Roman" panose="02020603050405020304" pitchFamily="18" charset="0"/>
              </a:rPr>
              <a:t>V</a:t>
            </a:r>
            <a:endParaRPr lang="en-US" altLang="zh-CN" dirty="0">
              <a:latin typeface="Times New Roman" panose="02020603050405020304" pitchFamily="18" charset="0"/>
              <a:cs typeface="Times New Roman" panose="02020603050405020304" pitchFamily="18" charset="0"/>
            </a:endParaRPr>
          </a:p>
        </p:txBody>
      </p:sp>
      <p:sp>
        <p:nvSpPr>
          <p:cNvPr id="47" name="Line 18"/>
          <p:cNvSpPr>
            <a:spLocks noChangeShapeType="1"/>
          </p:cNvSpPr>
          <p:nvPr/>
        </p:nvSpPr>
        <p:spPr bwMode="auto">
          <a:xfrm>
            <a:off x="8527894" y="12771961"/>
            <a:ext cx="7839534" cy="84795"/>
          </a:xfrm>
          <a:prstGeom prst="line">
            <a:avLst/>
          </a:prstGeom>
          <a:ln w="28575">
            <a:solidFill>
              <a:schemeClr val="tx1"/>
            </a:solidFill>
            <a:headEnd type="none" w="med" len="med"/>
            <a:tailEnd type="arrow" w="med" len="me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lstStyle/>
          <a:p>
            <a:endParaRPr lang="zh-CN" altLang="en-US" sz="6000">
              <a:latin typeface="Times New Roman" panose="02020603050405020304" pitchFamily="18" charset="0"/>
              <a:cs typeface="Times New Roman" panose="02020603050405020304" pitchFamily="18" charset="0"/>
            </a:endParaRPr>
          </a:p>
        </p:txBody>
      </p:sp>
      <p:sp>
        <p:nvSpPr>
          <p:cNvPr id="48" name="Text Box 22"/>
          <p:cNvSpPr txBox="1">
            <a:spLocks noChangeArrowheads="1"/>
          </p:cNvSpPr>
          <p:nvPr/>
        </p:nvSpPr>
        <p:spPr bwMode="auto">
          <a:xfrm rot="10800000">
            <a:off x="15532301" y="11927700"/>
            <a:ext cx="707550" cy="869530"/>
          </a:xfrm>
          <a:prstGeom prst="rect">
            <a:avLst/>
          </a:prstGeom>
          <a:noFill/>
          <a:ln w="28575">
            <a:noFill/>
            <a:miter lim="800000"/>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eaLnBrk="1" hangingPunct="1">
              <a:spcBef>
                <a:spcPct val="50000"/>
              </a:spcBef>
              <a:defRPr sz="5600">
                <a:solidFill>
                  <a:srgbClr val="000000"/>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r>
              <a:rPr lang="en-US" altLang="zh-CN" dirty="0">
                <a:latin typeface="Times New Roman" panose="02020603050405020304" pitchFamily="18" charset="0"/>
                <a:cs typeface="Times New Roman" panose="02020603050405020304" pitchFamily="18" charset="0"/>
              </a:rPr>
              <a:t>V</a:t>
            </a:r>
            <a:endParaRPr lang="en-US" altLang="zh-CN" dirty="0">
              <a:latin typeface="Times New Roman" panose="02020603050405020304" pitchFamily="18" charset="0"/>
              <a:cs typeface="Times New Roman" panose="02020603050405020304" pitchFamily="18" charset="0"/>
            </a:endParaRPr>
          </a:p>
        </p:txBody>
      </p:sp>
      <p:sp>
        <p:nvSpPr>
          <p:cNvPr id="49" name="Oval 9"/>
          <p:cNvSpPr>
            <a:spLocks noChangeArrowheads="1"/>
          </p:cNvSpPr>
          <p:nvPr/>
        </p:nvSpPr>
        <p:spPr bwMode="auto">
          <a:xfrm>
            <a:off x="9130234" y="8614626"/>
            <a:ext cx="1051659" cy="1238283"/>
          </a:xfrm>
          <a:prstGeom prst="ellipse">
            <a:avLst/>
          </a:prstGeom>
          <a:ln w="28575">
            <a:solidFill>
              <a:schemeClr val="tx1"/>
            </a:solidFill>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fontAlgn="ctr" hangingPunct="1">
              <a:spcBef>
                <a:spcPct val="0"/>
              </a:spcBef>
              <a:buClrTx/>
              <a:buSzTx/>
              <a:buFontTx/>
              <a:buNone/>
            </a:pPr>
            <a:r>
              <a:rPr lang="en-US" altLang="zh-CN" sz="5600" dirty="0">
                <a:solidFill>
                  <a:srgbClr val="000000"/>
                </a:solidFill>
                <a:latin typeface="Times New Roman" panose="02020603050405020304" pitchFamily="18" charset="0"/>
                <a:cs typeface="Times New Roman" panose="02020603050405020304" pitchFamily="18" charset="0"/>
              </a:rPr>
              <a:t>M</a:t>
            </a:r>
            <a:r>
              <a:rPr lang="en-US" altLang="zh-CN" sz="5600" baseline="-25000" dirty="0">
                <a:solidFill>
                  <a:srgbClr val="000000"/>
                </a:solidFill>
                <a:latin typeface="Times New Roman" panose="02020603050405020304" pitchFamily="18" charset="0"/>
                <a:cs typeface="Times New Roman" panose="02020603050405020304" pitchFamily="18" charset="0"/>
              </a:rPr>
              <a:t>2</a:t>
            </a:r>
            <a:endParaRPr lang="en-US" altLang="zh-CN" sz="5600" baseline="-25000" dirty="0">
              <a:solidFill>
                <a:srgbClr val="000000"/>
              </a:solidFill>
              <a:latin typeface="Times New Roman" panose="02020603050405020304" pitchFamily="18" charset="0"/>
              <a:cs typeface="Times New Roman" panose="02020603050405020304" pitchFamily="18" charset="0"/>
            </a:endParaRPr>
          </a:p>
        </p:txBody>
      </p:sp>
      <p:sp>
        <p:nvSpPr>
          <p:cNvPr id="50" name="Oval 9"/>
          <p:cNvSpPr>
            <a:spLocks noChangeArrowheads="1"/>
          </p:cNvSpPr>
          <p:nvPr/>
        </p:nvSpPr>
        <p:spPr bwMode="auto">
          <a:xfrm>
            <a:off x="13967214" y="6315886"/>
            <a:ext cx="1051659" cy="1238283"/>
          </a:xfrm>
          <a:prstGeom prst="ellipse">
            <a:avLst/>
          </a:prstGeom>
          <a:ln w="28575">
            <a:solidFill>
              <a:schemeClr val="tx1"/>
            </a:solidFill>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fontAlgn="ctr" hangingPunct="1">
              <a:spcBef>
                <a:spcPct val="0"/>
              </a:spcBef>
              <a:buClrTx/>
              <a:buSzTx/>
              <a:buFontTx/>
              <a:buNone/>
            </a:pPr>
            <a:r>
              <a:rPr lang="en-US" altLang="zh-CN" sz="5600" dirty="0">
                <a:solidFill>
                  <a:srgbClr val="000000"/>
                </a:solidFill>
                <a:latin typeface="Times New Roman" panose="02020603050405020304" pitchFamily="18" charset="0"/>
                <a:cs typeface="Times New Roman" panose="02020603050405020304" pitchFamily="18" charset="0"/>
              </a:rPr>
              <a:t>M</a:t>
            </a:r>
            <a:r>
              <a:rPr lang="en-US" altLang="zh-CN" sz="5600" baseline="-25000" dirty="0">
                <a:solidFill>
                  <a:srgbClr val="000000"/>
                </a:solidFill>
                <a:latin typeface="Times New Roman" panose="02020603050405020304" pitchFamily="18" charset="0"/>
                <a:cs typeface="Times New Roman" panose="02020603050405020304" pitchFamily="18" charset="0"/>
              </a:rPr>
              <a:t>3</a:t>
            </a:r>
            <a:endParaRPr lang="en-US" altLang="zh-CN" sz="5600" baseline="-25000" dirty="0">
              <a:solidFill>
                <a:srgbClr val="000000"/>
              </a:solidFill>
              <a:latin typeface="Times New Roman" panose="02020603050405020304" pitchFamily="18" charset="0"/>
              <a:cs typeface="Times New Roman" panose="02020603050405020304" pitchFamily="18" charset="0"/>
            </a:endParaRPr>
          </a:p>
        </p:txBody>
      </p:sp>
      <p:sp>
        <p:nvSpPr>
          <p:cNvPr id="51" name="Oval 9"/>
          <p:cNvSpPr>
            <a:spLocks noChangeArrowheads="1"/>
          </p:cNvSpPr>
          <p:nvPr/>
        </p:nvSpPr>
        <p:spPr bwMode="auto">
          <a:xfrm>
            <a:off x="14097580" y="8917025"/>
            <a:ext cx="1051659" cy="1238283"/>
          </a:xfrm>
          <a:prstGeom prst="ellipse">
            <a:avLst/>
          </a:prstGeom>
          <a:ln w="28575">
            <a:solidFill>
              <a:schemeClr val="tx1"/>
            </a:solidFill>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gn="ctr" eaLnBrk="1" fontAlgn="ctr" hangingPunct="1">
              <a:spcBef>
                <a:spcPct val="0"/>
              </a:spcBef>
              <a:buClrTx/>
              <a:buSzTx/>
              <a:buFontTx/>
              <a:buNone/>
            </a:pPr>
            <a:r>
              <a:rPr lang="en-US" altLang="zh-CN" sz="5600" dirty="0">
                <a:solidFill>
                  <a:srgbClr val="000000"/>
                </a:solidFill>
                <a:latin typeface="Times New Roman" panose="02020603050405020304" pitchFamily="18" charset="0"/>
                <a:cs typeface="Times New Roman" panose="02020603050405020304" pitchFamily="18" charset="0"/>
              </a:rPr>
              <a:t>M</a:t>
            </a:r>
            <a:r>
              <a:rPr lang="en-US" altLang="zh-CN" sz="5600" baseline="-25000" dirty="0">
                <a:solidFill>
                  <a:srgbClr val="000000"/>
                </a:solidFill>
                <a:latin typeface="Times New Roman" panose="02020603050405020304" pitchFamily="18" charset="0"/>
                <a:cs typeface="Times New Roman" panose="02020603050405020304" pitchFamily="18" charset="0"/>
              </a:rPr>
              <a:t>4</a:t>
            </a:r>
            <a:endParaRPr lang="en-US" altLang="zh-CN" sz="5600" baseline="-25000" dirty="0">
              <a:solidFill>
                <a:srgbClr val="000000"/>
              </a:solidFill>
              <a:latin typeface="Times New Roman" panose="02020603050405020304" pitchFamily="18" charset="0"/>
              <a:cs typeface="Times New Roman" panose="02020603050405020304" pitchFamily="18" charset="0"/>
            </a:endParaRPr>
          </a:p>
        </p:txBody>
      </p:sp>
      <p:sp>
        <p:nvSpPr>
          <p:cNvPr id="52" name="Text Box 22"/>
          <p:cNvSpPr txBox="1">
            <a:spLocks noChangeArrowheads="1"/>
          </p:cNvSpPr>
          <p:nvPr/>
        </p:nvSpPr>
        <p:spPr bwMode="auto">
          <a:xfrm rot="10800000">
            <a:off x="13169401" y="6028478"/>
            <a:ext cx="707550" cy="869530"/>
          </a:xfrm>
          <a:prstGeom prst="rect">
            <a:avLst/>
          </a:prstGeom>
          <a:noFill/>
          <a:ln w="28575">
            <a:noFill/>
            <a:miter lim="800000"/>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eaLnBrk="1" hangingPunct="1">
              <a:spcBef>
                <a:spcPct val="50000"/>
              </a:spcBef>
              <a:defRPr sz="5600">
                <a:solidFill>
                  <a:srgbClr val="000000"/>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r>
              <a:rPr lang="en-US" altLang="zh-CN" dirty="0">
                <a:latin typeface="Times New Roman" panose="02020603050405020304" pitchFamily="18" charset="0"/>
                <a:cs typeface="Times New Roman" panose="02020603050405020304" pitchFamily="18" charset="0"/>
              </a:rPr>
              <a:t>V</a:t>
            </a:r>
            <a:endParaRPr lang="en-US" altLang="zh-CN" dirty="0">
              <a:latin typeface="Times New Roman" panose="02020603050405020304" pitchFamily="18" charset="0"/>
              <a:cs typeface="Times New Roman" panose="02020603050405020304" pitchFamily="18" charset="0"/>
            </a:endParaRPr>
          </a:p>
        </p:txBody>
      </p:sp>
      <p:sp>
        <p:nvSpPr>
          <p:cNvPr id="53" name="Line 18"/>
          <p:cNvSpPr>
            <a:spLocks noChangeShapeType="1"/>
          </p:cNvSpPr>
          <p:nvPr/>
        </p:nvSpPr>
        <p:spPr bwMode="auto">
          <a:xfrm rot="469168">
            <a:off x="8331716" y="3550128"/>
            <a:ext cx="5990500" cy="2474459"/>
          </a:xfrm>
          <a:prstGeom prst="line">
            <a:avLst/>
          </a:prstGeom>
          <a:ln w="28575">
            <a:solidFill>
              <a:schemeClr val="tx1"/>
            </a:solidFill>
            <a:headEnd type="none" w="med" len="med"/>
            <a:tailEnd type="arrow" w="med" len="me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lstStyle/>
          <a:p>
            <a:endParaRPr lang="zh-CN" altLang="en-US" sz="6000" dirty="0">
              <a:latin typeface="Times New Roman" panose="02020603050405020304" pitchFamily="18" charset="0"/>
              <a:cs typeface="Times New Roman" panose="02020603050405020304" pitchFamily="18" charset="0"/>
            </a:endParaRPr>
          </a:p>
        </p:txBody>
      </p:sp>
      <p:sp>
        <p:nvSpPr>
          <p:cNvPr id="54" name="Text Box 22"/>
          <p:cNvSpPr txBox="1">
            <a:spLocks noChangeArrowheads="1"/>
          </p:cNvSpPr>
          <p:nvPr/>
        </p:nvSpPr>
        <p:spPr bwMode="auto">
          <a:xfrm rot="10800000">
            <a:off x="14760784" y="4574790"/>
            <a:ext cx="707550" cy="869530"/>
          </a:xfrm>
          <a:prstGeom prst="rect">
            <a:avLst/>
          </a:prstGeom>
          <a:noFill/>
          <a:ln w="28575">
            <a:noFill/>
            <a:miter lim="800000"/>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eaLnBrk="1" hangingPunct="1">
              <a:spcBef>
                <a:spcPct val="50000"/>
              </a:spcBef>
              <a:defRPr sz="5600">
                <a:solidFill>
                  <a:srgbClr val="000000"/>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r>
              <a:rPr lang="en-US" altLang="zh-CN" dirty="0">
                <a:latin typeface="Times New Roman" panose="02020603050405020304" pitchFamily="18" charset="0"/>
                <a:cs typeface="Times New Roman" panose="02020603050405020304" pitchFamily="18" charset="0"/>
              </a:rPr>
              <a:t>V</a:t>
            </a:r>
            <a:endParaRPr lang="en-US" altLang="zh-CN" dirty="0">
              <a:latin typeface="Times New Roman" panose="02020603050405020304" pitchFamily="18" charset="0"/>
              <a:cs typeface="Times New Roman" panose="02020603050405020304" pitchFamily="18" charset="0"/>
            </a:endParaRPr>
          </a:p>
        </p:txBody>
      </p:sp>
      <p:sp>
        <p:nvSpPr>
          <p:cNvPr id="55" name="Line 18"/>
          <p:cNvSpPr>
            <a:spLocks noChangeShapeType="1"/>
          </p:cNvSpPr>
          <p:nvPr/>
        </p:nvSpPr>
        <p:spPr bwMode="auto">
          <a:xfrm rot="469168" flipV="1">
            <a:off x="15028930" y="6837129"/>
            <a:ext cx="1399649" cy="225977"/>
          </a:xfrm>
          <a:prstGeom prst="line">
            <a:avLst/>
          </a:prstGeom>
          <a:ln w="28575">
            <a:solidFill>
              <a:schemeClr val="tx1"/>
            </a:solidFill>
            <a:headEnd type="none" w="med" len="med"/>
            <a:tailEnd type="arrow" w="med" len="me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lstStyle/>
          <a:p>
            <a:endParaRPr lang="zh-CN" altLang="en-US" sz="6000" dirty="0">
              <a:latin typeface="Times New Roman" panose="02020603050405020304" pitchFamily="18" charset="0"/>
              <a:cs typeface="Times New Roman" panose="02020603050405020304" pitchFamily="18" charset="0"/>
            </a:endParaRPr>
          </a:p>
        </p:txBody>
      </p:sp>
      <p:sp>
        <p:nvSpPr>
          <p:cNvPr id="56" name="Line 17"/>
          <p:cNvSpPr>
            <a:spLocks noChangeShapeType="1"/>
          </p:cNvSpPr>
          <p:nvPr/>
        </p:nvSpPr>
        <p:spPr bwMode="auto">
          <a:xfrm flipH="1">
            <a:off x="8527894" y="9852910"/>
            <a:ext cx="905526" cy="2664964"/>
          </a:xfrm>
          <a:prstGeom prst="line">
            <a:avLst/>
          </a:prstGeom>
          <a:ln w="28575">
            <a:solidFill>
              <a:schemeClr val="tx1"/>
            </a:solidFill>
            <a:headEnd type="arrow" w="med" len="med"/>
            <a:tailEnd type="none" w="med" len="me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lstStyle/>
          <a:p>
            <a:endParaRPr lang="zh-CN" altLang="en-US" sz="6000">
              <a:latin typeface="Times New Roman" panose="02020603050405020304" pitchFamily="18" charset="0"/>
              <a:cs typeface="Times New Roman" panose="02020603050405020304" pitchFamily="18" charset="0"/>
            </a:endParaRPr>
          </a:p>
        </p:txBody>
      </p:sp>
      <p:sp>
        <p:nvSpPr>
          <p:cNvPr id="57" name="Line 14"/>
          <p:cNvSpPr>
            <a:spLocks noChangeShapeType="1"/>
          </p:cNvSpPr>
          <p:nvPr/>
        </p:nvSpPr>
        <p:spPr bwMode="auto">
          <a:xfrm flipH="1">
            <a:off x="9702689" y="6931327"/>
            <a:ext cx="1107492" cy="1764075"/>
          </a:xfrm>
          <a:prstGeom prst="line">
            <a:avLst/>
          </a:prstGeom>
          <a:ln w="28575">
            <a:solidFill>
              <a:schemeClr val="tx1"/>
            </a:solidFill>
            <a:headEnd type="arrow" w="med" len="med"/>
            <a:tailEnd type="none" w="med" len="me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lstStyle/>
          <a:p>
            <a:endParaRPr lang="zh-CN" altLang="en-US" sz="6000">
              <a:latin typeface="Times New Roman" panose="02020603050405020304" pitchFamily="18" charset="0"/>
              <a:cs typeface="Times New Roman" panose="02020603050405020304" pitchFamily="18" charset="0"/>
            </a:endParaRPr>
          </a:p>
        </p:txBody>
      </p:sp>
      <p:sp>
        <p:nvSpPr>
          <p:cNvPr id="58" name="Line 14"/>
          <p:cNvSpPr>
            <a:spLocks noChangeShapeType="1"/>
          </p:cNvSpPr>
          <p:nvPr/>
        </p:nvSpPr>
        <p:spPr bwMode="auto">
          <a:xfrm flipH="1">
            <a:off x="14568313" y="7526532"/>
            <a:ext cx="101721" cy="1339754"/>
          </a:xfrm>
          <a:prstGeom prst="line">
            <a:avLst/>
          </a:prstGeom>
          <a:ln w="28575">
            <a:solidFill>
              <a:schemeClr val="tx1"/>
            </a:solidFill>
            <a:headEnd type="none" w="med" len="med"/>
            <a:tailEnd type="arrow" w="med" len="me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lstStyle/>
          <a:p>
            <a:endParaRPr lang="zh-CN" altLang="en-US" sz="6000">
              <a:latin typeface="Times New Roman" panose="02020603050405020304" pitchFamily="18" charset="0"/>
              <a:cs typeface="Times New Roman" panose="02020603050405020304" pitchFamily="18" charset="0"/>
            </a:endParaRPr>
          </a:p>
        </p:txBody>
      </p:sp>
      <p:sp>
        <p:nvSpPr>
          <p:cNvPr id="59" name="Text Box 19"/>
          <p:cNvSpPr txBox="1">
            <a:spLocks noChangeArrowheads="1"/>
          </p:cNvSpPr>
          <p:nvPr/>
        </p:nvSpPr>
        <p:spPr bwMode="auto">
          <a:xfrm>
            <a:off x="13611506" y="8307222"/>
            <a:ext cx="703683" cy="869530"/>
          </a:xfrm>
          <a:prstGeom prst="rect">
            <a:avLst/>
          </a:prstGeom>
          <a:noFill/>
          <a:ln w="28575">
            <a:noFill/>
            <a:miter lim="800000"/>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eaLnBrk="1" hangingPunct="1">
              <a:spcBef>
                <a:spcPct val="50000"/>
              </a:spcBef>
              <a:defRPr sz="5600">
                <a:solidFill>
                  <a:srgbClr val="000000"/>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r>
              <a:rPr lang="en-US" altLang="zh-CN" dirty="0">
                <a:latin typeface="Times New Roman" panose="02020603050405020304" pitchFamily="18" charset="0"/>
                <a:cs typeface="Times New Roman" panose="02020603050405020304" pitchFamily="18" charset="0"/>
              </a:rPr>
              <a:t>V</a:t>
            </a:r>
            <a:endParaRPr lang="en-US" altLang="zh-CN" dirty="0">
              <a:latin typeface="Times New Roman" panose="02020603050405020304" pitchFamily="18" charset="0"/>
              <a:cs typeface="Times New Roman" panose="02020603050405020304" pitchFamily="18" charset="0"/>
            </a:endParaRPr>
          </a:p>
        </p:txBody>
      </p:sp>
      <p:sp>
        <p:nvSpPr>
          <p:cNvPr id="60" name="Line 18"/>
          <p:cNvSpPr>
            <a:spLocks noChangeShapeType="1"/>
          </p:cNvSpPr>
          <p:nvPr/>
        </p:nvSpPr>
        <p:spPr bwMode="auto">
          <a:xfrm rot="469168">
            <a:off x="14987146" y="10126308"/>
            <a:ext cx="1505745" cy="363482"/>
          </a:xfrm>
          <a:prstGeom prst="line">
            <a:avLst/>
          </a:prstGeom>
          <a:ln w="28575">
            <a:solidFill>
              <a:schemeClr val="tx1"/>
            </a:solidFill>
            <a:headEnd type="none" w="med" len="med"/>
            <a:tailEnd type="arrow" w="med" len="me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lstStyle/>
          <a:p>
            <a:endParaRPr lang="zh-CN" altLang="en-US" sz="6000" dirty="0">
              <a:latin typeface="Times New Roman" panose="02020603050405020304" pitchFamily="18" charset="0"/>
              <a:cs typeface="Times New Roman" panose="02020603050405020304" pitchFamily="18" charset="0"/>
            </a:endParaRPr>
          </a:p>
        </p:txBody>
      </p:sp>
      <p:sp>
        <p:nvSpPr>
          <p:cNvPr id="61" name="Line 18"/>
          <p:cNvSpPr>
            <a:spLocks noChangeShapeType="1"/>
          </p:cNvSpPr>
          <p:nvPr/>
        </p:nvSpPr>
        <p:spPr bwMode="auto">
          <a:xfrm rot="469168">
            <a:off x="14869166" y="10157783"/>
            <a:ext cx="1717986" cy="2083315"/>
          </a:xfrm>
          <a:prstGeom prst="line">
            <a:avLst/>
          </a:prstGeom>
          <a:ln w="28575">
            <a:solidFill>
              <a:schemeClr val="tx1"/>
            </a:solidFill>
            <a:headEnd type="none" w="med" len="med"/>
            <a:tailEnd type="arrow" w="med" len="me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lstStyle/>
          <a:p>
            <a:endParaRPr lang="zh-CN" altLang="en-US" sz="6000" dirty="0">
              <a:latin typeface="Times New Roman" panose="02020603050405020304" pitchFamily="18" charset="0"/>
              <a:cs typeface="Times New Roman" panose="02020603050405020304" pitchFamily="18" charset="0"/>
            </a:endParaRPr>
          </a:p>
        </p:txBody>
      </p:sp>
      <p:sp>
        <p:nvSpPr>
          <p:cNvPr id="62" name="文本框 68"/>
          <p:cNvSpPr txBox="1"/>
          <p:nvPr/>
        </p:nvSpPr>
        <p:spPr>
          <a:xfrm>
            <a:off x="9817983" y="7263624"/>
            <a:ext cx="3914775" cy="71814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4000">
                <a:latin typeface="微软雅黑" panose="020B0503020204020204" pitchFamily="34" charset="-122"/>
                <a:ea typeface="微软雅黑" panose="020B0503020204020204" pitchFamily="34" charset="-122"/>
              </a:defRPr>
            </a:lvl1pPr>
          </a:lstStyle>
          <a:p>
            <a:r>
              <a:rPr lang="zh-CN" altLang="en-US" dirty="0"/>
              <a:t>该找</a:t>
            </a:r>
            <a:r>
              <a:rPr lang="en-US" altLang="zh-CN" dirty="0"/>
              <a:t>5</a:t>
            </a:r>
            <a:r>
              <a:rPr lang="zh-CN" altLang="en-US" dirty="0"/>
              <a:t>角</a:t>
            </a:r>
            <a:endParaRPr lang="zh-CN" altLang="en-US" dirty="0"/>
          </a:p>
        </p:txBody>
      </p:sp>
      <p:sp>
        <p:nvSpPr>
          <p:cNvPr id="63" name="文本框 69"/>
          <p:cNvSpPr txBox="1"/>
          <p:nvPr/>
        </p:nvSpPr>
        <p:spPr>
          <a:xfrm>
            <a:off x="9156421" y="9446290"/>
            <a:ext cx="3914775" cy="71814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4000">
                <a:latin typeface="微软雅黑" panose="020B0503020204020204" pitchFamily="34" charset="-122"/>
                <a:ea typeface="微软雅黑" panose="020B0503020204020204" pitchFamily="34" charset="-122"/>
              </a:defRPr>
            </a:lvl1pPr>
          </a:lstStyle>
          <a:p>
            <a:r>
              <a:rPr lang="zh-CN" altLang="en-US" dirty="0"/>
              <a:t>压下按钮</a:t>
            </a:r>
            <a:endParaRPr lang="zh-CN" altLang="en-US" dirty="0"/>
          </a:p>
        </p:txBody>
      </p:sp>
      <p:sp>
        <p:nvSpPr>
          <p:cNvPr id="64" name="文本框 70"/>
          <p:cNvSpPr txBox="1"/>
          <p:nvPr/>
        </p:nvSpPr>
        <p:spPr>
          <a:xfrm rot="1138960">
            <a:off x="13874982" y="7414965"/>
            <a:ext cx="3914775" cy="71814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4000">
                <a:latin typeface="微软雅黑" panose="020B0503020204020204" pitchFamily="34" charset="-122"/>
                <a:ea typeface="微软雅黑" panose="020B0503020204020204" pitchFamily="34" charset="-122"/>
              </a:defRPr>
            </a:lvl1pPr>
          </a:lstStyle>
          <a:p>
            <a:r>
              <a:rPr lang="zh-CN" altLang="en-US" dirty="0"/>
              <a:t>可找</a:t>
            </a:r>
            <a:r>
              <a:rPr lang="en-US" altLang="zh-CN" dirty="0"/>
              <a:t>5</a:t>
            </a:r>
            <a:r>
              <a:rPr lang="zh-CN" altLang="en-US" dirty="0"/>
              <a:t>角</a:t>
            </a:r>
            <a:endParaRPr lang="zh-CN" altLang="en-US" dirty="0"/>
          </a:p>
        </p:txBody>
      </p:sp>
      <p:sp>
        <p:nvSpPr>
          <p:cNvPr id="65" name="文本框 71"/>
          <p:cNvSpPr txBox="1"/>
          <p:nvPr/>
        </p:nvSpPr>
        <p:spPr>
          <a:xfrm>
            <a:off x="14204762" y="9194903"/>
            <a:ext cx="3914775" cy="71814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4000">
                <a:latin typeface="微软雅黑" panose="020B0503020204020204" pitchFamily="34" charset="-122"/>
                <a:ea typeface="微软雅黑" panose="020B0503020204020204" pitchFamily="34" charset="-122"/>
              </a:defRPr>
            </a:lvl1pPr>
          </a:lstStyle>
          <a:p>
            <a:r>
              <a:rPr lang="zh-CN" altLang="en-US" dirty="0"/>
              <a:t>钱付清</a:t>
            </a:r>
            <a:endParaRPr lang="zh-CN" altLang="en-US" dirty="0"/>
          </a:p>
        </p:txBody>
      </p:sp>
      <p:pic>
        <p:nvPicPr>
          <p:cNvPr id="3" name="Audio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63300" y="13195300"/>
            <a:ext cx="304800" cy="304800"/>
          </a:xfrm>
          <a:prstGeom prst="rect">
            <a:avLst/>
          </a:prstGeom>
        </p:spPr>
      </p:pic>
    </p:spTree>
    <p:custDataLst>
      <p:tags r:id="rId4"/>
    </p:custDataLst>
  </p:cSld>
  <p:clrMapOvr>
    <a:masterClrMapping/>
  </p:clrMapOvr>
  <p:transition spd="med" advTm="256119"/>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因果图测试</a:t>
            </a:r>
            <a:endParaRPr lang="zh-CN" altLang="en-US" dirty="0"/>
          </a:p>
        </p:txBody>
      </p:sp>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2</a:t>
            </a:r>
            <a:endParaRPr dirty="0"/>
          </a:p>
        </p:txBody>
      </p:sp>
      <p:graphicFrame>
        <p:nvGraphicFramePr>
          <p:cNvPr id="66" name="表格 6"/>
          <p:cNvGraphicFramePr>
            <a:graphicFrameLocks noGrp="1"/>
          </p:cNvGraphicFramePr>
          <p:nvPr/>
        </p:nvGraphicFramePr>
        <p:xfrm>
          <a:off x="4566772" y="2518001"/>
          <a:ext cx="15883153" cy="9613033"/>
        </p:xfrm>
        <a:graphic>
          <a:graphicData uri="http://schemas.openxmlformats.org/drawingml/2006/table">
            <a:tbl>
              <a:tblPr>
                <a:tableStyleId>{5940675A-B579-460E-94D1-54222C63F5DA}</a:tableStyleId>
              </a:tblPr>
              <a:tblGrid>
                <a:gridCol w="1120536"/>
                <a:gridCol w="457062"/>
                <a:gridCol w="457062"/>
                <a:gridCol w="457062"/>
                <a:gridCol w="457062"/>
                <a:gridCol w="457062"/>
                <a:gridCol w="457062"/>
                <a:gridCol w="457062"/>
                <a:gridCol w="457062"/>
                <a:gridCol w="457062"/>
                <a:gridCol w="615191"/>
                <a:gridCol w="298932"/>
                <a:gridCol w="457062"/>
                <a:gridCol w="457062"/>
                <a:gridCol w="457062"/>
                <a:gridCol w="457062"/>
                <a:gridCol w="457062"/>
                <a:gridCol w="503050"/>
                <a:gridCol w="411074"/>
                <a:gridCol w="457062"/>
                <a:gridCol w="593698"/>
                <a:gridCol w="457062"/>
                <a:gridCol w="457062"/>
                <a:gridCol w="457062"/>
                <a:gridCol w="457062"/>
                <a:gridCol w="457062"/>
                <a:gridCol w="457062"/>
                <a:gridCol w="457062"/>
                <a:gridCol w="457062"/>
                <a:gridCol w="457062"/>
                <a:gridCol w="647596"/>
                <a:gridCol w="351344"/>
                <a:gridCol w="372244"/>
              </a:tblGrid>
              <a:tr h="922835">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2</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3</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4</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5</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6</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noFill/>
                      <a:prstDash val="solid"/>
                      <a:round/>
                      <a:headEnd type="none" w="med" len="med"/>
                      <a:tailEnd type="none" w="med" len="med"/>
                    </a:lnL>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7</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8</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9</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2</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3</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4</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5</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6</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7</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8</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9</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20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2</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3</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4</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5</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6</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7</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8</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9</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30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2</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43611">
                <a:tc>
                  <a:txBody>
                    <a:bodyPr/>
                    <a:lstStyle/>
                    <a:p>
                      <a:pPr algn="ctr" fontAlgn="ctr"/>
                      <a:r>
                        <a:rPr lang="en-GB" sz="3500" u="none" strike="noStrike" dirty="0">
                          <a:effectLst/>
                          <a:latin typeface="微软雅黑" panose="020B0503020204020204" pitchFamily="34" charset="-122"/>
                          <a:ea typeface="微软雅黑" panose="020B0503020204020204" pitchFamily="34" charset="-122"/>
                        </a:rPr>
                        <a:t>C</a:t>
                      </a:r>
                      <a:r>
                        <a:rPr lang="en-GB" sz="3500" u="none" strike="noStrike" baseline="-25000" dirty="0">
                          <a:effectLst/>
                          <a:latin typeface="微软雅黑" panose="020B0503020204020204" pitchFamily="34" charset="-122"/>
                          <a:ea typeface="微软雅黑" panose="020B0503020204020204" pitchFamily="34" charset="-122"/>
                        </a:rPr>
                        <a:t>1</a:t>
                      </a:r>
                      <a:endParaRPr lang="en-GB" sz="3500" b="0" i="0" u="none" strike="noStrike" baseline="-25000"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285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r>
              <a:tr h="543611">
                <a:tc>
                  <a:txBody>
                    <a:bodyPr/>
                    <a:lstStyle/>
                    <a:p>
                      <a:pPr algn="ctr" fontAlgn="ctr"/>
                      <a:r>
                        <a:rPr lang="en-GB" sz="3500" u="none" strike="noStrike" dirty="0">
                          <a:effectLst/>
                          <a:latin typeface="微软雅黑" panose="020B0503020204020204" pitchFamily="34" charset="-122"/>
                          <a:ea typeface="微软雅黑" panose="020B0503020204020204" pitchFamily="34" charset="-122"/>
                        </a:rPr>
                        <a:t>C</a:t>
                      </a:r>
                      <a:r>
                        <a:rPr lang="en-GB" sz="3500" u="none" strike="noStrike" baseline="-25000" dirty="0">
                          <a:effectLst/>
                          <a:latin typeface="微软雅黑" panose="020B0503020204020204" pitchFamily="34" charset="-122"/>
                          <a:ea typeface="微软雅黑" panose="020B0503020204020204" pitchFamily="34" charset="-122"/>
                        </a:rPr>
                        <a:t>2</a:t>
                      </a:r>
                      <a:endParaRPr lang="en-GB" sz="3500" b="0" i="0" u="none" strike="noStrike" baseline="-25000"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285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r>
              <a:tr h="543611">
                <a:tc>
                  <a:txBody>
                    <a:bodyPr/>
                    <a:lstStyle/>
                    <a:p>
                      <a:pPr algn="ctr" fontAlgn="ctr"/>
                      <a:r>
                        <a:rPr lang="en-GB" sz="3500" u="none" strike="noStrike" dirty="0">
                          <a:effectLst/>
                          <a:latin typeface="微软雅黑" panose="020B0503020204020204" pitchFamily="34" charset="-122"/>
                          <a:ea typeface="微软雅黑" panose="020B0503020204020204" pitchFamily="34" charset="-122"/>
                        </a:rPr>
                        <a:t>C</a:t>
                      </a:r>
                      <a:r>
                        <a:rPr lang="en-GB" sz="3500" u="none" strike="noStrike" baseline="-25000" dirty="0">
                          <a:effectLst/>
                          <a:latin typeface="微软雅黑" panose="020B0503020204020204" pitchFamily="34" charset="-122"/>
                          <a:ea typeface="微软雅黑" panose="020B0503020204020204" pitchFamily="34" charset="-122"/>
                        </a:rPr>
                        <a:t>3</a:t>
                      </a:r>
                      <a:endParaRPr lang="en-GB" sz="3500" b="0" i="0" u="none" strike="noStrike" baseline="-25000"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285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r>
              <a:tr h="543611">
                <a:tc>
                  <a:txBody>
                    <a:bodyPr/>
                    <a:lstStyle/>
                    <a:p>
                      <a:pPr algn="ctr" fontAlgn="ctr"/>
                      <a:r>
                        <a:rPr lang="en-GB" sz="3500" u="none" strike="noStrike" dirty="0">
                          <a:effectLst/>
                          <a:latin typeface="微软雅黑" panose="020B0503020204020204" pitchFamily="34" charset="-122"/>
                          <a:ea typeface="微软雅黑" panose="020B0503020204020204" pitchFamily="34" charset="-122"/>
                        </a:rPr>
                        <a:t>C</a:t>
                      </a:r>
                      <a:r>
                        <a:rPr lang="en-GB" sz="3500" u="none" strike="noStrike" baseline="-25000" dirty="0">
                          <a:effectLst/>
                          <a:latin typeface="微软雅黑" panose="020B0503020204020204" pitchFamily="34" charset="-122"/>
                          <a:ea typeface="微软雅黑" panose="020B0503020204020204" pitchFamily="34" charset="-122"/>
                        </a:rPr>
                        <a:t>4</a:t>
                      </a:r>
                      <a:endParaRPr lang="en-GB" sz="3500" b="0" i="0" u="none" strike="noStrike" baseline="-25000"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285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r>
              <a:tr h="543611">
                <a:tc>
                  <a:txBody>
                    <a:bodyPr/>
                    <a:lstStyle/>
                    <a:p>
                      <a:pPr algn="ctr" fontAlgn="ctr"/>
                      <a:r>
                        <a:rPr lang="en-GB" sz="3500" u="none" strike="noStrike" dirty="0">
                          <a:effectLst/>
                          <a:latin typeface="微软雅黑" panose="020B0503020204020204" pitchFamily="34" charset="-122"/>
                          <a:ea typeface="微软雅黑" panose="020B0503020204020204" pitchFamily="34" charset="-122"/>
                        </a:rPr>
                        <a:t>C</a:t>
                      </a:r>
                      <a:r>
                        <a:rPr lang="en-GB" sz="3500" u="none" strike="noStrike" baseline="-25000" dirty="0">
                          <a:effectLst/>
                          <a:latin typeface="微软雅黑" panose="020B0503020204020204" pitchFamily="34" charset="-122"/>
                          <a:ea typeface="微软雅黑" panose="020B0503020204020204" pitchFamily="34" charset="-122"/>
                        </a:rPr>
                        <a:t>5</a:t>
                      </a:r>
                      <a:endParaRPr lang="en-GB" sz="3500" b="0" i="0" u="none" strike="noStrike" baseline="-25000"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285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r>
              <a:tr h="543611">
                <a:tc>
                  <a:txBody>
                    <a:bodyPr/>
                    <a:lstStyle/>
                    <a:p>
                      <a:pPr algn="ctr" fontAlgn="ctr"/>
                      <a:r>
                        <a:rPr lang="en-GB" sz="3500" u="none" strike="noStrike" dirty="0">
                          <a:effectLst/>
                          <a:latin typeface="微软雅黑" panose="020B0503020204020204" pitchFamily="34" charset="-122"/>
                          <a:ea typeface="微软雅黑" panose="020B0503020204020204" pitchFamily="34" charset="-122"/>
                        </a:rPr>
                        <a:t>M</a:t>
                      </a:r>
                      <a:r>
                        <a:rPr lang="en-GB" sz="3500" u="none" strike="noStrike" baseline="-25000" dirty="0">
                          <a:effectLst/>
                          <a:latin typeface="微软雅黑" panose="020B0503020204020204" pitchFamily="34" charset="-122"/>
                          <a:ea typeface="微软雅黑" panose="020B0503020204020204" pitchFamily="34" charset="-122"/>
                        </a:rPr>
                        <a:t>1</a:t>
                      </a:r>
                      <a:endParaRPr lang="en-GB" sz="3500" b="0" i="0" u="none" strike="noStrike" baseline="-25000"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285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zh-CN" altLang="en-US" sz="3500" u="none" strike="noStrike">
                          <a:effectLst/>
                          <a:latin typeface="微软雅黑" panose="020B0503020204020204" pitchFamily="34" charset="-122"/>
                          <a:ea typeface="微软雅黑" panose="020B0503020204020204" pitchFamily="34" charset="-122"/>
                        </a:rPr>
                        <a:t>　</a:t>
                      </a:r>
                      <a:endParaRPr lang="zh-CN" altLang="en-US"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zh-CN" altLang="en-US" sz="3500" u="none" strike="noStrike">
                          <a:effectLst/>
                          <a:latin typeface="微软雅黑" panose="020B0503020204020204" pitchFamily="34" charset="-122"/>
                          <a:ea typeface="微软雅黑" panose="020B0503020204020204" pitchFamily="34" charset="-122"/>
                        </a:rPr>
                        <a:t>　</a:t>
                      </a:r>
                      <a:endParaRPr lang="zh-CN" altLang="en-US"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zh-CN" altLang="en-US" sz="3500" u="none" strike="noStrike">
                          <a:effectLst/>
                          <a:latin typeface="微软雅黑" panose="020B0503020204020204" pitchFamily="34" charset="-122"/>
                          <a:ea typeface="微软雅黑" panose="020B0503020204020204" pitchFamily="34" charset="-122"/>
                        </a:rPr>
                        <a:t>　</a:t>
                      </a:r>
                      <a:endParaRPr lang="zh-CN" altLang="en-US"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zh-CN" altLang="en-US" sz="3500" u="none" strike="noStrike">
                          <a:effectLst/>
                          <a:latin typeface="微软雅黑" panose="020B0503020204020204" pitchFamily="34" charset="-122"/>
                          <a:ea typeface="微软雅黑" panose="020B0503020204020204" pitchFamily="34" charset="-122"/>
                        </a:rPr>
                        <a:t>　</a:t>
                      </a:r>
                      <a:endParaRPr lang="zh-CN" altLang="en-US"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zh-CN" altLang="en-US" sz="3500" u="none" strike="noStrike">
                          <a:effectLst/>
                          <a:latin typeface="微软雅黑" panose="020B0503020204020204" pitchFamily="34" charset="-122"/>
                          <a:ea typeface="微软雅黑" panose="020B0503020204020204" pitchFamily="34" charset="-122"/>
                        </a:rPr>
                        <a:t>　</a:t>
                      </a:r>
                      <a:endParaRPr lang="zh-CN" altLang="en-US"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r>
              <a:tr h="543611">
                <a:tc>
                  <a:txBody>
                    <a:bodyPr/>
                    <a:lstStyle/>
                    <a:p>
                      <a:pPr algn="ctr" fontAlgn="ctr"/>
                      <a:r>
                        <a:rPr lang="en-GB" sz="3500" u="none" strike="noStrike" dirty="0">
                          <a:effectLst/>
                          <a:latin typeface="微软雅黑" panose="020B0503020204020204" pitchFamily="34" charset="-122"/>
                          <a:ea typeface="微软雅黑" panose="020B0503020204020204" pitchFamily="34" charset="-122"/>
                        </a:rPr>
                        <a:t>M</a:t>
                      </a:r>
                      <a:r>
                        <a:rPr lang="en-GB" sz="3500" u="none" strike="noStrike" baseline="-25000" dirty="0">
                          <a:effectLst/>
                          <a:latin typeface="微软雅黑" panose="020B0503020204020204" pitchFamily="34" charset="-122"/>
                          <a:ea typeface="微软雅黑" panose="020B0503020204020204" pitchFamily="34" charset="-122"/>
                        </a:rPr>
                        <a:t>2</a:t>
                      </a:r>
                      <a:endParaRPr lang="en-GB" sz="3500" b="0" i="0" u="none" strike="noStrike" baseline="-25000"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285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zh-CN" altLang="en-US" sz="3500" u="none" strike="noStrike">
                          <a:effectLst/>
                          <a:latin typeface="微软雅黑" panose="020B0503020204020204" pitchFamily="34" charset="-122"/>
                          <a:ea typeface="微软雅黑" panose="020B0503020204020204" pitchFamily="34" charset="-122"/>
                        </a:rPr>
                        <a:t>　</a:t>
                      </a:r>
                      <a:endParaRPr lang="zh-CN" altLang="en-US"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zh-CN" altLang="en-US" sz="3500" u="none" strike="noStrike">
                          <a:effectLst/>
                          <a:latin typeface="微软雅黑" panose="020B0503020204020204" pitchFamily="34" charset="-122"/>
                          <a:ea typeface="微软雅黑" panose="020B0503020204020204" pitchFamily="34" charset="-122"/>
                        </a:rPr>
                        <a:t>　</a:t>
                      </a:r>
                      <a:endParaRPr lang="zh-CN" altLang="en-US"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zh-CN" altLang="en-US" sz="3500" u="none" strike="noStrike">
                          <a:effectLst/>
                          <a:latin typeface="微软雅黑" panose="020B0503020204020204" pitchFamily="34" charset="-122"/>
                          <a:ea typeface="微软雅黑" panose="020B0503020204020204" pitchFamily="34" charset="-122"/>
                        </a:rPr>
                        <a:t>　</a:t>
                      </a:r>
                      <a:endParaRPr lang="zh-CN" altLang="en-US"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zh-CN" altLang="en-US" sz="3500" u="none" strike="noStrike">
                          <a:effectLst/>
                          <a:latin typeface="微软雅黑" panose="020B0503020204020204" pitchFamily="34" charset="-122"/>
                          <a:ea typeface="微软雅黑" panose="020B0503020204020204" pitchFamily="34" charset="-122"/>
                        </a:rPr>
                        <a:t>　</a:t>
                      </a:r>
                      <a:endParaRPr lang="zh-CN" altLang="en-US"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zh-CN" altLang="en-US" sz="3500" u="none" strike="noStrike">
                          <a:effectLst/>
                          <a:latin typeface="微软雅黑" panose="020B0503020204020204" pitchFamily="34" charset="-122"/>
                          <a:ea typeface="微软雅黑" panose="020B0503020204020204" pitchFamily="34" charset="-122"/>
                        </a:rPr>
                        <a:t>　</a:t>
                      </a:r>
                      <a:endParaRPr lang="zh-CN" altLang="en-US"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zh-CN" altLang="en-US" sz="3500" u="none" strike="noStrike">
                          <a:effectLst/>
                          <a:latin typeface="微软雅黑" panose="020B0503020204020204" pitchFamily="34" charset="-122"/>
                          <a:ea typeface="微软雅黑" panose="020B0503020204020204" pitchFamily="34" charset="-122"/>
                        </a:rPr>
                        <a:t>　</a:t>
                      </a:r>
                      <a:endParaRPr lang="zh-CN" altLang="en-US"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zh-CN" altLang="en-US" sz="3500" u="none" strike="noStrike">
                          <a:effectLst/>
                          <a:latin typeface="微软雅黑" panose="020B0503020204020204" pitchFamily="34" charset="-122"/>
                          <a:ea typeface="微软雅黑" panose="020B0503020204020204" pitchFamily="34" charset="-122"/>
                        </a:rPr>
                        <a:t>　</a:t>
                      </a:r>
                      <a:endParaRPr lang="zh-CN" altLang="en-US"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zh-CN" altLang="en-US" sz="3500" u="none" strike="noStrike">
                          <a:effectLst/>
                          <a:latin typeface="微软雅黑" panose="020B0503020204020204" pitchFamily="34" charset="-122"/>
                          <a:ea typeface="微软雅黑" panose="020B0503020204020204" pitchFamily="34" charset="-122"/>
                        </a:rPr>
                        <a:t>　</a:t>
                      </a:r>
                      <a:endParaRPr lang="zh-CN" altLang="en-US"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r>
              <a:tr h="543611">
                <a:tc>
                  <a:txBody>
                    <a:bodyPr/>
                    <a:lstStyle/>
                    <a:p>
                      <a:pPr algn="ctr" fontAlgn="ctr"/>
                      <a:r>
                        <a:rPr lang="en-GB" sz="3500" u="none" strike="noStrike" dirty="0">
                          <a:effectLst/>
                          <a:latin typeface="微软雅黑" panose="020B0503020204020204" pitchFamily="34" charset="-122"/>
                          <a:ea typeface="微软雅黑" panose="020B0503020204020204" pitchFamily="34" charset="-122"/>
                        </a:rPr>
                        <a:t>M</a:t>
                      </a:r>
                      <a:r>
                        <a:rPr lang="en-GB" sz="3500" u="none" strike="noStrike" baseline="-25000" dirty="0">
                          <a:effectLst/>
                          <a:latin typeface="微软雅黑" panose="020B0503020204020204" pitchFamily="34" charset="-122"/>
                          <a:ea typeface="微软雅黑" panose="020B0503020204020204" pitchFamily="34" charset="-122"/>
                        </a:rPr>
                        <a:t>3</a:t>
                      </a:r>
                      <a:endParaRPr lang="en-GB" sz="3500" b="0" i="0" u="none" strike="noStrike" baseline="-25000"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285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zh-CN" altLang="en-US" sz="3500" u="none" strike="noStrike">
                          <a:effectLst/>
                          <a:latin typeface="微软雅黑" panose="020B0503020204020204" pitchFamily="34" charset="-122"/>
                          <a:ea typeface="微软雅黑" panose="020B0503020204020204" pitchFamily="34" charset="-122"/>
                        </a:rPr>
                        <a:t>　</a:t>
                      </a:r>
                      <a:endParaRPr lang="zh-CN" altLang="en-US"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zh-CN" altLang="en-US" sz="3500" u="none" strike="noStrike">
                          <a:effectLst/>
                          <a:latin typeface="微软雅黑" panose="020B0503020204020204" pitchFamily="34" charset="-122"/>
                          <a:ea typeface="微软雅黑" panose="020B0503020204020204" pitchFamily="34" charset="-122"/>
                        </a:rPr>
                        <a:t>　</a:t>
                      </a:r>
                      <a:endParaRPr lang="zh-CN" altLang="en-US"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zh-CN" altLang="en-US" sz="3500" u="none" strike="noStrike">
                          <a:effectLst/>
                          <a:latin typeface="微软雅黑" panose="020B0503020204020204" pitchFamily="34" charset="-122"/>
                          <a:ea typeface="微软雅黑" panose="020B0503020204020204" pitchFamily="34" charset="-122"/>
                        </a:rPr>
                        <a:t>　</a:t>
                      </a:r>
                      <a:endParaRPr lang="zh-CN" altLang="en-US"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zh-CN" altLang="en-US" sz="3500" u="none" strike="noStrike">
                          <a:effectLst/>
                          <a:latin typeface="微软雅黑" panose="020B0503020204020204" pitchFamily="34" charset="-122"/>
                          <a:ea typeface="微软雅黑" panose="020B0503020204020204" pitchFamily="34" charset="-122"/>
                        </a:rPr>
                        <a:t>　</a:t>
                      </a:r>
                      <a:endParaRPr lang="zh-CN" altLang="en-US"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zh-CN" altLang="en-US" sz="3500" u="none" strike="noStrike">
                          <a:effectLst/>
                          <a:latin typeface="微软雅黑" panose="020B0503020204020204" pitchFamily="34" charset="-122"/>
                          <a:ea typeface="微软雅黑" panose="020B0503020204020204" pitchFamily="34" charset="-122"/>
                        </a:rPr>
                        <a:t>　</a:t>
                      </a:r>
                      <a:endParaRPr lang="zh-CN" altLang="en-US"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zh-CN" altLang="en-US" sz="3500" u="none" strike="noStrike">
                          <a:effectLst/>
                          <a:latin typeface="微软雅黑" panose="020B0503020204020204" pitchFamily="34" charset="-122"/>
                          <a:ea typeface="微软雅黑" panose="020B0503020204020204" pitchFamily="34" charset="-122"/>
                        </a:rPr>
                        <a:t>　</a:t>
                      </a:r>
                      <a:endParaRPr lang="zh-CN" altLang="en-US"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zh-CN" altLang="en-US" sz="3500" u="none" strike="noStrike">
                          <a:effectLst/>
                          <a:latin typeface="微软雅黑" panose="020B0503020204020204" pitchFamily="34" charset="-122"/>
                          <a:ea typeface="微软雅黑" panose="020B0503020204020204" pitchFamily="34" charset="-122"/>
                        </a:rPr>
                        <a:t>　</a:t>
                      </a:r>
                      <a:endParaRPr lang="zh-CN" altLang="en-US"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r>
              <a:tr h="543611">
                <a:tc>
                  <a:txBody>
                    <a:bodyPr/>
                    <a:lstStyle/>
                    <a:p>
                      <a:pPr algn="ctr" fontAlgn="ctr"/>
                      <a:r>
                        <a:rPr lang="en-GB" sz="3500" u="none" strike="noStrike" dirty="0">
                          <a:effectLst/>
                          <a:latin typeface="微软雅黑" panose="020B0503020204020204" pitchFamily="34" charset="-122"/>
                          <a:ea typeface="微软雅黑" panose="020B0503020204020204" pitchFamily="34" charset="-122"/>
                        </a:rPr>
                        <a:t>M</a:t>
                      </a:r>
                      <a:r>
                        <a:rPr lang="en-GB" sz="3500" u="none" strike="noStrike" baseline="-25000" dirty="0">
                          <a:effectLst/>
                          <a:latin typeface="微软雅黑" panose="020B0503020204020204" pitchFamily="34" charset="-122"/>
                          <a:ea typeface="微软雅黑" panose="020B0503020204020204" pitchFamily="34" charset="-122"/>
                        </a:rPr>
                        <a:t>4</a:t>
                      </a:r>
                      <a:endParaRPr lang="en-GB" sz="3500" b="0" i="0" u="none" strike="noStrike" baseline="-25000"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285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fontAlgn="ctr"/>
                      <a:r>
                        <a:rPr lang="zh-CN" altLang="en-US" sz="3500" u="none" strike="noStrike">
                          <a:effectLst/>
                          <a:latin typeface="微软雅黑" panose="020B0503020204020204" pitchFamily="34" charset="-122"/>
                          <a:ea typeface="微软雅黑" panose="020B0503020204020204" pitchFamily="34" charset="-122"/>
                        </a:rPr>
                        <a:t>　</a:t>
                      </a:r>
                      <a:endParaRPr lang="zh-CN" altLang="en-US"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tcPr>
                </a:tc>
                <a:tc>
                  <a:txBody>
                    <a:bodyPr/>
                    <a:lstStyle/>
                    <a:p>
                      <a:pPr algn="ctr" fontAlgn="ctr"/>
                      <a:r>
                        <a:rPr lang="zh-CN" altLang="en-US" sz="3500" u="none" strike="noStrike">
                          <a:effectLst/>
                          <a:latin typeface="微软雅黑" panose="020B0503020204020204" pitchFamily="34" charset="-122"/>
                          <a:ea typeface="微软雅黑" panose="020B0503020204020204" pitchFamily="34" charset="-122"/>
                        </a:rPr>
                        <a:t>　</a:t>
                      </a:r>
                      <a:endParaRPr lang="zh-CN" altLang="en-US"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tcPr>
                </a:tc>
                <a:tc>
                  <a:txBody>
                    <a:bodyPr/>
                    <a:lstStyle/>
                    <a:p>
                      <a:pPr algn="ctr" fontAlgn="ctr"/>
                      <a:r>
                        <a:rPr lang="zh-CN" altLang="en-US" sz="3500" u="none" strike="noStrike">
                          <a:effectLst/>
                          <a:latin typeface="微软雅黑" panose="020B0503020204020204" pitchFamily="34" charset="-122"/>
                          <a:ea typeface="微软雅黑" panose="020B0503020204020204" pitchFamily="34" charset="-122"/>
                        </a:rPr>
                        <a:t>　</a:t>
                      </a:r>
                      <a:endParaRPr lang="zh-CN" altLang="en-US"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tcPr>
                </a:tc>
                <a:tc>
                  <a:txBody>
                    <a:bodyPr/>
                    <a:lstStyle/>
                    <a:p>
                      <a:pPr algn="ctr" fontAlgn="ctr"/>
                      <a:r>
                        <a:rPr lang="zh-CN" altLang="en-US" sz="3500" u="none" strike="noStrike">
                          <a:effectLst/>
                          <a:latin typeface="微软雅黑" panose="020B0503020204020204" pitchFamily="34" charset="-122"/>
                          <a:ea typeface="微软雅黑" panose="020B0503020204020204" pitchFamily="34" charset="-122"/>
                        </a:rPr>
                        <a:t>　</a:t>
                      </a:r>
                      <a:endParaRPr lang="zh-CN" altLang="en-US"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tcPr>
                </a:tc>
                <a:tc>
                  <a:txBody>
                    <a:bodyPr/>
                    <a:lstStyle/>
                    <a:p>
                      <a:pPr algn="ctr" fontAlgn="ctr"/>
                      <a:r>
                        <a:rPr lang="zh-CN" altLang="en-US" sz="3500" u="none" strike="noStrike">
                          <a:effectLst/>
                          <a:latin typeface="微软雅黑" panose="020B0503020204020204" pitchFamily="34" charset="-122"/>
                          <a:ea typeface="微软雅黑" panose="020B0503020204020204" pitchFamily="34" charset="-122"/>
                        </a:rPr>
                        <a:t>　</a:t>
                      </a:r>
                      <a:endParaRPr lang="zh-CN" altLang="en-US"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tcPr>
                </a:tc>
                <a:tc>
                  <a:txBody>
                    <a:bodyPr/>
                    <a:lstStyle/>
                    <a:p>
                      <a:pPr algn="ctr" fontAlgn="ctr"/>
                      <a:r>
                        <a:rPr lang="zh-CN" altLang="en-US" sz="3500" u="none" strike="noStrike">
                          <a:effectLst/>
                          <a:latin typeface="微软雅黑" panose="020B0503020204020204" pitchFamily="34" charset="-122"/>
                          <a:ea typeface="微软雅黑" panose="020B0503020204020204" pitchFamily="34" charset="-122"/>
                        </a:rPr>
                        <a:t>　</a:t>
                      </a:r>
                      <a:endParaRPr lang="zh-CN" altLang="en-US"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mpd="sng">
                      <a:noFill/>
                    </a:lnT>
                  </a:tcPr>
                </a:tc>
              </a:tr>
              <a:tr h="543611">
                <a:tc>
                  <a:txBody>
                    <a:bodyPr/>
                    <a:lstStyle/>
                    <a:p>
                      <a:pPr algn="ctr" fontAlgn="ctr"/>
                      <a:r>
                        <a:rPr lang="en-GB" sz="3500" u="none" strike="noStrike" dirty="0">
                          <a:effectLst/>
                          <a:latin typeface="微软雅黑" panose="020B0503020204020204" pitchFamily="34" charset="-122"/>
                          <a:ea typeface="微软雅黑" panose="020B0503020204020204" pitchFamily="34" charset="-122"/>
                        </a:rPr>
                        <a:t>E</a:t>
                      </a:r>
                      <a:r>
                        <a:rPr lang="en-GB" sz="3500" u="none" strike="noStrike" baseline="-25000" dirty="0">
                          <a:effectLst/>
                          <a:latin typeface="微软雅黑" panose="020B0503020204020204" pitchFamily="34" charset="-122"/>
                          <a:ea typeface="微软雅黑" panose="020B0503020204020204" pitchFamily="34" charset="-122"/>
                        </a:rPr>
                        <a:t>1</a:t>
                      </a:r>
                      <a:endParaRPr lang="en-GB" sz="3500" b="0" i="0" u="none" strike="noStrike" baseline="-25000"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fontAlgn="ctr"/>
                      <a:r>
                        <a:rPr lang="zh-CN" altLang="en-US" sz="3500" u="none" strike="noStrike">
                          <a:effectLst/>
                          <a:latin typeface="微软雅黑" panose="020B0503020204020204" pitchFamily="34" charset="-122"/>
                          <a:ea typeface="微软雅黑" panose="020B0503020204020204" pitchFamily="34" charset="-122"/>
                        </a:rPr>
                        <a:t>　</a:t>
                      </a:r>
                      <a:endParaRPr lang="zh-CN" altLang="en-US"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fontAlgn="ctr"/>
                      <a:r>
                        <a:rPr lang="zh-CN" altLang="en-US" sz="3500" u="none" strike="noStrike">
                          <a:effectLst/>
                          <a:latin typeface="微软雅黑" panose="020B0503020204020204" pitchFamily="34" charset="-122"/>
                          <a:ea typeface="微软雅黑" panose="020B0503020204020204" pitchFamily="34" charset="-122"/>
                        </a:rPr>
                        <a:t>　</a:t>
                      </a:r>
                      <a:endParaRPr lang="zh-CN" altLang="en-US"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fontAlgn="ctr"/>
                      <a:r>
                        <a:rPr lang="zh-CN" altLang="en-US" sz="3500" u="none" strike="noStrike">
                          <a:effectLst/>
                          <a:latin typeface="微软雅黑" panose="020B0503020204020204" pitchFamily="34" charset="-122"/>
                          <a:ea typeface="微软雅黑" panose="020B0503020204020204" pitchFamily="34" charset="-122"/>
                        </a:rPr>
                        <a:t>　</a:t>
                      </a:r>
                      <a:endParaRPr lang="zh-CN" altLang="en-US"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tcPr>
                </a:tc>
              </a:tr>
              <a:tr h="543611">
                <a:tc>
                  <a:txBody>
                    <a:bodyPr/>
                    <a:lstStyle/>
                    <a:p>
                      <a:pPr algn="ctr" fontAlgn="ctr"/>
                      <a:r>
                        <a:rPr lang="en-GB" sz="3500" u="none" strike="noStrike" dirty="0">
                          <a:effectLst/>
                          <a:latin typeface="微软雅黑" panose="020B0503020204020204" pitchFamily="34" charset="-122"/>
                          <a:ea typeface="微软雅黑" panose="020B0503020204020204" pitchFamily="34" charset="-122"/>
                        </a:rPr>
                        <a:t>E</a:t>
                      </a:r>
                      <a:r>
                        <a:rPr lang="en-GB" sz="3500" u="none" strike="noStrike" baseline="-25000" dirty="0">
                          <a:effectLst/>
                          <a:latin typeface="微软雅黑" panose="020B0503020204020204" pitchFamily="34" charset="-122"/>
                          <a:ea typeface="微软雅黑" panose="020B0503020204020204" pitchFamily="34" charset="-122"/>
                        </a:rPr>
                        <a:t>2</a:t>
                      </a:r>
                      <a:endParaRPr lang="en-GB" sz="3500" b="0" i="0" u="none" strike="noStrike" baseline="-25000"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zh-CN" altLang="en-US" sz="3500" u="none" strike="noStrike">
                          <a:effectLst/>
                          <a:latin typeface="微软雅黑" panose="020B0503020204020204" pitchFamily="34" charset="-122"/>
                          <a:ea typeface="微软雅黑" panose="020B0503020204020204" pitchFamily="34" charset="-122"/>
                        </a:rPr>
                        <a:t>　</a:t>
                      </a:r>
                      <a:endParaRPr lang="zh-CN" altLang="en-US"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zh-CN" altLang="en-US" sz="3500" u="none" strike="noStrike">
                          <a:effectLst/>
                          <a:latin typeface="微软雅黑" panose="020B0503020204020204" pitchFamily="34" charset="-122"/>
                          <a:ea typeface="微软雅黑" panose="020B0503020204020204" pitchFamily="34" charset="-122"/>
                        </a:rPr>
                        <a:t>　</a:t>
                      </a:r>
                      <a:endParaRPr lang="zh-CN" altLang="en-US"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zh-CN" altLang="en-US" sz="3500" u="none" strike="noStrike">
                          <a:effectLst/>
                          <a:latin typeface="微软雅黑" panose="020B0503020204020204" pitchFamily="34" charset="-122"/>
                          <a:ea typeface="微软雅黑" panose="020B0503020204020204" pitchFamily="34" charset="-122"/>
                        </a:rPr>
                        <a:t>　</a:t>
                      </a:r>
                      <a:endParaRPr lang="zh-CN" altLang="en-US"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r>
              <a:tr h="543611">
                <a:tc>
                  <a:txBody>
                    <a:bodyPr/>
                    <a:lstStyle/>
                    <a:p>
                      <a:pPr algn="ctr" fontAlgn="ctr"/>
                      <a:r>
                        <a:rPr lang="en-GB" sz="3500" u="none" strike="noStrike" dirty="0">
                          <a:effectLst/>
                          <a:latin typeface="微软雅黑" panose="020B0503020204020204" pitchFamily="34" charset="-122"/>
                          <a:ea typeface="微软雅黑" panose="020B0503020204020204" pitchFamily="34" charset="-122"/>
                        </a:rPr>
                        <a:t>E</a:t>
                      </a:r>
                      <a:r>
                        <a:rPr lang="en-GB" sz="3500" u="none" strike="noStrike" baseline="-25000" dirty="0">
                          <a:effectLst/>
                          <a:latin typeface="微软雅黑" panose="020B0503020204020204" pitchFamily="34" charset="-122"/>
                          <a:ea typeface="微软雅黑" panose="020B0503020204020204" pitchFamily="34" charset="-122"/>
                        </a:rPr>
                        <a:t>3</a:t>
                      </a:r>
                      <a:endParaRPr lang="en-GB" sz="3500" b="0" i="0" u="none" strike="noStrike" baseline="-25000"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28575"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zh-CN" altLang="en-US" sz="3500" u="none" strike="noStrike">
                          <a:effectLst/>
                          <a:latin typeface="微软雅黑" panose="020B0503020204020204" pitchFamily="34" charset="-122"/>
                          <a:ea typeface="微软雅黑" panose="020B0503020204020204" pitchFamily="34" charset="-122"/>
                        </a:rPr>
                        <a:t>　</a:t>
                      </a:r>
                      <a:endParaRPr lang="zh-CN" altLang="en-US"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r>
              <a:tr h="543611">
                <a:tc>
                  <a:txBody>
                    <a:bodyPr/>
                    <a:lstStyle/>
                    <a:p>
                      <a:pPr algn="ctr" fontAlgn="ctr"/>
                      <a:r>
                        <a:rPr lang="en-GB" sz="3500" u="none" strike="noStrike" dirty="0">
                          <a:effectLst/>
                          <a:latin typeface="微软雅黑" panose="020B0503020204020204" pitchFamily="34" charset="-122"/>
                          <a:ea typeface="微软雅黑" panose="020B0503020204020204" pitchFamily="34" charset="-122"/>
                        </a:rPr>
                        <a:t>E</a:t>
                      </a:r>
                      <a:r>
                        <a:rPr lang="en-GB" sz="3500" u="none" strike="noStrike" baseline="-25000" dirty="0">
                          <a:effectLst/>
                          <a:latin typeface="微软雅黑" panose="020B0503020204020204" pitchFamily="34" charset="-122"/>
                          <a:ea typeface="微软雅黑" panose="020B0503020204020204" pitchFamily="34" charset="-122"/>
                        </a:rPr>
                        <a:t>4</a:t>
                      </a:r>
                      <a:endParaRPr lang="en-GB" sz="3500" b="0" i="0" u="none" strike="noStrike" baseline="-25000"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28575"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zh-CN" altLang="en-US" sz="3500" u="none" strike="noStrike">
                          <a:effectLst/>
                          <a:latin typeface="微软雅黑" panose="020B0503020204020204" pitchFamily="34" charset="-122"/>
                          <a:ea typeface="微软雅黑" panose="020B0503020204020204" pitchFamily="34" charset="-122"/>
                        </a:rPr>
                        <a:t>　</a:t>
                      </a:r>
                      <a:endParaRPr lang="zh-CN" altLang="en-US"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zh-CN" altLang="en-US" sz="3500" u="none" strike="noStrike">
                          <a:effectLst/>
                          <a:latin typeface="微软雅黑" panose="020B0503020204020204" pitchFamily="34" charset="-122"/>
                          <a:ea typeface="微软雅黑" panose="020B0503020204020204" pitchFamily="34" charset="-122"/>
                        </a:rPr>
                        <a:t>　</a:t>
                      </a:r>
                      <a:endParaRPr lang="zh-CN" altLang="en-US"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zh-CN" altLang="en-US" sz="3500" u="none" strike="noStrike">
                          <a:effectLst/>
                          <a:latin typeface="微软雅黑" panose="020B0503020204020204" pitchFamily="34" charset="-122"/>
                          <a:ea typeface="微软雅黑" panose="020B0503020204020204" pitchFamily="34" charset="-122"/>
                        </a:rPr>
                        <a:t>　</a:t>
                      </a:r>
                      <a:endParaRPr lang="zh-CN" altLang="en-US"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r>
              <a:tr h="543611">
                <a:tc>
                  <a:txBody>
                    <a:bodyPr/>
                    <a:lstStyle/>
                    <a:p>
                      <a:pPr algn="ctr" fontAlgn="ctr"/>
                      <a:r>
                        <a:rPr lang="en-GB" sz="3500" u="none" strike="noStrike" dirty="0">
                          <a:effectLst/>
                          <a:latin typeface="微软雅黑" panose="020B0503020204020204" pitchFamily="34" charset="-122"/>
                          <a:ea typeface="微软雅黑" panose="020B0503020204020204" pitchFamily="34" charset="-122"/>
                        </a:rPr>
                        <a:t>E</a:t>
                      </a:r>
                      <a:r>
                        <a:rPr lang="en-GB" sz="3500" u="none" strike="noStrike" baseline="-25000" dirty="0">
                          <a:effectLst/>
                          <a:latin typeface="微软雅黑" panose="020B0503020204020204" pitchFamily="34" charset="-122"/>
                          <a:ea typeface="微软雅黑" panose="020B0503020204020204" pitchFamily="34" charset="-122"/>
                        </a:rPr>
                        <a:t>5</a:t>
                      </a:r>
                      <a:endParaRPr lang="en-GB" sz="3500" b="0" i="0" u="none" strike="noStrike" baseline="-25000"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28575"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tcPr>
                </a:tc>
                <a:tc>
                  <a:txBody>
                    <a:bodyPr/>
                    <a:lstStyle/>
                    <a:p>
                      <a:pPr algn="ctr" fontAlgn="ctr"/>
                      <a:r>
                        <a:rPr lang="zh-CN" altLang="en-US" sz="3500" u="none" strike="noStrike">
                          <a:effectLst/>
                          <a:latin typeface="微软雅黑" panose="020B0503020204020204" pitchFamily="34" charset="-122"/>
                          <a:ea typeface="微软雅黑" panose="020B0503020204020204" pitchFamily="34" charset="-122"/>
                        </a:rPr>
                        <a:t>　</a:t>
                      </a:r>
                      <a:endParaRPr lang="zh-CN" altLang="en-US"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1</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fontAlgn="ctr"/>
                      <a:r>
                        <a:rPr lang="zh-CN" altLang="en-US" sz="3500" u="none" strike="noStrike">
                          <a:effectLst/>
                          <a:latin typeface="微软雅黑" panose="020B0503020204020204" pitchFamily="34" charset="-122"/>
                          <a:ea typeface="微软雅黑" panose="020B0503020204020204" pitchFamily="34" charset="-122"/>
                        </a:rPr>
                        <a:t>　</a:t>
                      </a:r>
                      <a:endParaRPr lang="zh-CN" altLang="en-US"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fontAlgn="ctr"/>
                      <a:r>
                        <a:rPr lang="zh-CN" altLang="en-US" sz="3500" u="none" strike="noStrike">
                          <a:effectLst/>
                          <a:latin typeface="微软雅黑" panose="020B0503020204020204" pitchFamily="34" charset="-122"/>
                          <a:ea typeface="微软雅黑" panose="020B0503020204020204" pitchFamily="34" charset="-122"/>
                        </a:rPr>
                        <a:t>　</a:t>
                      </a:r>
                      <a:endParaRPr lang="zh-CN" altLang="en-US"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fontAlgn="ctr"/>
                      <a:r>
                        <a:rPr lang="zh-CN" altLang="en-US" sz="3500" u="none" strike="noStrike">
                          <a:effectLst/>
                          <a:latin typeface="微软雅黑" panose="020B0503020204020204" pitchFamily="34" charset="-122"/>
                          <a:ea typeface="微软雅黑" panose="020B0503020204020204" pitchFamily="34" charset="-122"/>
                        </a:rPr>
                        <a:t>　</a:t>
                      </a:r>
                      <a:endParaRPr lang="zh-CN" altLang="en-US"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1</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fontAlgn="ctr"/>
                      <a:r>
                        <a:rPr lang="zh-CN" altLang="en-US" sz="3500" u="none" strike="noStrike">
                          <a:effectLst/>
                          <a:latin typeface="微软雅黑" panose="020B0503020204020204" pitchFamily="34" charset="-122"/>
                          <a:ea typeface="微软雅黑" panose="020B0503020204020204" pitchFamily="34" charset="-122"/>
                        </a:rPr>
                        <a:t>　</a:t>
                      </a:r>
                      <a:endParaRPr lang="zh-CN" altLang="en-US"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tcPr>
                </a:tc>
                <a:tc>
                  <a:txBody>
                    <a:bodyPr/>
                    <a:lstStyle/>
                    <a:p>
                      <a:pPr algn="ctr" fontAlgn="ctr"/>
                      <a:r>
                        <a:rPr lang="en-US" altLang="zh-CN" sz="3500" u="none" strike="noStrike">
                          <a:effectLst/>
                          <a:latin typeface="微软雅黑" panose="020B0503020204020204" pitchFamily="34" charset="-122"/>
                          <a:ea typeface="微软雅黑" panose="020B0503020204020204" pitchFamily="34" charset="-122"/>
                        </a:rPr>
                        <a:t>0</a:t>
                      </a:r>
                      <a:endParaRPr lang="en-US" altLang="zh-CN" sz="3500" b="0" i="0" u="none" strike="noStrike">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0</a:t>
                      </a:r>
                      <a:endParaRPr lang="en-US" altLang="zh-CN"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tcPr>
                </a:tc>
              </a:tr>
              <a:tr h="1079644">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测试用例</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R w="12700"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B w="28575" cap="flat" cmpd="sng" algn="ctr">
                      <a:solidFill>
                        <a:schemeClr val="tx1"/>
                      </a:solid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Y</a:t>
                      </a: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Y</a:t>
                      </a: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Y</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c>
                  <a:txBody>
                    <a:bodyPr/>
                    <a:lstStyle/>
                    <a:p>
                      <a:pPr marL="0" marR="0" lvl="0" indent="0" algn="ctr" defTabSz="825500" eaLnBrk="1" fontAlgn="ctr" latinLnBrk="0" hangingPunct="1">
                        <a:lnSpc>
                          <a:spcPct val="100000"/>
                        </a:lnSpc>
                        <a:spcBef>
                          <a:spcPts val="0"/>
                        </a:spcBef>
                        <a:spcAft>
                          <a:spcPts val="0"/>
                        </a:spcAft>
                        <a:buClrTx/>
                        <a:buSzTx/>
                        <a:buFontTx/>
                        <a:buNone/>
                        <a:defRPr/>
                      </a:pPr>
                      <a:r>
                        <a:rPr lang="en-US" altLang="zh-CN" sz="3500" u="none" strike="noStrike" dirty="0">
                          <a:effectLst/>
                          <a:latin typeface="微软雅黑" panose="020B0503020204020204" pitchFamily="34" charset="-122"/>
                          <a:ea typeface="微软雅黑" panose="020B0503020204020204" pitchFamily="34" charset="-122"/>
                        </a:rPr>
                        <a:t>Y</a:t>
                      </a: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c>
                  <a:txBody>
                    <a:bodyPr/>
                    <a:lstStyle/>
                    <a:p>
                      <a:pPr marL="0" marR="0" lvl="0" indent="0" algn="ctr" defTabSz="825500" eaLnBrk="1" fontAlgn="ctr" latinLnBrk="0" hangingPunct="1">
                        <a:lnSpc>
                          <a:spcPct val="100000"/>
                        </a:lnSpc>
                        <a:spcBef>
                          <a:spcPts val="0"/>
                        </a:spcBef>
                        <a:spcAft>
                          <a:spcPts val="0"/>
                        </a:spcAft>
                        <a:buClrTx/>
                        <a:buSzTx/>
                        <a:buFontTx/>
                        <a:buNone/>
                        <a:defRPr/>
                      </a:pPr>
                      <a:r>
                        <a:rPr lang="en-US" altLang="zh-CN" sz="3500" u="none" strike="noStrike" dirty="0">
                          <a:effectLst/>
                          <a:latin typeface="微软雅黑" panose="020B0503020204020204" pitchFamily="34" charset="-122"/>
                          <a:ea typeface="微软雅黑" panose="020B0503020204020204" pitchFamily="34" charset="-122"/>
                        </a:rPr>
                        <a:t>Y</a:t>
                      </a: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c>
                  <a:txBody>
                    <a:bodyPr/>
                    <a:lstStyle/>
                    <a:p>
                      <a:pPr marL="0" marR="0" lvl="0" indent="0" algn="ctr" defTabSz="825500" eaLnBrk="1" fontAlgn="ctr" latinLnBrk="0" hangingPunct="1">
                        <a:lnSpc>
                          <a:spcPct val="100000"/>
                        </a:lnSpc>
                        <a:spcBef>
                          <a:spcPts val="0"/>
                        </a:spcBef>
                        <a:spcAft>
                          <a:spcPts val="0"/>
                        </a:spcAft>
                        <a:buClrTx/>
                        <a:buSzTx/>
                        <a:buFontTx/>
                        <a:buNone/>
                        <a:defRPr/>
                      </a:pPr>
                      <a:r>
                        <a:rPr lang="en-US" altLang="zh-CN" sz="3500" u="none" strike="noStrike" dirty="0">
                          <a:effectLst/>
                          <a:latin typeface="微软雅黑" panose="020B0503020204020204" pitchFamily="34" charset="-122"/>
                          <a:ea typeface="微软雅黑" panose="020B0503020204020204" pitchFamily="34" charset="-122"/>
                        </a:rPr>
                        <a:t>Y</a:t>
                      </a: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c>
                  <a:txBody>
                    <a:bodyPr/>
                    <a:lstStyle/>
                    <a:p>
                      <a:pPr marL="0" marR="0" lvl="0" indent="0" algn="ctr" defTabSz="825500" eaLnBrk="1" fontAlgn="ctr" latinLnBrk="0" hangingPunct="1">
                        <a:lnSpc>
                          <a:spcPct val="100000"/>
                        </a:lnSpc>
                        <a:spcBef>
                          <a:spcPts val="0"/>
                        </a:spcBef>
                        <a:spcAft>
                          <a:spcPts val="0"/>
                        </a:spcAft>
                        <a:buClrTx/>
                        <a:buSzTx/>
                        <a:buFontTx/>
                        <a:buNone/>
                        <a:defRPr/>
                      </a:pPr>
                      <a:r>
                        <a:rPr lang="en-US" altLang="zh-CN" sz="3500" u="none" strike="noStrike" dirty="0">
                          <a:effectLst/>
                          <a:latin typeface="微软雅黑" panose="020B0503020204020204" pitchFamily="34" charset="-122"/>
                          <a:ea typeface="微软雅黑" panose="020B0503020204020204" pitchFamily="34" charset="-122"/>
                        </a:rPr>
                        <a:t>Y</a:t>
                      </a: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c>
                  <a:txBody>
                    <a:bodyPr/>
                    <a:lstStyle/>
                    <a:p>
                      <a:pPr marL="0" marR="0" lvl="0" indent="0" algn="ctr" defTabSz="825500" eaLnBrk="1" fontAlgn="ctr" latinLnBrk="0" hangingPunct="1">
                        <a:lnSpc>
                          <a:spcPct val="100000"/>
                        </a:lnSpc>
                        <a:spcBef>
                          <a:spcPts val="0"/>
                        </a:spcBef>
                        <a:spcAft>
                          <a:spcPts val="0"/>
                        </a:spcAft>
                        <a:buClrTx/>
                        <a:buSzTx/>
                        <a:buFontTx/>
                        <a:buNone/>
                        <a:defRPr/>
                      </a:pPr>
                      <a:r>
                        <a:rPr lang="en-US" altLang="zh-CN" sz="3500" u="none" strike="noStrike" dirty="0">
                          <a:effectLst/>
                          <a:latin typeface="微软雅黑" panose="020B0503020204020204" pitchFamily="34" charset="-122"/>
                          <a:ea typeface="微软雅黑" panose="020B0503020204020204" pitchFamily="34" charset="-122"/>
                        </a:rPr>
                        <a:t>Y</a:t>
                      </a: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Y</a:t>
                      </a: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R w="12700"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Y</a:t>
                      </a: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Y</a:t>
                      </a: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Y</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c>
                  <a:txBody>
                    <a:bodyPr/>
                    <a:lstStyle/>
                    <a:p>
                      <a:pPr marL="0" marR="0" lvl="0" indent="0" algn="ctr" defTabSz="825500" eaLnBrk="1" fontAlgn="ctr" latinLnBrk="0" hangingPunct="1">
                        <a:lnSpc>
                          <a:spcPct val="100000"/>
                        </a:lnSpc>
                        <a:spcBef>
                          <a:spcPts val="0"/>
                        </a:spcBef>
                        <a:spcAft>
                          <a:spcPts val="0"/>
                        </a:spcAft>
                        <a:buClrTx/>
                        <a:buSzTx/>
                        <a:buFontTx/>
                        <a:buNone/>
                        <a:defRPr/>
                      </a:pPr>
                      <a:r>
                        <a:rPr lang="en-US" altLang="zh-CN" sz="3500" u="none" strike="noStrike" dirty="0">
                          <a:effectLst/>
                          <a:latin typeface="微软雅黑" panose="020B0503020204020204" pitchFamily="34" charset="-122"/>
                          <a:ea typeface="微软雅黑" panose="020B0503020204020204" pitchFamily="34" charset="-122"/>
                        </a:rPr>
                        <a:t>Y</a:t>
                      </a: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c>
                  <a:txBody>
                    <a:bodyPr/>
                    <a:lstStyle/>
                    <a:p>
                      <a:pPr marL="0" marR="0" lvl="0" indent="0" algn="ctr" defTabSz="825500" eaLnBrk="1" fontAlgn="ctr" latinLnBrk="0" hangingPunct="1">
                        <a:lnSpc>
                          <a:spcPct val="100000"/>
                        </a:lnSpc>
                        <a:spcBef>
                          <a:spcPts val="0"/>
                        </a:spcBef>
                        <a:spcAft>
                          <a:spcPts val="0"/>
                        </a:spcAft>
                        <a:buClrTx/>
                        <a:buSzTx/>
                        <a:buFontTx/>
                        <a:buNone/>
                        <a:defRPr/>
                      </a:pPr>
                      <a:r>
                        <a:rPr lang="en-US" altLang="zh-CN" sz="3500" u="none" strike="noStrike" dirty="0">
                          <a:effectLst/>
                          <a:latin typeface="微软雅黑" panose="020B0503020204020204" pitchFamily="34" charset="-122"/>
                          <a:ea typeface="微软雅黑" panose="020B0503020204020204" pitchFamily="34" charset="-122"/>
                        </a:rPr>
                        <a:t>Y</a:t>
                      </a: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c>
                  <a:txBody>
                    <a:bodyPr/>
                    <a:lstStyle/>
                    <a:p>
                      <a:pPr marL="0" marR="0" lvl="0" indent="0" algn="ctr" defTabSz="825500" eaLnBrk="1" fontAlgn="ctr" latinLnBrk="0" hangingPunct="1">
                        <a:lnSpc>
                          <a:spcPct val="100000"/>
                        </a:lnSpc>
                        <a:spcBef>
                          <a:spcPts val="0"/>
                        </a:spcBef>
                        <a:spcAft>
                          <a:spcPts val="0"/>
                        </a:spcAft>
                        <a:buClrTx/>
                        <a:buSzTx/>
                        <a:buFontTx/>
                        <a:buNone/>
                        <a:defRPr/>
                      </a:pPr>
                      <a:r>
                        <a:rPr lang="en-US" altLang="zh-CN" sz="3500" u="none" strike="noStrike" dirty="0">
                          <a:effectLst/>
                          <a:latin typeface="微软雅黑" panose="020B0503020204020204" pitchFamily="34" charset="-122"/>
                          <a:ea typeface="微软雅黑" panose="020B0503020204020204" pitchFamily="34" charset="-122"/>
                        </a:rPr>
                        <a:t>Y</a:t>
                      </a: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c>
                  <a:txBody>
                    <a:bodyPr/>
                    <a:lstStyle/>
                    <a:p>
                      <a:pPr algn="ctr" fontAlgn="ct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marL="0" marR="0" lvl="0" indent="0" algn="ctr" defTabSz="825500" eaLnBrk="1" fontAlgn="ctr" latinLnBrk="0" hangingPunct="1">
                        <a:lnSpc>
                          <a:spcPct val="100000"/>
                        </a:lnSpc>
                        <a:spcBef>
                          <a:spcPts val="0"/>
                        </a:spcBef>
                        <a:spcAft>
                          <a:spcPts val="0"/>
                        </a:spcAft>
                        <a:buClrTx/>
                        <a:buSzTx/>
                        <a:buFontTx/>
                        <a:buNone/>
                        <a:defRPr/>
                      </a:pPr>
                      <a:r>
                        <a:rPr lang="en-US" altLang="zh-CN" sz="3500" u="none" strike="noStrike" dirty="0">
                          <a:effectLst/>
                          <a:latin typeface="微软雅黑" panose="020B0503020204020204" pitchFamily="34" charset="-122"/>
                          <a:ea typeface="微软雅黑" panose="020B0503020204020204" pitchFamily="34" charset="-122"/>
                        </a:rPr>
                        <a:t>Y</a:t>
                      </a: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R w="12700"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c>
                  <a:txBody>
                    <a:bodyPr/>
                    <a:lstStyle/>
                    <a:p>
                      <a:pPr marL="0" marR="0" lvl="0" indent="0" algn="ctr" defTabSz="825500" eaLnBrk="1" fontAlgn="ctr" latinLnBrk="0" hangingPunct="1">
                        <a:lnSpc>
                          <a:spcPct val="100000"/>
                        </a:lnSpc>
                        <a:spcBef>
                          <a:spcPts val="0"/>
                        </a:spcBef>
                        <a:spcAft>
                          <a:spcPts val="0"/>
                        </a:spcAft>
                        <a:buClrTx/>
                        <a:buSzTx/>
                        <a:buFontTx/>
                        <a:buNone/>
                        <a:defRPr/>
                      </a:pPr>
                      <a:r>
                        <a:rPr lang="en-US" altLang="zh-CN" sz="3500" u="none" strike="noStrike" dirty="0">
                          <a:effectLst/>
                          <a:latin typeface="微软雅黑" panose="020B0503020204020204" pitchFamily="34" charset="-122"/>
                          <a:ea typeface="微软雅黑" panose="020B0503020204020204" pitchFamily="34" charset="-122"/>
                        </a:rPr>
                        <a:t>Y</a:t>
                      </a: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c>
                  <a:txBody>
                    <a:bodyPr/>
                    <a:lstStyle/>
                    <a:p>
                      <a:pPr algn="ctr" fontAlgn="ctr"/>
                      <a:r>
                        <a:rPr lang="en-US" altLang="zh-CN" sz="3500" u="none" strike="noStrike" dirty="0">
                          <a:effectLst/>
                          <a:latin typeface="微软雅黑" panose="020B0503020204020204" pitchFamily="34" charset="-122"/>
                          <a:ea typeface="微软雅黑" panose="020B0503020204020204" pitchFamily="34" charset="-122"/>
                        </a:rPr>
                        <a:t>Y</a:t>
                      </a:r>
                      <a:r>
                        <a:rPr lang="zh-CN" altLang="en-US" sz="3500" u="none" strike="noStrike" dirty="0">
                          <a:effectLst/>
                          <a:latin typeface="微软雅黑" panose="020B0503020204020204" pitchFamily="34" charset="-122"/>
                          <a:ea typeface="微软雅黑" panose="020B0503020204020204" pitchFamily="34" charset="-122"/>
                        </a:rPr>
                        <a:t>　</a:t>
                      </a:r>
                      <a:endParaRPr lang="zh-CN" altLang="en-US" sz="3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578" marR="7578" marT="7578"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r>
            </a:tbl>
          </a:graphicData>
        </a:graphic>
      </p:graphicFrame>
      <p:pic>
        <p:nvPicPr>
          <p:cNvPr id="3" name="Audio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63300" y="13195300"/>
            <a:ext cx="304800" cy="304800"/>
          </a:xfrm>
          <a:prstGeom prst="rect">
            <a:avLst/>
          </a:prstGeom>
        </p:spPr>
      </p:pic>
    </p:spTree>
    <p:custDataLst>
      <p:tags r:id="rId4"/>
    </p:custDataLst>
  </p:cSld>
  <p:clrMapOvr>
    <a:masterClrMapping/>
  </p:clrMapOvr>
  <p:transition spd="med" advTm="67273"/>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因果图测试</a:t>
            </a:r>
            <a:endParaRPr lang="zh-CN" altLang="en-US" dirty="0"/>
          </a:p>
        </p:txBody>
      </p:sp>
      <p:sp>
        <p:nvSpPr>
          <p:cNvPr id="20" name="Rectangle 3"/>
          <p:cNvSpPr txBox="1">
            <a:spLocks noChangeArrowheads="1"/>
          </p:cNvSpPr>
          <p:nvPr/>
        </p:nvSpPr>
        <p:spPr>
          <a:xfrm>
            <a:off x="2737970" y="2121761"/>
            <a:ext cx="18613855" cy="8979533"/>
          </a:xfrm>
          <a:prstGeom prst="rect">
            <a:avLst/>
          </a:prstGeom>
          <a:ln w="12700">
            <a:miter lim="400000"/>
          </a:ln>
        </p:spPr>
        <p:txBody>
          <a:bodyPr lIns="50800" tIns="50800" rIns="50800" bIns="50800" anchor="ctr">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pPr marL="647700">
              <a:lnSpc>
                <a:spcPct val="150000"/>
              </a:lnSpc>
              <a:spcBef>
                <a:spcPts val="1200"/>
              </a:spcBef>
              <a:spcAft>
                <a:spcPts val="1200"/>
              </a:spcAft>
            </a:pPr>
            <a:r>
              <a:rPr lang="zh-CN" altLang="en-US" sz="4800" b="1" dirty="0"/>
              <a:t>因果图法的优点</a:t>
            </a:r>
            <a:endParaRPr lang="en-US" altLang="zh-CN" sz="4800" b="1" dirty="0"/>
          </a:p>
          <a:p>
            <a:pPr lvl="2">
              <a:lnSpc>
                <a:spcPct val="120000"/>
              </a:lnSpc>
              <a:spcBef>
                <a:spcPts val="1800"/>
              </a:spcBef>
              <a:spcAft>
                <a:spcPts val="1800"/>
              </a:spcAft>
            </a:pPr>
            <a:r>
              <a:rPr lang="zh-CN" altLang="en-US" sz="4800" dirty="0">
                <a:latin typeface="Cambria Math" panose="02040503050406030204" pitchFamily="18" charset="0"/>
              </a:rPr>
              <a:t>考虑到了输入的各种组合以，及各个输入情况之间的相互制约关系。</a:t>
            </a:r>
            <a:endParaRPr lang="zh-CN" altLang="en-US" sz="4800" dirty="0">
              <a:latin typeface="Cambria Math" panose="02040503050406030204" pitchFamily="18" charset="0"/>
            </a:endParaRPr>
          </a:p>
          <a:p>
            <a:pPr lvl="2">
              <a:lnSpc>
                <a:spcPct val="120000"/>
              </a:lnSpc>
              <a:spcBef>
                <a:spcPts val="1800"/>
              </a:spcBef>
              <a:spcAft>
                <a:spcPts val="1800"/>
              </a:spcAft>
            </a:pPr>
            <a:r>
              <a:rPr lang="zh-CN" altLang="en-US" sz="4800" dirty="0">
                <a:latin typeface="Cambria Math" panose="02040503050406030204" pitchFamily="18" charset="0"/>
              </a:rPr>
              <a:t>能够帮助测试人员按照一定的步骤，高效率的开发测试用例。</a:t>
            </a:r>
            <a:endParaRPr lang="zh-CN" altLang="en-US" sz="4800" dirty="0">
              <a:latin typeface="Cambria Math" panose="02040503050406030204" pitchFamily="18" charset="0"/>
            </a:endParaRPr>
          </a:p>
          <a:p>
            <a:pPr lvl="2">
              <a:lnSpc>
                <a:spcPct val="120000"/>
              </a:lnSpc>
              <a:spcBef>
                <a:spcPts val="1800"/>
              </a:spcBef>
              <a:spcAft>
                <a:spcPts val="1800"/>
              </a:spcAft>
            </a:pPr>
            <a:r>
              <a:rPr lang="zh-CN" altLang="en-US" sz="4800" dirty="0">
                <a:latin typeface="Cambria Math" panose="02040503050406030204" pitchFamily="18" charset="0"/>
              </a:rPr>
              <a:t>因果图法是将自然语言规格说明转化成形式语言规格说明的一种严格的方法，可以指出规格说明存在的不完整性和二义性</a:t>
            </a:r>
            <a:r>
              <a:rPr lang="zh-CN" altLang="en-US" sz="4800" i="1" dirty="0">
                <a:latin typeface="Cambria Math" panose="02040503050406030204" pitchFamily="18" charset="0"/>
              </a:rPr>
              <a:t>。</a:t>
            </a:r>
            <a:endParaRPr lang="en-US" altLang="zh-CN" sz="4800" i="1" dirty="0">
              <a:latin typeface="Cambria Math" panose="02040503050406030204" pitchFamily="18" charset="0"/>
            </a:endParaRPr>
          </a:p>
          <a:p>
            <a:pPr lvl="2"/>
            <a:endParaRPr lang="zh-CN" altLang="en-US" sz="4800" dirty="0"/>
          </a:p>
        </p:txBody>
      </p:sp>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2</a:t>
            </a:r>
            <a:endParaRPr dirty="0"/>
          </a:p>
        </p:txBody>
      </p:sp>
      <p:pic>
        <p:nvPicPr>
          <p:cNvPr id="3" name="Audio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63300" y="13195300"/>
            <a:ext cx="304800" cy="304800"/>
          </a:xfrm>
          <a:prstGeom prst="rect">
            <a:avLst/>
          </a:prstGeom>
        </p:spPr>
      </p:pic>
    </p:spTree>
    <p:custDataLst>
      <p:tags r:id="rId4"/>
    </p:custDataLst>
  </p:cSld>
  <p:clrMapOvr>
    <a:masterClrMapping/>
  </p:clrMapOvr>
  <p:transition spd="med" advTm="12143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矩形"/>
          <p:cNvSpPr/>
          <p:nvPr/>
        </p:nvSpPr>
        <p:spPr>
          <a:xfrm>
            <a:off x="0" y="-1"/>
            <a:ext cx="7841556" cy="13716001"/>
          </a:xfrm>
          <a:prstGeom prst="rect">
            <a:avLst/>
          </a:prstGeom>
          <a:solidFill>
            <a:srgbClr val="A8271A"/>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p>
        </p:txBody>
      </p:sp>
      <p:grpSp>
        <p:nvGrpSpPr>
          <p:cNvPr id="3" name="组合 2"/>
          <p:cNvGrpSpPr/>
          <p:nvPr/>
        </p:nvGrpSpPr>
        <p:grpSpPr>
          <a:xfrm>
            <a:off x="1020575" y="5555311"/>
            <a:ext cx="5189258" cy="2605375"/>
            <a:chOff x="1130303" y="5796540"/>
            <a:chExt cx="5189258" cy="2605375"/>
          </a:xfrm>
        </p:grpSpPr>
        <p:sp>
          <p:nvSpPr>
            <p:cNvPr id="132" name="文本框 3"/>
            <p:cNvSpPr txBox="1"/>
            <p:nvPr/>
          </p:nvSpPr>
          <p:spPr>
            <a:xfrm>
              <a:off x="1821401" y="7230559"/>
              <a:ext cx="3807062" cy="906381"/>
            </a:xfrm>
            <a:prstGeom prst="rect">
              <a:avLst/>
            </a:prstGeom>
            <a:ln w="12700">
              <a:miter lim="400000"/>
            </a:ln>
          </p:spPr>
          <p:txBody>
            <a:bodyPr lIns="45719" rIns="45719"/>
            <a:lstStyle>
              <a:lvl1pPr defTabSz="914400">
                <a:defRPr sz="240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r>
                <a:rPr dirty="0"/>
                <a:t>CONTENTS</a:t>
              </a:r>
              <a:endParaRPr dirty="0"/>
            </a:p>
          </p:txBody>
        </p:sp>
        <p:sp>
          <p:nvSpPr>
            <p:cNvPr id="133" name="文本框 3"/>
            <p:cNvSpPr txBox="1"/>
            <p:nvPr/>
          </p:nvSpPr>
          <p:spPr>
            <a:xfrm>
              <a:off x="1130303" y="5796540"/>
              <a:ext cx="5189258" cy="2605375"/>
            </a:xfrm>
            <a:prstGeom prst="rect">
              <a:avLst/>
            </a:prstGeom>
            <a:ln w="12700">
              <a:miter lim="400000"/>
            </a:ln>
          </p:spPr>
          <p:txBody>
            <a:bodyPr lIns="45719" rIns="45719"/>
            <a:lstStyle>
              <a:lvl1pPr defTabSz="914400">
                <a:defRPr sz="7000" spc="1166">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defRPr b="0">
                  <a:latin typeface="Arial Black" panose="020B0A04020102020204"/>
                  <a:ea typeface="Arial Black" panose="020B0A04020102020204"/>
                  <a:cs typeface="Arial Black" panose="020B0A04020102020204"/>
                  <a:sym typeface="Arial Black" panose="020B0A04020102020204"/>
                </a:defRPr>
              </a:pPr>
              <a:r>
                <a:rPr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目录</a:t>
              </a:r>
              <a:endParaRPr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30" name="成组"/>
          <p:cNvGrpSpPr/>
          <p:nvPr/>
        </p:nvGrpSpPr>
        <p:grpSpPr>
          <a:xfrm>
            <a:off x="9136452" y="3962416"/>
            <a:ext cx="5947866" cy="1343465"/>
            <a:chOff x="0" y="0"/>
            <a:chExt cx="5830084" cy="1343464"/>
          </a:xfrm>
        </p:grpSpPr>
        <p:sp>
          <p:nvSpPr>
            <p:cNvPr id="127" name="矩形 5"/>
            <p:cNvSpPr txBox="1"/>
            <p:nvPr/>
          </p:nvSpPr>
          <p:spPr>
            <a:xfrm>
              <a:off x="2084780" y="244454"/>
              <a:ext cx="3745304" cy="85455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因果图</a:t>
              </a:r>
              <a:endParaRPr lang="zh-CN" altLang="en-US" sz="4400" dirty="0">
                <a:solidFill>
                  <a:srgbClr val="000000"/>
                </a:solidFill>
              </a:endParaRPr>
            </a:p>
          </p:txBody>
        </p:sp>
        <p:sp>
          <p:nvSpPr>
            <p:cNvPr id="128" name="Freeform 5"/>
            <p:cNvSpPr/>
            <p:nvPr/>
          </p:nvSpPr>
          <p:spPr>
            <a:xfrm rot="5400000">
              <a:off x="107376" y="66017"/>
              <a:ext cx="1343464" cy="1211429"/>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29" name="矩形 11"/>
            <p:cNvSpPr txBox="1"/>
            <p:nvPr/>
          </p:nvSpPr>
          <p:spPr>
            <a:xfrm>
              <a:off x="0" y="189733"/>
              <a:ext cx="1558216" cy="963997"/>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01</a:t>
              </a:r>
            </a:p>
          </p:txBody>
        </p:sp>
      </p:grpSp>
      <p:grpSp>
        <p:nvGrpSpPr>
          <p:cNvPr id="137" name="成组"/>
          <p:cNvGrpSpPr/>
          <p:nvPr/>
        </p:nvGrpSpPr>
        <p:grpSpPr>
          <a:xfrm>
            <a:off x="9136452" y="5816463"/>
            <a:ext cx="5947868" cy="1343465"/>
            <a:chOff x="0" y="0"/>
            <a:chExt cx="5830087" cy="1343464"/>
          </a:xfrm>
        </p:grpSpPr>
        <p:sp>
          <p:nvSpPr>
            <p:cNvPr id="134" name="矩形 5"/>
            <p:cNvSpPr txBox="1"/>
            <p:nvPr/>
          </p:nvSpPr>
          <p:spPr>
            <a:xfrm>
              <a:off x="2084781" y="273189"/>
              <a:ext cx="3745306" cy="715195"/>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因果图测试</a:t>
              </a:r>
              <a:endParaRPr sz="4400" dirty="0">
                <a:solidFill>
                  <a:srgbClr val="000000"/>
                </a:solidFill>
              </a:endParaRPr>
            </a:p>
          </p:txBody>
        </p:sp>
        <p:sp>
          <p:nvSpPr>
            <p:cNvPr id="135" name="Freeform 5"/>
            <p:cNvSpPr/>
            <p:nvPr/>
          </p:nvSpPr>
          <p:spPr>
            <a:xfrm rot="5400000">
              <a:off x="107376" y="66017"/>
              <a:ext cx="1343464" cy="1211429"/>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36" name="矩形 11"/>
            <p:cNvSpPr txBox="1"/>
            <p:nvPr/>
          </p:nvSpPr>
          <p:spPr>
            <a:xfrm>
              <a:off x="0" y="148788"/>
              <a:ext cx="1558216" cy="963997"/>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02</a:t>
              </a:r>
            </a:p>
          </p:txBody>
        </p:sp>
      </p:grpSp>
      <p:sp>
        <p:nvSpPr>
          <p:cNvPr id="138" name="矩形 5"/>
          <p:cNvSpPr txBox="1"/>
          <p:nvPr/>
        </p:nvSpPr>
        <p:spPr>
          <a:xfrm>
            <a:off x="11263350" y="7969685"/>
            <a:ext cx="4601490" cy="692598"/>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b="1" dirty="0">
                <a:solidFill>
                  <a:srgbClr val="FF0000"/>
                </a:solidFill>
              </a:rPr>
              <a:t>小结</a:t>
            </a:r>
            <a:endParaRPr sz="4400" b="1" dirty="0">
              <a:solidFill>
                <a:srgbClr val="FF0000"/>
              </a:solidFill>
            </a:endParaRPr>
          </a:p>
        </p:txBody>
      </p:sp>
      <p:sp>
        <p:nvSpPr>
          <p:cNvPr id="139" name="Freeform 5"/>
          <p:cNvSpPr/>
          <p:nvPr/>
        </p:nvSpPr>
        <p:spPr>
          <a:xfrm rot="5400000">
            <a:off x="9259567" y="7724291"/>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40" name="矩形 11"/>
          <p:cNvSpPr txBox="1"/>
          <p:nvPr/>
        </p:nvSpPr>
        <p:spPr>
          <a:xfrm>
            <a:off x="9136452" y="786024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03</a:t>
            </a:r>
            <a:endParaRPr dirty="0"/>
          </a:p>
        </p:txBody>
      </p:sp>
      <p:pic>
        <p:nvPicPr>
          <p:cNvPr id="2" name="Audio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63300" y="13195300"/>
            <a:ext cx="304800" cy="304800"/>
          </a:xfrm>
          <a:prstGeom prst="rect">
            <a:avLst/>
          </a:prstGeom>
        </p:spPr>
      </p:pic>
    </p:spTree>
  </p:cSld>
  <p:clrMapOvr>
    <a:masterClrMapping/>
  </p:clrMapOvr>
  <p:transition spd="med" advTm="13385"/>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小结</a:t>
            </a:r>
            <a:endParaRPr lang="zh-CN" altLang="en-US" dirty="0"/>
          </a:p>
        </p:txBody>
      </p:sp>
      <p:sp>
        <p:nvSpPr>
          <p:cNvPr id="4" name="矩形 3"/>
          <p:cNvSpPr/>
          <p:nvPr/>
        </p:nvSpPr>
        <p:spPr>
          <a:xfrm>
            <a:off x="0" y="3359880"/>
            <a:ext cx="24383999" cy="1015663"/>
          </a:xfrm>
          <a:prstGeom prst="rect">
            <a:avLst/>
          </a:prstGeom>
        </p:spPr>
        <p:txBody>
          <a:bodyPr wrap="square">
            <a:spAutoFit/>
          </a:bodyPr>
          <a:lstStyle/>
          <a:p>
            <a:r>
              <a:rPr lang="zh-CN" altLang="en-US" sz="6000" dirty="0">
                <a:solidFill>
                  <a:srgbClr val="FF0000"/>
                </a:solidFill>
                <a:latin typeface="微软雅黑" panose="020B0503020204020204" pitchFamily="34" charset="-122"/>
                <a:ea typeface="微软雅黑" panose="020B0503020204020204" pitchFamily="34" charset="-122"/>
              </a:rPr>
              <a:t>因果图测试是黑盒测试的重要手段</a:t>
            </a:r>
            <a:endParaRPr lang="en-US" altLang="zh-CN" sz="6000" u="sng"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5" name="矩形 4"/>
          <p:cNvSpPr/>
          <p:nvPr/>
        </p:nvSpPr>
        <p:spPr>
          <a:xfrm>
            <a:off x="0" y="5556250"/>
            <a:ext cx="24384000" cy="1938020"/>
          </a:xfrm>
          <a:prstGeom prst="rect">
            <a:avLst/>
          </a:prstGeom>
        </p:spPr>
        <p:txBody>
          <a:bodyPr wrap="square">
            <a:spAutoFit/>
          </a:bodyPr>
          <a:lstStyle/>
          <a:p>
            <a:pPr algn="ctr"/>
            <a:r>
              <a:rPr lang="zh-CN" altLang="en-US" sz="6000" dirty="0">
                <a:solidFill>
                  <a:srgbClr val="FF0000"/>
                </a:solidFill>
                <a:latin typeface="微软雅黑" panose="020B0503020204020204" pitchFamily="34" charset="-122"/>
                <a:ea typeface="微软雅黑" panose="020B0503020204020204" pitchFamily="34" charset="-122"/>
              </a:rPr>
              <a:t>因果图测试方法：利用图解法分析输入的各种组合情况，</a:t>
            </a:r>
            <a:endParaRPr lang="zh-CN" altLang="en-US" sz="6000" dirty="0">
              <a:solidFill>
                <a:srgbClr val="FF0000"/>
              </a:solidFill>
              <a:latin typeface="微软雅黑" panose="020B0503020204020204" pitchFamily="34" charset="-122"/>
              <a:ea typeface="微软雅黑" panose="020B0503020204020204" pitchFamily="34" charset="-122"/>
            </a:endParaRPr>
          </a:p>
          <a:p>
            <a:pPr algn="ctr"/>
            <a:r>
              <a:rPr lang="zh-CN" altLang="en-US" sz="6000" dirty="0">
                <a:solidFill>
                  <a:srgbClr val="FF0000"/>
                </a:solidFill>
                <a:latin typeface="微软雅黑" panose="020B0503020204020204" pitchFamily="34" charset="-122"/>
                <a:ea typeface="微软雅黑" panose="020B0503020204020204" pitchFamily="34" charset="-122"/>
              </a:rPr>
              <a:t>进而据此设计测试用例</a:t>
            </a:r>
            <a:endParaRPr lang="zh-CN" altLang="en-US" sz="6000" dirty="0">
              <a:solidFill>
                <a:srgbClr val="FF0000"/>
              </a:solidFill>
              <a:latin typeface="微软雅黑" panose="020B0503020204020204" pitchFamily="34" charset="-122"/>
              <a:ea typeface="微软雅黑" panose="020B0503020204020204" pitchFamily="34" charset="-122"/>
            </a:endParaRPr>
          </a:p>
        </p:txBody>
      </p:sp>
      <p:sp>
        <p:nvSpPr>
          <p:cNvPr id="6" name="矩形 5"/>
          <p:cNvSpPr/>
          <p:nvPr/>
        </p:nvSpPr>
        <p:spPr>
          <a:xfrm>
            <a:off x="0" y="8811895"/>
            <a:ext cx="24384635" cy="2861310"/>
          </a:xfrm>
          <a:prstGeom prst="rect">
            <a:avLst/>
          </a:prstGeom>
        </p:spPr>
        <p:txBody>
          <a:bodyPr wrap="square">
            <a:spAutoFit/>
          </a:bodyPr>
          <a:lstStyle/>
          <a:p>
            <a:pPr algn="ctr"/>
            <a:r>
              <a:rPr lang="zh-CN" altLang="en-US" sz="6000" dirty="0">
                <a:solidFill>
                  <a:srgbClr val="FF0000"/>
                </a:solidFill>
                <a:latin typeface="微软雅黑" panose="020B0503020204020204" pitchFamily="34" charset="-122"/>
                <a:ea typeface="微软雅黑" panose="020B0503020204020204" pitchFamily="34" charset="-122"/>
              </a:rPr>
              <a:t>因果图测试方法的具体步骤：</a:t>
            </a:r>
            <a:endParaRPr lang="zh-CN" altLang="en-US" sz="6000" dirty="0">
              <a:solidFill>
                <a:srgbClr val="FF0000"/>
              </a:solidFill>
              <a:latin typeface="微软雅黑" panose="020B0503020204020204" pitchFamily="34" charset="-122"/>
              <a:ea typeface="微软雅黑" panose="020B0503020204020204" pitchFamily="34" charset="-122"/>
            </a:endParaRPr>
          </a:p>
          <a:p>
            <a:pPr algn="ctr"/>
            <a:r>
              <a:rPr lang="zh-CN" altLang="en-US" sz="6000" dirty="0">
                <a:solidFill>
                  <a:srgbClr val="FF0000"/>
                </a:solidFill>
                <a:latin typeface="微软雅黑" panose="020B0503020204020204" pitchFamily="34" charset="-122"/>
                <a:ea typeface="微软雅黑" panose="020B0503020204020204" pitchFamily="34" charset="-122"/>
              </a:rPr>
              <a:t>①找因果②画关系③转判定表④选用例</a:t>
            </a:r>
            <a:endParaRPr lang="zh-CN" altLang="en-US" sz="6000" dirty="0">
              <a:solidFill>
                <a:srgbClr val="FF0000"/>
              </a:solidFill>
              <a:latin typeface="微软雅黑" panose="020B0503020204020204" pitchFamily="34" charset="-122"/>
              <a:ea typeface="微软雅黑" panose="020B0503020204020204" pitchFamily="34" charset="-122"/>
            </a:endParaRPr>
          </a:p>
          <a:p>
            <a:pPr algn="ctr"/>
            <a:endParaRPr lang="en-US" altLang="zh-CN" sz="6000" dirty="0">
              <a:solidFill>
                <a:srgbClr val="FF0000"/>
              </a:solidFill>
              <a:latin typeface="微软雅黑" panose="020B0503020204020204" pitchFamily="34" charset="-122"/>
              <a:ea typeface="微软雅黑" panose="020B0503020204020204" pitchFamily="34" charset="-122"/>
            </a:endParaRPr>
          </a:p>
        </p:txBody>
      </p:sp>
      <p:sp>
        <p:nvSpPr>
          <p:cNvPr id="7"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4</a:t>
            </a:r>
            <a:endParaRPr dirty="0"/>
          </a:p>
        </p:txBody>
      </p:sp>
      <p:pic>
        <p:nvPicPr>
          <p:cNvPr id="3" name="Audio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63300" y="13195300"/>
            <a:ext cx="304800" cy="304800"/>
          </a:xfrm>
          <a:prstGeom prst="rect">
            <a:avLst/>
          </a:prstGeom>
        </p:spPr>
      </p:pic>
    </p:spTree>
  </p:cSld>
  <p:clrMapOvr>
    <a:masterClrMapping/>
  </p:clrMapOvr>
  <p:transition spd="med" advTm="5357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2000"/>
                                        <p:tgtEl>
                                          <p:spTgt spid="4"/>
                                        </p:tgtEl>
                                      </p:cBhvr>
                                    </p:animEffect>
                                  </p:childTnLst>
                                </p:cTn>
                              </p:par>
                            </p:childTnLst>
                          </p:cTn>
                        </p:par>
                        <p:par>
                          <p:cTn id="11" fill="hold">
                            <p:stCondLst>
                              <p:cond delay="2000"/>
                            </p:stCondLst>
                            <p:childTnLst>
                              <p:par>
                                <p:cTn id="12" presetID="22" presetClass="entr" presetSubtype="8"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left)">
                                      <p:cBhvr>
                                        <p:cTn id="14" dur="1000"/>
                                        <p:tgtEl>
                                          <p:spTgt spid="5"/>
                                        </p:tgtEl>
                                      </p:cBhvr>
                                    </p:animEffect>
                                  </p:childTnLst>
                                </p:cTn>
                              </p:par>
                            </p:childTnLst>
                          </p:cTn>
                        </p:par>
                        <p:par>
                          <p:cTn id="15" fill="hold">
                            <p:stCondLst>
                              <p:cond delay="3000"/>
                            </p:stCondLst>
                            <p:childTnLst>
                              <p:par>
                                <p:cTn id="16" presetID="22" presetClass="entr" presetSubtype="8"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9" fill="hold" display="0">
                  <p:stCondLst>
                    <p:cond delay="indefinite"/>
                  </p:stCondLst>
                  <p:endCondLst>
                    <p:cond evt="onStopAudio" delay="0">
                      <p:tgtEl>
                        <p:sldTgt/>
                      </p:tgtEl>
                    </p:cond>
                  </p:endCondLst>
                </p:cTn>
                <p:tgtEl>
                  <p:spTgt spid="3"/>
                </p:tgtEl>
              </p:cMediaNode>
            </p:audio>
          </p:childTnLst>
        </p:cTn>
      </p:par>
    </p:tnLst>
    <p:bldLst>
      <p:bldP spid="4" grpId="0"/>
      <p:bldP spid="5" grpId="0"/>
      <p:bldP spid="6"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Audio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63300" y="13195300"/>
            <a:ext cx="304800" cy="304800"/>
          </a:xfrm>
          <a:prstGeom prst="rect">
            <a:avLst/>
          </a:prstGeom>
        </p:spPr>
      </p:pic>
    </p:spTree>
  </p:cSld>
  <p:clrMapOvr>
    <a:masterClrMapping/>
  </p:clrMapOvr>
  <p:transition spd="med" advTm="8092"/>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tags/tag1.xml><?xml version="1.0" encoding="utf-8"?>
<p:tagLst xmlns:p="http://schemas.openxmlformats.org/presentationml/2006/main">
  <p:tag name="TIMING" val="|74.3|0.9"/>
</p:tagLst>
</file>

<file path=ppt/tags/tag2.xml><?xml version="1.0" encoding="utf-8"?>
<p:tagLst xmlns:p="http://schemas.openxmlformats.org/presentationml/2006/main">
  <p:tag name="TIMING" val="|74.3|0.9"/>
</p:tagLst>
</file>

<file path=ppt/tags/tag3.xml><?xml version="1.0" encoding="utf-8"?>
<p:tagLst xmlns:p="http://schemas.openxmlformats.org/presentationml/2006/main">
  <p:tag name="TIMING" val="|74.3|0.9"/>
</p:tagLst>
</file>

<file path=ppt/tags/tag4.xml><?xml version="1.0" encoding="utf-8"?>
<p:tagLst xmlns:p="http://schemas.openxmlformats.org/presentationml/2006/main">
  <p:tag name="TIMING" val="|60.5|3.1|4.5|10.8"/>
</p:tagLst>
</file>

<file path=ppt/tags/tag5.xml><?xml version="1.0" encoding="utf-8"?>
<p:tagLst xmlns:p="http://schemas.openxmlformats.org/presentationml/2006/main">
  <p:tag name="TIMING" val="|74.3|0.9"/>
</p:tagLst>
</file>

<file path=ppt/tags/tag6.xml><?xml version="1.0" encoding="utf-8"?>
<p:tagLst xmlns:p="http://schemas.openxmlformats.org/presentationml/2006/main">
  <p:tag name="TIMING" val="|74.3|0.9"/>
</p:tagLst>
</file>

<file path=ppt/tags/tag7.xml><?xml version="1.0" encoding="utf-8"?>
<p:tagLst xmlns:p="http://schemas.openxmlformats.org/presentationml/2006/main">
  <p:tag name="TIMING" val="|74.3|0.9"/>
</p:tagLst>
</file>

<file path=ppt/tags/tag8.xml><?xml version="1.0" encoding="utf-8"?>
<p:tagLst xmlns:p="http://schemas.openxmlformats.org/presentationml/2006/main">
  <p:tag name="TIMING" val="|74.3|0.9"/>
</p:tagLst>
</file>

<file path=ppt/tags/tag9.xml><?xml version="1.0" encoding="utf-8"?>
<p:tagLst xmlns:p="http://schemas.openxmlformats.org/presentationml/2006/main">
  <p:tag name="TIMING" val="|74.3|0.9"/>
</p:tagLst>
</file>

<file path=ppt/tags/tag10.xml><?xml version="1.0" encoding="utf-8"?>
<p:tagLst xmlns:p="http://schemas.openxmlformats.org/presentationml/2006/main">
  <p:tag name="TIMING" val="|74.3|0.9"/>
</p:tagLst>
</file>

<file path=ppt/tags/tag11.xml><?xml version="1.0" encoding="utf-8"?>
<p:tagLst xmlns:p="http://schemas.openxmlformats.org/presentationml/2006/main">
  <p:tag name="TIMING" val="|74.3|0.9"/>
</p:tagLst>
</file>

<file path=ppt/tags/tag12.xml><?xml version="1.0" encoding="utf-8"?>
<p:tagLst xmlns:p="http://schemas.openxmlformats.org/presentationml/2006/main">
  <p:tag name="TIMING" val="|74.3|0.9"/>
</p:tagLst>
</file>

<file path=ppt/tags/tag13.xml><?xml version="1.0" encoding="utf-8"?>
<p:tagLst xmlns:p="http://schemas.openxmlformats.org/presentationml/2006/main">
  <p:tag name="TIMING" val="|74.3|0.9"/>
</p:tagLst>
</file>

<file path=ppt/tags/tag14.xml><?xml version="1.0" encoding="utf-8"?>
<p:tagLst xmlns:p="http://schemas.openxmlformats.org/presentationml/2006/main">
  <p:tag name="TIMING" val="|74.3|0.9"/>
</p:tagLst>
</file>

<file path=ppt/tags/tag15.xml><?xml version="1.0" encoding="utf-8"?>
<p:tagLst xmlns:p="http://schemas.openxmlformats.org/presentationml/2006/main">
  <p:tag name="TIMING" val="|74.3|0.9"/>
</p:tagLst>
</file>

<file path=ppt/tags/tag16.xml><?xml version="1.0" encoding="utf-8"?>
<p:tagLst xmlns:p="http://schemas.openxmlformats.org/presentationml/2006/main">
  <p:tag name="TIMING" val="|74.3|0.9"/>
</p:tagLst>
</file>

<file path=ppt/tags/tag17.xml><?xml version="1.0" encoding="utf-8"?>
<p:tagLst xmlns:p="http://schemas.openxmlformats.org/presentationml/2006/main">
  <p:tag name="TIMING" val="|74.3|0.9"/>
</p:tagLst>
</file>

<file path=ppt/tags/tag18.xml><?xml version="1.0" encoding="utf-8"?>
<p:tagLst xmlns:p="http://schemas.openxmlformats.org/presentationml/2006/main">
  <p:tag name="TIMING" val="|74.3|0.9"/>
</p:tagLst>
</file>

<file path=ppt/tags/tag19.xml><?xml version="1.0" encoding="utf-8"?>
<p:tagLst xmlns:p="http://schemas.openxmlformats.org/presentationml/2006/main">
  <p:tag name="TIMING" val="|74.3|0.9"/>
</p:tagLst>
</file>

<file path=ppt/tags/tag20.xml><?xml version="1.0" encoding="utf-8"?>
<p:tagLst xmlns:p="http://schemas.openxmlformats.org/presentationml/2006/main">
  <p:tag name="TIMING" val="|74.3|0.9"/>
</p:tagLst>
</file>

<file path=ppt/tags/tag21.xml><?xml version="1.0" encoding="utf-8"?>
<p:tagLst xmlns:p="http://schemas.openxmlformats.org/presentationml/2006/main">
  <p:tag name="TIMING" val="|74.3|0.9"/>
</p:tagLst>
</file>

<file path=ppt/tags/tag22.xml><?xml version="1.0" encoding="utf-8"?>
<p:tagLst xmlns:p="http://schemas.openxmlformats.org/presentationml/2006/main">
  <p:tag name="TIMING" val="|74.3|0.9"/>
</p:tagLst>
</file>

<file path=ppt/tags/tag23.xml><?xml version="1.0" encoding="utf-8"?>
<p:tagLst xmlns:p="http://schemas.openxmlformats.org/presentationml/2006/main">
  <p:tag name="TIMING" val="|74.3|0.9"/>
</p:tagLst>
</file>

<file path=ppt/tags/tag24.xml><?xml version="1.0" encoding="utf-8"?>
<p:tagLst xmlns:p="http://schemas.openxmlformats.org/presentationml/2006/main">
  <p:tag name="TIMING" val="|74.3|0.9"/>
</p:tagLst>
</file>

<file path=ppt/tags/tag25.xml><?xml version="1.0" encoding="utf-8"?>
<p:tagLst xmlns:p="http://schemas.openxmlformats.org/presentationml/2006/main">
  <p:tag name="TIMING" val="|74.3|0.9"/>
</p:tagLst>
</file>

<file path=ppt/tags/tag26.xml><?xml version="1.0" encoding="utf-8"?>
<p:tagLst xmlns:p="http://schemas.openxmlformats.org/presentationml/2006/main">
  <p:tag name="TIMING" val="|74.3|0.9"/>
</p:tagLst>
</file>

<file path=ppt/tags/tag27.xml><?xml version="1.0" encoding="utf-8"?>
<p:tagLst xmlns:p="http://schemas.openxmlformats.org/presentationml/2006/main">
  <p:tag name="TIMING" val="|74.3|0.9"/>
</p:tagLst>
</file>

<file path=ppt/tags/tag28.xml><?xml version="1.0" encoding="utf-8"?>
<p:tagLst xmlns:p="http://schemas.openxmlformats.org/presentationml/2006/main">
  <p:tag name="TIMING" val="|74.3|0.9"/>
</p:tagLst>
</file>

<file path=ppt/tags/tag29.xml><?xml version="1.0" encoding="utf-8"?>
<p:tagLst xmlns:p="http://schemas.openxmlformats.org/presentationml/2006/main">
  <p:tag name="TIMING" val="|74.3|0.9"/>
</p:tagLst>
</file>

<file path=ppt/tags/tag30.xml><?xml version="1.0" encoding="utf-8"?>
<p:tagLst xmlns:p="http://schemas.openxmlformats.org/presentationml/2006/main">
  <p:tag name="TIMING" val="|74.3|0.9"/>
</p:tagLst>
</file>

<file path=ppt/tags/tag31.xml><?xml version="1.0" encoding="utf-8"?>
<p:tagLst xmlns:p="http://schemas.openxmlformats.org/presentationml/2006/main">
  <p:tag name="TIMING" val="|74.3|0.9"/>
</p:tagLst>
</file>

<file path=ppt/tags/tag32.xml><?xml version="1.0" encoding="utf-8"?>
<p:tagLst xmlns:p="http://schemas.openxmlformats.org/presentationml/2006/main">
  <p:tag name="TIMING" val="|74.3|0.9"/>
</p:tagLst>
</file>

<file path=ppt/tags/tag33.xml><?xml version="1.0" encoding="utf-8"?>
<p:tagLst xmlns:p="http://schemas.openxmlformats.org/presentationml/2006/main">
  <p:tag name="TIMING" val="|74.3|0.9"/>
</p:tagLst>
</file>

<file path=ppt/tags/tag34.xml><?xml version="1.0" encoding="utf-8"?>
<p:tagLst xmlns:p="http://schemas.openxmlformats.org/presentationml/2006/main">
  <p:tag name="TIMING" val="|74.3|0.9"/>
</p:tagLst>
</file>

<file path=ppt/tags/tag35.xml><?xml version="1.0" encoding="utf-8"?>
<p:tagLst xmlns:p="http://schemas.openxmlformats.org/presentationml/2006/main">
  <p:tag name="TIMING" val="|74.3|0.9"/>
</p:tagLst>
</file>

<file path=ppt/tags/tag36.xml><?xml version="1.0" encoding="utf-8"?>
<p:tagLst xmlns:p="http://schemas.openxmlformats.org/presentationml/2006/main">
  <p:tag name="TIMING" val="|74.3|0.9"/>
</p:tagLst>
</file>

<file path=ppt/tags/tag37.xml><?xml version="1.0" encoding="utf-8"?>
<p:tagLst xmlns:p="http://schemas.openxmlformats.org/presentationml/2006/main">
  <p:tag name="TIMING" val="|74.3|0.9"/>
</p:tagLst>
</file>

<file path=ppt/tags/tag38.xml><?xml version="1.0" encoding="utf-8"?>
<p:tagLst xmlns:p="http://schemas.openxmlformats.org/presentationml/2006/main">
  <p:tag name="TIMING" val="|74.3|0.9"/>
</p:tagLst>
</file>

<file path=ppt/tags/tag39.xml><?xml version="1.0" encoding="utf-8"?>
<p:tagLst xmlns:p="http://schemas.openxmlformats.org/presentationml/2006/main">
  <p:tag name="TIMING" val="|74.3|0.9"/>
</p:tagLst>
</file>

<file path=ppt/tags/tag40.xml><?xml version="1.0" encoding="utf-8"?>
<p:tagLst xmlns:p="http://schemas.openxmlformats.org/presentationml/2006/main">
  <p:tag name="TIMING" val="|74.3|0.9"/>
</p:tagLst>
</file>

<file path=ppt/tags/tag41.xml><?xml version="1.0" encoding="utf-8"?>
<p:tagLst xmlns:p="http://schemas.openxmlformats.org/presentationml/2006/main">
  <p:tag name="TIMING" val="|74.3|0.9"/>
</p:tagLst>
</file>

<file path=ppt/tags/tag42.xml><?xml version="1.0" encoding="utf-8"?>
<p:tagLst xmlns:p="http://schemas.openxmlformats.org/presentationml/2006/main">
  <p:tag name="TIMING" val="|74.3|0.9"/>
</p:tagLst>
</file>

<file path=ppt/tags/tag43.xml><?xml version="1.0" encoding="utf-8"?>
<p:tagLst xmlns:p="http://schemas.openxmlformats.org/presentationml/2006/main">
  <p:tag name="COMMONDATA" val="eyJoZGlkIjoiN2RjMzk0Mzc2NzY3NGE0YmI3MDJiMTlmNzE2MWFmNDcifQ=="/>
  <p:tag name="commondata" val="eyJoZGlkIjoiNWY4NzZjZjg1ZDI5N2JhZWU3ZjVjZDU2NTU1Y2E1MTUifQ=="/>
</p:tagLst>
</file>

<file path=ppt/theme/theme1.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25400" cap="flat">
          <a:solidFill>
            <a:srgbClr val="000000"/>
          </a:solidFill>
          <a:prstDash val="solid"/>
          <a:miter lim="4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25400" cap="flat">
          <a:solidFill>
            <a:srgbClr val="000000"/>
          </a:solidFill>
          <a:prstDash val="solid"/>
          <a:miter lim="4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5080</Words>
  <Application>WPS 演示</Application>
  <PresentationFormat>Custom</PresentationFormat>
  <Paragraphs>2121</Paragraphs>
  <Slides>50</Slides>
  <Notes>50</Notes>
  <HiddenSlides>0</HiddenSlides>
  <MMClips>50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50</vt:i4>
      </vt:variant>
    </vt:vector>
  </HeadingPairs>
  <TitlesOfParts>
    <vt:vector size="68" baseType="lpstr">
      <vt:lpstr>Arial</vt:lpstr>
      <vt:lpstr>宋体</vt:lpstr>
      <vt:lpstr>Wingdings</vt:lpstr>
      <vt:lpstr>Helvetica Neue</vt:lpstr>
      <vt:lpstr>Helvetica Neue Medium</vt:lpstr>
      <vt:lpstr>Helvetica Neue Light</vt:lpstr>
      <vt:lpstr>微软雅黑</vt:lpstr>
      <vt:lpstr>黑体</vt:lpstr>
      <vt:lpstr>Calibri</vt:lpstr>
      <vt:lpstr>微软雅黑 Light</vt:lpstr>
      <vt:lpstr>MicrosoftYaHeiLight</vt:lpstr>
      <vt:lpstr>AMGDT</vt:lpstr>
      <vt:lpstr>Arial Black</vt:lpstr>
      <vt:lpstr>Verdana</vt:lpstr>
      <vt:lpstr>Times New Roman</vt:lpstr>
      <vt:lpstr>Cambria Math</vt:lpstr>
      <vt:lpstr>Arial Unicode MS</vt:lpstr>
      <vt:lpstr>White</vt:lpstr>
      <vt:lpstr>PowerPoint 演示文稿</vt:lpstr>
      <vt:lpstr>PowerPoint 演示文稿</vt:lpstr>
      <vt:lpstr>PowerPoint 演示文稿</vt:lpstr>
      <vt:lpstr>因果图</vt:lpstr>
      <vt:lpstr>因果图</vt:lpstr>
      <vt:lpstr>因果图</vt:lpstr>
      <vt:lpstr>因果图</vt:lpstr>
      <vt:lpstr>因果图</vt:lpstr>
      <vt:lpstr>因果图</vt:lpstr>
      <vt:lpstr>因果图</vt:lpstr>
      <vt:lpstr>因果图</vt:lpstr>
      <vt:lpstr>因果图</vt:lpstr>
      <vt:lpstr>因果图</vt:lpstr>
      <vt:lpstr>因果图</vt:lpstr>
      <vt:lpstr>因果图</vt:lpstr>
      <vt:lpstr>因果图</vt:lpstr>
      <vt:lpstr>因果图</vt:lpstr>
      <vt:lpstr>因果图</vt:lpstr>
      <vt:lpstr>因果图</vt:lpstr>
      <vt:lpstr>因果图</vt:lpstr>
      <vt:lpstr>因果图</vt:lpstr>
      <vt:lpstr>因果图</vt:lpstr>
      <vt:lpstr>因果图</vt:lpstr>
      <vt:lpstr>PowerPoint 演示文稿</vt:lpstr>
      <vt:lpstr>因果图测试</vt:lpstr>
      <vt:lpstr>因果图测试</vt:lpstr>
      <vt:lpstr>因果图测试</vt:lpstr>
      <vt:lpstr>因果图测试</vt:lpstr>
      <vt:lpstr>因果图测试</vt:lpstr>
      <vt:lpstr>因果图测试</vt:lpstr>
      <vt:lpstr>因果图测试</vt:lpstr>
      <vt:lpstr>因果图测试</vt:lpstr>
      <vt:lpstr>因果图测试</vt:lpstr>
      <vt:lpstr>因果图测试</vt:lpstr>
      <vt:lpstr>因果图</vt:lpstr>
      <vt:lpstr>因果图测试</vt:lpstr>
      <vt:lpstr>因果图</vt:lpstr>
      <vt:lpstr>因果图</vt:lpstr>
      <vt:lpstr>因果图测试</vt:lpstr>
      <vt:lpstr>因果图</vt:lpstr>
      <vt:lpstr>因果图</vt:lpstr>
      <vt:lpstr>因果图</vt:lpstr>
      <vt:lpstr>因果图测试</vt:lpstr>
      <vt:lpstr>因果图测试</vt:lpstr>
      <vt:lpstr>因果图测试</vt:lpstr>
      <vt:lpstr>因果图测试</vt:lpstr>
      <vt:lpstr>因果图测试</vt:lpstr>
      <vt:lpstr>PowerPoint 演示文稿</vt:lpstr>
      <vt:lpstr>小结</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WangYz</dc:creator>
  <cp:lastModifiedBy>李壮 19863718468</cp:lastModifiedBy>
  <cp:revision>545</cp:revision>
  <cp:lastPrinted>2020-08-01T02:11:00Z</cp:lastPrinted>
  <dcterms:created xsi:type="dcterms:W3CDTF">2019-05-10T09:49:00Z</dcterms:created>
  <dcterms:modified xsi:type="dcterms:W3CDTF">2023-10-14T04:37:21Z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2052-12.1.0.15712</vt:lpwstr>
  </property>
  <property fmtid="{D5CDD505-2E9C-101B-9397-08002B2CF9AE}" pid="3" name="ICV">
    <vt:lpwstr>4FD75BD5FE0D4F91987F9100981D10E1_12</vt:lpwstr>
  </property>
</Properties>
</file>