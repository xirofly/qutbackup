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3"/>
  </p:handoutMasterIdLst>
  <p:sldIdLst>
    <p:sldId id="256" r:id="rId3"/>
    <p:sldId id="294" r:id="rId5"/>
    <p:sldId id="344" r:id="rId6"/>
    <p:sldId id="345" r:id="rId7"/>
    <p:sldId id="346" r:id="rId8"/>
    <p:sldId id="347" r:id="rId9"/>
    <p:sldId id="348" r:id="rId10"/>
    <p:sldId id="349" r:id="rId11"/>
    <p:sldId id="350" r:id="rId12"/>
    <p:sldId id="351" r:id="rId13"/>
    <p:sldId id="352" r:id="rId14"/>
    <p:sldId id="367" r:id="rId15"/>
    <p:sldId id="354" r:id="rId16"/>
    <p:sldId id="355" r:id="rId17"/>
    <p:sldId id="356" r:id="rId18"/>
    <p:sldId id="357" r:id="rId19"/>
    <p:sldId id="358" r:id="rId20"/>
    <p:sldId id="366" r:id="rId21"/>
    <p:sldId id="293" r:id="rId22"/>
  </p:sldIdLst>
  <p:sldSz cx="24384000" cy="13716000"/>
  <p:notesSz cx="7099300" cy="10234295"/>
  <p:custDataLst>
    <p:tags r:id="rId28"/>
  </p:custDataLst>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 jiamin" initials="lj" lastIdx="36"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A2FF"/>
    <a:srgbClr val="FBED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940675A-B579-460E-94D1-54222C63F5DA}"/>
</file>

<file path=ppt/viewProps.xml><?xml version="1.0" encoding="utf-8"?>
<p:viewPr xmlns:a="http://schemas.openxmlformats.org/drawingml/2006/main" xmlns:r="http://schemas.openxmlformats.org/officeDocument/2006/relationships" xmlns:p="http://schemas.openxmlformats.org/presentationml/2006/main">
  <p:normalViewPr>
    <p:restoredLeft sz="12293"/>
    <p:restoredTop sz="79934" autoAdjust="0"/>
  </p:normalViewPr>
  <p:slideViewPr>
    <p:cSldViewPr snapToGrid="0">
      <p:cViewPr varScale="1">
        <p:scale>
          <a:sx n="25" d="100"/>
          <a:sy n="25" d="100"/>
        </p:scale>
        <p:origin x="1389" y="75"/>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880" y="84"/>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handoutMaster" Target="handoutMasters/handout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ableStyles" Target="tableStyles.xml"/><Relationship Id="rId27" Type="http://schemas.openxmlformats.org/officeDocument/2006/relationships/commentAuthors" Target="commentAuthors.xml"/><Relationship Id="rId28" Type="http://schemas.openxmlformats.org/officeDocument/2006/relationships/tags" Target="tags/tag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575"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4021138" y="0"/>
            <a:ext cx="3076575" cy="512763"/>
          </a:xfrm>
          <a:prstGeom prst="rect">
            <a:avLst/>
          </a:prstGeom>
        </p:spPr>
        <p:txBody>
          <a:bodyPr vert="horz" lIns="91440" tIns="45720" rIns="91440" bIns="45720" rtlCol="0"/>
          <a:lstStyle>
            <a:lvl1pPr algn="r">
              <a:defRPr sz="1200"/>
            </a:lvl1pPr>
          </a:lstStyle>
          <a:p>
            <a:fld id="{6C73167F-A315-463C-854D-5832BFB9F140}" type="datetimeFigureOut">
              <a:rPr lang="zh-CN" altLang="en-US" smtClean="0"/>
            </a:fld>
            <a:endParaRPr lang="zh-CN" altLang="en-US"/>
          </a:p>
        </p:txBody>
      </p:sp>
      <p:sp>
        <p:nvSpPr>
          <p:cNvPr id="4" name="页脚占位符 3"/>
          <p:cNvSpPr>
            <a:spLocks noGrp="1"/>
          </p:cNvSpPr>
          <p:nvPr>
            <p:ph type="ftr" sz="quarter" idx="2"/>
          </p:nvPr>
        </p:nvSpPr>
        <p:spPr>
          <a:xfrm>
            <a:off x="0" y="9721850"/>
            <a:ext cx="3076575" cy="512763"/>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4021138" y="9721850"/>
            <a:ext cx="3076575" cy="512763"/>
          </a:xfrm>
          <a:prstGeom prst="rect">
            <a:avLst/>
          </a:prstGeom>
        </p:spPr>
        <p:txBody>
          <a:bodyPr vert="horz" lIns="91440" tIns="45720" rIns="91440" bIns="45720" rtlCol="0" anchor="b"/>
          <a:lstStyle>
            <a:lvl1pPr algn="r">
              <a:defRPr sz="1200"/>
            </a:lvl1pPr>
          </a:lstStyle>
          <a:p>
            <a:fld id="{12EDDE74-10D5-4A7E-A68A-C1E3935360AB}"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9" name="Shape 119"/>
          <p:cNvSpPr>
            <a:spLocks noGrp="1" noRot="1" noChangeAspect="1"/>
          </p:cNvSpPr>
          <p:nvPr>
            <p:ph type="sldImg"/>
          </p:nvPr>
        </p:nvSpPr>
        <p:spPr>
          <a:xfrm>
            <a:off x="138113" y="766763"/>
            <a:ext cx="6823075" cy="3838575"/>
          </a:xfrm>
          <a:prstGeom prst="rect">
            <a:avLst/>
          </a:prstGeom>
        </p:spPr>
        <p:txBody>
          <a:bodyPr lIns="94759" tIns="47380" rIns="94759" bIns="47380"/>
          <a:lstStyle/>
          <a:p/>
        </p:txBody>
      </p:sp>
      <p:sp>
        <p:nvSpPr>
          <p:cNvPr id="120" name="Shape 120"/>
          <p:cNvSpPr>
            <a:spLocks noGrp="1"/>
          </p:cNvSpPr>
          <p:nvPr>
            <p:ph type="body" sz="quarter" idx="1"/>
          </p:nvPr>
        </p:nvSpPr>
        <p:spPr>
          <a:xfrm>
            <a:off x="946574" y="4861443"/>
            <a:ext cx="5206154" cy="4605576"/>
          </a:xfrm>
          <a:prstGeom prst="rect">
            <a:avLst/>
          </a:prstGeom>
        </p:spPr>
        <p:txBody>
          <a:bodyPr lIns="94759" tIns="47380" rIns="94759" bIns="47380"/>
          <a:lstStyle/>
          <a:p/>
        </p:txBody>
      </p:sp>
    </p:spTree>
  </p:cSld>
  <p:clrMap bg1="lt1" tx1="dk1" bg2="lt2" tx2="dk2" accent1="accent1" accent2="accent2" accent3="accent3" accent4="accent4" accent5="accent5" accent6="accent6" hlink="hlink" folHlink="folHlink"/>
  <p:notesStyle>
    <a:lvl1pPr defTabSz="457200" latinLnBrk="0">
      <a:lnSpc>
        <a:spcPct val="118000"/>
      </a:lnSpc>
      <a:defRPr sz="2200">
        <a:latin typeface="Helvetica Neue"/>
        <a:ea typeface="Helvetica Neue"/>
        <a:cs typeface="Helvetica Neue"/>
        <a:sym typeface="Helvetica Neue"/>
      </a:defRPr>
    </a:lvl1pPr>
    <a:lvl2pPr indent="228600" defTabSz="457200" latinLnBrk="0">
      <a:lnSpc>
        <a:spcPct val="118000"/>
      </a:lnSpc>
      <a:defRPr sz="2200">
        <a:latin typeface="Helvetica Neue"/>
        <a:ea typeface="Helvetica Neue"/>
        <a:cs typeface="Helvetica Neue"/>
        <a:sym typeface="Helvetica Neue"/>
      </a:defRPr>
    </a:lvl2pPr>
    <a:lvl3pPr indent="457200" defTabSz="457200" latinLnBrk="0">
      <a:lnSpc>
        <a:spcPct val="118000"/>
      </a:lnSpc>
      <a:defRPr sz="2200">
        <a:latin typeface="Helvetica Neue"/>
        <a:ea typeface="Helvetica Neue"/>
        <a:cs typeface="Helvetica Neue"/>
        <a:sym typeface="Helvetica Neue"/>
      </a:defRPr>
    </a:lvl3pPr>
    <a:lvl4pPr indent="685800" defTabSz="457200" latinLnBrk="0">
      <a:lnSpc>
        <a:spcPct val="118000"/>
      </a:lnSpc>
      <a:defRPr sz="2200">
        <a:latin typeface="Helvetica Neue"/>
        <a:ea typeface="Helvetica Neue"/>
        <a:cs typeface="Helvetica Neue"/>
        <a:sym typeface="Helvetica Neue"/>
      </a:defRPr>
    </a:lvl4pPr>
    <a:lvl5pPr indent="914400" defTabSz="457200" latinLnBrk="0">
      <a:lnSpc>
        <a:spcPct val="118000"/>
      </a:lnSpc>
      <a:defRPr sz="2200">
        <a:latin typeface="Helvetica Neue"/>
        <a:ea typeface="Helvetica Neue"/>
        <a:cs typeface="Helvetica Neue"/>
        <a:sym typeface="Helvetica Neue"/>
      </a:defRPr>
    </a:lvl5pPr>
    <a:lvl6pPr indent="1143000" defTabSz="457200" latinLnBrk="0">
      <a:lnSpc>
        <a:spcPct val="118000"/>
      </a:lnSpc>
      <a:defRPr sz="2200">
        <a:latin typeface="Helvetica Neue"/>
        <a:ea typeface="Helvetica Neue"/>
        <a:cs typeface="Helvetica Neue"/>
        <a:sym typeface="Helvetica Neue"/>
      </a:defRPr>
    </a:lvl6pPr>
    <a:lvl7pPr indent="1371600" defTabSz="457200" latinLnBrk="0">
      <a:lnSpc>
        <a:spcPct val="118000"/>
      </a:lnSpc>
      <a:defRPr sz="2200">
        <a:latin typeface="Helvetica Neue"/>
        <a:ea typeface="Helvetica Neue"/>
        <a:cs typeface="Helvetica Neue"/>
        <a:sym typeface="Helvetica Neue"/>
      </a:defRPr>
    </a:lvl7pPr>
    <a:lvl8pPr indent="1600200" defTabSz="457200" latinLnBrk="0">
      <a:lnSpc>
        <a:spcPct val="118000"/>
      </a:lnSpc>
      <a:defRPr sz="2200">
        <a:latin typeface="Helvetica Neue"/>
        <a:ea typeface="Helvetica Neue"/>
        <a:cs typeface="Helvetica Neue"/>
        <a:sym typeface="Helvetica Neue"/>
      </a:defRPr>
    </a:lvl8pPr>
    <a:lvl9pPr indent="1828800" defTabSz="457200" latinLnBrk="0">
      <a:lnSpc>
        <a:spcPct val="118000"/>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sz="4600" b="1"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sz="1700" b="1"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lIns="94759" tIns="47380" rIns="94759" bIns="47380"/>
          <a:lstStyle/>
          <a:p>
            <a:pPr algn="r" defTabSz="473710" hangingPunct="1">
              <a:defRPr/>
            </a:pPr>
            <a:fld id="{E9873806-1BCA-4F4B-939D-59F1D9388591}" type="slidenum">
              <a:rPr lang="zh-CN" altLang="en-US" sz="1200" b="0" kern="1200">
                <a:solidFill>
                  <a:prstClr val="black"/>
                </a:solidFill>
                <a:latin typeface="等线" panose="02010600030101010101" charset="-122"/>
                <a:ea typeface="等线" panose="02010600030101010101" charset="-122"/>
                <a:cs typeface="+mn-cs"/>
              </a:rPr>
            </a:fld>
            <a:endParaRPr lang="zh-CN" altLang="en-US" sz="1200" b="0" kern="1200">
              <a:solidFill>
                <a:prstClr val="black"/>
              </a:solidFill>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18000"/>
              </a:lnSpc>
              <a:spcBef>
                <a:spcPts val="0"/>
              </a:spcBef>
              <a:spcAft>
                <a:spcPts val="0"/>
              </a:spcAft>
              <a:buClrTx/>
              <a:buSzTx/>
              <a:buFontTx/>
              <a:buNone/>
              <a:defRPr/>
            </a:pPr>
            <a:endPar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灯片编号占位符 3"/>
          <p:cNvSpPr>
            <a:spLocks noGrp="1"/>
          </p:cNvSpPr>
          <p:nvPr>
            <p:ph type="sldNum" sz="quarter" idx="10"/>
          </p:nvPr>
        </p:nvSpPr>
        <p:spPr/>
        <p:txBody>
          <a:bodyPr lIns="94759" tIns="47380" rIns="94759" bIns="47380"/>
          <a:lstStyle/>
          <a:p>
            <a:pPr algn="r" defTabSz="473710" hangingPunct="1">
              <a:defRPr/>
            </a:pPr>
            <a:fld id="{E9873806-1BCA-4F4B-939D-59F1D9388591}" type="slidenum">
              <a:rPr lang="zh-CN" altLang="en-US" sz="1200" b="0" kern="1200">
                <a:solidFill>
                  <a:prstClr val="black"/>
                </a:solidFill>
                <a:latin typeface="等线" panose="02010600030101010101" charset="-122"/>
                <a:ea typeface="等线" panose="02010600030101010101" charset="-122"/>
                <a:cs typeface="+mn-cs"/>
              </a:rPr>
            </a:fld>
            <a:endParaRPr lang="zh-CN" altLang="en-US" sz="1200" b="0" kern="1200">
              <a:solidFill>
                <a:prstClr val="black"/>
              </a:solidFill>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18000"/>
              </a:lnSpc>
              <a:spcBef>
                <a:spcPts val="0"/>
              </a:spcBef>
              <a:spcAft>
                <a:spcPts val="0"/>
              </a:spcAft>
              <a:buClrTx/>
              <a:buSzTx/>
              <a:buFontTx/>
              <a:buNone/>
              <a:defRPr/>
            </a:pPr>
            <a:endParaRPr lang="en-US" altLang="zh-CN"/>
          </a:p>
        </p:txBody>
      </p:sp>
      <p:sp>
        <p:nvSpPr>
          <p:cNvPr id="4" name="灯片编号占位符 3"/>
          <p:cNvSpPr>
            <a:spLocks noGrp="1"/>
          </p:cNvSpPr>
          <p:nvPr>
            <p:ph type="sldNum" sz="quarter" idx="10"/>
          </p:nvPr>
        </p:nvSpPr>
        <p:spPr/>
        <p:txBody>
          <a:bodyPr lIns="94759" tIns="47380" rIns="94759" bIns="47380"/>
          <a:lstStyle/>
          <a:p>
            <a:pPr algn="r" defTabSz="473710" hangingPunct="1">
              <a:defRPr/>
            </a:pPr>
            <a:fld id="{E9873806-1BCA-4F4B-939D-59F1D9388591}" type="slidenum">
              <a:rPr lang="zh-CN" altLang="en-US" sz="1200" b="0" kern="1200">
                <a:solidFill>
                  <a:prstClr val="black"/>
                </a:solidFill>
                <a:latin typeface="等线" panose="02010600030101010101" charset="-122"/>
                <a:ea typeface="等线" panose="02010600030101010101" charset="-122"/>
                <a:cs typeface="+mn-cs"/>
              </a:rPr>
            </a:fld>
            <a:endParaRPr lang="zh-CN" altLang="en-US" sz="1200" b="0" kern="1200">
              <a:solidFill>
                <a:prstClr val="black"/>
              </a:solidFill>
              <a:latin typeface="等线" panose="02010600030101010101" charset="-122"/>
              <a:ea typeface="等线" panose="02010600030101010101"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18000"/>
              </a:lnSpc>
              <a:spcBef>
                <a:spcPts val="0"/>
              </a:spcBef>
              <a:spcAft>
                <a:spcPts val="0"/>
              </a:spcAft>
              <a:buClrTx/>
              <a:buSzTx/>
              <a:buFontTx/>
              <a:buNone/>
              <a:defRPr/>
            </a:pPr>
            <a:endParaRPr kumimoji="0" lang="zh-CN" altLang="en-US" sz="24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p:txBody>
      </p:sp>
      <p:sp>
        <p:nvSpPr>
          <p:cNvPr id="4" name="灯片编号占位符 3"/>
          <p:cNvSpPr>
            <a:spLocks noGrp="1"/>
          </p:cNvSpPr>
          <p:nvPr>
            <p:ph type="sldNum" sz="quarter" idx="10"/>
          </p:nvPr>
        </p:nvSpPr>
        <p:spPr/>
        <p:txBody>
          <a:bodyPr lIns="94759" tIns="47380" rIns="94759" bIns="47380"/>
          <a:lstStyle/>
          <a:p>
            <a:pPr algn="r" defTabSz="473710" hangingPunct="1">
              <a:defRPr/>
            </a:pPr>
            <a:fld id="{E9873806-1BCA-4F4B-939D-59F1D9388591}" type="slidenum">
              <a:rPr lang="zh-CN" altLang="en-US" sz="1200" b="0" kern="1200">
                <a:solidFill>
                  <a:prstClr val="black"/>
                </a:solidFill>
                <a:latin typeface="等线" panose="02010600030101010101" charset="-122"/>
                <a:ea typeface="等线" panose="02010600030101010101" charset="-122"/>
                <a:cs typeface="+mn-cs"/>
              </a:rPr>
            </a:fld>
            <a:endParaRPr lang="zh-CN" altLang="en-US" sz="1200" b="0" kern="1200">
              <a:solidFill>
                <a:prstClr val="black"/>
              </a:solidFill>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18000"/>
              </a:lnSpc>
              <a:spcBef>
                <a:spcPts val="0"/>
              </a:spcBef>
              <a:spcAft>
                <a:spcPts val="0"/>
              </a:spcAft>
              <a:buClrTx/>
              <a:buSzTx/>
              <a:buFontTx/>
              <a:buNone/>
              <a:defRPr/>
            </a:pPr>
            <a:endParaRPr kumimoji="0" lang="zh-CN" altLang="en-US" sz="24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p:txBody>
      </p:sp>
      <p:sp>
        <p:nvSpPr>
          <p:cNvPr id="4" name="灯片编号占位符 3"/>
          <p:cNvSpPr>
            <a:spLocks noGrp="1"/>
          </p:cNvSpPr>
          <p:nvPr>
            <p:ph type="sldNum" sz="quarter" idx="10"/>
          </p:nvPr>
        </p:nvSpPr>
        <p:spPr/>
        <p:txBody>
          <a:bodyPr lIns="94759" tIns="47380" rIns="94759" bIns="47380"/>
          <a:lstStyle/>
          <a:p>
            <a:pPr algn="r" defTabSz="473710" hangingPunct="1">
              <a:defRPr/>
            </a:pPr>
            <a:fld id="{E9873806-1BCA-4F4B-939D-59F1D9388591}" type="slidenum">
              <a:rPr lang="zh-CN" altLang="en-US" sz="1200" b="0" kern="1200">
                <a:solidFill>
                  <a:prstClr val="black"/>
                </a:solidFill>
                <a:latin typeface="等线" panose="02010600030101010101" charset="-122"/>
                <a:ea typeface="等线" panose="02010600030101010101" charset="-122"/>
                <a:cs typeface="+mn-cs"/>
              </a:rPr>
            </a:fld>
            <a:endParaRPr lang="zh-CN" altLang="en-US" sz="1200" b="0" kern="1200">
              <a:solidFill>
                <a:prstClr val="black"/>
              </a:solidFill>
              <a:latin typeface="等线" panose="02010600030101010101" charset="-122"/>
              <a:ea typeface="等线" panose="02010600030101010101"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18000"/>
              </a:lnSpc>
              <a:spcBef>
                <a:spcPts val="0"/>
              </a:spcBef>
              <a:spcAft>
                <a:spcPts val="0"/>
              </a:spcAft>
              <a:buClrTx/>
              <a:buSzTx/>
              <a:buFontTx/>
              <a:buNone/>
              <a:defRPr/>
            </a:pPr>
            <a:endParaRPr kumimoji="0" lang="zh-CN" altLang="en-US" sz="24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p:txBody>
      </p:sp>
      <p:sp>
        <p:nvSpPr>
          <p:cNvPr id="4" name="灯片编号占位符 3"/>
          <p:cNvSpPr>
            <a:spLocks noGrp="1"/>
          </p:cNvSpPr>
          <p:nvPr>
            <p:ph type="sldNum" sz="quarter" idx="10"/>
          </p:nvPr>
        </p:nvSpPr>
        <p:spPr/>
        <p:txBody>
          <a:bodyPr lIns="94759" tIns="47380" rIns="94759" bIns="47380"/>
          <a:lstStyle/>
          <a:p>
            <a:pPr algn="r" defTabSz="473710" hangingPunct="1">
              <a:defRPr/>
            </a:pPr>
            <a:fld id="{E9873806-1BCA-4F4B-939D-59F1D9388591}" type="slidenum">
              <a:rPr lang="zh-CN" altLang="en-US" sz="1200" b="0" kern="1200">
                <a:solidFill>
                  <a:prstClr val="black"/>
                </a:solidFill>
                <a:latin typeface="等线" panose="02010600030101010101" charset="-122"/>
                <a:ea typeface="等线" panose="02010600030101010101" charset="-122"/>
                <a:cs typeface="+mn-cs"/>
              </a:rPr>
            </a:fld>
            <a:endParaRPr lang="zh-CN" altLang="en-US" sz="1200" b="0" kern="1200">
              <a:solidFill>
                <a:prstClr val="black"/>
              </a:solidFill>
              <a:latin typeface="等线" panose="02010600030101010101" charset="-122"/>
              <a:ea typeface="等线" panose="02010600030101010101"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18000"/>
              </a:lnSpc>
              <a:spcBef>
                <a:spcPts val="0"/>
              </a:spcBef>
              <a:spcAft>
                <a:spcPts val="0"/>
              </a:spcAft>
              <a:buClrTx/>
              <a:buSzTx/>
              <a:buFontTx/>
              <a:buNone/>
              <a:defRPr/>
            </a:pPr>
            <a:endParaRPr kumimoji="0" lang="en-US" altLang="zh-CN" sz="24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p:txBody>
      </p:sp>
      <p:sp>
        <p:nvSpPr>
          <p:cNvPr id="4" name="灯片编号占位符 3"/>
          <p:cNvSpPr>
            <a:spLocks noGrp="1"/>
          </p:cNvSpPr>
          <p:nvPr>
            <p:ph type="sldNum" sz="quarter" idx="10"/>
          </p:nvPr>
        </p:nvSpPr>
        <p:spPr/>
        <p:txBody>
          <a:bodyPr lIns="94759" tIns="47380" rIns="94759" bIns="47380"/>
          <a:lstStyle/>
          <a:p>
            <a:pPr algn="r" defTabSz="473710" hangingPunct="1">
              <a:defRPr/>
            </a:pPr>
            <a:fld id="{E9873806-1BCA-4F4B-939D-59F1D9388591}" type="slidenum">
              <a:rPr lang="zh-CN" altLang="en-US" sz="1200" b="0" kern="1200">
                <a:solidFill>
                  <a:prstClr val="black"/>
                </a:solidFill>
                <a:latin typeface="等线" panose="02010600030101010101" charset="-122"/>
                <a:ea typeface="等线" panose="02010600030101010101" charset="-122"/>
                <a:cs typeface="+mn-cs"/>
              </a:rPr>
            </a:fld>
            <a:endParaRPr lang="zh-CN" altLang="en-US" sz="1200" b="0" kern="1200">
              <a:solidFill>
                <a:prstClr val="black"/>
              </a:solidFill>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pPr marL="342900" marR="0" lvl="0" indent="-342900" algn="l" defTabSz="914400" rtl="0" eaLnBrk="1" fontAlgn="base" latinLnBrk="0" hangingPunct="1">
              <a:lnSpc>
                <a:spcPct val="150000"/>
              </a:lnSpc>
              <a:spcBef>
                <a:spcPct val="0"/>
              </a:spcBef>
              <a:spcAft>
                <a:spcPct val="0"/>
              </a:spcAft>
              <a:buClrTx/>
              <a:buSzTx/>
              <a:buFontTx/>
              <a:buNone/>
              <a:defRPr/>
            </a:pPr>
            <a:endParaRPr kumimoji="0" lang="zh-CN" altLang="en-US" sz="24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p:txBody>
      </p:sp>
      <p:sp>
        <p:nvSpPr>
          <p:cNvPr id="4" name="灯片编号占位符 3"/>
          <p:cNvSpPr>
            <a:spLocks noGrp="1"/>
          </p:cNvSpPr>
          <p:nvPr>
            <p:ph type="sldNum" sz="quarter" idx="10"/>
          </p:nvPr>
        </p:nvSpPr>
        <p:spPr/>
        <p:txBody>
          <a:bodyPr lIns="94759" tIns="47380" rIns="94759" bIns="47380"/>
          <a:lstStyle/>
          <a:p>
            <a:pPr algn="r" defTabSz="473710" hangingPunct="1">
              <a:defRPr/>
            </a:pPr>
            <a:fld id="{E9873806-1BCA-4F4B-939D-59F1D9388591}" type="slidenum">
              <a:rPr lang="zh-CN" altLang="en-US" sz="1200" b="0" kern="1200">
                <a:solidFill>
                  <a:prstClr val="black"/>
                </a:solidFill>
                <a:latin typeface="等线" panose="02010600030101010101" charset="-122"/>
                <a:ea typeface="等线" panose="02010600030101010101" charset="-122"/>
                <a:cs typeface="+mn-cs"/>
              </a:rPr>
            </a:fld>
            <a:endParaRPr lang="zh-CN" altLang="en-US" sz="1200" b="0" kern="1200">
              <a:solidFill>
                <a:prstClr val="black"/>
              </a:solidFill>
              <a:latin typeface="等线" panose="02010600030101010101" charset="-122"/>
              <a:ea typeface="等线" panose="02010600030101010101"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18000"/>
              </a:lnSpc>
              <a:spcBef>
                <a:spcPts val="0"/>
              </a:spcBef>
              <a:spcAft>
                <a:spcPts val="0"/>
              </a:spcAft>
              <a:buClrTx/>
              <a:buSzTx/>
              <a:buFontTx/>
              <a:buNone/>
              <a:defRPr/>
            </a:pPr>
            <a:endParaRPr kumimoji="0" lang="zh-CN" altLang="en-US" sz="2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p:txBody>
      </p:sp>
      <p:sp>
        <p:nvSpPr>
          <p:cNvPr id="4" name="灯片编号占位符 3"/>
          <p:cNvSpPr>
            <a:spLocks noGrp="1"/>
          </p:cNvSpPr>
          <p:nvPr>
            <p:ph type="sldNum" sz="quarter" idx="10"/>
          </p:nvPr>
        </p:nvSpPr>
        <p:spPr/>
        <p:txBody>
          <a:bodyPr lIns="94759" tIns="47380" rIns="94759" bIns="47380"/>
          <a:lstStyle/>
          <a:p>
            <a:pPr algn="r" defTabSz="473710" hangingPunct="1">
              <a:defRPr/>
            </a:pPr>
            <a:fld id="{E9873806-1BCA-4F4B-939D-59F1D9388591}" type="slidenum">
              <a:rPr lang="zh-CN" altLang="en-US" sz="1200" b="0" kern="1200">
                <a:solidFill>
                  <a:prstClr val="black"/>
                </a:solidFill>
                <a:latin typeface="等线" panose="02010600030101010101" charset="-122"/>
                <a:ea typeface="等线" panose="02010600030101010101" charset="-122"/>
                <a:cs typeface="+mn-cs"/>
              </a:rPr>
            </a:fld>
            <a:endParaRPr lang="zh-CN" altLang="en-US" sz="1200" b="0" kern="1200">
              <a:solidFill>
                <a:prstClr val="black"/>
              </a:solidFill>
              <a:latin typeface="等线" panose="02010600030101010101" charset="-122"/>
              <a:ea typeface="等线" panose="02010600030101010101"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18000"/>
              </a:lnSpc>
              <a:spcBef>
                <a:spcPts val="0"/>
              </a:spcBef>
              <a:spcAft>
                <a:spcPts val="0"/>
              </a:spcAft>
              <a:buClrTx/>
              <a:buSzTx/>
              <a:buFontTx/>
              <a:buNone/>
              <a:defRPr/>
            </a:pPr>
            <a:endParaRPr lang="zh-CN" altLang="zh-CN" sz="9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lIns="94759" tIns="47380" rIns="94759" bIns="47380"/>
          <a:lstStyle/>
          <a:p>
            <a:pPr algn="r" defTabSz="473710" hangingPunct="1">
              <a:defRPr/>
            </a:pPr>
            <a:fld id="{E9873806-1BCA-4F4B-939D-59F1D9388591}" type="slidenum">
              <a:rPr lang="zh-CN" altLang="en-US" sz="1200" b="0" kern="1200">
                <a:solidFill>
                  <a:prstClr val="black"/>
                </a:solidFill>
                <a:latin typeface="等线" panose="02010600030101010101" charset="-122"/>
                <a:ea typeface="等线" panose="02010600030101010101" charset="-122"/>
                <a:cs typeface="+mn-cs"/>
              </a:rPr>
            </a:fld>
            <a:endParaRPr lang="zh-CN" altLang="en-US" sz="1200" b="0" kern="1200">
              <a:solidFill>
                <a:prstClr val="black"/>
              </a:solidFill>
              <a:latin typeface="等线" panose="02010600030101010101" charset="-122"/>
              <a:ea typeface="等线" panose="02010600030101010101"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18000"/>
              </a:lnSpc>
              <a:spcBef>
                <a:spcPts val="0"/>
              </a:spcBef>
              <a:spcAft>
                <a:spcPts val="0"/>
              </a:spcAft>
              <a:buClrTx/>
              <a:buSzTx/>
              <a:buFontTx/>
              <a:buNone/>
              <a:defRPr/>
            </a:pPr>
            <a:endParaRPr kumimoji="0" lang="en-US" altLang="zh-CN" sz="24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p:txBody>
      </p:sp>
      <p:sp>
        <p:nvSpPr>
          <p:cNvPr id="4" name="灯片编号占位符 3"/>
          <p:cNvSpPr>
            <a:spLocks noGrp="1"/>
          </p:cNvSpPr>
          <p:nvPr>
            <p:ph type="sldNum" sz="quarter" idx="10"/>
          </p:nvPr>
        </p:nvSpPr>
        <p:spPr/>
        <p:txBody>
          <a:bodyPr lIns="94759" tIns="47380" rIns="94759" bIns="47380"/>
          <a:lstStyle/>
          <a:p>
            <a:pPr algn="r" defTabSz="473710" hangingPunct="1">
              <a:defRPr/>
            </a:pPr>
            <a:fld id="{E9873806-1BCA-4F4B-939D-59F1D9388591}" type="slidenum">
              <a:rPr lang="zh-CN" altLang="en-US" sz="1200" b="0" kern="1200">
                <a:solidFill>
                  <a:prstClr val="black"/>
                </a:solidFill>
                <a:latin typeface="等线" panose="02010600030101010101" charset="-122"/>
                <a:ea typeface="等线" panose="02010600030101010101" charset="-122"/>
                <a:cs typeface="+mn-cs"/>
              </a:rPr>
            </a:fld>
            <a:endParaRPr lang="zh-CN" altLang="en-US" sz="1200" b="0" kern="1200">
              <a:solidFill>
                <a:prstClr val="black"/>
              </a:solidFill>
              <a:latin typeface="等线" panose="02010600030101010101" charset="-122"/>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18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lIns="94759" tIns="47380" rIns="94759" bIns="47380"/>
          <a:lstStyle/>
          <a:p>
            <a:pPr algn="r" defTabSz="473710" hangingPunct="1">
              <a:defRPr/>
            </a:pPr>
            <a:fld id="{E9873806-1BCA-4F4B-939D-59F1D9388591}" type="slidenum">
              <a:rPr lang="zh-CN" altLang="en-US" sz="1200" b="0" kern="1200">
                <a:solidFill>
                  <a:prstClr val="black"/>
                </a:solidFill>
                <a:latin typeface="等线" panose="02010600030101010101" charset="-122"/>
                <a:ea typeface="等线" panose="02010600030101010101" charset="-122"/>
                <a:cs typeface="+mn-cs"/>
              </a:rPr>
            </a:fld>
            <a:endParaRPr lang="zh-CN" altLang="en-US" sz="1200" b="0" kern="1200">
              <a:solidFill>
                <a:prstClr val="black"/>
              </a:solidFill>
              <a:latin typeface="等线" panose="02010600030101010101" charset="-122"/>
              <a:ea typeface="等线" panose="02010600030101010101"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18000"/>
              </a:lnSpc>
              <a:spcBef>
                <a:spcPts val="0"/>
              </a:spcBef>
              <a:spcAft>
                <a:spcPts val="0"/>
              </a:spcAft>
              <a:buClrTx/>
              <a:buSzTx/>
              <a:buFontTx/>
              <a:buNone/>
              <a:defRPr/>
            </a:pPr>
            <a:endParaRPr kumimoji="0" lang="zh-CN" altLang="en-US" sz="2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p:txBody>
      </p:sp>
      <p:sp>
        <p:nvSpPr>
          <p:cNvPr id="4" name="灯片编号占位符 3"/>
          <p:cNvSpPr>
            <a:spLocks noGrp="1"/>
          </p:cNvSpPr>
          <p:nvPr>
            <p:ph type="sldNum" sz="quarter" idx="10"/>
          </p:nvPr>
        </p:nvSpPr>
        <p:spPr/>
        <p:txBody>
          <a:bodyPr lIns="94759" tIns="47380" rIns="94759" bIns="47380"/>
          <a:lstStyle/>
          <a:p>
            <a:pPr algn="r" defTabSz="473710" hangingPunct="1">
              <a:defRPr/>
            </a:pPr>
            <a:fld id="{E9873806-1BCA-4F4B-939D-59F1D9388591}" type="slidenum">
              <a:rPr lang="zh-CN" altLang="en-US" sz="1200" b="0" kern="1200">
                <a:solidFill>
                  <a:prstClr val="black"/>
                </a:solidFill>
                <a:latin typeface="等线" panose="02010600030101010101" charset="-122"/>
                <a:ea typeface="等线" panose="02010600030101010101" charset="-122"/>
                <a:cs typeface="+mn-cs"/>
              </a:rPr>
            </a:fld>
            <a:endParaRPr lang="zh-CN" altLang="en-US" sz="1200" b="0" kern="1200">
              <a:solidFill>
                <a:prstClr val="black"/>
              </a:solidFill>
              <a:latin typeface="等线" panose="02010600030101010101" charset="-122"/>
              <a:ea typeface="等线" panose="02010600030101010101"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pPr marL="342900" marR="0" lvl="0" indent="-342900" algn="l" defTabSz="914400" rtl="0" eaLnBrk="1" fontAlgn="base" latinLnBrk="0" hangingPunct="1">
              <a:lnSpc>
                <a:spcPct val="150000"/>
              </a:lnSpc>
              <a:spcBef>
                <a:spcPct val="0"/>
              </a:spcBef>
              <a:spcAft>
                <a:spcPct val="0"/>
              </a:spcAft>
              <a:buClrTx/>
              <a:buSzTx/>
              <a:buFontTx/>
              <a:buNone/>
            </a:pPr>
            <a:endParaRPr kumimoji="0" lang="zh-CN" altLang="en-US" sz="2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p:txBody>
      </p:sp>
      <p:sp>
        <p:nvSpPr>
          <p:cNvPr id="4" name="灯片编号占位符 3"/>
          <p:cNvSpPr>
            <a:spLocks noGrp="1"/>
          </p:cNvSpPr>
          <p:nvPr>
            <p:ph type="sldNum" sz="quarter" idx="10"/>
          </p:nvPr>
        </p:nvSpPr>
        <p:spPr/>
        <p:txBody>
          <a:bodyPr lIns="94759" tIns="47380" rIns="94759" bIns="47380"/>
          <a:lstStyle/>
          <a:p>
            <a:pPr algn="r" defTabSz="473710" hangingPunct="1">
              <a:defRPr/>
            </a:pPr>
            <a:fld id="{E9873806-1BCA-4F4B-939D-59F1D9388591}" type="slidenum">
              <a:rPr lang="zh-CN" altLang="en-US" sz="1200" b="0" kern="1200">
                <a:solidFill>
                  <a:prstClr val="black"/>
                </a:solidFill>
                <a:latin typeface="等线" panose="02010600030101010101" charset="-122"/>
                <a:ea typeface="等线" panose="02010600030101010101" charset="-122"/>
                <a:cs typeface="+mn-cs"/>
              </a:rPr>
            </a:fld>
            <a:endParaRPr lang="zh-CN" altLang="en-US" sz="1200" b="0" kern="1200">
              <a:solidFill>
                <a:prstClr val="black"/>
              </a:solidFill>
              <a:latin typeface="等线" panose="02010600030101010101" charset="-122"/>
              <a:ea typeface="等线" panose="02010600030101010101"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18000"/>
              </a:lnSpc>
              <a:spcBef>
                <a:spcPts val="0"/>
              </a:spcBef>
              <a:spcAft>
                <a:spcPts val="0"/>
              </a:spcAft>
              <a:buClrTx/>
              <a:buSzTx/>
              <a:buFontTx/>
              <a:buNone/>
              <a:defRPr/>
            </a:pPr>
            <a:endParaRPr kumimoji="0" lang="zh-CN" altLang="en-US" sz="24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p:txBody>
      </p:sp>
      <p:sp>
        <p:nvSpPr>
          <p:cNvPr id="4" name="灯片编号占位符 3"/>
          <p:cNvSpPr>
            <a:spLocks noGrp="1"/>
          </p:cNvSpPr>
          <p:nvPr>
            <p:ph type="sldNum" sz="quarter" idx="10"/>
          </p:nvPr>
        </p:nvSpPr>
        <p:spPr/>
        <p:txBody>
          <a:bodyPr lIns="94759" tIns="47380" rIns="94759" bIns="47380"/>
          <a:lstStyle/>
          <a:p>
            <a:pPr algn="r" defTabSz="473710" hangingPunct="1">
              <a:defRPr/>
            </a:pPr>
            <a:fld id="{E9873806-1BCA-4F4B-939D-59F1D9388591}" type="slidenum">
              <a:rPr lang="zh-CN" altLang="en-US" sz="1200" b="0" kern="1200">
                <a:solidFill>
                  <a:prstClr val="black"/>
                </a:solidFill>
                <a:latin typeface="等线" panose="02010600030101010101" charset="-122"/>
                <a:ea typeface="等线" panose="02010600030101010101" charset="-122"/>
                <a:cs typeface="+mn-cs"/>
              </a:rPr>
            </a:fld>
            <a:endParaRPr lang="zh-CN" altLang="en-US" sz="1200" b="0" kern="1200">
              <a:solidFill>
                <a:prstClr val="black"/>
              </a:solidFill>
              <a:latin typeface="等线" panose="02010600030101010101" charset="-122"/>
              <a:ea typeface="等线" panose="02010600030101010101"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sz="1700" b="1"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pPr defTabSz="473710">
              <a:defRPr/>
            </a:pPr>
            <a:endParaRPr lang="en-US" altLang="zh-CN" sz="2500" b="1" u="sng"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标题与副标题">
    <p:spTree>
      <p:nvGrpSpPr>
        <p:cNvPr id="1" name=""/>
        <p:cNvGrpSpPr/>
        <p:nvPr/>
      </p:nvGrpSpPr>
      <p:grpSpPr>
        <a:xfrm>
          <a:off x="0" y="0"/>
          <a:ext cx="0" cy="0"/>
          <a:chOff x="0" y="0"/>
          <a:chExt cx="0" cy="0"/>
        </a:xfrm>
      </p:grpSpPr>
      <p:sp>
        <p:nvSpPr>
          <p:cNvPr id="11" name="矩形"/>
          <p:cNvSpPr/>
          <p:nvPr userDrawn="1"/>
        </p:nvSpPr>
        <p:spPr>
          <a:xfrm>
            <a:off x="-9547" y="-22321"/>
            <a:ext cx="24403094" cy="7745139"/>
          </a:xfrm>
          <a:prstGeom prst="rect">
            <a:avLst/>
          </a:prstGeom>
          <a:solidFill>
            <a:srgbClr val="A8271A"/>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p>
        </p:txBody>
      </p:sp>
      <p:pic>
        <p:nvPicPr>
          <p:cNvPr id="13" name="图像" descr="图像"/>
          <p:cNvPicPr>
            <a:picLocks noChangeAspect="1"/>
          </p:cNvPicPr>
          <p:nvPr/>
        </p:nvPicPr>
        <p:blipFill>
          <a:blip r:embed="rId2">
            <a:alphaModFix amt="12036"/>
          </a:blip>
          <a:stretch>
            <a:fillRect/>
          </a:stretch>
        </p:blipFill>
        <p:spPr>
          <a:xfrm>
            <a:off x="16934791" y="-3756403"/>
            <a:ext cx="8496110" cy="9749586"/>
          </a:xfrm>
          <a:prstGeom prst="rect">
            <a:avLst/>
          </a:prstGeom>
          <a:ln w="12700">
            <a:miter lim="400000"/>
            <a:headEnd/>
            <a:tailEnd/>
          </a:ln>
        </p:spPr>
      </p:pic>
      <p:sp>
        <p:nvSpPr>
          <p:cNvPr id="14"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空白">
    <p:spTree>
      <p:nvGrpSpPr>
        <p:cNvPr id="1" name=""/>
        <p:cNvGrpSpPr/>
        <p:nvPr/>
      </p:nvGrpSpPr>
      <p:grpSpPr>
        <a:xfrm>
          <a:off x="0" y="0"/>
          <a:ext cx="0" cy="0"/>
          <a:chOff x="0" y="0"/>
          <a:chExt cx="0" cy="0"/>
        </a:xfrm>
      </p:grpSpPr>
      <p:pic>
        <p:nvPicPr>
          <p:cNvPr id="111" name="图像" descr="图像"/>
          <p:cNvPicPr>
            <a:picLocks noChangeAspect="1"/>
          </p:cNvPicPr>
          <p:nvPr/>
        </p:nvPicPr>
        <p:blipFill>
          <a:blip r:embed="rId2">
            <a:alphaModFix amt="7357"/>
          </a:blip>
          <a:stretch>
            <a:fillRect/>
          </a:stretch>
        </p:blipFill>
        <p:spPr>
          <a:xfrm>
            <a:off x="17824932" y="-3507766"/>
            <a:ext cx="8577041" cy="9842458"/>
          </a:xfrm>
          <a:prstGeom prst="rect">
            <a:avLst/>
          </a:prstGeom>
          <a:ln w="12700">
            <a:miter lim="400000"/>
            <a:headEnd/>
            <a:tailEnd/>
          </a:ln>
        </p:spPr>
      </p:pic>
      <p:pic>
        <p:nvPicPr>
          <p:cNvPr id="112" name="图像" descr="图像"/>
          <p:cNvPicPr>
            <a:picLocks noChangeAspect="1"/>
          </p:cNvPicPr>
          <p:nvPr userDrawn="1"/>
        </p:nvPicPr>
        <p:blipFill>
          <a:blip r:embed="rId2">
            <a:alphaModFix amt="6764"/>
          </a:blip>
          <a:stretch>
            <a:fillRect/>
          </a:stretch>
        </p:blipFill>
        <p:spPr>
          <a:xfrm>
            <a:off x="-4425468" y="7719034"/>
            <a:ext cx="8577041" cy="9842458"/>
          </a:xfrm>
          <a:prstGeom prst="rect">
            <a:avLst/>
          </a:prstGeom>
          <a:ln w="12700">
            <a:miter lim="400000"/>
            <a:headEnd/>
            <a:tailEnd/>
          </a:ln>
        </p:spPr>
      </p:pic>
      <p:sp>
        <p:nvSpPr>
          <p:cNvPr id="113"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
        <p:nvSpPr>
          <p:cNvPr id="6" name="Freeform 5"/>
          <p:cNvSpPr/>
          <p:nvPr userDrawn="1"/>
        </p:nvSpPr>
        <p:spPr>
          <a:xfrm rot="5400000">
            <a:off x="890955" y="922603"/>
            <a:ext cx="1622454" cy="146299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a:miter lim="400000"/>
          </a:ln>
        </p:spPr>
        <p:txBody>
          <a:bodyPr lIns="45719" rIns="45719" anchor="ct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2" name="标题 1"/>
          <p:cNvSpPr>
            <a:spLocks noGrp="1"/>
          </p:cNvSpPr>
          <p:nvPr>
            <p:ph type="title" hasCustomPrompt="1"/>
          </p:nvPr>
        </p:nvSpPr>
        <p:spPr>
          <a:xfrm>
            <a:off x="2737970" y="1078867"/>
            <a:ext cx="5545418" cy="1042894"/>
          </a:xfrm>
        </p:spPr>
        <p:txBody>
          <a:bodyPr>
            <a:normAutofit/>
          </a:bodyPr>
          <a:lstStyle>
            <a:lvl1pPr marL="0" marR="0" indent="0" algn="l" defTabSz="914400" rtl="0" eaLnBrk="1" fontAlgn="auto" latinLnBrk="0" hangingPunct="0">
              <a:lnSpc>
                <a:spcPct val="100000"/>
              </a:lnSpc>
              <a:spcBef>
                <a:spcPts val="0"/>
              </a:spcBef>
              <a:spcAft>
                <a:spcPts val="0"/>
              </a:spcAft>
              <a:buClrTx/>
              <a:buSzTx/>
              <a:buFontTx/>
              <a:buNone/>
              <a:defRPr kumimoji="0" lang="zh-CN" altLang="en-US" sz="6000" b="1"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marL="0" marR="0" lvl="0" indent="0" algn="ctr" defTabSz="825500" rtl="0" eaLnBrk="1" fontAlgn="auto" latinLnBrk="0" hangingPunct="1">
              <a:lnSpc>
                <a:spcPct val="100000"/>
              </a:lnSpc>
              <a:spcBef>
                <a:spcPts val="0"/>
              </a:spcBef>
              <a:spcAft>
                <a:spcPts val="0"/>
              </a:spcAft>
              <a:buClrTx/>
              <a:buSzTx/>
              <a:buFontTx/>
              <a:buNone/>
              <a:defRPr/>
            </a:pPr>
            <a:r>
              <a:rPr lang="zh-CN" altLang="en-US" dirty="0"/>
              <a:t>标题：替换文字</a:t>
            </a:r>
            <a:endParaRPr lang="zh-CN" altLang="en-US" dirty="0"/>
          </a:p>
        </p:txBody>
      </p:sp>
      <p:sp>
        <p:nvSpPr>
          <p:cNvPr id="9" name="正文级别 1…"/>
          <p:cNvSpPr txBox="1">
            <a:spLocks noGrp="1"/>
          </p:cNvSpPr>
          <p:nvPr>
            <p:ph idx="1" hasCustomPrompt="1"/>
          </p:nvPr>
        </p:nvSpPr>
        <p:spPr>
          <a:xfrm>
            <a:off x="2333625" y="3343863"/>
            <a:ext cx="21005800" cy="9296400"/>
          </a:xfrm>
          <a:prstGeom prst="rect">
            <a:avLst/>
          </a:prstGeom>
          <a:ln w="12700">
            <a:miter lim="400000"/>
          </a:ln>
        </p:spPr>
        <p:txBody>
          <a:bodyPr lIns="50800" tIns="50800" rIns="50800" bIns="50800" anchor="ctr">
            <a:normAutofit/>
          </a:bodyPr>
          <a:lstStyle/>
          <a:p>
            <a:r>
              <a:rPr lang="en-US" dirty="0"/>
              <a:t> </a:t>
            </a:r>
            <a:r>
              <a:rPr dirty="0" err="1"/>
              <a:t>正文级别</a:t>
            </a:r>
            <a:r>
              <a:rPr dirty="0"/>
              <a:t> 1</a:t>
            </a:r>
            <a:endParaRPr dirty="0"/>
          </a:p>
          <a:p>
            <a:pPr lvl="1"/>
            <a:r>
              <a:rPr dirty="0" err="1"/>
              <a:t>正文级别</a:t>
            </a:r>
            <a:r>
              <a:rPr dirty="0"/>
              <a:t> 2</a:t>
            </a:r>
            <a:endParaRPr dirty="0"/>
          </a:p>
          <a:p>
            <a:pPr lvl="2"/>
            <a:r>
              <a:rPr dirty="0" err="1"/>
              <a:t>正文级别</a:t>
            </a:r>
            <a:r>
              <a:rPr dirty="0"/>
              <a:t> 3</a:t>
            </a:r>
            <a:endParaRPr dirty="0"/>
          </a:p>
          <a:p>
            <a:pPr lvl="3"/>
            <a:r>
              <a:rPr dirty="0" err="1"/>
              <a:t>正文级别</a:t>
            </a:r>
            <a:r>
              <a:rPr dirty="0"/>
              <a:t> 4</a:t>
            </a:r>
            <a:endParaRPr dirty="0"/>
          </a:p>
          <a:p>
            <a:pPr lvl="4"/>
            <a:r>
              <a:rPr dirty="0" err="1"/>
              <a:t>正文级别</a:t>
            </a:r>
            <a:r>
              <a:rPr dirty="0"/>
              <a:t> 5</a:t>
            </a:r>
            <a:endParaRPr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reserve="1">
  <p:cSld name="1_空白">
    <p:spTree>
      <p:nvGrpSpPr>
        <p:cNvPr id="1" name=""/>
        <p:cNvGrpSpPr/>
        <p:nvPr/>
      </p:nvGrpSpPr>
      <p:grpSpPr>
        <a:xfrm>
          <a:off x="0" y="0"/>
          <a:ext cx="0" cy="0"/>
          <a:chOff x="0" y="0"/>
          <a:chExt cx="0" cy="0"/>
        </a:xfrm>
      </p:grpSpPr>
      <p:pic>
        <p:nvPicPr>
          <p:cNvPr id="111" name="图像" descr="图像"/>
          <p:cNvPicPr>
            <a:picLocks noChangeAspect="1"/>
          </p:cNvPicPr>
          <p:nvPr/>
        </p:nvPicPr>
        <p:blipFill>
          <a:blip r:embed="rId2">
            <a:alphaModFix amt="7357"/>
          </a:blip>
          <a:stretch>
            <a:fillRect/>
          </a:stretch>
        </p:blipFill>
        <p:spPr>
          <a:xfrm>
            <a:off x="17824932" y="-3507766"/>
            <a:ext cx="8577041" cy="9842458"/>
          </a:xfrm>
          <a:prstGeom prst="rect">
            <a:avLst/>
          </a:prstGeom>
          <a:ln w="12700">
            <a:miter lim="400000"/>
            <a:headEnd/>
            <a:tailEnd/>
          </a:ln>
        </p:spPr>
      </p:pic>
      <p:pic>
        <p:nvPicPr>
          <p:cNvPr id="112" name="图像" descr="图像"/>
          <p:cNvPicPr>
            <a:picLocks noChangeAspect="1"/>
          </p:cNvPicPr>
          <p:nvPr/>
        </p:nvPicPr>
        <p:blipFill>
          <a:blip r:embed="rId2">
            <a:alphaModFix amt="6764"/>
          </a:blip>
          <a:stretch>
            <a:fillRect/>
          </a:stretch>
        </p:blipFill>
        <p:spPr>
          <a:xfrm>
            <a:off x="-4425468" y="7719034"/>
            <a:ext cx="8577041" cy="9842458"/>
          </a:xfrm>
          <a:prstGeom prst="rect">
            <a:avLst/>
          </a:prstGeom>
          <a:ln w="12700">
            <a:miter lim="400000"/>
            <a:headEnd/>
            <a:tailEnd/>
          </a:ln>
        </p:spPr>
      </p:pic>
      <p:sp>
        <p:nvSpPr>
          <p:cNvPr id="113"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
        <p:nvSpPr>
          <p:cNvPr id="10" name="谢谢您的观赏"/>
          <p:cNvSpPr txBox="1"/>
          <p:nvPr userDrawn="1"/>
        </p:nvSpPr>
        <p:spPr>
          <a:xfrm>
            <a:off x="4820858" y="4360818"/>
            <a:ext cx="14276345" cy="3947747"/>
          </a:xfrm>
          <a:prstGeom prst="rect">
            <a:avLst/>
          </a:prstGeom>
          <a:ln w="12700">
            <a:miter lim="400000"/>
          </a:ln>
        </p:spPr>
        <p:txBody>
          <a:bodyPr wrap="none" lIns="50800" tIns="50800" rIns="50800" bIns="50800" anchor="ctr">
            <a:spAutoFit/>
          </a:bodyPr>
          <a:lstStyle>
            <a:lvl1pPr algn="l" defTabSz="215265">
              <a:defRPr sz="106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ctr">
              <a:lnSpc>
                <a:spcPct val="150000"/>
              </a:lnSpc>
            </a:pPr>
            <a:r>
              <a:rPr sz="9600" dirty="0"/>
              <a:t>谢谢</a:t>
            </a:r>
            <a:endParaRPr lang="en-US" altLang="zh-CN" sz="9600" dirty="0"/>
          </a:p>
          <a:p>
            <a:pPr algn="ctr">
              <a:lnSpc>
                <a:spcPct val="150000"/>
              </a:lnSpc>
            </a:pPr>
            <a:r>
              <a:rPr lang="en-US" sz="8000" b="0" dirty="0">
                <a:latin typeface="微软雅黑" panose="020B0503020204020204" pitchFamily="34" charset="-122"/>
                <a:ea typeface="微软雅黑" panose="020B0503020204020204" pitchFamily="34" charset="-122"/>
              </a:rPr>
              <a:t>https://liuhuigmail.github.io/</a:t>
            </a:r>
            <a:endParaRPr sz="8000" b="0" dirty="0">
              <a:latin typeface="微软雅黑" panose="020B0503020204020204" pitchFamily="34" charset="-122"/>
              <a:ea typeface="微软雅黑" panose="020B0503020204020204" pitchFamily="34" charset="-122"/>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文本"/>
          <p:cNvSpPr txBox="1">
            <a:spLocks noGrp="1"/>
          </p:cNvSpPr>
          <p:nvPr>
            <p:ph type="title"/>
          </p:nvPr>
        </p:nvSpPr>
        <p:spPr>
          <a:xfrm>
            <a:off x="1689100" y="355600"/>
            <a:ext cx="21005800" cy="2286000"/>
          </a:xfrm>
          <a:prstGeom prst="rect">
            <a:avLst/>
          </a:prstGeom>
          <a:ln w="12700">
            <a:miter lim="400000"/>
          </a:ln>
        </p:spPr>
        <p:txBody>
          <a:bodyPr lIns="50800" tIns="50800" rIns="50800" bIns="50800" anchor="ctr">
            <a:normAutofit/>
          </a:bodyPr>
          <a:lstStyle/>
          <a:p>
            <a:r>
              <a:t>标题文本</a:t>
            </a:r>
          </a:p>
        </p:txBody>
      </p:sp>
      <p:sp>
        <p:nvSpPr>
          <p:cNvPr id="3" name="正文级别 1…"/>
          <p:cNvSpPr txBox="1">
            <a:spLocks noGrp="1"/>
          </p:cNvSpPr>
          <p:nvPr>
            <p:ph type="body" idx="1"/>
          </p:nvPr>
        </p:nvSpPr>
        <p:spPr>
          <a:xfrm>
            <a:off x="1689100" y="3149600"/>
            <a:ext cx="21005800" cy="9296400"/>
          </a:xfrm>
          <a:prstGeom prst="rect">
            <a:avLst/>
          </a:prstGeom>
          <a:ln w="12700">
            <a:miter lim="400000"/>
          </a:ln>
        </p:spPr>
        <p:txBody>
          <a:bodyPr lIns="50800" tIns="50800" rIns="50800" bIns="50800" anchor="ctr">
            <a:normAutofit/>
          </a:bodyPr>
          <a:lstStyle/>
          <a:p>
            <a:r>
              <a:rPr lang="en-US" dirty="0"/>
              <a:t> </a:t>
            </a:r>
            <a:r>
              <a:rPr dirty="0" err="1"/>
              <a:t>正文级别</a:t>
            </a:r>
            <a:r>
              <a:rPr dirty="0"/>
              <a:t> 1</a:t>
            </a:r>
            <a:endParaRPr dirty="0"/>
          </a:p>
          <a:p>
            <a:pPr lvl="1"/>
            <a:r>
              <a:rPr dirty="0" err="1"/>
              <a:t>正文级别</a:t>
            </a:r>
            <a:r>
              <a:rPr dirty="0"/>
              <a:t> 2</a:t>
            </a:r>
            <a:endParaRPr dirty="0"/>
          </a:p>
          <a:p>
            <a:pPr lvl="2"/>
            <a:r>
              <a:rPr dirty="0" err="1"/>
              <a:t>正文级别</a:t>
            </a:r>
            <a:r>
              <a:rPr dirty="0"/>
              <a:t> 3</a:t>
            </a:r>
            <a:endParaRPr dirty="0"/>
          </a:p>
          <a:p>
            <a:pPr lvl="3"/>
            <a:r>
              <a:rPr dirty="0" err="1"/>
              <a:t>正文级别</a:t>
            </a:r>
            <a:r>
              <a:rPr dirty="0"/>
              <a:t> 4</a:t>
            </a:r>
            <a:endParaRPr dirty="0"/>
          </a:p>
          <a:p>
            <a:pPr lvl="4"/>
            <a:r>
              <a:rPr dirty="0" err="1"/>
              <a:t>正文级别</a:t>
            </a:r>
            <a:r>
              <a:rPr dirty="0"/>
              <a:t> 5</a:t>
            </a:r>
            <a:endParaRPr dirty="0"/>
          </a:p>
        </p:txBody>
      </p:sp>
      <p:sp>
        <p:nvSpPr>
          <p:cNvPr id="4" name="幻灯片编号"/>
          <p:cNvSpPr txBox="1">
            <a:spLocks noGrp="1"/>
          </p:cNvSpPr>
          <p:nvPr>
            <p:ph type="sldNum" sz="quarter" idx="2"/>
          </p:nvPr>
        </p:nvSpPr>
        <p:spPr>
          <a:xfrm>
            <a:off x="11959031" y="13081000"/>
            <a:ext cx="453238" cy="461059"/>
          </a:xfrm>
          <a:prstGeom prst="rect">
            <a:avLst/>
          </a:prstGeom>
          <a:ln w="12700">
            <a:miter lim="400000"/>
          </a:ln>
        </p:spPr>
        <p:txBody>
          <a:bodyPr wrap="none" lIns="50800" tIns="50800" rIns="50800" bIns="50800">
            <a:spAutoFit/>
          </a:bodyPr>
          <a:lstStyle>
            <a:lvl1pPr>
              <a:defRPr sz="2400" b="0">
                <a:latin typeface="Helvetica Neue Light"/>
                <a:ea typeface="Helvetica Neue Light"/>
                <a:cs typeface="Helvetica Neue Light"/>
                <a:sym typeface="Helvetica Neue Light"/>
              </a:defRPr>
            </a:lvl1pPr>
          </a:lstStyle>
          <a:p>
            <a:fld id="{86CB4B4D-7CA3-9044-876B-883B54F8677D}"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spd="med"/>
  <p:txStyles>
    <p:titleStyle>
      <a:lvl1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1pPr>
      <a:lvl2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2pPr>
      <a:lvl3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3pPr>
      <a:lvl4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4pPr>
      <a:lvl5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5pPr>
      <a:lvl6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6pPr>
      <a:lvl7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7pPr>
      <a:lvl8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8pPr>
      <a:lvl9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9pPr>
    </p:titleStyle>
    <p:bodyStyle>
      <a:lvl1pPr marL="635000" marR="0" indent="-635000" algn="l" defTabSz="825500" latinLnBrk="0">
        <a:lnSpc>
          <a:spcPct val="100000"/>
        </a:lnSpc>
        <a:spcBef>
          <a:spcPts val="5900"/>
        </a:spcBef>
        <a:spcAft>
          <a:spcPts val="0"/>
        </a:spcAft>
        <a:buClrTx/>
        <a:buSzPct val="125000"/>
        <a:buFont typeface="Wingdings" panose="05000000000000000000" pitchFamily="2" charset="2"/>
        <a:buChar char="n"/>
        <a:defRPr sz="4400" b="1" i="0" u="none" strike="noStrike" cap="none" spc="0" baseline="0">
          <a:ln>
            <a:noFill/>
          </a:ln>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sym typeface="Helvetica Neue"/>
        </a:defRPr>
      </a:lvl1pPr>
      <a:lvl2pPr marL="1270000" marR="0" indent="-635000" algn="l" defTabSz="825500" latinLnBrk="0">
        <a:lnSpc>
          <a:spcPct val="100000"/>
        </a:lnSpc>
        <a:spcBef>
          <a:spcPts val="5900"/>
        </a:spcBef>
        <a:spcAft>
          <a:spcPts val="0"/>
        </a:spcAft>
        <a:buClrTx/>
        <a:buSzPct val="125000"/>
        <a:buFontTx/>
        <a:buChar char="•"/>
        <a:defRPr sz="4000" b="0" i="0" u="none" strike="noStrike" cap="none" spc="0" baseline="0">
          <a:ln>
            <a:noFill/>
          </a:ln>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sym typeface="Helvetica Neue"/>
        </a:defRPr>
      </a:lvl2pPr>
      <a:lvl3pPr marL="190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3pPr>
      <a:lvl4pPr marL="254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4pPr>
      <a:lvl5pPr marL="317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5pPr>
      <a:lvl6pPr marL="381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6pPr>
      <a:lvl7pPr marL="444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7pPr>
      <a:lvl8pPr marL="508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8pPr>
      <a:lvl9pPr marL="571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9pPr>
    </p:bodyStyle>
    <p:otherStyle>
      <a:lvl1pPr marL="0" marR="0" indent="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1pPr>
      <a:lvl2pPr marL="0" marR="0" indent="2286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2pPr>
      <a:lvl3pPr marL="0" marR="0" indent="4572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3pPr>
      <a:lvl4pPr marL="0" marR="0" indent="6858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4pPr>
      <a:lvl5pPr marL="0" marR="0" indent="9144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5pPr>
      <a:lvl6pPr marL="0" marR="0" indent="11430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6pPr>
      <a:lvl7pPr marL="0" marR="0" indent="13716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7pPr>
      <a:lvl8pPr marL="0" marR="0" indent="16002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8pPr>
      <a:lvl9pPr marL="0" marR="0" indent="18288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audio" Target="ppt/media/media1.m4a" TargetMode="External"/><Relationship Id="rId2" Type="http://schemas.microsoft.com/office/2007/relationships/media" Target="ppt/media/media1.m4a" TargetMode="External"/><Relationship Id="rId3" Type="http://schemas.openxmlformats.org/officeDocument/2006/relationships/image" Target="../media/image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audio" Target="ppt/media/media2.m4a" TargetMode="External"/><Relationship Id="rId2" Type="http://schemas.microsoft.com/office/2007/relationships/media" Target="ppt/media/media2.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audio" Target="ppt/media/media3.m4a" TargetMode="External"/><Relationship Id="rId2" Type="http://schemas.microsoft.com/office/2007/relationships/media" Target="ppt/media/media3.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audio" Target="ppt/media/media4.m4a" TargetMode="External"/><Relationship Id="rId2" Type="http://schemas.microsoft.com/office/2007/relationships/media" Target="ppt/media/media4.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audio" Target="ppt/media/media5.m4a" TargetMode="External"/><Relationship Id="rId2" Type="http://schemas.microsoft.com/office/2007/relationships/media" Target="ppt/media/media5.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audio" Target="ppt/media/media6.m4a" TargetMode="External"/><Relationship Id="rId2" Type="http://schemas.microsoft.com/office/2007/relationships/media" Target="ppt/media/media6.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audio" Target="ppt/media/media7.m4a" TargetMode="External"/><Relationship Id="rId2" Type="http://schemas.microsoft.com/office/2007/relationships/media" Target="ppt/media/media7.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audio" Target="ppt/media/media8.m4a" TargetMode="External"/><Relationship Id="rId2" Type="http://schemas.microsoft.com/office/2007/relationships/media" Target="ppt/media/media8.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audio" Target="ppt/media/media9.m4a" TargetMode="External"/><Relationship Id="rId2" Type="http://schemas.microsoft.com/office/2007/relationships/media" Target="ppt/media/media9.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audio" Target="ppt/media/media10.m4a" TargetMode="External"/><Relationship Id="rId2" Type="http://schemas.microsoft.com/office/2007/relationships/media" Target="ppt/media/media10.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audio" Target="ppt/media/media11.m4a" TargetMode="External"/><Relationship Id="rId2" Type="http://schemas.microsoft.com/office/2007/relationships/media" Target="ppt/media/media11.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audio" Target="ppt/media/media12.m4a" TargetMode="External"/><Relationship Id="rId2" Type="http://schemas.microsoft.com/office/2007/relationships/media" Target="ppt/media/media12.m4a" TargetMode="Externa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tags" Target="../tags/tag1.xml"/><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audio" Target="ppt/media/media13.m4a" TargetMode="External"/><Relationship Id="rId2" Type="http://schemas.microsoft.com/office/2007/relationships/media" Target="ppt/media/media13.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audio" Target="ppt/media/media14.m4a" TargetMode="External"/><Relationship Id="rId2" Type="http://schemas.microsoft.com/office/2007/relationships/media" Target="ppt/media/media14.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audio" Target="ppt/media/media15.m4a" TargetMode="External"/><Relationship Id="rId2" Type="http://schemas.microsoft.com/office/2007/relationships/media" Target="ppt/media/media15.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audio" Target="ppt/media/media16.m4a" TargetMode="External"/><Relationship Id="rId2" Type="http://schemas.microsoft.com/office/2007/relationships/media" Target="ppt/media/media16.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audio" Target="ppt/media/media17.m4a" TargetMode="External"/><Relationship Id="rId2" Type="http://schemas.microsoft.com/office/2007/relationships/media" Target="ppt/media/media17.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audio" Target="ppt/media/media18.m4a" TargetMode="External"/><Relationship Id="rId2" Type="http://schemas.microsoft.com/office/2007/relationships/media" Target="ppt/media/media18.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audio" Target="ppt/media/media19.m4a" TargetMode="External"/><Relationship Id="rId2" Type="http://schemas.microsoft.com/office/2007/relationships/media" Target="ppt/media/media19.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主标题：替换文字、加粗"/>
          <p:cNvSpPr txBox="1"/>
          <p:nvPr/>
        </p:nvSpPr>
        <p:spPr>
          <a:xfrm>
            <a:off x="1217066" y="5533896"/>
            <a:ext cx="15055404" cy="1733808"/>
          </a:xfrm>
          <a:prstGeom prst="rect">
            <a:avLst/>
          </a:prstGeom>
          <a:ln w="12700">
            <a:miter lim="400000"/>
          </a:ln>
        </p:spPr>
        <p:txBody>
          <a:bodyPr wrap="none" lIns="50800" tIns="50800" rIns="50800" bIns="50800" anchor="ctr">
            <a:spAutoFit/>
          </a:bodyPr>
          <a:lstStyle>
            <a:lvl1pPr algn="l" defTabSz="215265">
              <a:defRPr sz="106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lang="zh-CN" altLang="en-US" dirty="0"/>
              <a:t>软件测试与软件质量保证</a:t>
            </a:r>
            <a:endParaRPr dirty="0"/>
          </a:p>
        </p:txBody>
      </p:sp>
      <p:sp>
        <p:nvSpPr>
          <p:cNvPr id="123" name="专业技能培养云/职业技能实践云/创新成果转化云"/>
          <p:cNvSpPr txBox="1"/>
          <p:nvPr/>
        </p:nvSpPr>
        <p:spPr>
          <a:xfrm>
            <a:off x="1217066" y="8199240"/>
            <a:ext cx="7030771" cy="1025922"/>
          </a:xfrm>
          <a:prstGeom prst="rect">
            <a:avLst/>
          </a:prstGeom>
          <a:ln w="12700">
            <a:miter lim="400000"/>
          </a:ln>
        </p:spPr>
        <p:txBody>
          <a:bodyPr wrap="none" lIns="50800" tIns="50800" rIns="50800" bIns="50800" anchor="ctr">
            <a:spAutoFit/>
          </a:bodyPr>
          <a:lstStyle/>
          <a:p>
            <a:pPr algn="l" defTabSz="215265">
              <a:defRPr sz="6000" b="0">
                <a:latin typeface="MicrosoftYaHeiLight"/>
                <a:ea typeface="MicrosoftYaHeiLight"/>
                <a:cs typeface="MicrosoftYaHeiLight"/>
                <a:sym typeface="MicrosoftYaHeiLight"/>
              </a:defRPr>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2.3  </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代码走读对照表</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1038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矩形"/>
          <p:cNvSpPr/>
          <p:nvPr/>
        </p:nvSpPr>
        <p:spPr>
          <a:xfrm>
            <a:off x="0" y="-1"/>
            <a:ext cx="7841556" cy="13716001"/>
          </a:xfrm>
          <a:prstGeom prst="rect">
            <a:avLst/>
          </a:prstGeom>
          <a:solidFill>
            <a:srgbClr val="A8271A"/>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p>
        </p:txBody>
      </p:sp>
      <p:grpSp>
        <p:nvGrpSpPr>
          <p:cNvPr id="3" name="组合 2"/>
          <p:cNvGrpSpPr/>
          <p:nvPr/>
        </p:nvGrpSpPr>
        <p:grpSpPr>
          <a:xfrm>
            <a:off x="1020575" y="5555311"/>
            <a:ext cx="5189258" cy="2605375"/>
            <a:chOff x="1130303" y="5796540"/>
            <a:chExt cx="5189258" cy="2605375"/>
          </a:xfrm>
        </p:grpSpPr>
        <p:sp>
          <p:nvSpPr>
            <p:cNvPr id="132" name="文本框 3"/>
            <p:cNvSpPr txBox="1"/>
            <p:nvPr/>
          </p:nvSpPr>
          <p:spPr>
            <a:xfrm>
              <a:off x="1821401" y="7230559"/>
              <a:ext cx="3807062" cy="906381"/>
            </a:xfrm>
            <a:prstGeom prst="rect">
              <a:avLst/>
            </a:prstGeom>
            <a:ln w="12700">
              <a:miter lim="400000"/>
            </a:ln>
          </p:spPr>
          <p:txBody>
            <a:bodyPr lIns="45719" rIns="45719"/>
            <a:lstStyle>
              <a:lvl1pPr defTabSz="914400">
                <a:defRPr sz="24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dirty="0"/>
                <a:t>CONTENTS</a:t>
              </a:r>
              <a:endParaRPr dirty="0"/>
            </a:p>
          </p:txBody>
        </p:sp>
        <p:sp>
          <p:nvSpPr>
            <p:cNvPr id="133" name="文本框 3"/>
            <p:cNvSpPr txBox="1"/>
            <p:nvPr/>
          </p:nvSpPr>
          <p:spPr>
            <a:xfrm>
              <a:off x="1130303" y="5796540"/>
              <a:ext cx="5189258" cy="2605375"/>
            </a:xfrm>
            <a:prstGeom prst="rect">
              <a:avLst/>
            </a:prstGeom>
            <a:ln w="12700">
              <a:miter lim="400000"/>
            </a:ln>
          </p:spPr>
          <p:txBody>
            <a:bodyPr lIns="45719" rIns="45719"/>
            <a:lstStyle>
              <a:lvl1pPr defTabSz="914400">
                <a:defRPr sz="7000" spc="1166">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defRPr b="0">
                  <a:latin typeface="Arial Black" panose="020B0A04020102020204"/>
                  <a:ea typeface="Arial Black" panose="020B0A04020102020204"/>
                  <a:cs typeface="Arial Black" panose="020B0A04020102020204"/>
                  <a:sym typeface="Arial Black" panose="020B0A04020102020204"/>
                </a:defRPr>
              </a:pPr>
              <a:r>
                <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目录</a:t>
              </a:r>
              <a:endPar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sp>
        <p:nvSpPr>
          <p:cNvPr id="127" name="矩形 5"/>
          <p:cNvSpPr txBox="1"/>
          <p:nvPr/>
        </p:nvSpPr>
        <p:spPr>
          <a:xfrm>
            <a:off x="11344963" y="4025313"/>
            <a:ext cx="4980421" cy="909277"/>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代码走读对照表</a:t>
            </a:r>
            <a:endParaRPr lang="zh-CN" altLang="en-US" sz="4400" dirty="0">
              <a:solidFill>
                <a:srgbClr val="000000"/>
              </a:solidFill>
            </a:endParaRPr>
          </a:p>
        </p:txBody>
      </p:sp>
      <p:sp>
        <p:nvSpPr>
          <p:cNvPr id="128" name="Freeform 5"/>
          <p:cNvSpPr/>
          <p:nvPr/>
        </p:nvSpPr>
        <p:spPr>
          <a:xfrm rot="5400000">
            <a:off x="9341181" y="3834640"/>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29" name="矩形 11"/>
          <p:cNvSpPr txBox="1"/>
          <p:nvPr/>
        </p:nvSpPr>
        <p:spPr>
          <a:xfrm>
            <a:off x="9218066" y="3970592"/>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01</a:t>
            </a:r>
          </a:p>
        </p:txBody>
      </p:sp>
      <p:sp>
        <p:nvSpPr>
          <p:cNvPr id="134" name="矩形 5"/>
          <p:cNvSpPr txBox="1"/>
          <p:nvPr/>
        </p:nvSpPr>
        <p:spPr>
          <a:xfrm>
            <a:off x="11344963" y="5908095"/>
            <a:ext cx="5638763" cy="666678"/>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小结</a:t>
            </a:r>
            <a:endParaRPr sz="4400" dirty="0">
              <a:solidFill>
                <a:srgbClr val="000000"/>
              </a:solidFill>
            </a:endParaRPr>
          </a:p>
        </p:txBody>
      </p:sp>
      <p:sp>
        <p:nvSpPr>
          <p:cNvPr id="135" name="Freeform 5"/>
          <p:cNvSpPr/>
          <p:nvPr/>
        </p:nvSpPr>
        <p:spPr>
          <a:xfrm rot="5400000">
            <a:off x="9341181" y="5688687"/>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36" name="矩形 11"/>
          <p:cNvSpPr txBox="1"/>
          <p:nvPr/>
        </p:nvSpPr>
        <p:spPr>
          <a:xfrm>
            <a:off x="9218066" y="5783694"/>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02</a:t>
            </a:r>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1948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69" y="1078867"/>
            <a:ext cx="11478093" cy="1042894"/>
          </a:xfrm>
          <a:ln w="12700">
            <a:miter lim="400000"/>
          </a:ln>
        </p:spPr>
        <p:txBody>
          <a:bodyPr lIns="50800" tIns="50800" rIns="50800" bIns="50800" anchor="ctr">
            <a:normAutofit/>
          </a:bodyPr>
          <a:lstStyle/>
          <a:p>
            <a:r>
              <a:rPr lang="zh-CN" altLang="en-US" dirty="0">
                <a:latin typeface="Times New Roman" panose="02020603050405020304" pitchFamily="18" charset="0"/>
                <a:ea typeface="黑体" panose="02010609060101010101" pitchFamily="49" charset="-122"/>
                <a:cs typeface="Times New Roman" panose="02020603050405020304" pitchFamily="18" charset="0"/>
              </a:rPr>
              <a:t>代码走读对照表</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Rectangle 3"/>
          <p:cNvSpPr txBox="1">
            <a:spLocks noChangeArrowheads="1"/>
          </p:cNvSpPr>
          <p:nvPr/>
        </p:nvSpPr>
        <p:spPr>
          <a:xfrm>
            <a:off x="2737969" y="2871162"/>
            <a:ext cx="15247089" cy="5099058"/>
          </a:xfrm>
          <a:prstGeom prst="rect">
            <a:avLst/>
          </a:prstGeom>
          <a:ln w="12700">
            <a:miter lim="400000"/>
          </a:ln>
        </p:spPr>
        <p:txBody>
          <a:bodyPr lIns="50800" tIns="50800" rIns="50800" bIns="50800" anchor="ctr">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635000" indent="-635000" algn="l">
              <a:lnSpc>
                <a:spcPct val="200000"/>
              </a:lnSpc>
              <a:spcBef>
                <a:spcPts val="1200"/>
              </a:spcBef>
              <a:buFont typeface="Wingdings" panose="05000000000000000000" pitchFamily="2" charset="2"/>
              <a:buChar char="n"/>
              <a:defRPr sz="4400">
                <a:latin typeface="微软雅黑" panose="020B0503020204020204" pitchFamily="34" charset="-122"/>
                <a:ea typeface="微软雅黑" panose="020B0503020204020204" pitchFamily="34" charset="-122"/>
                <a:cs typeface="微软雅黑" panose="020B0503020204020204" pitchFamily="34" charset="-122"/>
              </a:defRPr>
            </a:lvl1pPr>
            <a:lvl2pPr marL="635000" lvl="1" indent="-635000" algn="l">
              <a:lnSpc>
                <a:spcPct val="150000"/>
              </a:lnSpc>
              <a:spcBef>
                <a:spcPts val="1200"/>
              </a:spcBef>
              <a:buFont typeface="Wingdings" panose="05000000000000000000" pitchFamily="2" charset="2"/>
              <a:buChar char="n"/>
              <a:defRPr sz="4400">
                <a:latin typeface="微软雅黑" panose="020B0503020204020204" pitchFamily="34" charset="-122"/>
                <a:ea typeface="微软雅黑" panose="020B0503020204020204" pitchFamily="34" charset="-122"/>
                <a:cs typeface="微软雅黑" panose="020B0503020204020204" pitchFamily="34" charset="-122"/>
              </a:defRPr>
            </a:lvl2pPr>
            <a:lvl3pPr marL="1905000" indent="-635000" algn="l">
              <a:spcBef>
                <a:spcPts val="5900"/>
              </a:spcBef>
              <a:buSzPct val="125000"/>
              <a:buChar char="•"/>
              <a:defRPr sz="5200" b="0"/>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dirty="0">
                <a:latin typeface="Times New Roman" panose="02020603050405020304" pitchFamily="18" charset="0"/>
                <a:cs typeface="Times New Roman" panose="02020603050405020304" pitchFamily="18" charset="0"/>
              </a:rPr>
              <a:t>设计对照表的目的</a:t>
            </a:r>
            <a:endParaRPr lang="en-US" altLang="zh-CN" dirty="0">
              <a:latin typeface="Times New Roman" panose="02020603050405020304" pitchFamily="18" charset="0"/>
              <a:cs typeface="Times New Roman" panose="02020603050405020304" pitchFamily="18" charset="0"/>
            </a:endParaRPr>
          </a:p>
          <a:p>
            <a:pPr marL="1270000" lvl="1">
              <a:buSzPct val="125000"/>
              <a:buFont typeface="Wingdings" panose="05000000000000000000" pitchFamily="2" charset="2"/>
              <a:buChar char="Ø"/>
            </a:pPr>
            <a:r>
              <a:rPr lang="zh-CN" altLang="en-US" sz="4000" b="0" dirty="0">
                <a:latin typeface="Times New Roman" panose="02020603050405020304" pitchFamily="18" charset="0"/>
                <a:cs typeface="Times New Roman" panose="02020603050405020304" pitchFamily="18" charset="0"/>
              </a:rPr>
              <a:t>让评审员根据表格中的内容对代码进行检查，并做好记录。  </a:t>
            </a:r>
            <a:endParaRPr lang="zh-CN" altLang="en-US" sz="4000" b="0"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以</a:t>
            </a:r>
            <a:r>
              <a:rPr lang="en-US" altLang="zh-CN" dirty="0">
                <a:latin typeface="Times New Roman" panose="02020603050405020304" pitchFamily="18" charset="0"/>
                <a:cs typeface="Times New Roman" panose="02020603050405020304" pitchFamily="18" charset="0"/>
              </a:rPr>
              <a:t>C/C++</a:t>
            </a:r>
            <a:r>
              <a:rPr lang="zh-CN" altLang="en-US" dirty="0">
                <a:latin typeface="Times New Roman" panose="02020603050405020304" pitchFamily="18" charset="0"/>
                <a:cs typeface="Times New Roman" panose="02020603050405020304" pitchFamily="18" charset="0"/>
              </a:rPr>
              <a:t>程序为例</a:t>
            </a:r>
            <a:endParaRPr lang="zh-CN" altLang="en-US" dirty="0">
              <a:latin typeface="Times New Roman" panose="02020603050405020304" pitchFamily="18" charset="0"/>
              <a:cs typeface="Times New Roman" panose="02020603050405020304" pitchFamily="18" charset="0"/>
            </a:endParaRPr>
          </a:p>
          <a:p>
            <a:pPr lvl="1"/>
            <a:endParaRPr lang="en-US" altLang="zh-CN" dirty="0">
              <a:latin typeface="Times New Roman" panose="02020603050405020304" pitchFamily="18" charset="0"/>
              <a:cs typeface="Times New Roman" panose="02020603050405020304" pitchFamily="18" charset="0"/>
            </a:endParaRPr>
          </a:p>
        </p:txBody>
      </p:sp>
      <p:sp>
        <p:nvSpPr>
          <p:cNvPr id="4"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latin typeface="Times New Roman" panose="02020603050405020304" pitchFamily="18" charset="0"/>
                <a:cs typeface="Times New Roman" panose="02020603050405020304" pitchFamily="18" charset="0"/>
              </a:rPr>
              <a:t>0</a:t>
            </a:r>
            <a:r>
              <a:rPr lang="en-US" dirty="0">
                <a:latin typeface="Times New Roman" panose="02020603050405020304" pitchFamily="18" charset="0"/>
                <a:cs typeface="Times New Roman" panose="02020603050405020304" pitchFamily="18" charset="0"/>
              </a:rPr>
              <a:t>1</a:t>
            </a:r>
            <a:endParaRPr dirty="0">
              <a:latin typeface="Times New Roman" panose="02020603050405020304" pitchFamily="18" charset="0"/>
              <a:cs typeface="Times New Roman" panose="02020603050405020304" pitchFamily="18" charset="0"/>
            </a:endParaRPr>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8758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69" y="1078867"/>
            <a:ext cx="11478093" cy="1042894"/>
          </a:xfrm>
          <a:ln w="12700">
            <a:miter lim="400000"/>
          </a:ln>
        </p:spPr>
        <p:txBody>
          <a:bodyPr lIns="50800" tIns="50800" rIns="50800" bIns="50800" anchor="ctr">
            <a:normAutofit/>
          </a:bodyPr>
          <a:lstStyle/>
          <a:p>
            <a:r>
              <a:rPr lang="zh-CN" altLang="en-US" dirty="0">
                <a:latin typeface="Times New Roman" panose="02020603050405020304" pitchFamily="18" charset="0"/>
                <a:ea typeface="黑体" panose="02010609060101010101" pitchFamily="49" charset="-122"/>
                <a:cs typeface="Times New Roman" panose="02020603050405020304" pitchFamily="18" charset="0"/>
              </a:rPr>
              <a:t>代码走读对照表</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4" name="Group 134"/>
          <p:cNvGraphicFramePr>
            <a:graphicFrameLocks noGrp="1"/>
          </p:cNvGraphicFramePr>
          <p:nvPr>
            <p:ph idx="1"/>
          </p:nvPr>
        </p:nvGraphicFramePr>
        <p:xfrm>
          <a:off x="3567367" y="3116693"/>
          <a:ext cx="17249265" cy="7482928"/>
        </p:xfrm>
        <a:graphic>
          <a:graphicData uri="http://schemas.openxmlformats.org/drawingml/2006/table">
            <a:tbl>
              <a:tblPr/>
              <a:tblGrid>
                <a:gridCol w="3026500"/>
                <a:gridCol w="14222765"/>
              </a:tblGrid>
              <a:tr h="915489">
                <a:tc gridSpan="2">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文件结构</a:t>
                      </a:r>
                      <a:endParaRPr kumimoji="0" lang="zh-CN" altLang="en-US" sz="40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144000" marB="180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0E0"/>
                    </a:solidFill>
                  </a:tcPr>
                </a:tc>
                <a:tc hMerge="1">
                  <a:tcPr/>
                </a:tc>
              </a:tr>
              <a:tr h="915489">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重要性</a:t>
                      </a:r>
                      <a:endParaRPr kumimoji="0" lang="zh-CN" altLang="en-US" sz="4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144000" marB="10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审查项</a:t>
                      </a:r>
                      <a:endParaRPr kumimoji="0" lang="zh-CN" altLang="en-US" sz="40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144000" marB="10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r>
              <a:tr h="91548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Tx/>
                        <a:buNone/>
                      </a:pPr>
                      <a:endParaRPr kumimoji="0" lang="zh-CN" altLang="zh-CN" sz="4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144000" marB="10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头文件和定义文件的名称是否合理？</a:t>
                      </a:r>
                      <a:endParaRPr kumimoji="0" lang="zh-CN" altLang="en-US" sz="4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144000" marB="10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1548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Tx/>
                        <a:buNone/>
                      </a:pPr>
                      <a:endParaRPr kumimoji="0" lang="zh-CN" altLang="zh-CN" sz="4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144000" marB="10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头文件和定义文件的目录结构是否合理？</a:t>
                      </a:r>
                      <a:endParaRPr kumimoji="0" lang="zh-CN" altLang="en-US" sz="4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144000" marB="10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1548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Tx/>
                        <a:buNone/>
                      </a:pPr>
                      <a:endParaRPr kumimoji="0" lang="zh-CN" altLang="zh-CN" sz="4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144000" marB="10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版权和版本声明是否完整？</a:t>
                      </a:r>
                      <a:endParaRPr kumimoji="0" lang="zh-CN" altLang="en-US" sz="4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144000" marB="10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15489">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重要</a:t>
                      </a:r>
                      <a:endParaRPr kumimoji="0" lang="zh-CN" altLang="en-US" sz="4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144000" marB="10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头文件是否使用了 </a:t>
                      </a:r>
                      <a:r>
                        <a:rPr kumimoji="0" lang="en-US" altLang="zh-CN" sz="4000" b="0" i="0" u="none" strike="noStrike" cap="none" normalizeH="0" baseline="0" dirty="0" err="1">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ifndef</a:t>
                      </a:r>
                      <a:r>
                        <a:rPr kumimoji="0" lang="en-US" altLang="zh-CN" sz="4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/define/</a:t>
                      </a:r>
                      <a:r>
                        <a:rPr kumimoji="0" lang="en-US" altLang="zh-CN" sz="4000" b="0" i="0" u="none" strike="noStrike" cap="none" normalizeH="0" baseline="0" dirty="0" err="1">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endif</a:t>
                      </a:r>
                      <a:r>
                        <a:rPr kumimoji="0" lang="en-US" altLang="zh-CN" sz="4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4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预处理块</a:t>
                      </a:r>
                      <a:r>
                        <a:rPr kumimoji="0" lang="en-US" altLang="zh-CN" sz="4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4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144000" marB="10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1548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Tx/>
                        <a:buNone/>
                      </a:pPr>
                      <a:endParaRPr kumimoji="0" lang="zh-CN" altLang="zh-CN" sz="4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T="144000" marB="10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头文件中是否只存放“声明”而不存放“定义”？</a:t>
                      </a:r>
                      <a:endParaRPr kumimoji="0" lang="zh-CN" altLang="en-US" sz="4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144000" marB="108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latin typeface="Times New Roman" panose="02020603050405020304" pitchFamily="18" charset="0"/>
                <a:cs typeface="Times New Roman" panose="02020603050405020304" pitchFamily="18" charset="0"/>
              </a:rPr>
              <a:t>0</a:t>
            </a:r>
            <a:r>
              <a:rPr lang="en-US" dirty="0">
                <a:latin typeface="Times New Roman" panose="02020603050405020304" pitchFamily="18" charset="0"/>
                <a:cs typeface="Times New Roman" panose="02020603050405020304" pitchFamily="18" charset="0"/>
              </a:rPr>
              <a:t>1</a:t>
            </a:r>
            <a:endParaRPr dirty="0">
              <a:latin typeface="Times New Roman" panose="02020603050405020304" pitchFamily="18" charset="0"/>
              <a:cs typeface="Times New Roman" panose="02020603050405020304" pitchFamily="18" charset="0"/>
            </a:endParaRPr>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26867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69" y="1078867"/>
            <a:ext cx="11478093" cy="1042894"/>
          </a:xfrm>
          <a:ln w="12700">
            <a:miter lim="400000"/>
          </a:ln>
        </p:spPr>
        <p:txBody>
          <a:bodyPr lIns="50800" tIns="50800" rIns="50800" bIns="50800" anchor="ctr">
            <a:normAutofit/>
          </a:bodyPr>
          <a:lstStyle/>
          <a:p>
            <a:r>
              <a:rPr lang="zh-CN" altLang="en-US" dirty="0">
                <a:latin typeface="黑体" panose="02010609060101010101" pitchFamily="49" charset="-122"/>
                <a:ea typeface="黑体" panose="02010609060101010101" pitchFamily="49" charset="-122"/>
              </a:rPr>
              <a:t>代码走读对照表</a:t>
            </a:r>
            <a:endParaRPr lang="zh-CN" altLang="en-US" dirty="0">
              <a:latin typeface="黑体" panose="02010609060101010101" pitchFamily="49" charset="-122"/>
              <a:ea typeface="黑体" panose="02010609060101010101" pitchFamily="49" charset="-122"/>
            </a:endParaRPr>
          </a:p>
        </p:txBody>
      </p:sp>
      <p:graphicFrame>
        <p:nvGraphicFramePr>
          <p:cNvPr id="5" name="Group 393"/>
          <p:cNvGraphicFramePr/>
          <p:nvPr/>
        </p:nvGraphicFramePr>
        <p:xfrm>
          <a:off x="3220602" y="2920764"/>
          <a:ext cx="17942796" cy="8319371"/>
        </p:xfrm>
        <a:graphic>
          <a:graphicData uri="http://schemas.openxmlformats.org/drawingml/2006/table">
            <a:tbl>
              <a:tblPr/>
              <a:tblGrid>
                <a:gridCol w="3572944"/>
                <a:gridCol w="14369852"/>
              </a:tblGrid>
              <a:tr h="307975">
                <a:tc gridSpan="2">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ts val="1800"/>
                        </a:spcAft>
                        <a:buClrTx/>
                        <a:buSzTx/>
                        <a:buFontTx/>
                        <a:buNone/>
                      </a:pPr>
                      <a:r>
                        <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程序的版式</a:t>
                      </a:r>
                      <a:endPar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B="144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0E0"/>
                    </a:solidFill>
                  </a:tcPr>
                </a:tc>
                <a:tc hMerge="1">
                  <a:tcPr/>
                </a:tc>
              </a:tr>
              <a:tr h="307975">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Tx/>
                        <a:buNone/>
                      </a:pPr>
                      <a:r>
                        <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rPr>
                        <a:t>重要性</a:t>
                      </a:r>
                      <a:endPar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Tx/>
                        <a:buNone/>
                      </a:pPr>
                      <a:r>
                        <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rPr>
                        <a:t>审查项</a:t>
                      </a:r>
                      <a:endPar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r>
              <a:tr h="6508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Tx/>
                        <a:buNone/>
                      </a:pPr>
                      <a:endParaRPr kumimoji="0" lang="zh-CN" altLang="zh-CN"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rPr>
                        <a:t>空行是否得体？</a:t>
                      </a:r>
                      <a:endPar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5246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Tx/>
                        <a:buNone/>
                      </a:pPr>
                      <a:endParaRPr kumimoji="0" lang="zh-CN" altLang="zh-CN"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rPr>
                        <a:t>代码行内的空格是否得体？</a:t>
                      </a:r>
                      <a:endPar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508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Tx/>
                        <a:buNone/>
                      </a:pPr>
                      <a:endParaRPr kumimoji="0" lang="zh-CN" altLang="zh-CN"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rPr>
                        <a:t>长行拆分是否得体？</a:t>
                      </a:r>
                      <a:endPar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5246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Tx/>
                        <a:buNone/>
                      </a:pPr>
                      <a:endParaRPr kumimoji="0" lang="zh-CN" altLang="zh-CN"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Tx/>
                        <a:buNone/>
                      </a:pPr>
                      <a:r>
                        <a:rPr kumimoji="0" lang="en-US" altLang="zh-CN"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rPr>
                        <a:t>“{” </a:t>
                      </a:r>
                      <a:r>
                        <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rPr>
                        <a:t>和 “</a:t>
                      </a:r>
                      <a:r>
                        <a:rPr kumimoji="0" lang="en-US" altLang="zh-CN"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rPr>
                        <a:t>}” </a:t>
                      </a:r>
                      <a:r>
                        <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rPr>
                        <a:t>是否各占一行并且对齐于同一列？</a:t>
                      </a:r>
                      <a:endPar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50875">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rPr>
                        <a:t>重要</a:t>
                      </a:r>
                      <a:endPar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rPr>
                        <a:t>一行代码是否只做一件事？如只定义一个变量，只写一条语句。</a:t>
                      </a:r>
                      <a:endPar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52463">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Tx/>
                        <a:buNone/>
                      </a:pPr>
                      <a:r>
                        <a:rPr kumimoji="0" lang="zh-CN" altLang="en-US"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rPr>
                        <a:t>重要</a:t>
                      </a:r>
                      <a:endParaRPr kumimoji="0" lang="zh-CN" altLang="en-US"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mn-cs"/>
                        <a:sym typeface="Helvetica Neue Ligh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Tx/>
                        <a:buNone/>
                      </a:pP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If</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for</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while</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do</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等语句自占一行</a:t>
                      </a:r>
                      <a:endPar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p>
                      <a:pPr marL="0" marR="0" lvl="0" indent="0" algn="l" defTabSz="914400" rtl="0" eaLnBrk="1" fontAlgn="base" latinLnBrk="0" hangingPunct="1">
                        <a:lnSpc>
                          <a:spcPct val="150000"/>
                        </a:lnSpc>
                        <a:spcBef>
                          <a:spcPct val="2000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不论执行语句多少都要加“</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a:t>
                      </a:r>
                      <a:endPar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4"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dirty="0"/>
              <a:t>1</a:t>
            </a:r>
            <a:endParaRPr dirty="0"/>
          </a:p>
        </p:txBody>
      </p:sp>
      <p:pic>
        <p:nvPicPr>
          <p:cNvPr id="9" name="音频 8">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33419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69" y="1078867"/>
            <a:ext cx="11478093" cy="1042894"/>
          </a:xfrm>
          <a:ln w="12700">
            <a:miter lim="400000"/>
          </a:ln>
        </p:spPr>
        <p:txBody>
          <a:bodyPr lIns="50800" tIns="50800" rIns="50800" bIns="50800" anchor="ctr">
            <a:normAutofit/>
          </a:bodyPr>
          <a:lstStyle/>
          <a:p>
            <a:r>
              <a:rPr lang="zh-CN" altLang="en-US" dirty="0">
                <a:latin typeface="黑体" panose="02010609060101010101" pitchFamily="49" charset="-122"/>
                <a:ea typeface="黑体" panose="02010609060101010101" pitchFamily="49" charset="-122"/>
              </a:rPr>
              <a:t>代码走读对照表</a:t>
            </a:r>
            <a:endParaRPr lang="zh-CN" altLang="en-US" dirty="0">
              <a:latin typeface="黑体" panose="02010609060101010101" pitchFamily="49" charset="-122"/>
              <a:ea typeface="黑体" panose="02010609060101010101" pitchFamily="49" charset="-122"/>
            </a:endParaRPr>
          </a:p>
        </p:txBody>
      </p:sp>
      <p:graphicFrame>
        <p:nvGraphicFramePr>
          <p:cNvPr id="5" name="Group 249"/>
          <p:cNvGraphicFramePr/>
          <p:nvPr/>
        </p:nvGraphicFramePr>
        <p:xfrm>
          <a:off x="3393558" y="3208443"/>
          <a:ext cx="17596883" cy="7299047"/>
        </p:xfrm>
        <a:graphic>
          <a:graphicData uri="http://schemas.openxmlformats.org/drawingml/2006/table">
            <a:tbl>
              <a:tblPr/>
              <a:tblGrid>
                <a:gridCol w="3561893"/>
                <a:gridCol w="14034990"/>
              </a:tblGrid>
              <a:tr h="396196">
                <a:tc gridSpan="2">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程序的版式</a:t>
                      </a:r>
                      <a:endPar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00" marB="144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0E0"/>
                    </a:solidFill>
                  </a:tcPr>
                </a:tc>
                <a:tc hMerge="1">
                  <a:tcPr/>
                </a:tc>
              </a:tr>
              <a:tr h="396196">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1"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重要性</a:t>
                      </a:r>
                      <a:endParaRPr kumimoji="0" lang="zh-CN" altLang="en-US" sz="4000" b="1"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审查项</a:t>
                      </a:r>
                      <a:endPar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r>
              <a:tr h="700993">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a:t>
                      </a:r>
                      <a:endParaRPr kumimoji="0" lang="zh-CN" altLang="en-US"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在定义变量（或参数）时，是否将修饰符 * 和 ＆ 紧靠变量名？</a:t>
                      </a:r>
                      <a:endPar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196">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endParaRPr kumimoji="0" lang="zh-CN" altLang="zh-CN"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注释是否清晰并且必要？</a:t>
                      </a:r>
                      <a:endPar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196">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a:t>
                      </a:r>
                      <a:endParaRPr kumimoji="0" lang="zh-CN" altLang="en-US"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注释是否有错误或者可能导致误解？</a:t>
                      </a:r>
                      <a:endPar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05790">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a:t>
                      </a:r>
                      <a:endParaRPr kumimoji="0" lang="zh-CN" altLang="en-US"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00" marB="457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类结构的</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public, protected, private</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顺序是否在所有的程序中保持一致？</a:t>
                      </a:r>
                      <a:endPar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196">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endParaRPr kumimoji="0" lang="zh-CN" altLang="zh-CN"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en-US" altLang="zh-CN"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a:t>
                      </a:r>
                      <a:endParaRPr kumimoji="0" lang="en-US" altLang="zh-CN"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4"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dirty="0"/>
              <a:t>1</a:t>
            </a:r>
            <a:endParaRPr dirty="0"/>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10048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69" y="1078867"/>
            <a:ext cx="11478093" cy="1042894"/>
          </a:xfrm>
          <a:ln w="12700">
            <a:miter lim="400000"/>
          </a:ln>
        </p:spPr>
        <p:txBody>
          <a:bodyPr lIns="50800" tIns="50800" rIns="50800" bIns="50800" anchor="ctr">
            <a:normAutofit/>
          </a:bodyPr>
          <a:lstStyle/>
          <a:p>
            <a:r>
              <a:rPr lang="zh-CN" altLang="en-US" dirty="0">
                <a:latin typeface="黑体" panose="02010609060101010101" pitchFamily="49" charset="-122"/>
                <a:ea typeface="黑体" panose="02010609060101010101" pitchFamily="49" charset="-122"/>
              </a:rPr>
              <a:t>代码走读对照表</a:t>
            </a:r>
            <a:r>
              <a:rPr lang="en-US" altLang="zh-CN">
                <a:latin typeface="黑体" panose="02010609060101010101" pitchFamily="49" charset="-122"/>
                <a:ea typeface="黑体" panose="02010609060101010101" pitchFamily="49" charset="-122"/>
              </a:rPr>
              <a:t>9.30</a:t>
            </a:r>
            <a:endParaRPr lang="zh-CN" altLang="en-US" dirty="0">
              <a:latin typeface="黑体" panose="02010609060101010101" pitchFamily="49" charset="-122"/>
              <a:ea typeface="黑体" panose="02010609060101010101" pitchFamily="49" charset="-122"/>
            </a:endParaRPr>
          </a:p>
        </p:txBody>
      </p:sp>
      <p:graphicFrame>
        <p:nvGraphicFramePr>
          <p:cNvPr id="4" name="Group 154"/>
          <p:cNvGraphicFramePr>
            <a:graphicFrameLocks noGrp="1"/>
          </p:cNvGraphicFramePr>
          <p:nvPr>
            <p:ph idx="1"/>
          </p:nvPr>
        </p:nvGraphicFramePr>
        <p:xfrm>
          <a:off x="2080436" y="3448810"/>
          <a:ext cx="20223127" cy="7309712"/>
        </p:xfrm>
        <a:graphic>
          <a:graphicData uri="http://schemas.openxmlformats.org/drawingml/2006/table">
            <a:tbl>
              <a:tblPr/>
              <a:tblGrid>
                <a:gridCol w="3701053"/>
                <a:gridCol w="16522074"/>
              </a:tblGrid>
              <a:tr h="396240">
                <a:tc gridSpan="2">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命名规则</a:t>
                      </a:r>
                      <a:endPar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72000" marB="144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0E0"/>
                    </a:solidFill>
                  </a:tcPr>
                </a:tc>
                <a:tc hMerge="1">
                  <a:tcPr/>
                </a:tc>
              </a:tr>
              <a:tr h="396240">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1"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重要性</a:t>
                      </a:r>
                      <a:endParaRPr kumimoji="0" lang="zh-CN" altLang="en-US" sz="4000" b="1"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审查项</a:t>
                      </a:r>
                      <a:endPar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r>
              <a:tr h="701040">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a:t>
                      </a:r>
                      <a:endParaRPr kumimoji="0" lang="zh-CN" altLang="en-US"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命名规则是否与所采用的操作系统或开发工具的风格保持一致？</a:t>
                      </a:r>
                      <a:endPar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5246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endParaRPr kumimoji="0" lang="zh-CN" altLang="zh-CN"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标识符是否直观且可以拼读？</a:t>
                      </a:r>
                      <a:endPar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104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endParaRPr kumimoji="0" lang="zh-CN" altLang="zh-CN"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标识符的长度应当符合“</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min-length &amp;&amp; max-information”</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原则？</a:t>
                      </a:r>
                      <a:endPar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52463">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a:t>
                      </a:r>
                      <a:endParaRPr kumimoji="0" lang="zh-CN" altLang="en-US"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程序中是否出现相同的局部变量和全局变量？</a:t>
                      </a:r>
                      <a:endPar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104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endParaRPr kumimoji="0" lang="zh-CN" altLang="zh-CN"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类名、函数名、变量和参数、常量的书写格式是否遵循一定的规则？</a:t>
                      </a:r>
                      <a:endPar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5246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endParaRPr kumimoji="0" lang="zh-CN" altLang="zh-CN"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静态变量、全局变量、类的成员变量是否加前缀？</a:t>
                      </a:r>
                      <a:endPar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dirty="0"/>
              <a:t>1</a:t>
            </a:r>
            <a:endParaRPr dirty="0"/>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25259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69" y="1078867"/>
            <a:ext cx="11478093" cy="1042894"/>
          </a:xfrm>
          <a:ln w="12700">
            <a:miter lim="400000"/>
          </a:ln>
        </p:spPr>
        <p:txBody>
          <a:bodyPr lIns="50800" tIns="50800" rIns="50800" bIns="50800" anchor="ctr">
            <a:normAutofit/>
          </a:bodyPr>
          <a:lstStyle/>
          <a:p>
            <a:r>
              <a:rPr lang="zh-CN" altLang="en-US" dirty="0">
                <a:latin typeface="黑体" panose="02010609060101010101" pitchFamily="49" charset="-122"/>
                <a:ea typeface="黑体" panose="02010609060101010101" pitchFamily="49" charset="-122"/>
              </a:rPr>
              <a:t>代码走读对照表</a:t>
            </a:r>
            <a:endParaRPr lang="zh-CN" altLang="en-US" dirty="0">
              <a:latin typeface="黑体" panose="02010609060101010101" pitchFamily="49" charset="-122"/>
              <a:ea typeface="黑体" panose="02010609060101010101" pitchFamily="49" charset="-122"/>
            </a:endParaRPr>
          </a:p>
        </p:txBody>
      </p:sp>
      <p:graphicFrame>
        <p:nvGraphicFramePr>
          <p:cNvPr id="5" name="Group 114"/>
          <p:cNvGraphicFramePr/>
          <p:nvPr/>
        </p:nvGraphicFramePr>
        <p:xfrm>
          <a:off x="2069306" y="3426297"/>
          <a:ext cx="20245388" cy="7327476"/>
        </p:xfrm>
        <a:graphic>
          <a:graphicData uri="http://schemas.openxmlformats.org/drawingml/2006/table">
            <a:tbl>
              <a:tblPr/>
              <a:tblGrid>
                <a:gridCol w="3433647"/>
                <a:gridCol w="16811741"/>
              </a:tblGrid>
              <a:tr h="427097">
                <a:tc gridSpan="2">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常量</a:t>
                      </a:r>
                      <a:endPar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26" marB="144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0E0"/>
                    </a:solidFill>
                  </a:tcPr>
                </a:tc>
                <a:tc hMerge="1">
                  <a:tcPr/>
                </a:tc>
              </a:tr>
              <a:tr h="427097">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1"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重要性</a:t>
                      </a:r>
                      <a:endParaRPr kumimoji="0" lang="zh-CN" altLang="en-US" sz="4000" b="1"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审查项</a:t>
                      </a:r>
                      <a:endPar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r>
              <a:tr h="9050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endParaRPr kumimoji="0" lang="zh-CN" altLang="zh-CN"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是否使用含义直观的常量来表示那些将在程序中多次出现的数字或字符串？</a:t>
                      </a:r>
                      <a:endPar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050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endParaRPr kumimoji="0" lang="zh-CN" altLang="zh-CN"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在</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C++ </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程序中，是否用普通常量取代宏常量？</a:t>
                      </a:r>
                      <a:endPar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p>
                      <a:pPr marL="342900" marR="0" lvl="0" indent="-342900" algn="l" defTabSz="914400" rtl="0" eaLnBrk="1" fontAlgn="base" latinLnBrk="0" hangingPunct="1">
                        <a:lnSpc>
                          <a:spcPct val="150000"/>
                        </a:lnSpc>
                        <a:spcBef>
                          <a:spcPct val="0"/>
                        </a:spcBef>
                        <a:spcAft>
                          <a:spcPct val="0"/>
                        </a:spcAft>
                        <a:buClrTx/>
                        <a:buSzTx/>
                        <a:buFontTx/>
                        <a:buNone/>
                      </a:pP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 #define Pi 3.1415926</a:t>
                      </a:r>
                      <a:endPar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05000">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a:t>
                      </a:r>
                      <a:endPar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如果某一常量与其它常量密切相关，是否在定义中包含了这种关系？</a:t>
                      </a:r>
                      <a:endPar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0597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endParaRPr kumimoji="0" lang="zh-CN" altLang="zh-CN"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是否误解了类中的常量数据成员？因为常量数据成员只在某个对象生存期内是常量，而对于整个类而言却是可变的。</a:t>
                      </a:r>
                      <a:endPar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txBody>
                  <a:tcPr marT="45726" marB="4572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4"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dirty="0"/>
              <a:t>1</a:t>
            </a:r>
            <a:endParaRPr dirty="0"/>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28110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69" y="1078867"/>
            <a:ext cx="11478093" cy="1042894"/>
          </a:xfrm>
          <a:ln w="12700">
            <a:miter lim="400000"/>
          </a:ln>
        </p:spPr>
        <p:txBody>
          <a:bodyPr lIns="50800" tIns="50800" rIns="50800" bIns="50800" anchor="ctr">
            <a:normAutofit/>
          </a:bodyPr>
          <a:lstStyle/>
          <a:p>
            <a:r>
              <a:rPr lang="zh-CN" altLang="en-US" dirty="0">
                <a:latin typeface="黑体" panose="02010609060101010101" pitchFamily="49" charset="-122"/>
                <a:ea typeface="黑体" panose="02010609060101010101" pitchFamily="49" charset="-122"/>
              </a:rPr>
              <a:t>代码走读对照表</a:t>
            </a:r>
            <a:endParaRPr lang="zh-CN" altLang="en-US" dirty="0">
              <a:latin typeface="黑体" panose="02010609060101010101" pitchFamily="49" charset="-122"/>
              <a:ea typeface="黑体" panose="02010609060101010101" pitchFamily="49" charset="-122"/>
            </a:endParaRPr>
          </a:p>
        </p:txBody>
      </p:sp>
      <p:graphicFrame>
        <p:nvGraphicFramePr>
          <p:cNvPr id="4" name="Group 230"/>
          <p:cNvGraphicFramePr>
            <a:graphicFrameLocks noGrp="1"/>
          </p:cNvGraphicFramePr>
          <p:nvPr>
            <p:ph idx="1"/>
          </p:nvPr>
        </p:nvGraphicFramePr>
        <p:xfrm>
          <a:off x="3083718" y="3172985"/>
          <a:ext cx="18216563" cy="8177066"/>
        </p:xfrm>
        <a:graphic>
          <a:graphicData uri="http://schemas.openxmlformats.org/drawingml/2006/table">
            <a:tbl>
              <a:tblPr/>
              <a:tblGrid>
                <a:gridCol w="3203170"/>
                <a:gridCol w="15013393"/>
              </a:tblGrid>
              <a:tr h="396196">
                <a:tc gridSpan="2">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内存管理</a:t>
                      </a:r>
                      <a:endParaRPr kumimoji="0" lang="en-US" altLang="zh-CN"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00" marB="10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0E0"/>
                    </a:solidFill>
                  </a:tcPr>
                </a:tc>
                <a:tc hMerge="1">
                  <a:tcPr/>
                </a:tc>
              </a:tr>
              <a:tr h="396196">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重要性</a:t>
                      </a:r>
                      <a:endParaRPr kumimoji="0" lang="zh-CN" altLang="en-US"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审查项</a:t>
                      </a:r>
                      <a:endPar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r>
              <a:tr h="1005790">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重要</a:t>
                      </a:r>
                      <a:endParaRPr kumimoji="0" lang="zh-CN" altLang="en-US" sz="4000" b="0" i="0" u="none" strike="noStrike" cap="none" spc="0" normalizeH="0" baseline="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用</a:t>
                      </a:r>
                      <a:r>
                        <a:rPr kumimoji="0" lang="en-US" altLang="zh-CN" sz="4000" b="0" i="0" u="none" strike="noStrike" cap="none" spc="0" normalizeH="0" baseline="0" dirty="0" err="1">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malloc</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或</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new</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申请内存之后，是否立即检查指针值是否为</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NULL</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？（防止使用指针值为</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NULL</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的内存）</a:t>
                      </a:r>
                      <a:endPar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0993">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a:t>
                      </a:r>
                      <a:endParaRPr kumimoji="0" lang="zh-CN" altLang="en-US"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00" marB="457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是否忘记为数组和动态内存赋初值？（防止将未被初始化的内存作为右值使用）</a:t>
                      </a:r>
                      <a:endPar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196">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a:t>
                      </a:r>
                      <a:endParaRPr kumimoji="0" lang="zh-CN" altLang="en-US"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数组或指针的下标是否越界？</a:t>
                      </a:r>
                      <a:endPar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0993">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a:t>
                      </a:r>
                      <a:endParaRPr kumimoji="0" lang="zh-CN" altLang="en-US"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动态内存的申请与释放是否配对？（防止内存泄漏）</a:t>
                      </a:r>
                      <a:endPar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196">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a:t>
                      </a:r>
                      <a:endParaRPr kumimoji="0" lang="zh-CN" altLang="en-US"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是否有效地处理了“内存耗尽”问题？</a:t>
                      </a:r>
                      <a:endPar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7"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dirty="0"/>
              <a:t>1</a:t>
            </a:r>
            <a:endParaRPr dirty="0"/>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15424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69" y="1078867"/>
            <a:ext cx="11478093" cy="1042894"/>
          </a:xfrm>
          <a:ln w="12700">
            <a:miter lim="400000"/>
          </a:ln>
        </p:spPr>
        <p:txBody>
          <a:bodyPr lIns="50800" tIns="50800" rIns="50800" bIns="50800" anchor="ctr">
            <a:normAutofit/>
          </a:bodyPr>
          <a:lstStyle/>
          <a:p>
            <a:r>
              <a:rPr lang="zh-CN" altLang="en-US" dirty="0">
                <a:latin typeface="黑体" panose="02010609060101010101" pitchFamily="49" charset="-122"/>
                <a:ea typeface="黑体" panose="02010609060101010101" pitchFamily="49" charset="-122"/>
              </a:rPr>
              <a:t>代码走读对照表</a:t>
            </a:r>
            <a:endParaRPr lang="zh-CN" altLang="en-US" dirty="0">
              <a:latin typeface="黑体" panose="02010609060101010101" pitchFamily="49" charset="-122"/>
              <a:ea typeface="黑体" panose="02010609060101010101" pitchFamily="49" charset="-122"/>
            </a:endParaRPr>
          </a:p>
        </p:txBody>
      </p:sp>
      <p:graphicFrame>
        <p:nvGraphicFramePr>
          <p:cNvPr id="5" name="Group 230"/>
          <p:cNvGraphicFramePr/>
          <p:nvPr/>
        </p:nvGraphicFramePr>
        <p:xfrm>
          <a:off x="2312193" y="3026362"/>
          <a:ext cx="19759613" cy="8213447"/>
        </p:xfrm>
        <a:graphic>
          <a:graphicData uri="http://schemas.openxmlformats.org/drawingml/2006/table">
            <a:tbl>
              <a:tblPr/>
              <a:tblGrid>
                <a:gridCol w="3888940"/>
                <a:gridCol w="15870673"/>
              </a:tblGrid>
              <a:tr h="396197">
                <a:tc gridSpan="2">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内存管理</a:t>
                      </a:r>
                      <a:endPar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00" marB="144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0E0"/>
                    </a:solidFill>
                  </a:tcPr>
                </a:tc>
                <a:tc hMerge="1">
                  <a:tcPr/>
                </a:tc>
              </a:tr>
              <a:tr h="396197">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1"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重要性</a:t>
                      </a:r>
                      <a:endParaRPr kumimoji="0" lang="zh-CN" altLang="en-US" sz="4000" b="1"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审查项</a:t>
                      </a:r>
                      <a:endPar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r>
              <a:tr h="396197">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a:t>
                      </a:r>
                      <a:endParaRPr kumimoji="0" lang="zh-CN" altLang="en-US"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是否修改“指向常量的指针”的内容？</a:t>
                      </a:r>
                      <a:endPar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310589">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a:t>
                      </a:r>
                      <a:endParaRPr kumimoji="0" lang="zh-CN" altLang="en-US"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00" marB="457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是否出现野指针？例如</a:t>
                      </a:r>
                      <a:endPar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1</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）指针变量没有被初始化。</a:t>
                      </a:r>
                      <a:endPar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rgbClr val="FF0000"/>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a:t>
                      </a:r>
                      <a:r>
                        <a:rPr kumimoji="0" lang="en-US" altLang="zh-CN" sz="4000" b="0" i="0" u="none" strike="noStrike" cap="none" spc="0" normalizeH="0" baseline="0" dirty="0">
                          <a:ln>
                            <a:noFill/>
                          </a:ln>
                          <a:solidFill>
                            <a:srgbClr val="FF0000"/>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2</a:t>
                      </a:r>
                      <a:r>
                        <a:rPr kumimoji="0" lang="zh-CN" altLang="en-US" sz="4000" b="0" i="0" u="none" strike="noStrike" cap="none" spc="0" normalizeH="0" baseline="0" dirty="0">
                          <a:ln>
                            <a:noFill/>
                          </a:ln>
                          <a:solidFill>
                            <a:srgbClr val="FF0000"/>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）用</a:t>
                      </a:r>
                      <a:r>
                        <a:rPr kumimoji="0" lang="en-US" altLang="zh-CN" sz="4000" b="0" i="0" u="none" strike="noStrike" cap="none" spc="0" normalizeH="0" baseline="0" dirty="0">
                          <a:ln>
                            <a:noFill/>
                          </a:ln>
                          <a:solidFill>
                            <a:srgbClr val="FF0000"/>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free</a:t>
                      </a:r>
                      <a:r>
                        <a:rPr kumimoji="0" lang="zh-CN" altLang="en-US" sz="4000" b="0" i="0" u="none" strike="noStrike" cap="none" spc="0" normalizeH="0" baseline="0" dirty="0">
                          <a:ln>
                            <a:noFill/>
                          </a:ln>
                          <a:solidFill>
                            <a:srgbClr val="FF0000"/>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或</a:t>
                      </a:r>
                      <a:r>
                        <a:rPr kumimoji="0" lang="en-US" altLang="zh-CN" sz="4000" b="0" i="0" u="none" strike="noStrike" cap="none" spc="0" normalizeH="0" baseline="0" dirty="0">
                          <a:ln>
                            <a:noFill/>
                          </a:ln>
                          <a:solidFill>
                            <a:srgbClr val="FF0000"/>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delete</a:t>
                      </a:r>
                      <a:r>
                        <a:rPr kumimoji="0" lang="zh-CN" altLang="en-US" sz="4000" b="0" i="0" u="none" strike="noStrike" cap="none" spc="0" normalizeH="0" baseline="0" dirty="0">
                          <a:ln>
                            <a:noFill/>
                          </a:ln>
                          <a:solidFill>
                            <a:srgbClr val="FF0000"/>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释放了内存之后，忘记将指针设置为</a:t>
                      </a:r>
                      <a:r>
                        <a:rPr kumimoji="0" lang="en-US" altLang="zh-CN" sz="4000" b="0" i="0" u="none" strike="noStrike" cap="none" spc="0" normalizeH="0" baseline="0" dirty="0">
                          <a:ln>
                            <a:noFill/>
                          </a:ln>
                          <a:solidFill>
                            <a:srgbClr val="FF0000"/>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NULL</a:t>
                      </a:r>
                      <a:r>
                        <a:rPr kumimoji="0" lang="zh-CN" altLang="en-US" sz="4000" b="0" i="0" u="none" strike="noStrike" cap="none" spc="0" normalizeH="0" baseline="0" dirty="0">
                          <a:ln>
                            <a:noFill/>
                          </a:ln>
                          <a:solidFill>
                            <a:srgbClr val="FF0000"/>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a:t>
                      </a:r>
                      <a:endParaRPr kumimoji="0" lang="zh-CN" altLang="en-US" sz="4000" b="0" i="0" u="none" strike="noStrike" cap="none" spc="0" normalizeH="0" baseline="0" dirty="0">
                        <a:ln>
                          <a:noFill/>
                        </a:ln>
                        <a:solidFill>
                          <a:srgbClr val="FF0000"/>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0994">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a:t>
                      </a:r>
                      <a:endPar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是否将</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malloc/free </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和 </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new/delete </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混淆使用？</a:t>
                      </a:r>
                      <a:endPar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0994">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a:t>
                      </a:r>
                      <a:endParaRPr kumimoji="0" lang="zh-CN" altLang="en-US"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en-US" altLang="zh-CN" sz="4000" b="0" i="0" u="none" strike="noStrike" cap="none" spc="0" normalizeH="0" baseline="0" dirty="0" err="1">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malloc</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语句是否正确无误？例如字节数是否正确？类型转换是否正确？</a:t>
                      </a:r>
                      <a:endPar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0994">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a:t>
                      </a:r>
                      <a:endParaRPr kumimoji="0" lang="zh-CN" altLang="en-US"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在创建与释放动态对象数组时，</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new/delete</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的语句是否正确无误？</a:t>
                      </a:r>
                      <a:endPar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6"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dirty="0"/>
              <a:t>1</a:t>
            </a:r>
            <a:endParaRPr dirty="0"/>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11967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69" y="1078867"/>
            <a:ext cx="11478093" cy="1042894"/>
          </a:xfrm>
          <a:ln w="12700">
            <a:miter lim="400000"/>
          </a:ln>
        </p:spPr>
        <p:txBody>
          <a:bodyPr lIns="50800" tIns="50800" rIns="50800" bIns="50800" anchor="ctr">
            <a:normAutofit/>
          </a:bodyPr>
          <a:lstStyle/>
          <a:p>
            <a:r>
              <a:rPr lang="zh-CN" altLang="en-US" dirty="0">
                <a:latin typeface="黑体" panose="02010609060101010101" pitchFamily="49" charset="-122"/>
                <a:ea typeface="黑体" panose="02010609060101010101" pitchFamily="49" charset="-122"/>
              </a:rPr>
              <a:t>代码走读对照表</a:t>
            </a:r>
            <a:endParaRPr lang="zh-CN" altLang="en-US" dirty="0">
              <a:latin typeface="黑体" panose="02010609060101010101" pitchFamily="49" charset="-122"/>
              <a:ea typeface="黑体" panose="02010609060101010101" pitchFamily="49" charset="-122"/>
            </a:endParaRPr>
          </a:p>
        </p:txBody>
      </p:sp>
      <p:graphicFrame>
        <p:nvGraphicFramePr>
          <p:cNvPr id="4" name="Group 133"/>
          <p:cNvGraphicFramePr>
            <a:graphicFrameLocks noGrp="1"/>
          </p:cNvGraphicFramePr>
          <p:nvPr>
            <p:ph idx="1"/>
          </p:nvPr>
        </p:nvGraphicFramePr>
        <p:xfrm>
          <a:off x="1815652" y="4186653"/>
          <a:ext cx="21019296" cy="7122397"/>
        </p:xfrm>
        <a:graphic>
          <a:graphicData uri="http://schemas.openxmlformats.org/drawingml/2006/table">
            <a:tbl>
              <a:tblPr/>
              <a:tblGrid>
                <a:gridCol w="2756348"/>
                <a:gridCol w="18262948"/>
              </a:tblGrid>
              <a:tr h="864969">
                <a:tc gridSpan="2">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en-US" altLang="zh-CN" sz="4000" b="1"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C++ </a:t>
                      </a:r>
                      <a:r>
                        <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函数的高级特性</a:t>
                      </a:r>
                      <a:endPar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16" marB="144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0E0"/>
                    </a:solidFill>
                  </a:tcPr>
                </a:tc>
                <a:tc hMerge="1">
                  <a:tcPr/>
                </a:tc>
              </a:tr>
              <a:tr h="864969">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1"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重要性</a:t>
                      </a:r>
                      <a:endParaRPr kumimoji="0" lang="zh-CN" altLang="en-US" sz="4000" b="1"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审查项</a:t>
                      </a:r>
                      <a:endPar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r>
              <a:tr h="1190466">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a:t>
                      </a:r>
                      <a:endPar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72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是否混淆了成员函数的重载（</a:t>
                      </a:r>
                      <a:r>
                        <a:rPr kumimoji="0" lang="en-US" altLang="zh-CN" sz="4000" b="0" i="0" u="none" strike="noStrike" cap="none" spc="0" normalizeH="0" baseline="0" dirty="0" err="1">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loverload</a:t>
                      </a:r>
                      <a:r>
                        <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a:t>
                      </a:r>
                      <a:r>
                        <a:rPr kumimoji="0" lang="en-US" altLang="zh-CN"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 </a:t>
                      </a:r>
                      <a:r>
                        <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不同参数）、重写（</a:t>
                      </a:r>
                      <a:r>
                        <a:rPr kumimoji="0" lang="en-US" altLang="zh-CN"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override</a:t>
                      </a:r>
                      <a:r>
                        <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，父子）与隐藏（非虚函数）？</a:t>
                      </a:r>
                      <a:endPar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72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12871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342900" algn="ctr" defTabSz="914400" rtl="0" eaLnBrk="1" fontAlgn="base" latinLnBrk="0" hangingPunct="1">
                        <a:lnSpc>
                          <a:spcPct val="150000"/>
                        </a:lnSpc>
                        <a:spcBef>
                          <a:spcPct val="0"/>
                        </a:spcBef>
                        <a:spcAft>
                          <a:spcPct val="0"/>
                        </a:spcAft>
                        <a:buClrTx/>
                        <a:buSzTx/>
                        <a:buFontTx/>
                        <a:buNone/>
                      </a:pPr>
                      <a:endParaRPr kumimoji="0" lang="zh-CN" altLang="zh-CN"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72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运算符的重载是否符合制定的编程规范？</a:t>
                      </a:r>
                      <a:endPar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72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4298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342900" algn="ctr" defTabSz="914400" rtl="0" eaLnBrk="1" fontAlgn="base" latinLnBrk="0" hangingPunct="1">
                        <a:lnSpc>
                          <a:spcPct val="150000"/>
                        </a:lnSpc>
                        <a:spcBef>
                          <a:spcPct val="0"/>
                        </a:spcBef>
                        <a:spcAft>
                          <a:spcPct val="0"/>
                        </a:spcAft>
                        <a:buClrTx/>
                        <a:buSzTx/>
                        <a:buFontTx/>
                        <a:buNone/>
                      </a:pPr>
                      <a:endParaRPr kumimoji="0" lang="zh-CN" altLang="zh-CN"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72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是否滥用内联函数？例如函数体内的代码比较长。</a:t>
                      </a:r>
                      <a:endPar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72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263418">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342900" algn="ctr"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a:t>
                      </a:r>
                      <a:endPar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72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是否用内联函数取代了宏代码？</a:t>
                      </a:r>
                      <a:endPar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7200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6"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dirty="0"/>
              <a:t>1</a:t>
            </a:r>
            <a:endParaRPr dirty="0"/>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26546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69" y="1078867"/>
            <a:ext cx="11478093" cy="1042894"/>
          </a:xfrm>
          <a:ln w="12700">
            <a:miter lim="400000"/>
          </a:ln>
        </p:spPr>
        <p:txBody>
          <a:bodyPr lIns="50800" tIns="50800" rIns="50800" bIns="50800" anchor="ctr">
            <a:normAutofit/>
          </a:bodyPr>
          <a:lstStyle/>
          <a:p>
            <a:r>
              <a:rPr lang="zh-CN" altLang="en-US" dirty="0">
                <a:latin typeface="黑体" panose="02010609060101010101" pitchFamily="49" charset="-122"/>
                <a:ea typeface="黑体" panose="02010609060101010101" pitchFamily="49" charset="-122"/>
              </a:rPr>
              <a:t>代码走读对照表</a:t>
            </a:r>
            <a:endParaRPr lang="zh-CN" altLang="en-US" dirty="0">
              <a:latin typeface="黑体" panose="02010609060101010101" pitchFamily="49" charset="-122"/>
              <a:ea typeface="黑体" panose="02010609060101010101" pitchFamily="49" charset="-122"/>
            </a:endParaRPr>
          </a:p>
        </p:txBody>
      </p:sp>
      <p:graphicFrame>
        <p:nvGraphicFramePr>
          <p:cNvPr id="6" name="Group 187"/>
          <p:cNvGraphicFramePr/>
          <p:nvPr/>
        </p:nvGraphicFramePr>
        <p:xfrm>
          <a:off x="2138128" y="2910310"/>
          <a:ext cx="20107744" cy="7429674"/>
        </p:xfrm>
        <a:graphic>
          <a:graphicData uri="http://schemas.openxmlformats.org/drawingml/2006/table">
            <a:tbl>
              <a:tblPr/>
              <a:tblGrid>
                <a:gridCol w="3341565"/>
                <a:gridCol w="16766179"/>
              </a:tblGrid>
              <a:tr h="396196">
                <a:tc gridSpan="2">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36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类的构造函数、析构函数和赋值函数</a:t>
                      </a:r>
                      <a:endParaRPr kumimoji="0" lang="zh-CN" altLang="en-US" sz="36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00" marB="108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0E0"/>
                    </a:solidFill>
                  </a:tcPr>
                </a:tc>
                <a:tc hMerge="1">
                  <a:tcPr/>
                </a:tc>
              </a:tr>
              <a:tr h="396196">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3600" b="1"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重要性</a:t>
                      </a:r>
                      <a:endParaRPr kumimoji="0" lang="zh-CN" altLang="en-US" sz="3600" b="1"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36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审查项</a:t>
                      </a:r>
                      <a:endParaRPr kumimoji="0" lang="zh-CN" altLang="en-US" sz="36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r>
              <a:tr h="1310587">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en-US" sz="36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a:t>
                      </a:r>
                      <a:endParaRPr kumimoji="0" lang="zh-CN" altLang="en-US" sz="36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en-US" sz="36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是否违背编程规范而让</a:t>
                      </a:r>
                      <a:r>
                        <a:rPr kumimoji="0" lang="en-US" altLang="zh-CN" sz="36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C++ </a:t>
                      </a:r>
                      <a:r>
                        <a:rPr kumimoji="0" lang="zh-CN" altLang="en-US" sz="36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编译器自动为类产生四个缺省的函数：（</a:t>
                      </a:r>
                      <a:r>
                        <a:rPr kumimoji="0" lang="en-US" altLang="zh-CN" sz="36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1</a:t>
                      </a:r>
                      <a:r>
                        <a:rPr kumimoji="0" lang="zh-CN" altLang="en-US" sz="36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）缺省的无参数构造函数；（</a:t>
                      </a:r>
                      <a:r>
                        <a:rPr kumimoji="0" lang="en-US" altLang="zh-CN" sz="36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2</a:t>
                      </a:r>
                      <a:r>
                        <a:rPr kumimoji="0" lang="zh-CN" altLang="en-US" sz="36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）缺省的拷贝构造函数；（</a:t>
                      </a:r>
                      <a:r>
                        <a:rPr kumimoji="0" lang="en-US" altLang="zh-CN" sz="36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3</a:t>
                      </a:r>
                      <a:r>
                        <a:rPr kumimoji="0" lang="zh-CN" altLang="en-US" sz="36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）缺省的析构函数；（</a:t>
                      </a:r>
                      <a:r>
                        <a:rPr kumimoji="0" lang="en-US" altLang="zh-CN" sz="36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4</a:t>
                      </a:r>
                      <a:r>
                        <a:rPr kumimoji="0" lang="zh-CN" altLang="en-US" sz="36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）缺省的赋值函数。</a:t>
                      </a:r>
                      <a:endParaRPr kumimoji="0" lang="zh-CN" altLang="en-US" sz="36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196">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36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a:t>
                      </a:r>
                      <a:endParaRPr kumimoji="0" lang="zh-CN" altLang="en-US" sz="36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36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构造函数中是否遗漏了某些初始化工作？</a:t>
                      </a:r>
                      <a:endParaRPr kumimoji="0" lang="zh-CN" altLang="en-US" sz="36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196">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36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a:t>
                      </a:r>
                      <a:endParaRPr kumimoji="0" lang="zh-CN" altLang="en-US" sz="36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36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是否正确地使用构造函数的初始化表？</a:t>
                      </a:r>
                      <a:endParaRPr kumimoji="0" lang="zh-CN" altLang="en-US" sz="36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0">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a:t>
                      </a:r>
                      <a:endPar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36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析构函数中是否遗漏了某些清除工作？</a:t>
                      </a:r>
                      <a:endParaRPr kumimoji="0" lang="zh-CN" altLang="en-US" sz="36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0">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endParaRPr kumimoji="0" lang="zh-CN" altLang="zh-CN" sz="36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36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是否错写、错用了拷贝构造函数和赋值函数？</a:t>
                      </a:r>
                      <a:endParaRPr kumimoji="0" lang="zh-CN" altLang="en-US" sz="36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txBody>
                  <a:tcPr marT="45700" marB="457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7" name="Rectangle 36"/>
          <p:cNvSpPr>
            <a:spLocks noChangeArrowheads="1"/>
          </p:cNvSpPr>
          <p:nvPr/>
        </p:nvSpPr>
        <p:spPr bwMode="auto">
          <a:xfrm>
            <a:off x="2138128" y="11081262"/>
            <a:ext cx="12290544" cy="1938992"/>
          </a:xfrm>
          <a:prstGeom prst="rect">
            <a:avLst/>
          </a:prstGeom>
        </p:spPr>
        <p:style>
          <a:lnRef idx="2">
            <a:schemeClr val="accent1"/>
          </a:lnRef>
          <a:fillRef idx="1">
            <a:schemeClr val="lt1"/>
          </a:fillRef>
          <a:effectRef idx="0">
            <a:schemeClr val="accent1"/>
          </a:effectRef>
          <a:fontRef idx="minor">
            <a:schemeClr val="dk1"/>
          </a:fontRef>
        </p:style>
        <p:txBody>
          <a:bodyPr wrap="none" anchor="ctr">
            <a:spAutoFit/>
          </a:bodyPr>
          <a:lstStyle>
            <a:lvl1pPr>
              <a:defRPr>
                <a:solidFill>
                  <a:schemeClr val="tx1"/>
                </a:solidFill>
                <a:latin typeface="Arial" panose="020B0604020202020204" pitchFamily="34" charset="0"/>
                <a:ea typeface="黑体" panose="02010609060101010101" pitchFamily="49" charset="-122"/>
              </a:defRPr>
            </a:lvl1pPr>
            <a:lvl2pPr>
              <a:defRPr>
                <a:solidFill>
                  <a:schemeClr val="tx1"/>
                </a:solidFill>
                <a:latin typeface="Arial" panose="020B0604020202020204" pitchFamily="34" charset="0"/>
                <a:ea typeface="黑体" panose="02010609060101010101" pitchFamily="49" charset="-122"/>
              </a:defRPr>
            </a:lvl2pPr>
            <a:lvl3pPr>
              <a:defRPr>
                <a:solidFill>
                  <a:schemeClr val="tx1"/>
                </a:solidFill>
                <a:latin typeface="Arial" panose="020B0604020202020204" pitchFamily="34" charset="0"/>
                <a:ea typeface="黑体" panose="02010609060101010101" pitchFamily="49" charset="-122"/>
              </a:defRPr>
            </a:lvl3pPr>
            <a:lvl4pPr>
              <a:defRPr>
                <a:solidFill>
                  <a:schemeClr val="tx1"/>
                </a:solidFill>
                <a:latin typeface="Arial" panose="020B0604020202020204" pitchFamily="34" charset="0"/>
                <a:ea typeface="黑体" panose="02010609060101010101" pitchFamily="49" charset="-122"/>
              </a:defRPr>
            </a:lvl4pPr>
            <a:lvl5pPr>
              <a:defRPr>
                <a:solidFill>
                  <a:schemeClr val="tx1"/>
                </a:solidFill>
                <a:latin typeface="Arial" panose="020B0604020202020204" pitchFamily="34" charset="0"/>
                <a:ea typeface="黑体" panose="02010609060101010101" pitchFamily="49" charset="-122"/>
              </a:defRPr>
            </a:lvl5pPr>
            <a:lvl6pPr eaLnBrk="0" fontAlgn="base" hangingPunct="0">
              <a:spcBef>
                <a:spcPct val="0"/>
              </a:spcBef>
              <a:spcAft>
                <a:spcPct val="0"/>
              </a:spcAft>
              <a:defRPr>
                <a:solidFill>
                  <a:schemeClr val="tx1"/>
                </a:solidFill>
                <a:latin typeface="Arial" panose="020B0604020202020204" pitchFamily="34" charset="0"/>
                <a:ea typeface="黑体" panose="02010609060101010101" pitchFamily="49" charset="-122"/>
              </a:defRPr>
            </a:lvl6pPr>
            <a:lvl7pPr eaLnBrk="0" fontAlgn="base" hangingPunct="0">
              <a:spcBef>
                <a:spcPct val="0"/>
              </a:spcBef>
              <a:spcAft>
                <a:spcPct val="0"/>
              </a:spcAft>
              <a:defRPr>
                <a:solidFill>
                  <a:schemeClr val="tx1"/>
                </a:solidFill>
                <a:latin typeface="Arial" panose="020B0604020202020204" pitchFamily="34" charset="0"/>
                <a:ea typeface="黑体" panose="02010609060101010101" pitchFamily="49" charset="-122"/>
              </a:defRPr>
            </a:lvl7pPr>
            <a:lvl8pPr eaLnBrk="0" fontAlgn="base" hangingPunct="0">
              <a:spcBef>
                <a:spcPct val="0"/>
              </a:spcBef>
              <a:spcAft>
                <a:spcPct val="0"/>
              </a:spcAft>
              <a:defRPr>
                <a:solidFill>
                  <a:schemeClr val="tx1"/>
                </a:solidFill>
                <a:latin typeface="Arial" panose="020B0604020202020204" pitchFamily="34" charset="0"/>
                <a:ea typeface="黑体" panose="02010609060101010101" pitchFamily="49" charset="-122"/>
              </a:defRPr>
            </a:lvl8pPr>
            <a:lvl9pPr eaLnBrk="0" fontAlgn="base" hangingPunct="0">
              <a:spcBef>
                <a:spcPct val="0"/>
              </a:spcBef>
              <a:spcAft>
                <a:spcPct val="0"/>
              </a:spcAft>
              <a:defRPr>
                <a:solidFill>
                  <a:schemeClr val="tx1"/>
                </a:solidFill>
                <a:latin typeface="Arial" panose="020B0604020202020204" pitchFamily="34" charset="0"/>
                <a:ea typeface="黑体" panose="02010609060101010101" pitchFamily="49" charset="-122"/>
              </a:defRPr>
            </a:lvl9pPr>
          </a:lstStyle>
          <a:p>
            <a:pPr algn="l">
              <a:lnSpc>
                <a:spcPct val="150000"/>
              </a:lnSpc>
              <a:defRPr/>
            </a:pPr>
            <a:r>
              <a:rPr lang="zh-CN" altLang="zh-CN" sz="4000" dirty="0">
                <a:solidFill>
                  <a:srgbClr val="ED1C24"/>
                </a:solidFill>
                <a:latin typeface="微软雅黑" panose="020B0503020204020204" pitchFamily="34" charset="-122"/>
                <a:ea typeface="微软雅黑" panose="020B0503020204020204" pitchFamily="34" charset="-122"/>
              </a:rPr>
              <a:t> 1)拷贝构造函数是对未初始化的内存进行初始化操作</a:t>
            </a:r>
            <a:endParaRPr lang="zh-CN" altLang="zh-CN" sz="1000" dirty="0">
              <a:latin typeface="微软雅黑" panose="020B0503020204020204" pitchFamily="34" charset="-122"/>
              <a:ea typeface="微软雅黑" panose="020B0503020204020204" pitchFamily="34" charset="-122"/>
            </a:endParaRPr>
          </a:p>
          <a:p>
            <a:pPr algn="l">
              <a:lnSpc>
                <a:spcPct val="150000"/>
              </a:lnSpc>
              <a:defRPr/>
            </a:pPr>
            <a:r>
              <a:rPr lang="zh-CN" altLang="zh-CN" sz="4000" dirty="0">
                <a:solidFill>
                  <a:srgbClr val="ED1C24"/>
                </a:solidFill>
                <a:latin typeface="微软雅黑" panose="020B0503020204020204" pitchFamily="34" charset="-122"/>
                <a:ea typeface="微软雅黑" panose="020B0503020204020204" pitchFamily="34" charset="-122"/>
              </a:rPr>
              <a:t> 2)而赋值是对现有的已经初始化的对象进行操作。</a:t>
            </a:r>
            <a:endParaRPr lang="zh-CN" altLang="zh-CN" sz="4400" dirty="0">
              <a:latin typeface="微软雅黑" panose="020B0503020204020204" pitchFamily="34" charset="-122"/>
              <a:ea typeface="微软雅黑" panose="020B0503020204020204" pitchFamily="34" charset="-122"/>
            </a:endParaRPr>
          </a:p>
        </p:txBody>
      </p:sp>
      <p:sp>
        <p:nvSpPr>
          <p:cNvPr id="8"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dirty="0"/>
              <a:t>1</a:t>
            </a:r>
            <a:endParaRPr dirty="0"/>
          </a:p>
        </p:txBody>
      </p:sp>
      <p:pic>
        <p:nvPicPr>
          <p:cNvPr id="4" name="音频 3">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
        <p:nvSpPr>
          <p:cNvPr id="12" name="TextBox 11"/>
          <p:cNvSpPr txBox="1"/>
          <p:nvPr/>
        </p:nvSpPr>
        <p:spPr>
          <a:xfrm flipH="1">
            <a:off x="14261826" y="7953333"/>
            <a:ext cx="8620300" cy="77970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kumimoji="0" lang="en-US" altLang="zh-CN" sz="4400" b="1" i="0" u="none" strike="noStrike" cap="none" spc="0" normalizeH="0" baseline="0" dirty="0" err="1">
                <a:ln>
                  <a:noFill/>
                </a:ln>
                <a:solidFill>
                  <a:srgbClr val="000000"/>
                </a:solidFill>
                <a:effectLst/>
                <a:highlight>
                  <a:srgbClr val="FFFF00"/>
                </a:highlight>
                <a:uFillTx/>
                <a:latin typeface="Helvetica Neue"/>
                <a:ea typeface="Helvetica Neue"/>
                <a:cs typeface="Helvetica Neue"/>
                <a:sym typeface="Helvetica Neue"/>
              </a:rPr>
              <a:t>CExample</a:t>
            </a:r>
            <a:r>
              <a:rPr kumimoji="0" lang="zh-CN" altLang="en-US" sz="4400" b="1" i="0" u="none" strike="noStrike" cap="none" spc="0" normalizeH="0" baseline="0" dirty="0">
                <a:ln>
                  <a:noFill/>
                </a:ln>
                <a:solidFill>
                  <a:srgbClr val="000000"/>
                </a:solidFill>
                <a:effectLst/>
                <a:highlight>
                  <a:srgbClr val="FFFF00"/>
                </a:highlight>
                <a:uFillTx/>
                <a:latin typeface="Helvetica Neue"/>
                <a:ea typeface="Helvetica Neue"/>
                <a:cs typeface="Helvetica Neue"/>
                <a:sym typeface="Helvetica Neue"/>
              </a:rPr>
              <a:t>：</a:t>
            </a:r>
            <a:r>
              <a:rPr kumimoji="0" lang="en-US" altLang="zh-CN" sz="4400" b="1" i="0" u="none" strike="noStrike" cap="none" spc="0" normalizeH="0" baseline="0" dirty="0">
                <a:ln>
                  <a:noFill/>
                </a:ln>
                <a:solidFill>
                  <a:srgbClr val="000000"/>
                </a:solidFill>
                <a:effectLst/>
                <a:highlight>
                  <a:srgbClr val="FFFF00"/>
                </a:highlight>
                <a:uFillTx/>
                <a:latin typeface="Helvetica Neue"/>
                <a:ea typeface="Helvetica Neue"/>
                <a:cs typeface="Helvetica Neue"/>
                <a:sym typeface="Helvetica Neue"/>
              </a:rPr>
              <a:t>a</a:t>
            </a:r>
            <a:r>
              <a:rPr kumimoji="0" lang="zh-CN" altLang="en-US" sz="4400" b="1" i="0" u="none" strike="noStrike" cap="none" spc="0" normalizeH="0" baseline="0" dirty="0">
                <a:ln>
                  <a:noFill/>
                </a:ln>
                <a:solidFill>
                  <a:srgbClr val="000000"/>
                </a:solidFill>
                <a:effectLst/>
                <a:highlight>
                  <a:srgbClr val="FFFF00"/>
                </a:highlight>
                <a:uFillTx/>
                <a:latin typeface="Helvetica Neue"/>
                <a:ea typeface="Helvetica Neue"/>
                <a:cs typeface="Helvetica Neue"/>
                <a:sym typeface="Helvetica Neue"/>
              </a:rPr>
              <a:t>（</a:t>
            </a:r>
            <a:r>
              <a:rPr kumimoji="0" lang="en-US" altLang="zh-CN" sz="4400" b="1" i="0" u="none" strike="noStrike" cap="none" spc="0" normalizeH="0" baseline="0" dirty="0">
                <a:ln>
                  <a:noFill/>
                </a:ln>
                <a:solidFill>
                  <a:srgbClr val="000000"/>
                </a:solidFill>
                <a:effectLst/>
                <a:highlight>
                  <a:srgbClr val="FFFF00"/>
                </a:highlight>
                <a:uFillTx/>
                <a:latin typeface="Helvetica Neue"/>
                <a:ea typeface="Helvetica Neue"/>
                <a:cs typeface="Helvetica Neue"/>
                <a:sym typeface="Helvetica Neue"/>
              </a:rPr>
              <a:t>0</a:t>
            </a:r>
            <a:r>
              <a:rPr kumimoji="0" lang="zh-CN" altLang="en-US" sz="4400" b="1" i="0" u="none" strike="noStrike" cap="none" spc="0" normalizeH="0" baseline="0" dirty="0">
                <a:ln>
                  <a:noFill/>
                </a:ln>
                <a:solidFill>
                  <a:srgbClr val="000000"/>
                </a:solidFill>
                <a:effectLst/>
                <a:highlight>
                  <a:srgbClr val="FFFF00"/>
                </a:highlight>
                <a:uFillTx/>
                <a:latin typeface="Helvetica Neue"/>
                <a:ea typeface="Helvetica Neue"/>
                <a:cs typeface="Helvetica Neue"/>
                <a:sym typeface="Helvetica Neue"/>
              </a:rPr>
              <a:t>），</a:t>
            </a:r>
            <a:r>
              <a:rPr kumimoji="0" lang="en-US" altLang="zh-CN" sz="4400" b="1" i="0" u="none" strike="noStrike" cap="none" spc="0" normalizeH="0" baseline="0" dirty="0">
                <a:ln>
                  <a:noFill/>
                </a:ln>
                <a:solidFill>
                  <a:srgbClr val="000000"/>
                </a:solidFill>
                <a:effectLst/>
                <a:highlight>
                  <a:srgbClr val="FFFF00"/>
                </a:highlight>
                <a:uFillTx/>
                <a:latin typeface="Helvetica Neue"/>
                <a:ea typeface="Helvetica Neue"/>
                <a:cs typeface="Helvetica Neue"/>
                <a:sym typeface="Helvetica Neue"/>
              </a:rPr>
              <a:t>b</a:t>
            </a:r>
            <a:r>
              <a:rPr kumimoji="0" lang="zh-CN" altLang="en-US" sz="4400" b="1" i="0" u="none" strike="noStrike" cap="none" spc="0" normalizeH="0" baseline="0" dirty="0">
                <a:ln>
                  <a:noFill/>
                </a:ln>
                <a:solidFill>
                  <a:srgbClr val="000000"/>
                </a:solidFill>
                <a:effectLst/>
                <a:highlight>
                  <a:srgbClr val="FFFF00"/>
                </a:highlight>
                <a:uFillTx/>
                <a:latin typeface="Helvetica Neue"/>
                <a:ea typeface="Helvetica Neue"/>
                <a:cs typeface="Helvetica Neue"/>
                <a:sym typeface="Helvetica Neue"/>
              </a:rPr>
              <a:t>（</a:t>
            </a:r>
            <a:r>
              <a:rPr kumimoji="0" lang="en-US" altLang="zh-CN" sz="4400" b="1" i="0" u="none" strike="noStrike" cap="none" spc="0" normalizeH="0" baseline="0" dirty="0">
                <a:ln>
                  <a:noFill/>
                </a:ln>
                <a:solidFill>
                  <a:srgbClr val="000000"/>
                </a:solidFill>
                <a:effectLst/>
                <a:highlight>
                  <a:srgbClr val="FFFF00"/>
                </a:highlight>
                <a:uFillTx/>
                <a:latin typeface="Helvetica Neue"/>
                <a:ea typeface="Helvetica Neue"/>
                <a:cs typeface="Helvetica Neue"/>
                <a:sym typeface="Helvetica Neue"/>
              </a:rPr>
              <a:t>8</a:t>
            </a:r>
            <a:r>
              <a:rPr kumimoji="0" lang="zh-CN" altLang="en-US" sz="4400" b="1" i="0" u="none" strike="noStrike" cap="none" spc="0" normalizeH="0" baseline="0" dirty="0">
                <a:ln>
                  <a:noFill/>
                </a:ln>
                <a:solidFill>
                  <a:srgbClr val="000000"/>
                </a:solidFill>
                <a:effectLst/>
                <a:highlight>
                  <a:srgbClr val="FFFF00"/>
                </a:highlight>
                <a:uFillTx/>
                <a:latin typeface="Helvetica Neue"/>
                <a:ea typeface="Helvetica Neue"/>
                <a:cs typeface="Helvetica Neue"/>
                <a:sym typeface="Helvetica Neue"/>
              </a:rPr>
              <a:t>）</a:t>
            </a:r>
            <a:endParaRPr kumimoji="0" lang="zh-CN" altLang="en-US" sz="4400" b="1" i="0" u="none" strike="noStrike" cap="none" spc="0" normalizeH="0" baseline="0" dirty="0">
              <a:ln>
                <a:noFill/>
              </a:ln>
              <a:solidFill>
                <a:srgbClr val="000000"/>
              </a:solidFill>
              <a:effectLst/>
              <a:highlight>
                <a:srgbClr val="FFFF00"/>
              </a:highlight>
              <a:uFillTx/>
              <a:latin typeface="Helvetica Neue"/>
              <a:ea typeface="Helvetica Neue"/>
              <a:cs typeface="Helvetica Neue"/>
              <a:sym typeface="Helvetica Neue"/>
            </a:endParaRPr>
          </a:p>
        </p:txBody>
      </p:sp>
      <p:sp>
        <p:nvSpPr>
          <p:cNvPr id="13" name="Arrow: Down 12"/>
          <p:cNvSpPr/>
          <p:nvPr/>
        </p:nvSpPr>
        <p:spPr>
          <a:xfrm>
            <a:off x="6938682" y="10339984"/>
            <a:ext cx="860612" cy="788549"/>
          </a:xfrm>
          <a:prstGeom prst="downArrow">
            <a:avLst/>
          </a:prstGeom>
          <a:solidFill>
            <a:schemeClr val="accent1"/>
          </a:solid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grpSp>
        <p:nvGrpSpPr>
          <p:cNvPr id="11" name="Group 10"/>
          <p:cNvGrpSpPr/>
          <p:nvPr/>
        </p:nvGrpSpPr>
        <p:grpSpPr>
          <a:xfrm>
            <a:off x="11214124" y="258760"/>
            <a:ext cx="12953976" cy="9067784"/>
            <a:chOff x="11669510" y="1600314"/>
            <a:chExt cx="12953976" cy="9067784"/>
          </a:xfrm>
        </p:grpSpPr>
        <p:sp>
          <p:nvSpPr>
            <p:cNvPr id="3" name="矩形 2"/>
            <p:cNvSpPr/>
            <p:nvPr/>
          </p:nvSpPr>
          <p:spPr>
            <a:xfrm>
              <a:off x="14717212" y="8121703"/>
              <a:ext cx="7409401" cy="1015663"/>
            </a:xfrm>
            <a:prstGeom prst="rect">
              <a:avLst/>
            </a:prstGeom>
          </p:spPr>
          <p:txBody>
            <a:bodyPr wrap="none">
              <a:spAutoFit/>
            </a:bodyPr>
            <a:lstStyle/>
            <a:p>
              <a:r>
                <a:rPr lang="en-US" altLang="zh-CN" sz="6000" dirty="0" err="1">
                  <a:solidFill>
                    <a:srgbClr val="FF0000"/>
                  </a:solidFill>
                  <a:latin typeface="Times New Roman" panose="02020603050405020304" pitchFamily="18" charset="0"/>
                  <a:cs typeface="Times New Roman" panose="02020603050405020304" pitchFamily="18" charset="0"/>
                </a:rPr>
                <a:t>CExample</a:t>
              </a:r>
              <a:r>
                <a:rPr lang="en-US" altLang="zh-CN" sz="6000" dirty="0">
                  <a:solidFill>
                    <a:srgbClr val="FF0000"/>
                  </a:solidFill>
                  <a:latin typeface="Times New Roman" panose="02020603050405020304" pitchFamily="18" charset="0"/>
                  <a:cs typeface="Times New Roman" panose="02020603050405020304" pitchFamily="18" charset="0"/>
                </a:rPr>
                <a:t>(): a(0),b(8)</a:t>
              </a:r>
              <a:endParaRPr lang="zh-CN" altLang="en-US" sz="6000" dirty="0">
                <a:solidFill>
                  <a:srgbClr val="FF0000"/>
                </a:solidFill>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669510" y="1600314"/>
              <a:ext cx="12953976" cy="9067784"/>
            </a:xfrm>
            <a:prstGeom prst="rect">
              <a:avLst/>
            </a:prstGeom>
          </p:spPr>
        </p:pic>
        <p:sp>
          <p:nvSpPr>
            <p:cNvPr id="5" name="TextBox 4"/>
            <p:cNvSpPr txBox="1"/>
            <p:nvPr/>
          </p:nvSpPr>
          <p:spPr>
            <a:xfrm>
              <a:off x="19736857" y="2269110"/>
              <a:ext cx="3180359" cy="71814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kumimoji="0" lang="zh-CN" altLang="en-US" sz="4000" b="1" i="0" u="none" strike="noStrike" cap="none" spc="0" normalizeH="0" baseline="0" dirty="0">
                  <a:ln>
                    <a:noFill/>
                  </a:ln>
                  <a:solidFill>
                    <a:srgbClr val="FF0000"/>
                  </a:solidFill>
                  <a:effectLst/>
                  <a:uFillTx/>
                  <a:latin typeface="Helvetica Neue"/>
                  <a:ea typeface="Helvetica Neue"/>
                  <a:cs typeface="Helvetica Neue"/>
                  <a:sym typeface="Helvetica Neue"/>
                </a:rPr>
                <a:t>拷贝构造函数</a:t>
              </a:r>
              <a:endParaRPr kumimoji="0" lang="zh-CN" altLang="en-US" sz="4000" b="1" i="0" u="none" strike="noStrike" cap="none" spc="0" normalizeH="0" baseline="0" dirty="0">
                <a:ln>
                  <a:noFill/>
                </a:ln>
                <a:solidFill>
                  <a:srgbClr val="FF0000"/>
                </a:solidFill>
                <a:effectLst/>
                <a:uFillTx/>
                <a:latin typeface="Helvetica Neue"/>
                <a:ea typeface="Helvetica Neue"/>
                <a:cs typeface="Helvetica Neue"/>
                <a:sym typeface="Helvetica Neue"/>
              </a:endParaRPr>
            </a:p>
          </p:txBody>
        </p:sp>
        <p:sp>
          <p:nvSpPr>
            <p:cNvPr id="10" name="TextBox 9"/>
            <p:cNvSpPr txBox="1"/>
            <p:nvPr/>
          </p:nvSpPr>
          <p:spPr>
            <a:xfrm>
              <a:off x="19401185" y="5235224"/>
              <a:ext cx="3180359" cy="71814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lang="zh-CN" altLang="en-US" sz="4000" dirty="0">
                  <a:solidFill>
                    <a:srgbClr val="FF0000"/>
                  </a:solidFill>
                </a:rPr>
                <a:t>赋值</a:t>
              </a:r>
              <a:r>
                <a:rPr kumimoji="0" lang="zh-CN" altLang="en-US" sz="4000" b="1" i="0" u="none" strike="noStrike" cap="none" spc="0" normalizeH="0" baseline="0" dirty="0">
                  <a:ln>
                    <a:noFill/>
                  </a:ln>
                  <a:solidFill>
                    <a:srgbClr val="FF0000"/>
                  </a:solidFill>
                  <a:effectLst/>
                  <a:uFillTx/>
                  <a:latin typeface="Helvetica Neue"/>
                  <a:ea typeface="Helvetica Neue"/>
                  <a:cs typeface="Helvetica Neue"/>
                  <a:sym typeface="Helvetica Neue"/>
                </a:rPr>
                <a:t>构造函数</a:t>
              </a:r>
              <a:endParaRPr kumimoji="0" lang="zh-CN" altLang="en-US" sz="4000" b="1" i="0" u="none" strike="noStrike" cap="none" spc="0" normalizeH="0" baseline="0" dirty="0">
                <a:ln>
                  <a:noFill/>
                </a:ln>
                <a:solidFill>
                  <a:srgbClr val="FF0000"/>
                </a:solidFill>
                <a:effectLst/>
                <a:uFillTx/>
                <a:latin typeface="Helvetica Neue"/>
                <a:ea typeface="Helvetica Neue"/>
                <a:cs typeface="Helvetica Neue"/>
                <a:sym typeface="Helvetica Neue"/>
              </a:endParaRPr>
            </a:p>
          </p:txBody>
        </p:sp>
      </p:grpSp>
    </p:spTree>
    <p:custDataLst>
      <p:tags r:id="rId5"/>
    </p:custDataLst>
  </p:cSld>
  <p:clrMapOvr>
    <a:masterClrMapping/>
  </p:clrMapOvr>
  <p:transition spd="med" advTm="27140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up)">
                                      <p:cBhvr>
                                        <p:cTn id="11" dur="500"/>
                                        <p:tgtEl>
                                          <p:spTgt spid="13"/>
                                        </p:tgtEl>
                                      </p:cBhvr>
                                    </p:animEffect>
                                  </p:childTnLst>
                                </p:cTn>
                              </p:par>
                            </p:childTnLst>
                          </p:cTn>
                        </p:par>
                        <p:par>
                          <p:cTn id="12" fill="hold">
                            <p:stCondLst>
                              <p:cond delay="500"/>
                            </p:stCondLst>
                            <p:childTnLst>
                              <p:par>
                                <p:cTn id="13" presetID="22" presetClass="entr" presetSubtype="1"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left)">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1" fill="hold" display="0">
                  <p:stCondLst>
                    <p:cond delay="indefinite"/>
                  </p:stCondLst>
                  <p:endCondLst>
                    <p:cond evt="onStopAudio" delay="0">
                      <p:tgtEl>
                        <p:sldTgt/>
                      </p:tgtEl>
                    </p:cond>
                  </p:endCondLst>
                </p:cTn>
                <p:tgtEl>
                  <p:spTgt spid="4"/>
                </p:tgtEl>
              </p:cMediaNode>
            </p:audio>
          </p:childTnLst>
        </p:cTn>
      </p:par>
    </p:tnLst>
    <p:bldLst>
      <p:bldP spid="7" grpId="0" animBg="1"/>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69" y="1078867"/>
            <a:ext cx="11478093" cy="1042894"/>
          </a:xfrm>
          <a:ln w="12700">
            <a:miter lim="400000"/>
          </a:ln>
        </p:spPr>
        <p:txBody>
          <a:bodyPr lIns="50800" tIns="50800" rIns="50800" bIns="50800" anchor="ctr">
            <a:normAutofit/>
          </a:bodyPr>
          <a:lstStyle/>
          <a:p>
            <a:r>
              <a:rPr lang="zh-CN" altLang="en-US" dirty="0">
                <a:latin typeface="黑体" panose="02010609060101010101" pitchFamily="49" charset="-122"/>
                <a:ea typeface="黑体" panose="02010609060101010101" pitchFamily="49" charset="-122"/>
              </a:rPr>
              <a:t>代码走读对照表</a:t>
            </a:r>
            <a:endParaRPr lang="zh-CN" altLang="en-US" dirty="0">
              <a:latin typeface="黑体" panose="02010609060101010101" pitchFamily="49" charset="-122"/>
              <a:ea typeface="黑体" panose="02010609060101010101" pitchFamily="49" charset="-122"/>
            </a:endParaRPr>
          </a:p>
        </p:txBody>
      </p:sp>
      <p:graphicFrame>
        <p:nvGraphicFramePr>
          <p:cNvPr id="4" name="Group 175"/>
          <p:cNvGraphicFramePr>
            <a:graphicFrameLocks noGrp="1"/>
          </p:cNvGraphicFramePr>
          <p:nvPr>
            <p:ph idx="1"/>
          </p:nvPr>
        </p:nvGraphicFramePr>
        <p:xfrm>
          <a:off x="1324753" y="3185359"/>
          <a:ext cx="21734494" cy="8450375"/>
        </p:xfrm>
        <a:graphic>
          <a:graphicData uri="http://schemas.openxmlformats.org/drawingml/2006/table">
            <a:tbl>
              <a:tblPr/>
              <a:tblGrid>
                <a:gridCol w="4004984"/>
                <a:gridCol w="17729510"/>
              </a:tblGrid>
              <a:tr h="1185071">
                <a:tc gridSpan="2">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类的构造函数、析构函数和赋值函数</a:t>
                      </a:r>
                      <a:endPar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659" marB="4565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0E0"/>
                    </a:solidFill>
                  </a:tcPr>
                </a:tc>
                <a:tc hMerge="1">
                  <a:tcPr/>
                </a:tc>
              </a:tr>
              <a:tr h="396108">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1"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重要性</a:t>
                      </a:r>
                      <a:endParaRPr kumimoji="0" lang="zh-CN" altLang="en-US" sz="4000" b="1"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659" marB="4565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审查项</a:t>
                      </a:r>
                      <a:endPar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marT="45659" marB="4565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r>
              <a:tr h="1310481">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重要</a:t>
                      </a:r>
                      <a:endPar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txBody>
                  <a:tcPr marT="45659" marB="4565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赋值函数一般分四个步骤：（</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1</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）检查自赋值；（</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2</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）释放原有内存资源；（</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3</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）分配新的内存资源，并复制内容；（</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4</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）返回 *</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this</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。是否遗漏了重要步骤？</a:t>
                      </a:r>
                      <a:endPar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txBody>
                  <a:tcPr marT="45659" marB="4565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69927">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endPar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p>
                      <a:pPr marL="342900" marR="0" lvl="0" indent="-342900" algn="ctr" defTabSz="914400" rtl="0" eaLnBrk="1" fontAlgn="base" latinLnBrk="0" hangingPunct="1">
                        <a:lnSpc>
                          <a:spcPct val="150000"/>
                        </a:lnSpc>
                        <a:spcBef>
                          <a:spcPct val="0"/>
                        </a:spcBef>
                        <a:spcAft>
                          <a:spcPct val="0"/>
                        </a:spcAft>
                        <a:buClrTx/>
                        <a:buSzTx/>
                        <a:buFontTx/>
                        <a:buNone/>
                      </a:pPr>
                      <a:endPar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重要</a:t>
                      </a:r>
                      <a:endPar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txBody>
                  <a:tcPr marT="45659" marB="4565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是否正确地编写了派生类的构造函数、析构函数、赋值函数？注意事项：</a:t>
                      </a:r>
                      <a:endPar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1</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）派生类不能继承基类的构造函数、析构函数、赋值函数。</a:t>
                      </a:r>
                      <a:endPar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2</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）派生类的构造函数应在其初始化表里调用基类的构造函数。</a:t>
                      </a:r>
                      <a:endPar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3</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）基类与派生类的析构函数应该为虚（即加</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virtual</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关键字）。</a:t>
                      </a:r>
                      <a:endPar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4</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）在编写派生类的赋值函数时，注意不要忘记对基类的数据成员重新赋值。</a:t>
                      </a:r>
                      <a:endPar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txBody>
                  <a:tcPr marT="45659" marB="4565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6"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dirty="0"/>
              <a:t>1</a:t>
            </a:r>
            <a:endParaRPr dirty="0"/>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11663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69" y="1078867"/>
            <a:ext cx="11478093" cy="1042894"/>
          </a:xfrm>
          <a:ln w="12700">
            <a:miter lim="400000"/>
          </a:ln>
        </p:spPr>
        <p:txBody>
          <a:bodyPr lIns="50800" tIns="50800" rIns="50800" bIns="50800" anchor="ctr">
            <a:normAutofit/>
          </a:bodyPr>
          <a:lstStyle/>
          <a:p>
            <a:r>
              <a:rPr lang="zh-CN" altLang="en-US" dirty="0">
                <a:latin typeface="黑体" panose="02010609060101010101" pitchFamily="49" charset="-122"/>
                <a:ea typeface="黑体" panose="02010609060101010101" pitchFamily="49" charset="-122"/>
              </a:rPr>
              <a:t>代码走读对照表</a:t>
            </a:r>
            <a:endParaRPr lang="zh-CN" altLang="en-US" dirty="0">
              <a:latin typeface="黑体" panose="02010609060101010101" pitchFamily="49" charset="-122"/>
              <a:ea typeface="黑体" panose="02010609060101010101" pitchFamily="49" charset="-122"/>
            </a:endParaRPr>
          </a:p>
        </p:txBody>
      </p:sp>
      <p:graphicFrame>
        <p:nvGraphicFramePr>
          <p:cNvPr id="5" name="Group 56"/>
          <p:cNvGraphicFramePr/>
          <p:nvPr/>
        </p:nvGraphicFramePr>
        <p:xfrm>
          <a:off x="3276600" y="3682015"/>
          <a:ext cx="17830800" cy="6351651"/>
        </p:xfrm>
        <a:graphic>
          <a:graphicData uri="http://schemas.openxmlformats.org/drawingml/2006/table">
            <a:tbl>
              <a:tblPr/>
              <a:tblGrid>
                <a:gridCol w="3419477"/>
                <a:gridCol w="14411323"/>
              </a:tblGrid>
              <a:tr h="671513">
                <a:tc gridSpan="2">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1"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类的高级特性</a:t>
                      </a:r>
                      <a:endParaRPr kumimoji="0" lang="zh-CN" altLang="en-US" sz="4000" b="1"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0E0"/>
                    </a:solidFill>
                  </a:tcPr>
                </a:tc>
                <a:tc hMerge="1">
                  <a:tcPr/>
                </a:tc>
              </a:tr>
              <a:tr h="673100">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1"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重要性</a:t>
                      </a:r>
                      <a:endParaRPr kumimoji="0" lang="zh-CN" altLang="en-US" sz="4000" b="1"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审查项</a:t>
                      </a:r>
                      <a:endPar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r>
              <a:tr h="3181350">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50000"/>
                        </a:lnSpc>
                        <a:spcBef>
                          <a:spcPct val="0"/>
                        </a:spcBef>
                        <a:spcAft>
                          <a:spcPct val="0"/>
                        </a:spcAft>
                        <a:buClrTx/>
                        <a:buSzTx/>
                        <a:buFontTx/>
                        <a:buNone/>
                      </a:pPr>
                      <a:endParaRPr kumimoji="0" lang="en-US" altLang="zh-CN"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p>
                      <a:pPr marL="342900" marR="0" lvl="0" indent="-342900" algn="ctr" defTabSz="914400" rtl="0" eaLnBrk="1" fontAlgn="ctr" latinLnBrk="0" hangingPunct="1">
                        <a:lnSpc>
                          <a:spcPct val="150000"/>
                        </a:lnSpc>
                        <a:spcBef>
                          <a:spcPct val="0"/>
                        </a:spcBef>
                        <a:spcAft>
                          <a:spcPct val="0"/>
                        </a:spcAft>
                        <a:buClrTx/>
                        <a:buSzTx/>
                        <a:buFontTx/>
                        <a:buNone/>
                      </a:pPr>
                      <a:endParaRPr kumimoji="0" lang="en-US" altLang="zh-CN"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a:t>
                      </a:r>
                      <a:endPar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是否违背了继承和组合的规则？</a:t>
                      </a:r>
                      <a:endPar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1</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）若在逻辑上</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B</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是</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A</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的“一种”，并且</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A</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的所有功能和属性对</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B</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而言都有意义，则允许</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B</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继承</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A</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的功能和属性。</a:t>
                      </a:r>
                      <a:endPar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2</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）若在逻辑上</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A</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是</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B</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的“一部分”（</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a part of</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），则不允许</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B</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从</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A</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派生，而是要用</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A</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和其它东西组合出</a:t>
                      </a:r>
                      <a:r>
                        <a:rPr kumimoji="0" lang="en-US" altLang="zh-CN"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B</a:t>
                      </a:r>
                      <a:r>
                        <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a:t>
                      </a:r>
                      <a:endParaRPr kumimoji="0" lang="zh-CN" altLang="en-US" sz="40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4"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dirty="0"/>
              <a:t>1</a:t>
            </a:r>
            <a:endParaRPr dirty="0"/>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7743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69" y="1078867"/>
            <a:ext cx="11478093" cy="1042894"/>
          </a:xfrm>
          <a:ln w="12700">
            <a:miter lim="400000"/>
          </a:ln>
        </p:spPr>
        <p:txBody>
          <a:bodyPr lIns="50800" tIns="50800" rIns="50800" bIns="50800" anchor="ctr">
            <a:normAutofit/>
          </a:bodyPr>
          <a:lstStyle/>
          <a:p>
            <a:r>
              <a:rPr lang="zh-CN" altLang="en-US" dirty="0">
                <a:latin typeface="黑体" panose="02010609060101010101" pitchFamily="49" charset="-122"/>
                <a:ea typeface="黑体" panose="02010609060101010101" pitchFamily="49" charset="-122"/>
              </a:rPr>
              <a:t>代码走读对照表</a:t>
            </a:r>
            <a:endParaRPr lang="zh-CN" altLang="en-US" dirty="0">
              <a:latin typeface="黑体" panose="02010609060101010101" pitchFamily="49" charset="-122"/>
              <a:ea typeface="黑体" panose="02010609060101010101" pitchFamily="49" charset="-122"/>
            </a:endParaRPr>
          </a:p>
        </p:txBody>
      </p:sp>
      <p:graphicFrame>
        <p:nvGraphicFramePr>
          <p:cNvPr id="4" name="Group 154"/>
          <p:cNvGraphicFramePr>
            <a:graphicFrameLocks noGrp="1"/>
          </p:cNvGraphicFramePr>
          <p:nvPr>
            <p:ph idx="1"/>
          </p:nvPr>
        </p:nvGraphicFramePr>
        <p:xfrm>
          <a:off x="2255043" y="2711922"/>
          <a:ext cx="19873913" cy="9295257"/>
        </p:xfrm>
        <a:graphic>
          <a:graphicData uri="http://schemas.openxmlformats.org/drawingml/2006/table">
            <a:tbl>
              <a:tblPr/>
              <a:tblGrid>
                <a:gridCol w="4186392"/>
                <a:gridCol w="15687521"/>
              </a:tblGrid>
              <a:tr h="1114425">
                <a:tc gridSpan="2">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其它常见问题</a:t>
                      </a:r>
                      <a:endPar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0E0"/>
                    </a:solidFill>
                  </a:tcPr>
                </a:tc>
                <a:tc hMerge="1">
                  <a:tcPr/>
                </a:tc>
              </a:tr>
              <a:tr h="654275">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1"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重要性</a:t>
                      </a:r>
                      <a:endParaRPr kumimoji="0" lang="zh-CN" altLang="en-US" sz="4000" b="1"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审查项</a:t>
                      </a:r>
                      <a:endPar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r>
              <a:tr h="2164141">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a:t>
                      </a:r>
                      <a:endPar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数据类型问题：</a:t>
                      </a:r>
                      <a:endPar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（１）变量的数据类型有错误吗？</a:t>
                      </a:r>
                      <a:endPar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（２）存在不同数据类型的赋值吗？</a:t>
                      </a:r>
                      <a:endPar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（３）存在不同数据类型的比较吗？</a:t>
                      </a:r>
                      <a:endPar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164141">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a:t>
                      </a:r>
                      <a:endParaRPr kumimoji="0" lang="zh-CN" altLang="en-US" sz="40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变量值问题：</a:t>
                      </a:r>
                      <a:endPar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（１）变量的初始化或缺省值有错误吗？</a:t>
                      </a:r>
                      <a:endPar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（２）变量发生上溢或下溢吗？</a:t>
                      </a:r>
                      <a:endPar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（３）变量的精度够吗？</a:t>
                      </a:r>
                      <a:endParaRPr kumimoji="0" lang="zh-CN" altLang="en-US" sz="40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dirty="0"/>
              <a:t>1</a:t>
            </a:r>
            <a:endParaRPr dirty="0"/>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10891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69" y="1078867"/>
            <a:ext cx="11478093" cy="1042894"/>
          </a:xfrm>
          <a:ln w="12700">
            <a:miter lim="400000"/>
          </a:ln>
        </p:spPr>
        <p:txBody>
          <a:bodyPr lIns="50800" tIns="50800" rIns="50800" bIns="50800" anchor="ctr">
            <a:normAutofit/>
          </a:bodyPr>
          <a:lstStyle/>
          <a:p>
            <a:r>
              <a:rPr lang="zh-CN" altLang="en-US" dirty="0">
                <a:latin typeface="黑体" panose="02010609060101010101" pitchFamily="49" charset="-122"/>
                <a:ea typeface="黑体" panose="02010609060101010101" pitchFamily="49" charset="-122"/>
              </a:rPr>
              <a:t>代码走读对照表</a:t>
            </a:r>
            <a:endParaRPr lang="zh-CN" altLang="en-US" dirty="0">
              <a:latin typeface="黑体" panose="02010609060101010101" pitchFamily="49" charset="-122"/>
              <a:ea typeface="黑体" panose="02010609060101010101" pitchFamily="49" charset="-122"/>
            </a:endParaRPr>
          </a:p>
        </p:txBody>
      </p:sp>
      <p:graphicFrame>
        <p:nvGraphicFramePr>
          <p:cNvPr id="4" name="Group 154"/>
          <p:cNvGraphicFramePr>
            <a:graphicFrameLocks noGrp="1"/>
          </p:cNvGraphicFramePr>
          <p:nvPr>
            <p:ph idx="1"/>
          </p:nvPr>
        </p:nvGraphicFramePr>
        <p:xfrm>
          <a:off x="4756290" y="2553557"/>
          <a:ext cx="14871420" cy="9438932"/>
        </p:xfrm>
        <a:graphic>
          <a:graphicData uri="http://schemas.openxmlformats.org/drawingml/2006/table">
            <a:tbl>
              <a:tblPr/>
              <a:tblGrid>
                <a:gridCol w="3132630"/>
                <a:gridCol w="11738790"/>
              </a:tblGrid>
              <a:tr h="837407">
                <a:tc gridSpan="2">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其它常见问题</a:t>
                      </a:r>
                      <a:endPar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0E0"/>
                    </a:solidFill>
                  </a:tcPr>
                </a:tc>
                <a:tc hMerge="1">
                  <a:tcPr/>
                </a:tc>
              </a:tr>
              <a:tr h="837407">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1"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重要性</a:t>
                      </a:r>
                      <a:endParaRPr kumimoji="0" lang="zh-CN" altLang="en-US" sz="4000" b="1"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审查项</a:t>
                      </a:r>
                      <a:endParaRPr kumimoji="0" lang="zh-CN" altLang="en-US" sz="4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r>
              <a:tr h="4247604">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a:t>
                      </a:r>
                      <a:endPar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循环问题：</a:t>
                      </a:r>
                      <a:endPar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（１）循环终止条件是否正确吗？</a:t>
                      </a:r>
                      <a:endPar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（２）无法正常终止（死循环）吗？</a:t>
                      </a:r>
                      <a:endPar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（３）错误地修改循环变量吗？</a:t>
                      </a:r>
                      <a:endPar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（４）存在误差累积吗？</a:t>
                      </a:r>
                      <a:endPar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95040">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a:t>
                      </a:r>
                      <a:endPar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逻辑判断问题：</a:t>
                      </a:r>
                      <a:endPar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（１）由于精度原因导致比较无效吗？</a:t>
                      </a:r>
                      <a:endPar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（２）表达式中的优先级有误吗？</a:t>
                      </a:r>
                      <a:endPar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p>
                      <a:pPr marL="342900" marR="0" lvl="0" indent="-342900" algn="l" defTabSz="914400" rtl="0" eaLnBrk="1" fontAlgn="base" latinLnBrk="0" hangingPunct="1">
                        <a:lnSpc>
                          <a:spcPct val="150000"/>
                        </a:lnSpc>
                        <a:spcBef>
                          <a:spcPct val="0"/>
                        </a:spcBef>
                        <a:spcAft>
                          <a:spcPct val="0"/>
                        </a:spcAft>
                        <a:buClrTx/>
                        <a:buSzTx/>
                        <a:buFontTx/>
                        <a:buNone/>
                      </a:pPr>
                      <a:r>
                        <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（３）逻辑判断结果颠倒吗？</a:t>
                      </a:r>
                      <a:endPar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dirty="0"/>
              <a:t>1</a:t>
            </a:r>
            <a:endParaRPr dirty="0"/>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11062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69" y="1078867"/>
            <a:ext cx="11478093" cy="1042894"/>
          </a:xfrm>
          <a:ln w="12700">
            <a:miter lim="400000"/>
          </a:ln>
        </p:spPr>
        <p:txBody>
          <a:bodyPr lIns="50800" tIns="50800" rIns="50800" bIns="50800" anchor="ctr">
            <a:normAutofit/>
          </a:bodyPr>
          <a:lstStyle/>
          <a:p>
            <a:r>
              <a:rPr lang="zh-CN" altLang="en-US" dirty="0">
                <a:latin typeface="黑体" panose="02010609060101010101" pitchFamily="49" charset="-122"/>
                <a:ea typeface="黑体" panose="02010609060101010101" pitchFamily="49" charset="-122"/>
              </a:rPr>
              <a:t>代码走读对照表</a:t>
            </a:r>
            <a:endParaRPr lang="zh-CN" altLang="en-US" dirty="0">
              <a:latin typeface="黑体" panose="02010609060101010101" pitchFamily="49" charset="-122"/>
              <a:ea typeface="黑体" panose="02010609060101010101" pitchFamily="49" charset="-122"/>
            </a:endParaRPr>
          </a:p>
        </p:txBody>
      </p:sp>
      <p:graphicFrame>
        <p:nvGraphicFramePr>
          <p:cNvPr id="4" name="Group 154"/>
          <p:cNvGraphicFramePr>
            <a:graphicFrameLocks noGrp="1"/>
          </p:cNvGraphicFramePr>
          <p:nvPr>
            <p:ph idx="1"/>
          </p:nvPr>
        </p:nvGraphicFramePr>
        <p:xfrm>
          <a:off x="1552575" y="2738181"/>
          <a:ext cx="21278850" cy="9164512"/>
        </p:xfrm>
        <a:graphic>
          <a:graphicData uri="http://schemas.openxmlformats.org/drawingml/2006/table">
            <a:tbl>
              <a:tblPr/>
              <a:tblGrid>
                <a:gridCol w="4482338"/>
                <a:gridCol w="16796512"/>
              </a:tblGrid>
              <a:tr h="1114425">
                <a:tc gridSpan="2">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32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其它常见问题</a:t>
                      </a:r>
                      <a:endParaRPr kumimoji="0" lang="zh-CN" altLang="en-US" sz="32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0E0"/>
                    </a:solidFill>
                  </a:tcPr>
                </a:tc>
                <a:tc hMerge="1">
                  <a:tcPr/>
                </a:tc>
              </a:tr>
              <a:tr h="654275">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3200" b="1"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重要性</a:t>
                      </a:r>
                      <a:endParaRPr kumimoji="0" lang="zh-CN" altLang="en-US" sz="3200" b="1"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32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审查项</a:t>
                      </a:r>
                      <a:endParaRPr kumimoji="0" lang="zh-CN" altLang="en-US" sz="32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r>
              <a:tr h="2164141">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32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a:t>
                      </a:r>
                      <a:endParaRPr kumimoji="0" lang="zh-CN" altLang="en-US" sz="3200" b="0" i="0" u="none" strike="noStrike" cap="none" spc="0" normalizeH="0" baseline="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20000"/>
                        </a:lnSpc>
                        <a:spcBef>
                          <a:spcPct val="0"/>
                        </a:spcBef>
                        <a:spcAft>
                          <a:spcPct val="0"/>
                        </a:spcAft>
                        <a:buClrTx/>
                        <a:buSzTx/>
                        <a:buFontTx/>
                        <a:buNone/>
                      </a:pPr>
                      <a:r>
                        <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错误处理问题：</a:t>
                      </a:r>
                      <a:endPar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p>
                      <a:pPr marL="342900" marR="0" lvl="0" indent="-342900" algn="l" defTabSz="914400" rtl="0" eaLnBrk="1" fontAlgn="base" latinLnBrk="0" hangingPunct="1">
                        <a:lnSpc>
                          <a:spcPct val="120000"/>
                        </a:lnSpc>
                        <a:spcBef>
                          <a:spcPct val="0"/>
                        </a:spcBef>
                        <a:spcAft>
                          <a:spcPct val="0"/>
                        </a:spcAft>
                        <a:buClrTx/>
                        <a:buSzTx/>
                        <a:buFontTx/>
                        <a:buNone/>
                      </a:pPr>
                      <a:r>
                        <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（１）忘记进行错误处理吗？</a:t>
                      </a:r>
                      <a:endPar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p>
                      <a:pPr marL="342900" marR="0" lvl="0" indent="-342900" algn="l" defTabSz="914400" rtl="0" eaLnBrk="1" fontAlgn="base" latinLnBrk="0" hangingPunct="1">
                        <a:lnSpc>
                          <a:spcPct val="120000"/>
                        </a:lnSpc>
                        <a:spcBef>
                          <a:spcPct val="0"/>
                        </a:spcBef>
                        <a:spcAft>
                          <a:spcPct val="0"/>
                        </a:spcAft>
                        <a:buClrTx/>
                        <a:buSzTx/>
                        <a:buFontTx/>
                        <a:buNone/>
                      </a:pPr>
                      <a:r>
                        <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（２）错误处理程序块一直没有机会被运行？</a:t>
                      </a:r>
                      <a:endPar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p>
                      <a:pPr marL="342900" marR="0" lvl="0" indent="-342900" algn="l" defTabSz="914400" rtl="0" eaLnBrk="1" fontAlgn="base" latinLnBrk="0" hangingPunct="1">
                        <a:lnSpc>
                          <a:spcPct val="120000"/>
                        </a:lnSpc>
                        <a:spcBef>
                          <a:spcPct val="0"/>
                        </a:spcBef>
                        <a:spcAft>
                          <a:spcPct val="0"/>
                        </a:spcAft>
                        <a:buClrTx/>
                        <a:buSzTx/>
                        <a:buFontTx/>
                        <a:buNone/>
                      </a:pPr>
                      <a:r>
                        <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（３）错误处理程序块本身就有毛病吗？如报告的错误与实际错误不一致，处理方式不正确等等。</a:t>
                      </a:r>
                      <a:endPar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p>
                      <a:pPr marL="342900" marR="0" lvl="0" indent="-342900" algn="l" defTabSz="914400" rtl="0" eaLnBrk="1" fontAlgn="base" latinLnBrk="0" hangingPunct="1">
                        <a:lnSpc>
                          <a:spcPct val="120000"/>
                        </a:lnSpc>
                        <a:spcBef>
                          <a:spcPct val="0"/>
                        </a:spcBef>
                        <a:spcAft>
                          <a:spcPct val="0"/>
                        </a:spcAft>
                        <a:buClrTx/>
                        <a:buSzTx/>
                        <a:buFontTx/>
                        <a:buNone/>
                      </a:pPr>
                      <a:r>
                        <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（４）错误处理程序块是“马后炮”吗？如在被它被调用之前软件已经出错。</a:t>
                      </a:r>
                      <a:endPar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164141">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50000"/>
                        </a:lnSpc>
                        <a:spcBef>
                          <a:spcPct val="0"/>
                        </a:spcBef>
                        <a:spcAft>
                          <a:spcPct val="0"/>
                        </a:spcAft>
                        <a:buClrTx/>
                        <a:buSzTx/>
                        <a:buFontTx/>
                        <a:buNone/>
                      </a:pPr>
                      <a:r>
                        <a:rPr kumimoji="0" lang="zh-CN" altLang="en-US" sz="32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重要</a:t>
                      </a:r>
                      <a:endParaRPr kumimoji="0" lang="zh-CN" altLang="en-US" sz="32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20000"/>
                        </a:lnSpc>
                        <a:spcBef>
                          <a:spcPct val="0"/>
                        </a:spcBef>
                        <a:spcAft>
                          <a:spcPct val="0"/>
                        </a:spcAft>
                        <a:buClrTx/>
                        <a:buSzTx/>
                        <a:buFontTx/>
                        <a:buNone/>
                      </a:pPr>
                      <a:r>
                        <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文件</a:t>
                      </a:r>
                      <a:r>
                        <a:rPr kumimoji="0" lang="en-US" altLang="zh-CN" sz="3600" b="0" i="0" u="none" strike="noStrike" cap="none" spc="0" normalizeH="0" baseline="0" dirty="0">
                          <a:ln>
                            <a:noFill/>
                          </a:ln>
                          <a:solidFill>
                            <a:schemeClr val="tx1"/>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Helvetica Neue Light"/>
                        </a:rPr>
                        <a:t>I/O</a:t>
                      </a:r>
                      <a:r>
                        <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问题：</a:t>
                      </a:r>
                      <a:endPar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p>
                      <a:pPr marL="342900" marR="0" lvl="0" indent="-342900" algn="l" defTabSz="914400" rtl="0" eaLnBrk="1" fontAlgn="base" latinLnBrk="0" hangingPunct="1">
                        <a:lnSpc>
                          <a:spcPct val="120000"/>
                        </a:lnSpc>
                        <a:spcBef>
                          <a:spcPct val="0"/>
                        </a:spcBef>
                        <a:spcAft>
                          <a:spcPct val="0"/>
                        </a:spcAft>
                        <a:buClrTx/>
                        <a:buSzTx/>
                        <a:buFontTx/>
                        <a:buNone/>
                      </a:pPr>
                      <a:r>
                        <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（１）对不存在的或者错误的文件进行操作吗？</a:t>
                      </a:r>
                      <a:endPar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p>
                      <a:pPr marL="342900" marR="0" lvl="0" indent="-342900" algn="l" defTabSz="914400" rtl="0" eaLnBrk="1" fontAlgn="base" latinLnBrk="0" hangingPunct="1">
                        <a:lnSpc>
                          <a:spcPct val="120000"/>
                        </a:lnSpc>
                        <a:spcBef>
                          <a:spcPct val="0"/>
                        </a:spcBef>
                        <a:spcAft>
                          <a:spcPct val="0"/>
                        </a:spcAft>
                        <a:buClrTx/>
                        <a:buSzTx/>
                        <a:buFontTx/>
                        <a:buNone/>
                      </a:pPr>
                      <a:r>
                        <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（２）文件以不正确的方式打开吗？</a:t>
                      </a:r>
                      <a:endPar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p>
                      <a:pPr marL="342900" marR="0" lvl="0" indent="-342900" algn="l" defTabSz="914400" rtl="0" eaLnBrk="1" fontAlgn="base" latinLnBrk="0" hangingPunct="1">
                        <a:lnSpc>
                          <a:spcPct val="120000"/>
                        </a:lnSpc>
                        <a:spcBef>
                          <a:spcPct val="0"/>
                        </a:spcBef>
                        <a:spcAft>
                          <a:spcPct val="0"/>
                        </a:spcAft>
                        <a:buClrTx/>
                        <a:buSzTx/>
                        <a:buFontTx/>
                        <a:buNone/>
                      </a:pPr>
                      <a:r>
                        <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（３）文件结束判断不正确吗？</a:t>
                      </a:r>
                      <a:endPar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p>
                      <a:pPr marL="342900" marR="0" lvl="0" indent="-342900" algn="l" defTabSz="914400" rtl="0" eaLnBrk="1" fontAlgn="base" latinLnBrk="0" hangingPunct="1">
                        <a:lnSpc>
                          <a:spcPct val="120000"/>
                        </a:lnSpc>
                        <a:spcBef>
                          <a:spcPct val="0"/>
                        </a:spcBef>
                        <a:spcAft>
                          <a:spcPct val="0"/>
                        </a:spcAft>
                        <a:buClrTx/>
                        <a:buSzTx/>
                        <a:buFontTx/>
                        <a:buNone/>
                      </a:pPr>
                      <a:r>
                        <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rPr>
                        <a:t>（４）没有正确地关闭文件吗？</a:t>
                      </a:r>
                      <a:endParaRPr kumimoji="0" lang="zh-CN" altLang="en-US" sz="3600" b="0"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cs typeface="Times New Roman" panose="02020603050405020304" pitchFamily="18" charset="0"/>
                        <a:sym typeface="Helvetica Neue Light"/>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dirty="0"/>
              <a:t>1</a:t>
            </a:r>
            <a:endParaRPr dirty="0"/>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14149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矩形"/>
          <p:cNvSpPr/>
          <p:nvPr/>
        </p:nvSpPr>
        <p:spPr>
          <a:xfrm>
            <a:off x="0" y="-1"/>
            <a:ext cx="7841556" cy="13716001"/>
          </a:xfrm>
          <a:prstGeom prst="rect">
            <a:avLst/>
          </a:prstGeom>
          <a:solidFill>
            <a:srgbClr val="A8271A"/>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p>
        </p:txBody>
      </p:sp>
      <p:grpSp>
        <p:nvGrpSpPr>
          <p:cNvPr id="3" name="组合 2"/>
          <p:cNvGrpSpPr/>
          <p:nvPr/>
        </p:nvGrpSpPr>
        <p:grpSpPr>
          <a:xfrm>
            <a:off x="1020575" y="5555311"/>
            <a:ext cx="5189258" cy="2605375"/>
            <a:chOff x="1130303" y="5796540"/>
            <a:chExt cx="5189258" cy="2605375"/>
          </a:xfrm>
        </p:grpSpPr>
        <p:sp>
          <p:nvSpPr>
            <p:cNvPr id="132" name="文本框 3"/>
            <p:cNvSpPr txBox="1"/>
            <p:nvPr/>
          </p:nvSpPr>
          <p:spPr>
            <a:xfrm>
              <a:off x="1821401" y="7230559"/>
              <a:ext cx="3807062" cy="906381"/>
            </a:xfrm>
            <a:prstGeom prst="rect">
              <a:avLst/>
            </a:prstGeom>
            <a:ln w="12700">
              <a:miter lim="400000"/>
            </a:ln>
          </p:spPr>
          <p:txBody>
            <a:bodyPr lIns="45719" rIns="45719"/>
            <a:lstStyle>
              <a:lvl1pPr defTabSz="914400">
                <a:defRPr sz="24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dirty="0"/>
                <a:t>CONTENTS</a:t>
              </a:r>
              <a:endParaRPr dirty="0"/>
            </a:p>
          </p:txBody>
        </p:sp>
        <p:sp>
          <p:nvSpPr>
            <p:cNvPr id="133" name="文本框 3"/>
            <p:cNvSpPr txBox="1"/>
            <p:nvPr/>
          </p:nvSpPr>
          <p:spPr>
            <a:xfrm>
              <a:off x="1130303" y="5796540"/>
              <a:ext cx="5189258" cy="2605375"/>
            </a:xfrm>
            <a:prstGeom prst="rect">
              <a:avLst/>
            </a:prstGeom>
            <a:ln w="12700">
              <a:miter lim="400000"/>
            </a:ln>
          </p:spPr>
          <p:txBody>
            <a:bodyPr lIns="45719" rIns="45719"/>
            <a:lstStyle>
              <a:lvl1pPr defTabSz="914400">
                <a:defRPr sz="7000" spc="1166">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defRPr b="0">
                  <a:latin typeface="Arial Black" panose="020B0A04020102020204"/>
                  <a:ea typeface="Arial Black" panose="020B0A04020102020204"/>
                  <a:cs typeface="Arial Black" panose="020B0A04020102020204"/>
                  <a:sym typeface="Arial Black" panose="020B0A04020102020204"/>
                </a:defRPr>
              </a:pPr>
              <a:r>
                <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目录</a:t>
              </a:r>
              <a:endPar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sp>
        <p:nvSpPr>
          <p:cNvPr id="127" name="矩形 5"/>
          <p:cNvSpPr txBox="1"/>
          <p:nvPr/>
        </p:nvSpPr>
        <p:spPr>
          <a:xfrm>
            <a:off x="11344963" y="4025313"/>
            <a:ext cx="4980421" cy="909277"/>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代码走读对照表</a:t>
            </a:r>
            <a:endParaRPr lang="zh-CN" altLang="en-US" sz="4400" dirty="0">
              <a:solidFill>
                <a:srgbClr val="000000"/>
              </a:solidFill>
            </a:endParaRPr>
          </a:p>
        </p:txBody>
      </p:sp>
      <p:sp>
        <p:nvSpPr>
          <p:cNvPr id="128" name="Freeform 5"/>
          <p:cNvSpPr/>
          <p:nvPr/>
        </p:nvSpPr>
        <p:spPr>
          <a:xfrm rot="5400000">
            <a:off x="9341181" y="3834640"/>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29" name="矩形 11"/>
          <p:cNvSpPr txBox="1"/>
          <p:nvPr/>
        </p:nvSpPr>
        <p:spPr>
          <a:xfrm>
            <a:off x="9218066" y="3970592"/>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01</a:t>
            </a:r>
          </a:p>
        </p:txBody>
      </p:sp>
      <p:sp>
        <p:nvSpPr>
          <p:cNvPr id="134" name="矩形 5"/>
          <p:cNvSpPr txBox="1"/>
          <p:nvPr/>
        </p:nvSpPr>
        <p:spPr>
          <a:xfrm>
            <a:off x="11344963" y="5908095"/>
            <a:ext cx="5638763" cy="666678"/>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b="1" dirty="0">
                <a:solidFill>
                  <a:srgbClr val="FF0000"/>
                </a:solidFill>
              </a:rPr>
              <a:t>小结</a:t>
            </a:r>
            <a:endParaRPr sz="4400" b="1" dirty="0">
              <a:solidFill>
                <a:srgbClr val="FF0000"/>
              </a:solidFill>
            </a:endParaRPr>
          </a:p>
        </p:txBody>
      </p:sp>
      <p:sp>
        <p:nvSpPr>
          <p:cNvPr id="135" name="Freeform 5"/>
          <p:cNvSpPr/>
          <p:nvPr/>
        </p:nvSpPr>
        <p:spPr>
          <a:xfrm rot="5400000">
            <a:off x="9341181" y="5688687"/>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36" name="矩形 11"/>
          <p:cNvSpPr txBox="1"/>
          <p:nvPr/>
        </p:nvSpPr>
        <p:spPr>
          <a:xfrm>
            <a:off x="9218066" y="5783694"/>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02</a:t>
            </a:r>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895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小结</a:t>
            </a:r>
            <a:endParaRPr lang="zh-CN" altLang="en-US" dirty="0"/>
          </a:p>
        </p:txBody>
      </p:sp>
      <p:sp>
        <p:nvSpPr>
          <p:cNvPr id="4" name="矩形 3"/>
          <p:cNvSpPr/>
          <p:nvPr/>
        </p:nvSpPr>
        <p:spPr>
          <a:xfrm>
            <a:off x="3722018" y="3995029"/>
            <a:ext cx="10956846" cy="1015663"/>
          </a:xfrm>
          <a:prstGeom prst="rect">
            <a:avLst/>
          </a:prstGeom>
        </p:spPr>
        <p:txBody>
          <a:bodyPr wrap="none">
            <a:spAutoFit/>
          </a:bodyPr>
          <a:lstStyle/>
          <a:p>
            <a:r>
              <a:rPr lang="zh-CN" altLang="en-US" sz="6000" dirty="0">
                <a:solidFill>
                  <a:srgbClr val="FF0000"/>
                </a:solidFill>
                <a:latin typeface="微软雅黑" panose="020B0503020204020204" pitchFamily="34" charset="-122"/>
                <a:ea typeface="微软雅黑" panose="020B0503020204020204" pitchFamily="34" charset="-122"/>
              </a:rPr>
              <a:t>代码走读是源码测试的重要方式</a:t>
            </a:r>
            <a:endParaRPr lang="en-US" altLang="zh-CN" sz="6000" b="1" dirty="0">
              <a:solidFill>
                <a:srgbClr val="FF0000"/>
              </a:solidFill>
              <a:latin typeface="微软雅黑" panose="020B0503020204020204" pitchFamily="34" charset="-122"/>
              <a:ea typeface="微软雅黑" panose="020B0503020204020204" pitchFamily="34" charset="-122"/>
            </a:endParaRPr>
          </a:p>
        </p:txBody>
      </p:sp>
      <p:sp>
        <p:nvSpPr>
          <p:cNvPr id="5" name="矩形 4"/>
          <p:cNvSpPr/>
          <p:nvPr/>
        </p:nvSpPr>
        <p:spPr>
          <a:xfrm>
            <a:off x="6030343" y="6175003"/>
            <a:ext cx="8648521" cy="1015663"/>
          </a:xfrm>
          <a:prstGeom prst="rect">
            <a:avLst/>
          </a:prstGeom>
        </p:spPr>
        <p:txBody>
          <a:bodyPr wrap="none">
            <a:spAutoFit/>
          </a:bodyPr>
          <a:lstStyle/>
          <a:p>
            <a:r>
              <a:rPr lang="zh-CN" altLang="en-US" sz="6000" dirty="0">
                <a:solidFill>
                  <a:srgbClr val="FF0000"/>
                </a:solidFill>
                <a:latin typeface="微软雅黑" panose="020B0503020204020204" pitchFamily="34" charset="-122"/>
                <a:ea typeface="微软雅黑" panose="020B0503020204020204" pitchFamily="34" charset="-122"/>
              </a:rPr>
              <a:t>代码走读依赖于检查列表</a:t>
            </a:r>
            <a:endParaRPr lang="en-US" altLang="zh-CN" sz="6000" b="1" u="sng"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6" name="矩形 5"/>
          <p:cNvSpPr/>
          <p:nvPr/>
        </p:nvSpPr>
        <p:spPr>
          <a:xfrm>
            <a:off x="8283388" y="8354977"/>
            <a:ext cx="12495729" cy="1015663"/>
          </a:xfrm>
          <a:prstGeom prst="rect">
            <a:avLst/>
          </a:prstGeom>
        </p:spPr>
        <p:txBody>
          <a:bodyPr wrap="none">
            <a:spAutoFit/>
          </a:bodyPr>
          <a:lstStyle/>
          <a:p>
            <a:r>
              <a:rPr lang="zh-CN" altLang="en-US" sz="6000" b="1" dirty="0">
                <a:solidFill>
                  <a:srgbClr val="FF0000"/>
                </a:solidFill>
                <a:latin typeface="微软雅黑" panose="020B0503020204020204" pitchFamily="34" charset="-122"/>
                <a:ea typeface="微软雅黑" panose="020B0503020204020204" pitchFamily="34" charset="-122"/>
              </a:rPr>
              <a:t>检查列表基于一般性规则与公司文化</a:t>
            </a:r>
            <a:endParaRPr lang="en-US" altLang="zh-CN" sz="6000" b="1" dirty="0">
              <a:solidFill>
                <a:srgbClr val="FF0000"/>
              </a:solidFill>
              <a:latin typeface="微软雅黑" panose="020B0503020204020204" pitchFamily="34" charset="-122"/>
              <a:ea typeface="微软雅黑" panose="020B0503020204020204" pitchFamily="34" charset="-122"/>
            </a:endParaRPr>
          </a:p>
        </p:txBody>
      </p:sp>
      <p:sp>
        <p:nvSpPr>
          <p:cNvPr id="7"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dirty="0"/>
              <a:t>2</a:t>
            </a:r>
            <a:endParaRPr dirty="0"/>
          </a:p>
        </p:txBody>
      </p:sp>
      <p:pic>
        <p:nvPicPr>
          <p:cNvPr id="8" name="音频 7">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896638" y="13228638"/>
            <a:ext cx="271462" cy="271462"/>
          </a:xfrm>
          <a:prstGeom prst="rect">
            <a:avLst/>
          </a:prstGeom>
        </p:spPr>
      </p:pic>
    </p:spTree>
  </p:cSld>
  <p:clrMapOvr>
    <a:masterClrMapping/>
  </p:clrMapOvr>
  <p:transition spd="med" advTm="7103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2000"/>
                                        <p:tgtEl>
                                          <p:spTgt spid="4"/>
                                        </p:tgtEl>
                                      </p:cBhvr>
                                    </p:animEffect>
                                  </p:childTnLst>
                                </p:cTn>
                              </p:par>
                            </p:childTnLst>
                          </p:cTn>
                        </p:par>
                        <p:par>
                          <p:cTn id="11" fill="hold">
                            <p:stCondLst>
                              <p:cond delay="2000"/>
                            </p:stCondLst>
                            <p:childTnLst>
                              <p:par>
                                <p:cTn id="12" presetID="22" presetClass="entr" presetSubtype="8"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left)">
                                      <p:cBhvr>
                                        <p:cTn id="14" dur="1000"/>
                                        <p:tgtEl>
                                          <p:spTgt spid="5"/>
                                        </p:tgtEl>
                                      </p:cBhvr>
                                    </p:animEffect>
                                  </p:childTnLst>
                                </p:cTn>
                              </p:par>
                            </p:childTnLst>
                          </p:cTn>
                        </p:par>
                        <p:par>
                          <p:cTn id="15" fill="hold">
                            <p:stCondLst>
                              <p:cond delay="3000"/>
                            </p:stCondLst>
                            <p:childTnLst>
                              <p:par>
                                <p:cTn id="16" presetID="22" presetClass="entr" presetSubtype="8"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9" fill="hold" display="0">
                  <p:stCondLst>
                    <p:cond delay="indefinite"/>
                  </p:stCondLst>
                  <p:endCondLst>
                    <p:cond evt="onStopAudio" delay="0">
                      <p:tgtEl>
                        <p:sldTgt/>
                      </p:tgtEl>
                    </p:cond>
                  </p:endCondLst>
                </p:cTn>
                <p:tgtEl>
                  <p:spTgt spid="8"/>
                </p:tgtEl>
              </p:cMediaNode>
            </p:audio>
          </p:childTnLst>
        </p:cTn>
      </p:par>
    </p:tnLst>
    <p:bldLst>
      <p:bldP spid="4" grpId="0"/>
      <p:bldP spid="5" grpId="0"/>
      <p:bldP spid="6" grpId="0"/>
    </p:bldLst>
  </p:timing>
</p:sld>
</file>

<file path=ppt/tags/tag1.xml><?xml version="1.0" encoding="utf-8"?>
<p:tagLst xmlns:p="http://schemas.openxmlformats.org/presentationml/2006/main">
  <p:tag name="TIMING" val="|94.1|88.1"/>
</p:tagLst>
</file>

<file path=ppt/tags/tag2.xml><?xml version="1.0" encoding="utf-8"?>
<p:tagLst xmlns:p="http://schemas.openxmlformats.org/presentationml/2006/main">
  <p:tag name="COMMONDATA" val="eyJoZGlkIjoiN2RjMzk0Mzc2NzY3NGE0YmI3MDJiMTlmNzE2MWFmNDcifQ=="/>
  <p:tag name="commondata" val="eyJoZGlkIjoiNWY4NzZjZjg1ZDI5N2JhZWU3ZjVjZDU2NTU1Y2E1MTUifQ=="/>
</p:tagLst>
</file>

<file path=ppt/theme/theme1.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2717</Words>
  <Application>WPS 演示</Application>
  <PresentationFormat>Custom</PresentationFormat>
  <Paragraphs>435</Paragraphs>
  <Slides>19</Slides>
  <Notes>20</Notes>
  <HiddenSlides>0</HiddenSlides>
  <MMClips>20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19</vt:i4>
      </vt:variant>
    </vt:vector>
  </HeadingPairs>
  <TitlesOfParts>
    <vt:vector size="35" baseType="lpstr">
      <vt:lpstr>Arial</vt:lpstr>
      <vt:lpstr>宋体</vt:lpstr>
      <vt:lpstr>Wingdings</vt:lpstr>
      <vt:lpstr>Helvetica Neue</vt:lpstr>
      <vt:lpstr>Helvetica Neue Medium</vt:lpstr>
      <vt:lpstr>Helvetica Neue Light</vt:lpstr>
      <vt:lpstr>微软雅黑</vt:lpstr>
      <vt:lpstr>Calibri</vt:lpstr>
      <vt:lpstr>MicrosoftYaHeiLight</vt:lpstr>
      <vt:lpstr>AMGDT</vt:lpstr>
      <vt:lpstr>Arial Black</vt:lpstr>
      <vt:lpstr>Times New Roman</vt:lpstr>
      <vt:lpstr>黑体</vt:lpstr>
      <vt:lpstr>等线</vt:lpstr>
      <vt:lpstr>Arial Unicode MS</vt:lpstr>
      <vt:lpstr>White</vt:lpstr>
      <vt:lpstr>PowerPoint 演示文稿</vt:lpstr>
      <vt:lpstr>PowerPoint 演示文稿</vt:lpstr>
      <vt:lpstr>代码走读对照表</vt:lpstr>
      <vt:lpstr>代码走读对照表</vt:lpstr>
      <vt:lpstr>代码走读对照表</vt:lpstr>
      <vt:lpstr>代码走读对照表</vt:lpstr>
      <vt:lpstr>代码走读对照表9.30</vt:lpstr>
      <vt:lpstr>代码走读对照表</vt:lpstr>
      <vt:lpstr>代码走读对照表</vt:lpstr>
      <vt:lpstr>代码走读对照表</vt:lpstr>
      <vt:lpstr>代码走读对照表</vt:lpstr>
      <vt:lpstr>代码走读对照表</vt:lpstr>
      <vt:lpstr>代码走读对照表</vt:lpstr>
      <vt:lpstr>代码走读对照表</vt:lpstr>
      <vt:lpstr>代码走读对照表</vt:lpstr>
      <vt:lpstr>代码走读对照表</vt:lpstr>
      <vt:lpstr>代码走读对照表</vt:lpstr>
      <vt:lpstr>PowerPoint 演示文稿</vt:lpstr>
      <vt:lpstr>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WangYz</dc:creator>
  <cp:lastModifiedBy>李壮 19863718468</cp:lastModifiedBy>
  <cp:revision>455</cp:revision>
  <cp:lastPrinted>2020-08-01T02:11:00Z</cp:lastPrinted>
  <dcterms:created xsi:type="dcterms:W3CDTF">2019-05-10T09:49:00Z</dcterms:created>
  <dcterms:modified xsi:type="dcterms:W3CDTF">2023-10-14T04:19:55Z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2052-12.1.0.15712</vt:lpwstr>
  </property>
  <property fmtid="{D5CDD505-2E9C-101B-9397-08002B2CF9AE}" pid="3" name="ICV">
    <vt:lpwstr>A153CC24B76F48F399E74F36B491BA18_12</vt:lpwstr>
  </property>
</Properties>
</file>