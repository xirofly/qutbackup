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0"/>
  </p:handoutMasterIdLst>
  <p:sldIdLst>
    <p:sldId id="256" r:id="rId3"/>
    <p:sldId id="664" r:id="rId5"/>
    <p:sldId id="663" r:id="rId6"/>
    <p:sldId id="325" r:id="rId7"/>
    <p:sldId id="631" r:id="rId8"/>
    <p:sldId id="632" r:id="rId9"/>
    <p:sldId id="633" r:id="rId10"/>
    <p:sldId id="634" r:id="rId11"/>
    <p:sldId id="636" r:id="rId12"/>
    <p:sldId id="635" r:id="rId13"/>
    <p:sldId id="637" r:id="rId14"/>
    <p:sldId id="638" r:id="rId15"/>
    <p:sldId id="642" r:id="rId16"/>
    <p:sldId id="639" r:id="rId17"/>
    <p:sldId id="640" r:id="rId18"/>
    <p:sldId id="641" r:id="rId19"/>
    <p:sldId id="643" r:id="rId20"/>
    <p:sldId id="644" r:id="rId21"/>
    <p:sldId id="662" r:id="rId22"/>
    <p:sldId id="646" r:id="rId23"/>
    <p:sldId id="649" r:id="rId24"/>
    <p:sldId id="647" r:id="rId25"/>
    <p:sldId id="650" r:id="rId26"/>
    <p:sldId id="648" r:id="rId27"/>
    <p:sldId id="651" r:id="rId28"/>
    <p:sldId id="652" r:id="rId29"/>
    <p:sldId id="653" r:id="rId30"/>
    <p:sldId id="654" r:id="rId31"/>
    <p:sldId id="655" r:id="rId32"/>
    <p:sldId id="656" r:id="rId33"/>
    <p:sldId id="657" r:id="rId34"/>
    <p:sldId id="658" r:id="rId35"/>
    <p:sldId id="659" r:id="rId36"/>
    <p:sldId id="660" r:id="rId37"/>
    <p:sldId id="661" r:id="rId38"/>
    <p:sldId id="336" r:id="rId39"/>
  </p:sldIdLst>
  <p:sldSz cx="24384000" cy="13716000"/>
  <p:notesSz cx="7099300" cy="10234295"/>
  <p:custDataLst>
    <p:tags r:id="rId45"/>
  </p:custData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min" initials="lj" lastIdx="39" clrIdx="0"/>
  <p:cmAuthor id="2" name="li weiyong" initials="lw" lastIdx="2" clrIdx="1"/>
  <p:cmAuthor id="3" name="Jiang, Yanjie" initials="JY" lastIdx="3" clrIdx="2"/>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3300"/>
    <a:srgbClr val="00A2FF"/>
    <a:srgbClr val="FB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21" autoAdjust="0"/>
    <p:restoredTop sz="71117" autoAdjust="0"/>
  </p:normalViewPr>
  <p:slideViewPr>
    <p:cSldViewPr snapToGrid="0">
      <p:cViewPr varScale="1">
        <p:scale>
          <a:sx n="34" d="100"/>
          <a:sy n="34" d="100"/>
        </p:scale>
        <p:origin x="1733" y="101"/>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handoutMaster" Target="handoutMasters/handout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ableStyles" Target="tableStyles.xml"/><Relationship Id="rId44" Type="http://schemas.openxmlformats.org/officeDocument/2006/relationships/commentAuthors" Target="commentAuthors.xml"/><Relationship Id="rId45" Type="http://schemas.openxmlformats.org/officeDocument/2006/relationships/tags" Target="tags/tag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6C73167F-A315-463C-854D-5832BFB9F140}" type="datetimeFigureOut">
              <a:rPr lang="zh-CN" altLang="en-US" smtClean="0"/>
            </a:fld>
            <a:endParaRPr lang="zh-CN" altLang="en-US"/>
          </a:p>
        </p:txBody>
      </p:sp>
      <p:sp>
        <p:nvSpPr>
          <p:cNvPr id="4" name="页脚占位符 3"/>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12EDDE74-10D5-4A7E-A68A-C1E3935360A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9" name="Shape 119"/>
          <p:cNvSpPr>
            <a:spLocks noGrp="1" noRot="1" noChangeAspect="1"/>
          </p:cNvSpPr>
          <p:nvPr>
            <p:ph type="sldImg"/>
          </p:nvPr>
        </p:nvSpPr>
        <p:spPr>
          <a:xfrm>
            <a:off x="138113" y="766763"/>
            <a:ext cx="6823075" cy="3838575"/>
          </a:xfrm>
          <a:prstGeom prst="rect">
            <a:avLst/>
          </a:prstGeom>
        </p:spPr>
        <p:txBody>
          <a:bodyPr lIns="94759" tIns="47380" rIns="94759" bIns="47380"/>
          <a:lstStyle/>
          <a:p/>
        </p:txBody>
      </p:sp>
      <p:sp>
        <p:nvSpPr>
          <p:cNvPr id="120" name="Shape 120"/>
          <p:cNvSpPr>
            <a:spLocks noGrp="1"/>
          </p:cNvSpPr>
          <p:nvPr>
            <p:ph type="body" sz="quarter" idx="1"/>
          </p:nvPr>
        </p:nvSpPr>
        <p:spPr>
          <a:xfrm>
            <a:off x="946574" y="4861443"/>
            <a:ext cx="5206154" cy="4605576"/>
          </a:xfrm>
          <a:prstGeom prst="rect">
            <a:avLst/>
          </a:prstGeom>
        </p:spPr>
        <p:txBody>
          <a:bodyPr lIns="94759" tIns="47380" rIns="94759" bIns="47380"/>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Helvetica Neue"/>
        <a:ea typeface="Helvetica Neue"/>
        <a:cs typeface="Helvetica Neue"/>
        <a:sym typeface="Helvetica Neue"/>
      </a:defRPr>
    </a:lvl1pPr>
    <a:lvl2pPr indent="228600" defTabSz="457200" latinLnBrk="0">
      <a:lnSpc>
        <a:spcPct val="118000"/>
      </a:lnSpc>
      <a:defRPr sz="2200">
        <a:latin typeface="Helvetica Neue"/>
        <a:ea typeface="Helvetica Neue"/>
        <a:cs typeface="Helvetica Neue"/>
        <a:sym typeface="Helvetica Neue"/>
      </a:defRPr>
    </a:lvl2pPr>
    <a:lvl3pPr indent="457200" defTabSz="457200" latinLnBrk="0">
      <a:lnSpc>
        <a:spcPct val="118000"/>
      </a:lnSpc>
      <a:defRPr sz="2200">
        <a:latin typeface="Helvetica Neue"/>
        <a:ea typeface="Helvetica Neue"/>
        <a:cs typeface="Helvetica Neue"/>
        <a:sym typeface="Helvetica Neue"/>
      </a:defRPr>
    </a:lvl3pPr>
    <a:lvl4pPr indent="685800" defTabSz="457200" latinLnBrk="0">
      <a:lnSpc>
        <a:spcPct val="118000"/>
      </a:lnSpc>
      <a:defRPr sz="2200">
        <a:latin typeface="Helvetica Neue"/>
        <a:ea typeface="Helvetica Neue"/>
        <a:cs typeface="Helvetica Neue"/>
        <a:sym typeface="Helvetica Neue"/>
      </a:defRPr>
    </a:lvl4pPr>
    <a:lvl5pPr indent="914400" defTabSz="457200" latinLnBrk="0">
      <a:lnSpc>
        <a:spcPct val="118000"/>
      </a:lnSpc>
      <a:defRPr sz="2200">
        <a:latin typeface="Helvetica Neue"/>
        <a:ea typeface="Helvetica Neue"/>
        <a:cs typeface="Helvetica Neue"/>
        <a:sym typeface="Helvetica Neue"/>
      </a:defRPr>
    </a:lvl5pPr>
    <a:lvl6pPr indent="1143000" defTabSz="457200" latinLnBrk="0">
      <a:lnSpc>
        <a:spcPct val="118000"/>
      </a:lnSpc>
      <a:defRPr sz="2200">
        <a:latin typeface="Helvetica Neue"/>
        <a:ea typeface="Helvetica Neue"/>
        <a:cs typeface="Helvetica Neue"/>
        <a:sym typeface="Helvetica Neue"/>
      </a:defRPr>
    </a:lvl6pPr>
    <a:lvl7pPr indent="1371600" defTabSz="457200" latinLnBrk="0">
      <a:lnSpc>
        <a:spcPct val="118000"/>
      </a:lnSpc>
      <a:defRPr sz="2200">
        <a:latin typeface="Helvetica Neue"/>
        <a:ea typeface="Helvetica Neue"/>
        <a:cs typeface="Helvetica Neue"/>
        <a:sym typeface="Helvetica Neue"/>
      </a:defRPr>
    </a:lvl7pPr>
    <a:lvl8pPr indent="1600200" defTabSz="457200" latinLnBrk="0">
      <a:lnSpc>
        <a:spcPct val="118000"/>
      </a:lnSpc>
      <a:defRPr sz="2200">
        <a:latin typeface="Helvetica Neue"/>
        <a:ea typeface="Helvetica Neue"/>
        <a:cs typeface="Helvetica Neue"/>
        <a:sym typeface="Helvetica Neue"/>
      </a:defRPr>
    </a:lvl8pPr>
    <a:lvl9pPr indent="1828800" defTabSz="457200" latinLnBrk="0">
      <a:lnSpc>
        <a:spcPct val="118000"/>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4600"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defTabSz="457200" eaLnBrk="1" fontAlgn="auto" latinLnBrk="0" hangingPunct="1">
              <a:lnSpc>
                <a:spcPct val="118000"/>
              </a:lnSpc>
              <a:spcBef>
                <a:spcPts val="0"/>
              </a:spcBef>
              <a:spcAft>
                <a:spcPts val="0"/>
              </a:spcAft>
              <a:buClrTx/>
              <a:buSzTx/>
              <a:buFontTx/>
              <a:buNone/>
              <a:defRPr/>
            </a:pPr>
            <a:endParaRPr lang="zh-CN" alt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just" defTabSz="457200" eaLnBrk="1" fontAlgn="auto" latinLnBrk="0" hangingPunct="1">
              <a:lnSpc>
                <a:spcPct val="118000"/>
              </a:lnSpc>
              <a:spcBef>
                <a:spcPts val="0"/>
              </a:spcBef>
              <a:spcAft>
                <a:spcPts val="0"/>
              </a:spcAft>
              <a:buClrTx/>
              <a:buSzTx/>
              <a:buFontTx/>
              <a:buNone/>
              <a:defRPr/>
            </a:pPr>
            <a:endParaRPr lang="zh-CN" altLang="en-US" b="1"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lvl="2" algn="l"/>
            <a:endParaRPr lang="en-US" altLang="zh-CN" sz="24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defTabSz="457200" eaLnBrk="1" fontAlgn="auto" latinLnBrk="0" hangingPunct="1">
              <a:lnSpc>
                <a:spcPct val="118000"/>
              </a:lnSpc>
              <a:spcBef>
                <a:spcPts val="0"/>
              </a:spcBef>
              <a:spcAft>
                <a:spcPts val="0"/>
              </a:spcAft>
              <a:buClrTx/>
              <a:buSzTx/>
              <a:buFontTx/>
              <a:buNone/>
              <a:defRPr/>
            </a:pPr>
            <a:endParaRPr lang="en-US" altLang="zh-CN" sz="2400" u="sng"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标题与副标题">
    <p:spTree>
      <p:nvGrpSpPr>
        <p:cNvPr id="1" name=""/>
        <p:cNvGrpSpPr/>
        <p:nvPr/>
      </p:nvGrpSpPr>
      <p:grpSpPr>
        <a:xfrm>
          <a:off x="0" y="0"/>
          <a:ext cx="0" cy="0"/>
          <a:chOff x="0" y="0"/>
          <a:chExt cx="0" cy="0"/>
        </a:xfrm>
      </p:grpSpPr>
      <p:sp>
        <p:nvSpPr>
          <p:cNvPr id="11" name="矩形"/>
          <p:cNvSpPr/>
          <p:nvPr userDrawn="1"/>
        </p:nvSpPr>
        <p:spPr>
          <a:xfrm>
            <a:off x="-9547" y="-22321"/>
            <a:ext cx="24403094" cy="7745139"/>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pic>
        <p:nvPicPr>
          <p:cNvPr id="13" name="图像" descr="图像"/>
          <p:cNvPicPr>
            <a:picLocks noChangeAspect="1"/>
          </p:cNvPicPr>
          <p:nvPr/>
        </p:nvPicPr>
        <p:blipFill>
          <a:blip r:embed="rId2">
            <a:alphaModFix amt="12036"/>
          </a:blip>
          <a:stretch>
            <a:fillRect/>
          </a:stretch>
        </p:blipFill>
        <p:spPr>
          <a:xfrm>
            <a:off x="16934791" y="-3756403"/>
            <a:ext cx="8496110" cy="9749586"/>
          </a:xfrm>
          <a:prstGeom prst="rect">
            <a:avLst/>
          </a:prstGeom>
          <a:ln w="12700">
            <a:miter lim="400000"/>
            <a:headEnd/>
            <a:tailEnd/>
          </a:ln>
        </p:spPr>
      </p:pic>
      <p:sp>
        <p:nvSpPr>
          <p:cNvPr id="1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pic>
        <p:nvPicPr>
          <p:cNvPr id="111" name="图像" descr="图像"/>
          <p:cNvPicPr>
            <a:picLocks noChangeAspect="1"/>
          </p:cNvPicPr>
          <p:nvPr/>
        </p:nvPicPr>
        <p:blipFill>
          <a:blip r:embed="rId2">
            <a:alphaModFix amt="7357"/>
          </a:blip>
          <a:stretch>
            <a:fillRect/>
          </a:stretch>
        </p:blipFill>
        <p:spPr>
          <a:xfrm>
            <a:off x="17824932" y="-3507766"/>
            <a:ext cx="8577041" cy="9842458"/>
          </a:xfrm>
          <a:prstGeom prst="rect">
            <a:avLst/>
          </a:prstGeom>
          <a:ln w="12700">
            <a:miter lim="400000"/>
            <a:headEnd/>
            <a:tailEnd/>
          </a:ln>
        </p:spPr>
      </p:pic>
      <p:pic>
        <p:nvPicPr>
          <p:cNvPr id="112" name="图像" descr="图像"/>
          <p:cNvPicPr>
            <a:picLocks noChangeAspect="1"/>
          </p:cNvPicPr>
          <p:nvPr/>
        </p:nvPicPr>
        <p:blipFill>
          <a:blip r:embed="rId2">
            <a:alphaModFix amt="6764"/>
          </a:blip>
          <a:stretch>
            <a:fillRect/>
          </a:stretch>
        </p:blipFill>
        <p:spPr>
          <a:xfrm>
            <a:off x="-4425468" y="7719034"/>
            <a:ext cx="8577041" cy="9842458"/>
          </a:xfrm>
          <a:prstGeom prst="rect">
            <a:avLst/>
          </a:prstGeom>
          <a:ln w="12700">
            <a:miter lim="400000"/>
            <a:headEnd/>
            <a:tailEnd/>
          </a:ln>
        </p:spPr>
      </p:pic>
      <p:sp>
        <p:nvSpPr>
          <p:cNvPr id="1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6" name="Freeform 5"/>
          <p:cNvSpPr/>
          <p:nvPr userDrawn="1"/>
        </p:nvSpPr>
        <p:spPr>
          <a:xfrm rot="5400000">
            <a:off x="890955" y="922603"/>
            <a:ext cx="1622454" cy="146299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a:miter lim="400000"/>
          </a:ln>
        </p:spPr>
        <p:txBody>
          <a:bodyPr lIns="45719" rIns="45719" anchor="ct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 name="标题 1"/>
          <p:cNvSpPr>
            <a:spLocks noGrp="1"/>
          </p:cNvSpPr>
          <p:nvPr>
            <p:ph type="title" hasCustomPrompt="1"/>
          </p:nvPr>
        </p:nvSpPr>
        <p:spPr>
          <a:xfrm>
            <a:off x="2737970" y="1078867"/>
            <a:ext cx="5545418" cy="1042894"/>
          </a:xfrm>
        </p:spPr>
        <p:txBody>
          <a:bodyPr>
            <a:normAutofit/>
          </a:bodyPr>
          <a:lstStyle>
            <a:lvl1pPr marL="0" marR="0" indent="0" algn="l" defTabSz="914400" rtl="0" eaLnBrk="1" fontAlgn="auto" latinLnBrk="0" hangingPunct="0">
              <a:lnSpc>
                <a:spcPct val="100000"/>
              </a:lnSpc>
              <a:spcBef>
                <a:spcPts val="0"/>
              </a:spcBef>
              <a:spcAft>
                <a:spcPts val="0"/>
              </a:spcAft>
              <a:buClrTx/>
              <a:buSzTx/>
              <a:buFontTx/>
              <a:buNone/>
              <a:defRPr kumimoji="0" lang="zh-CN" altLang="en-US" sz="60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marL="0" marR="0" lvl="0" indent="0" algn="ctr" defTabSz="825500" rtl="0" eaLnBrk="1" fontAlgn="auto" latinLnBrk="0" hangingPunct="1">
              <a:lnSpc>
                <a:spcPct val="100000"/>
              </a:lnSpc>
              <a:spcBef>
                <a:spcPts val="0"/>
              </a:spcBef>
              <a:spcAft>
                <a:spcPts val="0"/>
              </a:spcAft>
              <a:buClrTx/>
              <a:buSzTx/>
              <a:buFontTx/>
              <a:buNone/>
              <a:defRPr/>
            </a:pPr>
            <a:r>
              <a:rPr lang="zh-CN" altLang="en-US" dirty="0"/>
              <a:t>标题：替换文字</a:t>
            </a:r>
            <a:endParaRPr lang="zh-CN" altLang="en-US" dirty="0"/>
          </a:p>
        </p:txBody>
      </p:sp>
      <p:sp>
        <p:nvSpPr>
          <p:cNvPr id="4" name="文本框 3"/>
          <p:cNvSpPr txBox="1"/>
          <p:nvPr userDrawn="1"/>
        </p:nvSpPr>
        <p:spPr>
          <a:xfrm>
            <a:off x="1044575" y="3030621"/>
            <a:ext cx="22368743" cy="872033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zh-CN" altLang="en-US"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1_空白">
    <p:spTree>
      <p:nvGrpSpPr>
        <p:cNvPr id="1" name=""/>
        <p:cNvGrpSpPr/>
        <p:nvPr/>
      </p:nvGrpSpPr>
      <p:grpSpPr>
        <a:xfrm>
          <a:off x="0" y="0"/>
          <a:ext cx="0" cy="0"/>
          <a:chOff x="0" y="0"/>
          <a:chExt cx="0" cy="0"/>
        </a:xfrm>
      </p:grpSpPr>
      <p:pic>
        <p:nvPicPr>
          <p:cNvPr id="111" name="图像" descr="图像"/>
          <p:cNvPicPr>
            <a:picLocks noChangeAspect="1"/>
          </p:cNvPicPr>
          <p:nvPr/>
        </p:nvPicPr>
        <p:blipFill>
          <a:blip r:embed="rId2">
            <a:alphaModFix amt="7357"/>
          </a:blip>
          <a:stretch>
            <a:fillRect/>
          </a:stretch>
        </p:blipFill>
        <p:spPr>
          <a:xfrm>
            <a:off x="17824932" y="-3507766"/>
            <a:ext cx="8577041" cy="9842458"/>
          </a:xfrm>
          <a:prstGeom prst="rect">
            <a:avLst/>
          </a:prstGeom>
          <a:ln w="12700">
            <a:miter lim="400000"/>
            <a:headEnd/>
            <a:tailEnd/>
          </a:ln>
        </p:spPr>
      </p:pic>
      <p:pic>
        <p:nvPicPr>
          <p:cNvPr id="112" name="图像" descr="图像"/>
          <p:cNvPicPr>
            <a:picLocks noChangeAspect="1"/>
          </p:cNvPicPr>
          <p:nvPr/>
        </p:nvPicPr>
        <p:blipFill>
          <a:blip r:embed="rId2">
            <a:alphaModFix amt="6764"/>
          </a:blip>
          <a:stretch>
            <a:fillRect/>
          </a:stretch>
        </p:blipFill>
        <p:spPr>
          <a:xfrm>
            <a:off x="-4425468" y="7719034"/>
            <a:ext cx="8577041" cy="9842458"/>
          </a:xfrm>
          <a:prstGeom prst="rect">
            <a:avLst/>
          </a:prstGeom>
          <a:ln w="12700">
            <a:miter lim="400000"/>
            <a:headEnd/>
            <a:tailEnd/>
          </a:ln>
        </p:spPr>
      </p:pic>
      <p:sp>
        <p:nvSpPr>
          <p:cNvPr id="1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10" name="谢谢您的观赏"/>
          <p:cNvSpPr txBox="1"/>
          <p:nvPr userDrawn="1"/>
        </p:nvSpPr>
        <p:spPr>
          <a:xfrm>
            <a:off x="7863358" y="4360818"/>
            <a:ext cx="8191345" cy="3947747"/>
          </a:xfrm>
          <a:prstGeom prst="rect">
            <a:avLst/>
          </a:prstGeom>
          <a:ln w="12700">
            <a:miter lim="400000"/>
          </a:ln>
        </p:spPr>
        <p:txBody>
          <a:bodyPr wrap="none" lIns="50800" tIns="50800" rIns="50800" bIns="50800" anchor="ctr">
            <a:spAutoFit/>
          </a:bodyPr>
          <a:lstStyle>
            <a:lvl1pPr algn="l" defTabSz="215265">
              <a:defRPr sz="106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ctr">
              <a:lnSpc>
                <a:spcPct val="150000"/>
              </a:lnSpc>
            </a:pPr>
            <a:r>
              <a:rPr sz="9600" dirty="0"/>
              <a:t>谢谢</a:t>
            </a:r>
            <a:endParaRPr lang="en-US" altLang="zh-CN" sz="9600" dirty="0"/>
          </a:p>
          <a:p>
            <a:pPr algn="ctr">
              <a:lnSpc>
                <a:spcPct val="150000"/>
              </a:lnSpc>
            </a:pPr>
            <a:r>
              <a:rPr lang="en-US" sz="8000" b="0" dirty="0">
                <a:latin typeface="微软雅黑" panose="020B0503020204020204" pitchFamily="34" charset="-122"/>
                <a:ea typeface="微软雅黑" panose="020B0503020204020204" pitchFamily="34" charset="-122"/>
              </a:rPr>
              <a:t>www.ictedu.com</a:t>
            </a:r>
            <a:endParaRPr sz="8000" b="0" dirty="0">
              <a:latin typeface="微软雅黑" panose="020B0503020204020204" pitchFamily="34" charset="-122"/>
              <a:ea typeface="微软雅黑" panose="020B0503020204020204" pitchFamily="34" charset="-122"/>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pic>
        <p:nvPicPr>
          <p:cNvPr id="111" name="图像" descr="图像"/>
          <p:cNvPicPr>
            <a:picLocks noChangeAspect="1"/>
          </p:cNvPicPr>
          <p:nvPr/>
        </p:nvPicPr>
        <p:blipFill>
          <a:blip r:embed="rId2">
            <a:alphaModFix amt="7357"/>
          </a:blip>
          <a:stretch>
            <a:fillRect/>
          </a:stretch>
        </p:blipFill>
        <p:spPr>
          <a:xfrm>
            <a:off x="17824932" y="-3507766"/>
            <a:ext cx="8577041" cy="9842458"/>
          </a:xfrm>
          <a:prstGeom prst="rect">
            <a:avLst/>
          </a:prstGeom>
          <a:ln w="12700">
            <a:miter lim="400000"/>
            <a:headEnd/>
            <a:tailEnd/>
          </a:ln>
        </p:spPr>
      </p:pic>
      <p:pic>
        <p:nvPicPr>
          <p:cNvPr id="112" name="图像" descr="图像"/>
          <p:cNvPicPr>
            <a:picLocks noChangeAspect="1"/>
          </p:cNvPicPr>
          <p:nvPr/>
        </p:nvPicPr>
        <p:blipFill>
          <a:blip r:embed="rId2">
            <a:alphaModFix amt="6764"/>
          </a:blip>
          <a:stretch>
            <a:fillRect/>
          </a:stretch>
        </p:blipFill>
        <p:spPr>
          <a:xfrm>
            <a:off x="-4425468" y="7719034"/>
            <a:ext cx="8577041" cy="9842458"/>
          </a:xfrm>
          <a:prstGeom prst="rect">
            <a:avLst/>
          </a:prstGeom>
          <a:ln w="12700">
            <a:miter lim="400000"/>
            <a:headEnd/>
            <a:tailEnd/>
          </a:ln>
        </p:spPr>
      </p:pic>
      <p:sp>
        <p:nvSpPr>
          <p:cNvPr id="1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6" name="Freeform 5"/>
          <p:cNvSpPr/>
          <p:nvPr userDrawn="1"/>
        </p:nvSpPr>
        <p:spPr>
          <a:xfrm rot="5400000">
            <a:off x="890955" y="922603"/>
            <a:ext cx="1622454" cy="146299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a:miter lim="400000"/>
          </a:ln>
        </p:spPr>
        <p:txBody>
          <a:bodyPr lIns="45719" rIns="45719" anchor="ct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 name="标题 1"/>
          <p:cNvSpPr>
            <a:spLocks noGrp="1"/>
          </p:cNvSpPr>
          <p:nvPr>
            <p:ph type="title" hasCustomPrompt="1"/>
          </p:nvPr>
        </p:nvSpPr>
        <p:spPr>
          <a:xfrm>
            <a:off x="2737970" y="1078867"/>
            <a:ext cx="5545418" cy="1042894"/>
          </a:xfrm>
        </p:spPr>
        <p:txBody>
          <a:bodyPr>
            <a:normAutofit/>
          </a:bodyPr>
          <a:lstStyle>
            <a:lvl1pPr marL="0" marR="0" indent="0" algn="l" defTabSz="914400" rtl="0" eaLnBrk="1" fontAlgn="auto" latinLnBrk="0" hangingPunct="0">
              <a:lnSpc>
                <a:spcPct val="100000"/>
              </a:lnSpc>
              <a:spcBef>
                <a:spcPts val="0"/>
              </a:spcBef>
              <a:spcAft>
                <a:spcPts val="0"/>
              </a:spcAft>
              <a:buClrTx/>
              <a:buSzTx/>
              <a:buFontTx/>
              <a:buNone/>
              <a:defRPr kumimoji="0" lang="zh-CN" altLang="en-US" sz="60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marL="0" marR="0" lvl="0" indent="0" algn="ctr" defTabSz="825500" rtl="0" eaLnBrk="1" fontAlgn="auto" latinLnBrk="0" hangingPunct="1">
              <a:lnSpc>
                <a:spcPct val="100000"/>
              </a:lnSpc>
              <a:spcBef>
                <a:spcPts val="0"/>
              </a:spcBef>
              <a:spcAft>
                <a:spcPts val="0"/>
              </a:spcAft>
              <a:buClrTx/>
              <a:buSzTx/>
              <a:buFontTx/>
              <a:buNone/>
              <a:defRPr/>
            </a:pPr>
            <a:r>
              <a:rPr lang="zh-CN" altLang="en-US" dirty="0"/>
              <a:t>标题：替换文字</a:t>
            </a:r>
            <a:endParaRPr lang="zh-CN" altLang="en-US" dirty="0"/>
          </a:p>
        </p:txBody>
      </p:sp>
      <p:sp>
        <p:nvSpPr>
          <p:cNvPr id="9" name="正文级别 1…"/>
          <p:cNvSpPr txBox="1">
            <a:spLocks noGrp="1"/>
          </p:cNvSpPr>
          <p:nvPr>
            <p:ph idx="1" hasCustomPrompt="1"/>
          </p:nvPr>
        </p:nvSpPr>
        <p:spPr>
          <a:xfrm>
            <a:off x="1689100" y="3149600"/>
            <a:ext cx="21005800" cy="9296400"/>
          </a:xfrm>
          <a:prstGeom prst="rect">
            <a:avLst/>
          </a:prstGeom>
          <a:ln w="12700">
            <a:miter lim="400000"/>
          </a:ln>
        </p:spPr>
        <p:txBody>
          <a:bodyPr lIns="50800" tIns="50800" rIns="50800" bIns="50800" anchor="ctr">
            <a:normAutofit/>
          </a:bodyPr>
          <a:lstStyle/>
          <a:p>
            <a:r>
              <a:rPr lang="en-US" altLang="zh-CN" dirty="0" err="1"/>
              <a:t>gmail</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1689100" y="355600"/>
            <a:ext cx="21005800" cy="2286000"/>
          </a:xfrm>
          <a:prstGeom prst="rect">
            <a:avLst/>
          </a:prstGeom>
          <a:ln w="12700">
            <a:miter lim="400000"/>
          </a:ln>
        </p:spPr>
        <p:txBody>
          <a:bodyPr lIns="50800" tIns="50800" rIns="50800" bIns="50800" anchor="ctr">
            <a:normAutofit/>
          </a:bodyPr>
          <a:lstStyle/>
          <a:p>
            <a:r>
              <a:t>标题文本</a:t>
            </a:r>
          </a:p>
        </p:txBody>
      </p:sp>
      <p:sp>
        <p:nvSpPr>
          <p:cNvPr id="3" name="正文级别 1…"/>
          <p:cNvSpPr txBox="1">
            <a:spLocks noGrp="1"/>
          </p:cNvSpPr>
          <p:nvPr>
            <p:ph type="body" idx="1"/>
          </p:nvPr>
        </p:nvSpPr>
        <p:spPr>
          <a:xfrm>
            <a:off x="1689100" y="3149600"/>
            <a:ext cx="21005800" cy="9296400"/>
          </a:xfrm>
          <a:prstGeom prst="rect">
            <a:avLst/>
          </a:prstGeom>
          <a:ln w="12700">
            <a:miter lim="400000"/>
          </a:ln>
        </p:spPr>
        <p:txBody>
          <a:bodyPr lIns="50800" tIns="50800" rIns="50800" bIns="50800" anchor="ctr">
            <a:normAutofit/>
          </a:bodyPr>
          <a:lstStyle/>
          <a:p>
            <a:r>
              <a:rPr dirty="0" err="1"/>
              <a:t>正文级别</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
        <p:nvSpPr>
          <p:cNvPr id="4" name="幻灯片编号"/>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b="0">
                <a:latin typeface="Helvetica Neue Light"/>
                <a:ea typeface="Helvetica Neue Light"/>
                <a:cs typeface="Helvetica Neue Light"/>
                <a:sym typeface="Helvetica Neue Light"/>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med"/>
  <p:txStyles>
    <p:titleStyle>
      <a:lvl1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1pPr>
      <a:lvl2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9pPr>
    </p:titleStyle>
    <p:bodyStyle>
      <a:lvl1pPr marL="635000" marR="0" indent="-635000" algn="l" defTabSz="825500" latinLnBrk="0">
        <a:lnSpc>
          <a:spcPct val="100000"/>
        </a:lnSpc>
        <a:spcBef>
          <a:spcPts val="5900"/>
        </a:spcBef>
        <a:spcAft>
          <a:spcPts val="0"/>
        </a:spcAft>
        <a:buClrTx/>
        <a:buSzPct val="125000"/>
        <a:buFontTx/>
        <a:buChar char="•"/>
        <a:defRPr sz="4400" b="1"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1pPr>
      <a:lvl2pPr marL="1270000" marR="0" indent="-635000" algn="l" defTabSz="825500" latinLnBrk="0">
        <a:lnSpc>
          <a:spcPct val="100000"/>
        </a:lnSpc>
        <a:spcBef>
          <a:spcPts val="5900"/>
        </a:spcBef>
        <a:spcAft>
          <a:spcPts val="0"/>
        </a:spcAft>
        <a:buClrTx/>
        <a:buSzPct val="125000"/>
        <a:buFontTx/>
        <a:buChar char="•"/>
        <a:defRPr sz="4000" b="1" i="0" u="none" strike="noStrike" cap="none" spc="0" baseline="0">
          <a:ln>
            <a:noFill/>
          </a:ln>
          <a:solidFill>
            <a:srgbClr val="000000"/>
          </a:solidFill>
          <a:uFillTx/>
          <a:latin typeface="黑体" panose="02010609060101010101" pitchFamily="49" charset="-122"/>
          <a:ea typeface="黑体" panose="02010609060101010101" pitchFamily="49" charset="-122"/>
          <a:cs typeface="黑体" panose="02010609060101010101" pitchFamily="49" charset="-122"/>
          <a:sym typeface="Helvetica Neue"/>
        </a:defRPr>
      </a:lvl2pPr>
      <a:lvl3pPr marL="190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9pPr>
    </p:bodyStyle>
    <p:otherStyle>
      <a:lvl1pPr marL="0" marR="0" indent="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1pPr>
      <a:lvl2pPr marL="0" marR="0" indent="228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2pPr>
      <a:lvl3pPr marL="0" marR="0" indent="457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3pPr>
      <a:lvl4pPr marL="0" marR="0" indent="685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4pPr>
      <a:lvl5pPr marL="0" marR="0" indent="9144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5pPr>
      <a:lvl6pPr marL="0" marR="0" indent="11430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6pPr>
      <a:lvl7pPr marL="0" marR="0" indent="1371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7pPr>
      <a:lvl8pPr marL="0" marR="0" indent="1600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8pPr>
      <a:lvl9pPr marL="0" marR="0" indent="1828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audio" Target="ppt/media/media1.m4a" TargetMode="External"/><Relationship Id="rId2" Type="http://schemas.microsoft.com/office/2007/relationships/media" Target="ppt/media/media1.m4a" TargetMode="Externa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audio" Target="ppt/media/media2.m4a" TargetMode="External"/><Relationship Id="rId2" Type="http://schemas.microsoft.com/office/2007/relationships/media" Target="ppt/media/media2.m4a" TargetMode="External"/><Relationship Id="rId3" Type="http://schemas.openxmlformats.org/officeDocument/2006/relationships/image" Target="../media/image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audio" Target="ppt/media/media3.m4a" TargetMode="External"/><Relationship Id="rId2" Type="http://schemas.microsoft.com/office/2007/relationships/media" Target="ppt/media/media3.m4a" TargetMode="External"/><Relationship Id="rId3" Type="http://schemas.openxmlformats.org/officeDocument/2006/relationships/image" Target="../media/image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audio" Target="ppt/media/media4.m4a" TargetMode="External"/><Relationship Id="rId2" Type="http://schemas.microsoft.com/office/2007/relationships/media" Target="ppt/media/media4.m4a" TargetMode="External"/><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audio" Target="ppt/media/media5.m4a" TargetMode="External"/><Relationship Id="rId2" Type="http://schemas.microsoft.com/office/2007/relationships/media" Target="ppt/media/media5.m4a" TargetMode="External"/><Relationship Id="rId3" Type="http://schemas.openxmlformats.org/officeDocument/2006/relationships/image" Target="../media/image3.png"/><Relationship Id="rId4" Type="http://schemas.openxmlformats.org/officeDocument/2006/relationships/tags" Target="../tags/tag2.xml"/><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audio" Target="ppt/media/media6.m4a" TargetMode="External"/><Relationship Id="rId3" Type="http://schemas.microsoft.com/office/2007/relationships/media" Target="ppt/media/media6.m4a" TargetMode="External"/><Relationship Id="rId4" Type="http://schemas.openxmlformats.org/officeDocument/2006/relationships/image" Target="../media/image3.png"/><Relationship Id="rId5" Type="http://schemas.openxmlformats.org/officeDocument/2006/relationships/tags" Target="../tags/tag3.xml"/><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audio" Target="ppt/media/media7.m4a" TargetMode="External"/><Relationship Id="rId3" Type="http://schemas.microsoft.com/office/2007/relationships/media" Target="ppt/media/media7.m4a" TargetMode="External"/><Relationship Id="rId4" Type="http://schemas.openxmlformats.org/officeDocument/2006/relationships/image" Target="../media/image3.png"/><Relationship Id="rId5" Type="http://schemas.openxmlformats.org/officeDocument/2006/relationships/tags" Target="../tags/tag4.xml"/><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audio" Target="ppt/media/media8.m4a" TargetMode="External"/><Relationship Id="rId3" Type="http://schemas.microsoft.com/office/2007/relationships/media" Target="ppt/media/media8.m4a" TargetMode="External"/><Relationship Id="rId4" Type="http://schemas.openxmlformats.org/officeDocument/2006/relationships/image" Target="../media/image3.png"/><Relationship Id="rId5" Type="http://schemas.openxmlformats.org/officeDocument/2006/relationships/tags" Target="../tags/tag5.xml"/><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audio" Target="ppt/media/media9.m4a" TargetMode="External"/><Relationship Id="rId3" Type="http://schemas.microsoft.com/office/2007/relationships/media" Target="ppt/media/media9.m4a" TargetMode="External"/><Relationship Id="rId4" Type="http://schemas.openxmlformats.org/officeDocument/2006/relationships/image" Target="../media/image3.png"/><Relationship Id="rId5" Type="http://schemas.openxmlformats.org/officeDocument/2006/relationships/tags" Target="../tags/tag6.xml"/><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audio" Target="ppt/media/media10.m4a" TargetMode="External"/><Relationship Id="rId3" Type="http://schemas.microsoft.com/office/2007/relationships/media" Target="ppt/media/media10.m4a" TargetMode="External"/><Relationship Id="rId4" Type="http://schemas.openxmlformats.org/officeDocument/2006/relationships/image" Target="../media/image3.png"/><Relationship Id="rId5" Type="http://schemas.openxmlformats.org/officeDocument/2006/relationships/tags" Target="../tags/tag7.xml"/><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audio" Target="ppt/media/media11.m4a" TargetMode="External"/><Relationship Id="rId3" Type="http://schemas.microsoft.com/office/2007/relationships/media" Target="ppt/media/media11.m4a" TargetMode="External"/><Relationship Id="rId4" Type="http://schemas.openxmlformats.org/officeDocument/2006/relationships/image" Target="../media/image3.png"/><Relationship Id="rId5" Type="http://schemas.openxmlformats.org/officeDocument/2006/relationships/tags" Target="../tags/tag8.xml"/><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audio" Target="ppt/media/media12.m4a" TargetMode="External"/><Relationship Id="rId3" Type="http://schemas.microsoft.com/office/2007/relationships/media" Target="ppt/media/media12.m4a" TargetMode="External"/><Relationship Id="rId4" Type="http://schemas.openxmlformats.org/officeDocument/2006/relationships/image" Target="../media/image3.png"/><Relationship Id="rId5" Type="http://schemas.openxmlformats.org/officeDocument/2006/relationships/tags" Target="../tags/tag9.xml"/><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audio" Target="ppt/media/media13.m4a" TargetMode="External"/><Relationship Id="rId2" Type="http://schemas.microsoft.com/office/2007/relationships/media" Target="ppt/media/media13.m4a" TargetMode="External"/><Relationship Id="rId3" Type="http://schemas.openxmlformats.org/officeDocument/2006/relationships/image" Target="../media/image3.png"/><Relationship Id="rId4" Type="http://schemas.openxmlformats.org/officeDocument/2006/relationships/tags" Target="../tags/tag10.xml"/><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audio" Target="ppt/media/media14.m4a" TargetMode="External"/><Relationship Id="rId2" Type="http://schemas.microsoft.com/office/2007/relationships/media" Target="ppt/media/media14.m4a" TargetMode="External"/><Relationship Id="rId3" Type="http://schemas.openxmlformats.org/officeDocument/2006/relationships/image" Target="../media/image3.png"/><Relationship Id="rId4" Type="http://schemas.openxmlformats.org/officeDocument/2006/relationships/tags" Target="../tags/tag11.xml"/><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audio" Target="ppt/media/media15.m4a" TargetMode="External"/><Relationship Id="rId2" Type="http://schemas.microsoft.com/office/2007/relationships/media" Target="ppt/media/media15.m4a" TargetMode="External"/><Relationship Id="rId3" Type="http://schemas.openxmlformats.org/officeDocument/2006/relationships/image" Target="../media/image3.png"/><Relationship Id="rId4" Type="http://schemas.openxmlformats.org/officeDocument/2006/relationships/tags" Target="../tags/tag12.xml"/><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audio" Target="ppt/media/media16.m4a" TargetMode="External"/><Relationship Id="rId2" Type="http://schemas.microsoft.com/office/2007/relationships/media" Target="ppt/media/media16.m4a" TargetMode="External"/><Relationship Id="rId3" Type="http://schemas.openxmlformats.org/officeDocument/2006/relationships/image" Target="../media/image3.png"/><Relationship Id="rId4" Type="http://schemas.openxmlformats.org/officeDocument/2006/relationships/tags" Target="../tags/tag13.xml"/><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audio" Target="ppt/media/media17.m4a" TargetMode="External"/><Relationship Id="rId2" Type="http://schemas.microsoft.com/office/2007/relationships/media" Target="ppt/media/media17.m4a" TargetMode="External"/><Relationship Id="rId3" Type="http://schemas.openxmlformats.org/officeDocument/2006/relationships/image" Target="../media/image3.png"/><Relationship Id="rId4" Type="http://schemas.openxmlformats.org/officeDocument/2006/relationships/tags" Target="../tags/tag14.xml"/><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audio" Target="ppt/media/media18.m4a" TargetMode="External"/><Relationship Id="rId2" Type="http://schemas.microsoft.com/office/2007/relationships/media" Target="ppt/media/media18.m4a" TargetMode="External"/><Relationship Id="rId3" Type="http://schemas.openxmlformats.org/officeDocument/2006/relationships/image" Target="../media/image3.png"/><Relationship Id="rId4" Type="http://schemas.openxmlformats.org/officeDocument/2006/relationships/tags" Target="../tags/tag15.xml"/><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audio" Target="ppt/media/media19.m4a" TargetMode="External"/><Relationship Id="rId2" Type="http://schemas.microsoft.com/office/2007/relationships/media" Target="ppt/media/media19.m4a" TargetMode="External"/><Relationship Id="rId3" Type="http://schemas.openxmlformats.org/officeDocument/2006/relationships/image" Target="../media/image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audio" Target="ppt/media/media20.m4a" TargetMode="External"/><Relationship Id="rId2" Type="http://schemas.microsoft.com/office/2007/relationships/media" Target="ppt/media/media20.m4a" TargetMode="External"/><Relationship Id="rId3" Type="http://schemas.openxmlformats.org/officeDocument/2006/relationships/image" Target="../media/image3.png"/><Relationship Id="rId4" Type="http://schemas.openxmlformats.org/officeDocument/2006/relationships/tags" Target="../tags/tag16.xml"/><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audio" Target="ppt/media/media21.m4a" TargetMode="External"/><Relationship Id="rId2" Type="http://schemas.microsoft.com/office/2007/relationships/media" Target="ppt/media/media21.m4a" TargetMode="External"/><Relationship Id="rId3" Type="http://schemas.openxmlformats.org/officeDocument/2006/relationships/image" Target="../media/image3.png"/><Relationship Id="rId4" Type="http://schemas.openxmlformats.org/officeDocument/2006/relationships/tags" Target="../tags/tag17.xml"/><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audio" Target="ppt/media/media22.m4a" TargetMode="External"/><Relationship Id="rId2" Type="http://schemas.microsoft.com/office/2007/relationships/media" Target="ppt/media/media22.m4a" TargetMode="External"/><Relationship Id="rId3" Type="http://schemas.openxmlformats.org/officeDocument/2006/relationships/image" Target="../media/image3.png"/><Relationship Id="rId4" Type="http://schemas.openxmlformats.org/officeDocument/2006/relationships/tags" Target="../tags/tag18.xml"/><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audio" Target="ppt/media/media23.m4a" TargetMode="External"/><Relationship Id="rId2" Type="http://schemas.microsoft.com/office/2007/relationships/media" Target="ppt/media/media23.m4a" TargetMode="External"/><Relationship Id="rId3" Type="http://schemas.openxmlformats.org/officeDocument/2006/relationships/image" Target="../media/image3.png"/><Relationship Id="rId4" Type="http://schemas.openxmlformats.org/officeDocument/2006/relationships/tags" Target="../tags/tag19.xml"/><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audio" Target="ppt/media/media24.m4a" TargetMode="External"/><Relationship Id="rId2" Type="http://schemas.microsoft.com/office/2007/relationships/media" Target="ppt/media/media24.m4a" TargetMode="External"/><Relationship Id="rId3" Type="http://schemas.openxmlformats.org/officeDocument/2006/relationships/image" Target="../media/image3.png"/><Relationship Id="rId4" Type="http://schemas.openxmlformats.org/officeDocument/2006/relationships/tags" Target="../tags/tag20.xml"/><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audio" Target="ppt/media/media25.m4a" TargetMode="External"/><Relationship Id="rId2" Type="http://schemas.microsoft.com/office/2007/relationships/media" Target="ppt/media/media25.m4a" TargetMode="External"/><Relationship Id="rId3" Type="http://schemas.openxmlformats.org/officeDocument/2006/relationships/image" Target="../media/image3.png"/><Relationship Id="rId4" Type="http://schemas.openxmlformats.org/officeDocument/2006/relationships/tags" Target="../tags/tag21.xml"/><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audio" Target="ppt/media/media26.m4a" TargetMode="External"/><Relationship Id="rId2" Type="http://schemas.microsoft.com/office/2007/relationships/media" Target="ppt/media/media26.m4a" TargetMode="External"/><Relationship Id="rId3" Type="http://schemas.openxmlformats.org/officeDocument/2006/relationships/image" Target="../media/image3.png"/><Relationship Id="rId4" Type="http://schemas.openxmlformats.org/officeDocument/2006/relationships/tags" Target="../tags/tag22.xml"/><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audio" Target="ppt/media/media27.m4a" TargetMode="External"/><Relationship Id="rId2" Type="http://schemas.microsoft.com/office/2007/relationships/media" Target="ppt/media/media27.m4a" TargetMode="External"/><Relationship Id="rId3" Type="http://schemas.openxmlformats.org/officeDocument/2006/relationships/image" Target="../media/image3.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audio" Target="ppt/media/media28.m4a" TargetMode="External"/><Relationship Id="rId2" Type="http://schemas.microsoft.com/office/2007/relationships/media" Target="ppt/media/media28.m4a" TargetMode="External"/><Relationship Id="rId3" Type="http://schemas.openxmlformats.org/officeDocument/2006/relationships/image" Target="../media/image3.png"/><Relationship Id="rId4" Type="http://schemas.openxmlformats.org/officeDocument/2006/relationships/tags" Target="../tags/tag23.xml"/><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audio" Target="ppt/media/media29.m4a" TargetMode="External"/><Relationship Id="rId3" Type="http://schemas.microsoft.com/office/2007/relationships/media" Target="ppt/media/media29.m4a" TargetMode="External"/><Relationship Id="rId4" Type="http://schemas.openxmlformats.org/officeDocument/2006/relationships/image" Target="../media/image3.png"/><Relationship Id="rId5" Type="http://schemas.openxmlformats.org/officeDocument/2006/relationships/tags" Target="../tags/tag24.xml"/><Relationship Id="rId6" Type="http://schemas.openxmlformats.org/officeDocument/2006/relationships/slideLayout" Target="../slideLayouts/slideLayout2.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audio" Target="ppt/media/media30.m4a" TargetMode="External"/><Relationship Id="rId3" Type="http://schemas.microsoft.com/office/2007/relationships/media" Target="ppt/media/media30.m4a" TargetMode="External"/><Relationship Id="rId4" Type="http://schemas.openxmlformats.org/officeDocument/2006/relationships/image" Target="../media/image3.png"/><Relationship Id="rId5" Type="http://schemas.openxmlformats.org/officeDocument/2006/relationships/tags" Target="../tags/tag25.xml"/><Relationship Id="rId6" Type="http://schemas.openxmlformats.org/officeDocument/2006/relationships/slideLayout" Target="../slideLayouts/slideLayout2.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audio" Target="ppt/media/media31.m4a" TargetMode="External"/><Relationship Id="rId2" Type="http://schemas.microsoft.com/office/2007/relationships/media" Target="ppt/media/media31.m4a" TargetMode="External"/><Relationship Id="rId3" Type="http://schemas.openxmlformats.org/officeDocument/2006/relationships/image" Target="../media/image3.png"/><Relationship Id="rId4" Type="http://schemas.openxmlformats.org/officeDocument/2006/relationships/tags" Target="../tags/tag26.xml"/><Relationship Id="rId5" Type="http://schemas.openxmlformats.org/officeDocument/2006/relationships/slideLayout" Target="../slideLayouts/slideLayout2.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audio" Target="ppt/media/media32.m4a" TargetMode="External"/><Relationship Id="rId3" Type="http://schemas.microsoft.com/office/2007/relationships/media" Target="ppt/media/media32.m4a" TargetMode="External"/><Relationship Id="rId4" Type="http://schemas.openxmlformats.org/officeDocument/2006/relationships/image" Target="../media/image3.png"/><Relationship Id="rId5" Type="http://schemas.openxmlformats.org/officeDocument/2006/relationships/tags" Target="../tags/tag27.xml"/><Relationship Id="rId6" Type="http://schemas.openxmlformats.org/officeDocument/2006/relationships/slideLayout" Target="../slideLayouts/slideLayout2.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audio" Target="ppt/media/media33.m4a" TargetMode="External"/><Relationship Id="rId3" Type="http://schemas.microsoft.com/office/2007/relationships/media" Target="ppt/media/media33.m4a" TargetMode="External"/><Relationship Id="rId4" Type="http://schemas.openxmlformats.org/officeDocument/2006/relationships/image" Target="../media/image3.png"/><Relationship Id="rId5" Type="http://schemas.openxmlformats.org/officeDocument/2006/relationships/tags" Target="../tags/tag28.xml"/><Relationship Id="rId6" Type="http://schemas.openxmlformats.org/officeDocument/2006/relationships/slideLayout" Target="../slideLayouts/slideLayout2.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audio" Target="ppt/media/media34.m4a" TargetMode="External"/><Relationship Id="rId3" Type="http://schemas.microsoft.com/office/2007/relationships/media" Target="ppt/media/media34.m4a" TargetMode="External"/><Relationship Id="rId4" Type="http://schemas.openxmlformats.org/officeDocument/2006/relationships/image" Target="../media/image3.png"/><Relationship Id="rId5" Type="http://schemas.openxmlformats.org/officeDocument/2006/relationships/tags" Target="../tags/tag29.xml"/><Relationship Id="rId6" Type="http://schemas.openxmlformats.org/officeDocument/2006/relationships/slideLayout" Target="../slideLayouts/slideLayout2.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audio" Target="ppt/media/media35.m4a" TargetMode="External"/><Relationship Id="rId2" Type="http://schemas.microsoft.com/office/2007/relationships/media" Target="ppt/media/media35.m4a" TargetMode="External"/><Relationship Id="rId3" Type="http://schemas.openxmlformats.org/officeDocument/2006/relationships/image" Target="../media/image3.png"/><Relationship Id="rId4" Type="http://schemas.openxmlformats.org/officeDocument/2006/relationships/slideLayout" Target="../slideLayouts/slideLayout4.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audio" Target="ppt/media/media36.m4a" TargetMode="External"/><Relationship Id="rId2" Type="http://schemas.microsoft.com/office/2007/relationships/media" Target="ppt/media/media36.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主标题：替换文字、加粗"/>
          <p:cNvSpPr txBox="1"/>
          <p:nvPr/>
        </p:nvSpPr>
        <p:spPr>
          <a:xfrm>
            <a:off x="1217066" y="5534660"/>
            <a:ext cx="12217400" cy="1732280"/>
          </a:xfrm>
          <a:prstGeom prst="rect">
            <a:avLst/>
          </a:prstGeom>
          <a:ln w="12700">
            <a:miter lim="400000"/>
          </a:ln>
        </p:spPr>
        <p:txBody>
          <a:bodyPr wrap="none" lIns="50800" tIns="50800" rIns="50800" bIns="50800" anchor="ctr">
            <a:spAutoFit/>
          </a:bodyPr>
          <a:lstStyle>
            <a:lvl1pPr algn="l" defTabSz="215265">
              <a:defRPr sz="106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lang="zh-CN" altLang="en-US" dirty="0"/>
              <a:t>软件质量保证与测试</a:t>
            </a:r>
            <a:endParaRPr dirty="0"/>
          </a:p>
        </p:txBody>
      </p:sp>
      <p:sp>
        <p:nvSpPr>
          <p:cNvPr id="123" name="专业技能培养云/职业技能实践云/创新成果转化云"/>
          <p:cNvSpPr txBox="1"/>
          <p:nvPr/>
        </p:nvSpPr>
        <p:spPr>
          <a:xfrm>
            <a:off x="1217066" y="8199240"/>
            <a:ext cx="8342027" cy="1025922"/>
          </a:xfrm>
          <a:prstGeom prst="rect">
            <a:avLst/>
          </a:prstGeom>
          <a:ln w="12700">
            <a:miter lim="400000"/>
          </a:ln>
        </p:spPr>
        <p:txBody>
          <a:bodyPr wrap="none" lIns="50800" tIns="50800" rIns="50800" bIns="50800" anchor="ctr">
            <a:spAutoFit/>
          </a:bodyPr>
          <a:lstStyle/>
          <a:p>
            <a:pPr algn="l" defTabSz="215265">
              <a:defRPr sz="6000" b="0">
                <a:latin typeface="MicrosoftYaHeiLight"/>
                <a:ea typeface="MicrosoftYaHeiLight"/>
                <a:cs typeface="MicrosoftYaHeiLight"/>
                <a:sym typeface="MicrosoftYaHeiLight"/>
              </a:defRPr>
            </a:pPr>
            <a:r>
              <a:rPr lang="en-US" altLang="zh-CN">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4.2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错误定位与程序切片</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pic>
        <p:nvPicPr>
          <p:cNvPr id="3" name="图片 2"/>
          <p:cNvPicPr>
            <a:picLocks noChangeAspect="1"/>
          </p:cNvPicPr>
          <p:nvPr/>
        </p:nvPicPr>
        <p:blipFill>
          <a:blip r:embed="rId4"/>
          <a:stretch>
            <a:fillRect/>
          </a:stretch>
        </p:blipFill>
        <p:spPr>
          <a:xfrm>
            <a:off x="770890" y="1012825"/>
            <a:ext cx="4157345" cy="784860"/>
          </a:xfrm>
          <a:prstGeom prst="rect">
            <a:avLst/>
          </a:prstGeom>
        </p:spPr>
      </p:pic>
    </p:spTree>
  </p:cSld>
  <p:clrMapOvr>
    <a:masterClrMapping/>
  </p:clrMapOvr>
  <p:transition spd="med" advTm="1088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136452" y="2478174"/>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错误定位</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sp>
        <p:nvSpPr>
          <p:cNvPr id="134" name="矩形 5"/>
          <p:cNvSpPr txBox="1"/>
          <p:nvPr/>
        </p:nvSpPr>
        <p:spPr>
          <a:xfrm>
            <a:off x="11263349" y="4605410"/>
            <a:ext cx="5682868"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程序切片</a:t>
            </a:r>
            <a:endParaRPr sz="4400" dirty="0">
              <a:solidFill>
                <a:schemeClr val="tx1"/>
              </a:solidFill>
            </a:endParaRPr>
          </a:p>
        </p:txBody>
      </p:sp>
      <p:sp>
        <p:nvSpPr>
          <p:cNvPr id="135" name="Freeform 5"/>
          <p:cNvSpPr/>
          <p:nvPr/>
        </p:nvSpPr>
        <p:spPr>
          <a:xfrm rot="5400000">
            <a:off x="9259567" y="438600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136452" y="448100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sp>
        <p:nvSpPr>
          <p:cNvPr id="138" name="矩形 5"/>
          <p:cNvSpPr txBox="1"/>
          <p:nvPr/>
        </p:nvSpPr>
        <p:spPr>
          <a:xfrm>
            <a:off x="11263350" y="6485443"/>
            <a:ext cx="7273128" cy="69259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基于测试用例的错误定位</a:t>
            </a:r>
            <a:endParaRPr sz="4400" dirty="0">
              <a:solidFill>
                <a:schemeClr val="tx1"/>
              </a:solidFill>
            </a:endParaRPr>
          </a:p>
        </p:txBody>
      </p:sp>
      <p:sp>
        <p:nvSpPr>
          <p:cNvPr id="139" name="Freeform 5"/>
          <p:cNvSpPr/>
          <p:nvPr/>
        </p:nvSpPr>
        <p:spPr>
          <a:xfrm rot="5400000">
            <a:off x="9259567" y="6240049"/>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136452" y="6376001"/>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sp>
        <p:nvSpPr>
          <p:cNvPr id="16" name="矩形 5"/>
          <p:cNvSpPr txBox="1"/>
          <p:nvPr/>
        </p:nvSpPr>
        <p:spPr>
          <a:xfrm>
            <a:off x="11314148" y="8330749"/>
            <a:ext cx="5682868"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小结</a:t>
            </a:r>
            <a:endParaRPr sz="4400" dirty="0">
              <a:solidFill>
                <a:schemeClr val="tx1"/>
              </a:solidFill>
            </a:endParaRPr>
          </a:p>
        </p:txBody>
      </p:sp>
      <p:sp>
        <p:nvSpPr>
          <p:cNvPr id="17" name="Freeform 5"/>
          <p:cNvSpPr/>
          <p:nvPr/>
        </p:nvSpPr>
        <p:spPr>
          <a:xfrm rot="5400000">
            <a:off x="9310366" y="8111341"/>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8" name="矩形 11"/>
          <p:cNvSpPr txBox="1"/>
          <p:nvPr/>
        </p:nvSpPr>
        <p:spPr>
          <a:xfrm>
            <a:off x="9187251" y="8206348"/>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2100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136452" y="2478174"/>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错误定位</a:t>
              </a:r>
              <a:endParaRPr lang="zh-CN" altLang="en-US" sz="4400" b="1" dirty="0">
                <a:solidFill>
                  <a:srgbClr val="FF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sp>
        <p:nvSpPr>
          <p:cNvPr id="134" name="矩形 5"/>
          <p:cNvSpPr txBox="1"/>
          <p:nvPr/>
        </p:nvSpPr>
        <p:spPr>
          <a:xfrm>
            <a:off x="11263349" y="4605410"/>
            <a:ext cx="5682868"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程序切片</a:t>
            </a:r>
            <a:endParaRPr sz="4400" dirty="0">
              <a:solidFill>
                <a:schemeClr val="tx1"/>
              </a:solidFill>
            </a:endParaRPr>
          </a:p>
        </p:txBody>
      </p:sp>
      <p:sp>
        <p:nvSpPr>
          <p:cNvPr id="135" name="Freeform 5"/>
          <p:cNvSpPr/>
          <p:nvPr/>
        </p:nvSpPr>
        <p:spPr>
          <a:xfrm rot="5400000">
            <a:off x="9259567" y="438600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136452" y="448100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sp>
        <p:nvSpPr>
          <p:cNvPr id="138" name="矩形 5"/>
          <p:cNvSpPr txBox="1"/>
          <p:nvPr/>
        </p:nvSpPr>
        <p:spPr>
          <a:xfrm>
            <a:off x="11263350" y="6485443"/>
            <a:ext cx="7273128" cy="69259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基于测试用例的错误定位</a:t>
            </a:r>
            <a:endParaRPr sz="4400" dirty="0">
              <a:solidFill>
                <a:schemeClr val="tx1"/>
              </a:solidFill>
            </a:endParaRPr>
          </a:p>
        </p:txBody>
      </p:sp>
      <p:sp>
        <p:nvSpPr>
          <p:cNvPr id="139" name="Freeform 5"/>
          <p:cNvSpPr/>
          <p:nvPr/>
        </p:nvSpPr>
        <p:spPr>
          <a:xfrm rot="5400000">
            <a:off x="9259567" y="6240049"/>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136452" y="6376001"/>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sp>
        <p:nvSpPr>
          <p:cNvPr id="16" name="矩形 5"/>
          <p:cNvSpPr txBox="1"/>
          <p:nvPr/>
        </p:nvSpPr>
        <p:spPr>
          <a:xfrm>
            <a:off x="11314148" y="8330749"/>
            <a:ext cx="5682868"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小结</a:t>
            </a:r>
            <a:endParaRPr sz="4400" dirty="0">
              <a:solidFill>
                <a:schemeClr val="tx1"/>
              </a:solidFill>
            </a:endParaRPr>
          </a:p>
        </p:txBody>
      </p:sp>
      <p:sp>
        <p:nvSpPr>
          <p:cNvPr id="17" name="Freeform 5"/>
          <p:cNvSpPr/>
          <p:nvPr/>
        </p:nvSpPr>
        <p:spPr>
          <a:xfrm rot="5400000">
            <a:off x="9310366" y="8111341"/>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8" name="矩形 11"/>
          <p:cNvSpPr txBox="1"/>
          <p:nvPr/>
        </p:nvSpPr>
        <p:spPr>
          <a:xfrm>
            <a:off x="9187251" y="8206348"/>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550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37970" y="2918377"/>
            <a:ext cx="17302164" cy="7060510"/>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什么是错误定位（</a:t>
            </a:r>
            <a:r>
              <a:rPr lang="en-US" altLang="zh-CN" sz="4800" b="1" dirty="0">
                <a:latin typeface="Times New Roman" panose="02020603050405020304" pitchFamily="18" charset="0"/>
                <a:cs typeface="Times New Roman" panose="02020603050405020304" pitchFamily="18" charset="0"/>
              </a:rPr>
              <a:t>Fault Localization</a:t>
            </a:r>
            <a:r>
              <a:rPr lang="zh-CN" altLang="en-US" sz="4800" b="1" dirty="0"/>
              <a:t>）</a:t>
            </a:r>
            <a:endParaRPr lang="en-US" altLang="zh-CN" sz="4800" b="1" dirty="0"/>
          </a:p>
          <a:p>
            <a:pPr lvl="2"/>
            <a:r>
              <a:rPr lang="zh-CN" altLang="en-US" sz="4800" dirty="0"/>
              <a:t>错误定位是找出程序错误的准确位置的行为。</a:t>
            </a:r>
            <a:endParaRPr lang="en-US" altLang="zh-CN" sz="4800" dirty="0"/>
          </a:p>
          <a:p>
            <a:r>
              <a:rPr lang="zh-CN" altLang="en-US" sz="4800" b="1" dirty="0"/>
              <a:t>为什么要进行错误定位</a:t>
            </a:r>
            <a:endParaRPr lang="en-US" altLang="zh-CN" sz="4800" b="1" dirty="0"/>
          </a:p>
          <a:p>
            <a:pPr lvl="2"/>
            <a:r>
              <a:rPr lang="zh-CN" altLang="en-US" sz="4400" dirty="0"/>
              <a:t>软件测试只告诉你对错。</a:t>
            </a:r>
            <a:endParaRPr lang="en-US" altLang="zh-CN" sz="4400" dirty="0"/>
          </a:p>
          <a:p>
            <a:pPr lvl="2"/>
            <a:r>
              <a:rPr lang="zh-CN" altLang="en-US" dirty="0"/>
              <a:t>不知道错在哪里。</a:t>
            </a:r>
            <a:endParaRPr lang="en-US" altLang="zh-CN" dirty="0"/>
          </a:p>
          <a:p>
            <a:pPr lvl="3">
              <a:spcBef>
                <a:spcPts val="600"/>
              </a:spcBef>
            </a:pPr>
            <a:r>
              <a:rPr lang="zh-CN" altLang="en-US" sz="4000" dirty="0">
                <a:latin typeface="微软雅黑" panose="020B0503020204020204" pitchFamily="34" charset="-122"/>
                <a:ea typeface="微软雅黑" panose="020B0503020204020204" pitchFamily="34" charset="-122"/>
              </a:rPr>
              <a:t>几千上万行的代码，到底哪一行是错的？</a:t>
            </a:r>
            <a:endParaRPr lang="zh-CN" altLang="en-US" sz="4000" dirty="0">
              <a:latin typeface="微软雅黑" panose="020B0503020204020204" pitchFamily="34" charset="-122"/>
              <a:ea typeface="微软雅黑" panose="020B0503020204020204" pitchFamily="34" charset="-122"/>
            </a:endParaRPr>
          </a:p>
        </p:txBody>
      </p:sp>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24634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37970" y="2918377"/>
            <a:ext cx="17302164" cy="7060510"/>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错误定位的基本方法</a:t>
            </a:r>
            <a:endParaRPr lang="en-US" altLang="zh-CN" sz="4800" b="1" dirty="0"/>
          </a:p>
          <a:p>
            <a:pPr lvl="2"/>
            <a:r>
              <a:rPr lang="zh-CN" altLang="en-US" sz="4800" dirty="0"/>
              <a:t>断点和调试</a:t>
            </a:r>
            <a:endParaRPr lang="en-US" altLang="zh-CN" sz="4800" dirty="0"/>
          </a:p>
          <a:p>
            <a:pPr marL="0" indent="0">
              <a:buNone/>
            </a:pPr>
            <a:endParaRPr lang="zh-CN" altLang="en-US" sz="4000" dirty="0">
              <a:latin typeface="微软雅黑" panose="020B0503020204020204" pitchFamily="34" charset="-122"/>
              <a:ea typeface="微软雅黑" panose="020B0503020204020204" pitchFamily="34" charset="-122"/>
            </a:endParaRPr>
          </a:p>
        </p:txBody>
      </p:sp>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500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pic>
        <p:nvPicPr>
          <p:cNvPr id="2" name="Picture 1"/>
          <p:cNvPicPr>
            <a:picLocks noChangeAspect="1"/>
          </p:cNvPicPr>
          <p:nvPr/>
        </p:nvPicPr>
        <p:blipFill>
          <a:blip r:embed="rId1"/>
          <a:stretch>
            <a:fillRect/>
          </a:stretch>
        </p:blipFill>
        <p:spPr>
          <a:xfrm>
            <a:off x="6461760" y="1600314"/>
            <a:ext cx="11938000" cy="11382546"/>
          </a:xfrm>
          <a:prstGeom prst="rect">
            <a:avLst/>
          </a:prstGeom>
        </p:spPr>
      </p:pic>
      <p:cxnSp>
        <p:nvCxnSpPr>
          <p:cNvPr id="4" name="Straight Connector 3"/>
          <p:cNvCxnSpPr/>
          <p:nvPr/>
        </p:nvCxnSpPr>
        <p:spPr>
          <a:xfrm flipV="1">
            <a:off x="5984240" y="9032240"/>
            <a:ext cx="10149840" cy="111760"/>
          </a:xfrm>
          <a:prstGeom prst="line">
            <a:avLst/>
          </a:prstGeom>
          <a:noFill/>
          <a:ln w="38100" cap="flat">
            <a:solidFill>
              <a:srgbClr val="FF0000"/>
            </a:solidFill>
            <a:prstDash val="solid"/>
            <a:miter lim="400000"/>
          </a:ln>
        </p:spPr>
        <p:style>
          <a:lnRef idx="0">
            <a:srgbClr val="FFFFFF"/>
          </a:lnRef>
          <a:fillRef idx="0">
            <a:srgbClr val="FFFFFF"/>
          </a:fillRef>
          <a:effectRef idx="0">
            <a:srgbClr val="FFFFFF"/>
          </a:effectRef>
          <a:fontRef idx="none"/>
        </p:style>
      </p:cxnSp>
      <p:sp>
        <p:nvSpPr>
          <p:cNvPr id="6" name="Arrow: Right 5"/>
          <p:cNvSpPr/>
          <p:nvPr/>
        </p:nvSpPr>
        <p:spPr>
          <a:xfrm>
            <a:off x="5110480" y="12760960"/>
            <a:ext cx="1351280" cy="221900"/>
          </a:xfrm>
          <a:prstGeom prst="rightArrow">
            <a:avLst/>
          </a:prstGeom>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 name="音频 2">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
        <p:nvSpPr>
          <p:cNvPr id="8" name="Rectangle 7"/>
          <p:cNvSpPr/>
          <p:nvPr/>
        </p:nvSpPr>
        <p:spPr>
          <a:xfrm>
            <a:off x="16611600" y="8590002"/>
            <a:ext cx="5803191" cy="553998"/>
          </a:xfrm>
          <a:prstGeom prst="rect">
            <a:avLst/>
          </a:prstGeom>
        </p:spPr>
        <p:txBody>
          <a:bodyPr wrap="none">
            <a:spAutoFit/>
          </a:bodyPr>
          <a:lstStyle/>
          <a:p>
            <a:r>
              <a:rPr lang="zh-CN" altLang="en-US" dirty="0"/>
              <a:t>三条边的长度分别是</a:t>
            </a:r>
            <a:r>
              <a:rPr lang="en-US" altLang="zh-CN" dirty="0"/>
              <a:t>12</a:t>
            </a:r>
            <a:r>
              <a:rPr lang="zh-CN" altLang="en-US" dirty="0"/>
              <a:t>， </a:t>
            </a:r>
            <a:r>
              <a:rPr lang="en-US" altLang="zh-CN" dirty="0"/>
              <a:t>10</a:t>
            </a:r>
            <a:r>
              <a:rPr lang="zh-CN" altLang="en-US" dirty="0"/>
              <a:t>和</a:t>
            </a:r>
            <a:r>
              <a:rPr lang="en-US" altLang="zh-CN" dirty="0"/>
              <a:t>15</a:t>
            </a:r>
            <a:endParaRPr lang="zh-CN" altLang="en-US" dirty="0"/>
          </a:p>
        </p:txBody>
      </p:sp>
      <p:sp>
        <p:nvSpPr>
          <p:cNvPr id="11" name="Rectangle 10"/>
          <p:cNvSpPr/>
          <p:nvPr/>
        </p:nvSpPr>
        <p:spPr>
          <a:xfrm>
            <a:off x="1078606" y="12532404"/>
            <a:ext cx="4031874" cy="553998"/>
          </a:xfrm>
          <a:prstGeom prst="rect">
            <a:avLst/>
          </a:prstGeom>
        </p:spPr>
        <p:txBody>
          <a:bodyPr wrap="none">
            <a:spAutoFit/>
          </a:bodyPr>
          <a:lstStyle/>
          <a:p>
            <a:r>
              <a:rPr lang="zh-CN" altLang="en-US" dirty="0"/>
              <a:t>竟然是：等腰三角形？</a:t>
            </a:r>
            <a:endParaRPr lang="zh-CN" altLang="en-US" dirty="0"/>
          </a:p>
        </p:txBody>
      </p:sp>
    </p:spTree>
    <p:custDataLst>
      <p:tags r:id="rId5"/>
    </p:custDataLst>
  </p:cSld>
  <p:clrMapOvr>
    <a:masterClrMapping/>
  </p:clrMapOvr>
  <p:transition spd="med" advTm="13919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6795539" y="2442152"/>
            <a:ext cx="11773224" cy="9641132"/>
          </a:xfrm>
          <a:prstGeom prst="rect">
            <a:avLst/>
          </a:prstGeom>
        </p:spPr>
      </p:pic>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sp>
        <p:nvSpPr>
          <p:cNvPr id="6" name="Arrow: Right 5"/>
          <p:cNvSpPr/>
          <p:nvPr/>
        </p:nvSpPr>
        <p:spPr>
          <a:xfrm>
            <a:off x="9587323" y="11286274"/>
            <a:ext cx="1351280" cy="221900"/>
          </a:xfrm>
          <a:prstGeom prst="rightArrow">
            <a:avLst/>
          </a:prstGeom>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1" name="Arrow: Right 10"/>
          <p:cNvSpPr/>
          <p:nvPr/>
        </p:nvSpPr>
        <p:spPr>
          <a:xfrm>
            <a:off x="5574123" y="4092994"/>
            <a:ext cx="1351280" cy="221900"/>
          </a:xfrm>
          <a:prstGeom prst="rightArrow">
            <a:avLst/>
          </a:prstGeom>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614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5854045" y="2475454"/>
            <a:ext cx="12675909" cy="10161679"/>
          </a:xfrm>
          <a:prstGeom prst="rect">
            <a:avLst/>
          </a:prstGeom>
          <a:ln>
            <a:solidFill>
              <a:schemeClr val="tx1"/>
            </a:solidFill>
          </a:ln>
        </p:spPr>
      </p:pic>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sp>
        <p:nvSpPr>
          <p:cNvPr id="6" name="Arrow: Right 5"/>
          <p:cNvSpPr/>
          <p:nvPr/>
        </p:nvSpPr>
        <p:spPr>
          <a:xfrm>
            <a:off x="10583864" y="3797933"/>
            <a:ext cx="1351280" cy="221900"/>
          </a:xfrm>
          <a:prstGeom prst="rightArrow">
            <a:avLst/>
          </a:prstGeom>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 name="音频 2">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2095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5340525" y="2212973"/>
            <a:ext cx="14520459" cy="10424160"/>
          </a:xfrm>
          <a:prstGeom prst="rect">
            <a:avLst/>
          </a:prstGeom>
        </p:spPr>
      </p:pic>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sp>
        <p:nvSpPr>
          <p:cNvPr id="6" name="Arrow: Right 5"/>
          <p:cNvSpPr/>
          <p:nvPr/>
        </p:nvSpPr>
        <p:spPr>
          <a:xfrm>
            <a:off x="9019355" y="5506720"/>
            <a:ext cx="1351280" cy="221900"/>
          </a:xfrm>
          <a:prstGeom prst="rightArrow">
            <a:avLst/>
          </a:prstGeom>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7" name="Arrow: Right 6"/>
          <p:cNvSpPr/>
          <p:nvPr/>
        </p:nvSpPr>
        <p:spPr>
          <a:xfrm>
            <a:off x="8521515" y="4511040"/>
            <a:ext cx="1351280" cy="221900"/>
          </a:xfrm>
          <a:prstGeom prst="rightArrow">
            <a:avLst/>
          </a:prstGeom>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9314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pic>
        <p:nvPicPr>
          <p:cNvPr id="4" name="Picture 3"/>
          <p:cNvPicPr>
            <a:picLocks noChangeAspect="1"/>
          </p:cNvPicPr>
          <p:nvPr/>
        </p:nvPicPr>
        <p:blipFill>
          <a:blip r:embed="rId1"/>
          <a:stretch>
            <a:fillRect/>
          </a:stretch>
        </p:blipFill>
        <p:spPr>
          <a:xfrm>
            <a:off x="4217039" y="2500351"/>
            <a:ext cx="15949922" cy="9557834"/>
          </a:xfrm>
          <a:prstGeom prst="rect">
            <a:avLst/>
          </a:prstGeom>
        </p:spPr>
      </p:pic>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
        <p:nvSpPr>
          <p:cNvPr id="3" name="Rectangle 2"/>
          <p:cNvSpPr/>
          <p:nvPr/>
        </p:nvSpPr>
        <p:spPr>
          <a:xfrm>
            <a:off x="2506822" y="4269122"/>
            <a:ext cx="1338828" cy="553998"/>
          </a:xfrm>
          <a:prstGeom prst="rect">
            <a:avLst/>
          </a:prstGeom>
        </p:spPr>
        <p:txBody>
          <a:bodyPr wrap="none">
            <a:spAutoFit/>
          </a:bodyPr>
          <a:lstStyle/>
          <a:p>
            <a:r>
              <a:rPr lang="zh-CN" altLang="en-US" sz="3600" dirty="0">
                <a:solidFill>
                  <a:srgbClr val="C00000"/>
                </a:solidFill>
                <a:latin typeface="华文中宋" panose="02010600040101010101" pitchFamily="2" charset="-122"/>
                <a:ea typeface="华文中宋" panose="02010600040101010101" pitchFamily="2" charset="-122"/>
              </a:rPr>
              <a:t>调用栈</a:t>
            </a:r>
            <a:endParaRPr lang="zh-CN" altLang="en-US" sz="3600" dirty="0">
              <a:solidFill>
                <a:srgbClr val="C00000"/>
              </a:solidFill>
              <a:latin typeface="华文中宋" panose="02010600040101010101" pitchFamily="2" charset="-122"/>
              <a:ea typeface="华文中宋" panose="02010600040101010101" pitchFamily="2" charset="-122"/>
            </a:endParaRPr>
          </a:p>
        </p:txBody>
      </p:sp>
      <p:sp>
        <p:nvSpPr>
          <p:cNvPr id="5" name="Rectangle 4"/>
          <p:cNvSpPr/>
          <p:nvPr/>
        </p:nvSpPr>
        <p:spPr>
          <a:xfrm>
            <a:off x="20384463" y="4546121"/>
            <a:ext cx="2031325" cy="646331"/>
          </a:xfrm>
          <a:prstGeom prst="rect">
            <a:avLst/>
          </a:prstGeom>
        </p:spPr>
        <p:txBody>
          <a:bodyPr wrap="none">
            <a:spAutoFit/>
          </a:bodyPr>
          <a:lstStyle/>
          <a:p>
            <a:r>
              <a:rPr lang="zh-CN" altLang="en-US" sz="3600" dirty="0">
                <a:solidFill>
                  <a:srgbClr val="C00000"/>
                </a:solidFill>
                <a:latin typeface="华文中宋" panose="02010600040101010101" pitchFamily="2" charset="-122"/>
                <a:ea typeface="华文中宋" panose="02010600040101010101" pitchFamily="2" charset="-122"/>
              </a:rPr>
              <a:t>变量列表</a:t>
            </a:r>
            <a:endParaRPr lang="zh-CN" altLang="en-US" sz="3600" dirty="0">
              <a:solidFill>
                <a:srgbClr val="C00000"/>
              </a:solidFill>
              <a:latin typeface="华文中宋" panose="02010600040101010101" pitchFamily="2" charset="-122"/>
              <a:ea typeface="华文中宋" panose="02010600040101010101" pitchFamily="2" charset="-122"/>
            </a:endParaRPr>
          </a:p>
        </p:txBody>
      </p:sp>
      <p:sp>
        <p:nvSpPr>
          <p:cNvPr id="6" name="Rectangle 5"/>
          <p:cNvSpPr/>
          <p:nvPr/>
        </p:nvSpPr>
        <p:spPr>
          <a:xfrm>
            <a:off x="2587287" y="8338883"/>
            <a:ext cx="1255473" cy="646331"/>
          </a:xfrm>
          <a:prstGeom prst="rect">
            <a:avLst/>
          </a:prstGeom>
        </p:spPr>
        <p:txBody>
          <a:bodyPr wrap="none">
            <a:spAutoFit/>
          </a:bodyPr>
          <a:lstStyle/>
          <a:p>
            <a:r>
              <a:rPr lang="zh-CN" altLang="en-US" sz="3600" dirty="0">
                <a:solidFill>
                  <a:srgbClr val="C00000"/>
                </a:solidFill>
                <a:latin typeface="华文中宋" panose="02010600040101010101" pitchFamily="2" charset="-122"/>
                <a:ea typeface="华文中宋" panose="02010600040101010101" pitchFamily="2" charset="-122"/>
              </a:rPr>
              <a:t>代 码</a:t>
            </a:r>
            <a:endParaRPr lang="zh-CN" altLang="en-US" sz="3600" dirty="0">
              <a:solidFill>
                <a:srgbClr val="C00000"/>
              </a:solidFill>
              <a:latin typeface="华文中宋" panose="02010600040101010101" pitchFamily="2" charset="-122"/>
              <a:ea typeface="华文中宋" panose="02010600040101010101" pitchFamily="2" charset="-122"/>
            </a:endParaRPr>
          </a:p>
        </p:txBody>
      </p:sp>
      <p:sp>
        <p:nvSpPr>
          <p:cNvPr id="11" name="Rectangle 10"/>
          <p:cNvSpPr/>
          <p:nvPr/>
        </p:nvSpPr>
        <p:spPr>
          <a:xfrm>
            <a:off x="20345990" y="8615882"/>
            <a:ext cx="2492991" cy="646331"/>
          </a:xfrm>
          <a:prstGeom prst="rect">
            <a:avLst/>
          </a:prstGeom>
        </p:spPr>
        <p:txBody>
          <a:bodyPr wrap="none">
            <a:spAutoFit/>
          </a:bodyPr>
          <a:lstStyle/>
          <a:p>
            <a:r>
              <a:rPr lang="zh-CN" altLang="en-US" sz="3600" dirty="0">
                <a:solidFill>
                  <a:srgbClr val="C00000"/>
                </a:solidFill>
                <a:latin typeface="华文中宋" panose="02010600040101010101" pitchFamily="2" charset="-122"/>
                <a:ea typeface="华文中宋" panose="02010600040101010101" pitchFamily="2" charset="-122"/>
              </a:rPr>
              <a:t>相关类信息</a:t>
            </a:r>
            <a:endParaRPr lang="zh-CN" altLang="en-US" sz="3600" dirty="0">
              <a:solidFill>
                <a:srgbClr val="C00000"/>
              </a:solidFill>
              <a:latin typeface="华文中宋" panose="02010600040101010101" pitchFamily="2" charset="-122"/>
              <a:ea typeface="华文中宋" panose="02010600040101010101" pitchFamily="2" charset="-122"/>
            </a:endParaRPr>
          </a:p>
        </p:txBody>
      </p:sp>
    </p:spTree>
    <p:custDataLst>
      <p:tags r:id="rId5"/>
    </p:custDataLst>
  </p:cSld>
  <p:clrMapOvr>
    <a:masterClrMapping/>
  </p:clrMapOvr>
  <p:transition spd="med" advTm="6411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pic>
        <p:nvPicPr>
          <p:cNvPr id="2" name="Picture 1"/>
          <p:cNvPicPr>
            <a:picLocks noChangeAspect="1"/>
          </p:cNvPicPr>
          <p:nvPr/>
        </p:nvPicPr>
        <p:blipFill>
          <a:blip r:embed="rId1"/>
          <a:stretch>
            <a:fillRect/>
          </a:stretch>
        </p:blipFill>
        <p:spPr>
          <a:xfrm>
            <a:off x="4698880" y="2702560"/>
            <a:ext cx="15191504" cy="9103360"/>
          </a:xfrm>
          <a:prstGeom prst="rect">
            <a:avLst/>
          </a:prstGeom>
        </p:spPr>
      </p:pic>
      <p:sp>
        <p:nvSpPr>
          <p:cNvPr id="6" name="Arrow: Right 5"/>
          <p:cNvSpPr/>
          <p:nvPr/>
        </p:nvSpPr>
        <p:spPr>
          <a:xfrm>
            <a:off x="3474720" y="8808720"/>
            <a:ext cx="1351280" cy="221900"/>
          </a:xfrm>
          <a:prstGeom prst="rightArrow">
            <a:avLst/>
          </a:prstGeom>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7" name="Arrow: Right 6"/>
          <p:cNvSpPr/>
          <p:nvPr/>
        </p:nvSpPr>
        <p:spPr>
          <a:xfrm rot="5400000">
            <a:off x="6482080" y="2712284"/>
            <a:ext cx="1351280" cy="221900"/>
          </a:xfrm>
          <a:prstGeom prst="rightArrow">
            <a:avLst/>
          </a:prstGeom>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 name="Rectangle 2"/>
          <p:cNvSpPr/>
          <p:nvPr/>
        </p:nvSpPr>
        <p:spPr>
          <a:xfrm>
            <a:off x="6024880" y="7762240"/>
            <a:ext cx="2357120" cy="619760"/>
          </a:xfrm>
          <a:prstGeom prst="rect">
            <a:avLst/>
          </a:prstGeom>
          <a:noFill/>
          <a:ln w="38100"/>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4" name="音频 3">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
        <p:nvSpPr>
          <p:cNvPr id="11" name="Rectangle 10"/>
          <p:cNvSpPr/>
          <p:nvPr/>
        </p:nvSpPr>
        <p:spPr>
          <a:xfrm>
            <a:off x="2737970" y="7581590"/>
            <a:ext cx="1980029" cy="646331"/>
          </a:xfrm>
          <a:prstGeom prst="rect">
            <a:avLst/>
          </a:prstGeom>
        </p:spPr>
        <p:txBody>
          <a:bodyPr wrap="none">
            <a:spAutoFit/>
          </a:bodyPr>
          <a:lstStyle/>
          <a:p>
            <a:r>
              <a:rPr lang="en-US" altLang="zh-CN" sz="3600" dirty="0">
                <a:solidFill>
                  <a:srgbClr val="C00000"/>
                </a:solidFill>
                <a:latin typeface="华文中宋" panose="02010600040101010101" pitchFamily="2" charset="-122"/>
                <a:ea typeface="华文中宋" panose="02010600040101010101" pitchFamily="2" charset="-122"/>
              </a:rPr>
              <a:t>If (x==y)</a:t>
            </a:r>
            <a:endParaRPr lang="zh-CN" altLang="en-US" sz="3600" dirty="0">
              <a:solidFill>
                <a:srgbClr val="C00000"/>
              </a:solidFill>
              <a:latin typeface="华文中宋" panose="02010600040101010101" pitchFamily="2" charset="-122"/>
              <a:ea typeface="华文中宋" panose="02010600040101010101" pitchFamily="2" charset="-122"/>
            </a:endParaRPr>
          </a:p>
        </p:txBody>
      </p:sp>
    </p:spTree>
    <p:custDataLst>
      <p:tags r:id="rId5"/>
    </p:custDataLst>
  </p:cSld>
  <p:clrMapOvr>
    <a:masterClrMapping/>
  </p:clrMapOvr>
  <p:transition spd="med" advTm="8119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2082800" y="3989962"/>
            <a:ext cx="19931298" cy="7358758"/>
          </a:xfrm>
          <a:prstGeom prst="rect">
            <a:avLst/>
          </a:prstGeom>
        </p:spPr>
      </p:pic>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sp>
        <p:nvSpPr>
          <p:cNvPr id="6" name="Arrow: Right 5"/>
          <p:cNvSpPr/>
          <p:nvPr/>
        </p:nvSpPr>
        <p:spPr>
          <a:xfrm>
            <a:off x="1155542" y="8046720"/>
            <a:ext cx="1351280" cy="221900"/>
          </a:xfrm>
          <a:prstGeom prst="rightArrow">
            <a:avLst/>
          </a:prstGeom>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 name="Rectangle 2"/>
          <p:cNvSpPr/>
          <p:nvPr/>
        </p:nvSpPr>
        <p:spPr>
          <a:xfrm>
            <a:off x="7061926" y="7853680"/>
            <a:ext cx="7649754" cy="386080"/>
          </a:xfrm>
          <a:prstGeom prst="rect">
            <a:avLst/>
          </a:prstGeom>
          <a:noFill/>
          <a:ln w="38100"/>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
        <p:nvSpPr>
          <p:cNvPr id="5" name="Rectangle 4"/>
          <p:cNvSpPr/>
          <p:nvPr/>
        </p:nvSpPr>
        <p:spPr>
          <a:xfrm>
            <a:off x="13593426" y="2514780"/>
            <a:ext cx="2236510" cy="707886"/>
          </a:xfrm>
          <a:prstGeom prst="rect">
            <a:avLst/>
          </a:prstGeom>
        </p:spPr>
        <p:txBody>
          <a:bodyPr wrap="none">
            <a:spAutoFit/>
          </a:bodyPr>
          <a:lstStyle/>
          <a:p>
            <a:r>
              <a:rPr lang="zh-CN" altLang="en-US" sz="4000" dirty="0">
                <a:solidFill>
                  <a:srgbClr val="C00000"/>
                </a:solidFill>
                <a:latin typeface="华文中宋" panose="02010600040101010101" pitchFamily="2" charset="-122"/>
                <a:ea typeface="华文中宋" panose="02010600040101010101" pitchFamily="2" charset="-122"/>
              </a:rPr>
              <a:t>并发程序</a:t>
            </a:r>
            <a:endParaRPr lang="zh-CN" altLang="en-US" sz="4000" dirty="0">
              <a:solidFill>
                <a:srgbClr val="C00000"/>
              </a:solidFill>
              <a:latin typeface="华文中宋" panose="02010600040101010101" pitchFamily="2" charset="-122"/>
              <a:ea typeface="华文中宋" panose="02010600040101010101" pitchFamily="2" charset="-122"/>
            </a:endParaRPr>
          </a:p>
        </p:txBody>
      </p:sp>
      <p:sp>
        <p:nvSpPr>
          <p:cNvPr id="7" name="Rectangle 6"/>
          <p:cNvSpPr/>
          <p:nvPr/>
        </p:nvSpPr>
        <p:spPr>
          <a:xfrm>
            <a:off x="13613462" y="3252371"/>
            <a:ext cx="2196435" cy="707886"/>
          </a:xfrm>
          <a:prstGeom prst="rect">
            <a:avLst/>
          </a:prstGeom>
        </p:spPr>
        <p:txBody>
          <a:bodyPr wrap="none">
            <a:spAutoFit/>
          </a:bodyPr>
          <a:lstStyle/>
          <a:p>
            <a:r>
              <a:rPr lang="en-US" altLang="zh-CN" sz="4000" dirty="0">
                <a:solidFill>
                  <a:srgbClr val="C00000"/>
                </a:solidFill>
                <a:latin typeface="华文中宋" panose="02010600040101010101" pitchFamily="2" charset="-122"/>
                <a:ea typeface="华文中宋" panose="02010600040101010101" pitchFamily="2" charset="-122"/>
              </a:rPr>
              <a:t>GUI</a:t>
            </a:r>
            <a:r>
              <a:rPr lang="zh-CN" altLang="en-US" sz="4000" dirty="0">
                <a:solidFill>
                  <a:srgbClr val="C00000"/>
                </a:solidFill>
                <a:latin typeface="华文中宋" panose="02010600040101010101" pitchFamily="2" charset="-122"/>
                <a:ea typeface="华文中宋" panose="02010600040101010101" pitchFamily="2" charset="-122"/>
              </a:rPr>
              <a:t>程序</a:t>
            </a:r>
            <a:endParaRPr lang="zh-CN" altLang="en-US" sz="4000" dirty="0">
              <a:solidFill>
                <a:srgbClr val="C00000"/>
              </a:solidFill>
              <a:latin typeface="华文中宋" panose="02010600040101010101" pitchFamily="2" charset="-122"/>
              <a:ea typeface="华文中宋" panose="02010600040101010101" pitchFamily="2" charset="-122"/>
            </a:endParaRPr>
          </a:p>
        </p:txBody>
      </p:sp>
      <p:sp>
        <p:nvSpPr>
          <p:cNvPr id="11" name="Rectangle 10"/>
          <p:cNvSpPr/>
          <p:nvPr/>
        </p:nvSpPr>
        <p:spPr>
          <a:xfrm>
            <a:off x="10185280" y="2717097"/>
            <a:ext cx="1210589" cy="707886"/>
          </a:xfrm>
          <a:prstGeom prst="rect">
            <a:avLst/>
          </a:prstGeom>
        </p:spPr>
        <p:txBody>
          <a:bodyPr wrap="none">
            <a:spAutoFit/>
          </a:bodyPr>
          <a:lstStyle/>
          <a:p>
            <a:r>
              <a:rPr lang="zh-CN" altLang="en-US" sz="4000" dirty="0">
                <a:solidFill>
                  <a:srgbClr val="C00000"/>
                </a:solidFill>
                <a:latin typeface="华文中宋" panose="02010600040101010101" pitchFamily="2" charset="-122"/>
                <a:ea typeface="华文中宋" panose="02010600040101010101" pitchFamily="2" charset="-122"/>
              </a:rPr>
              <a:t>断点</a:t>
            </a:r>
            <a:endParaRPr lang="zh-CN" altLang="en-US" sz="4000" dirty="0">
              <a:solidFill>
                <a:srgbClr val="C00000"/>
              </a:solidFill>
              <a:latin typeface="华文中宋" panose="02010600040101010101" pitchFamily="2" charset="-122"/>
              <a:ea typeface="华文中宋" panose="02010600040101010101" pitchFamily="2" charset="-122"/>
            </a:endParaRPr>
          </a:p>
        </p:txBody>
      </p:sp>
      <p:sp>
        <p:nvSpPr>
          <p:cNvPr id="8" name="Arrow: Notched Right 7"/>
          <p:cNvSpPr/>
          <p:nvPr/>
        </p:nvSpPr>
        <p:spPr>
          <a:xfrm>
            <a:off x="11802644" y="2689512"/>
            <a:ext cx="1319208" cy="978218"/>
          </a:xfrm>
          <a:prstGeom prst="notchedRightArrow">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C00000"/>
              </a:solidFill>
              <a:effectLst/>
              <a:uFillTx/>
              <a:latin typeface="+mn-lt"/>
              <a:ea typeface="+mn-ea"/>
              <a:cs typeface="+mn-cs"/>
              <a:sym typeface="Helvetica Neue Medium"/>
            </a:endParaRPr>
          </a:p>
        </p:txBody>
      </p:sp>
    </p:spTree>
    <p:custDataLst>
      <p:tags r:id="rId5"/>
    </p:custDataLst>
  </p:cSld>
  <p:clrMapOvr>
    <a:masterClrMapping/>
  </p:clrMapOvr>
  <p:transition spd="med" advTm="1659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37969" y="2918377"/>
            <a:ext cx="19290757" cy="7060510"/>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插桩（</a:t>
            </a:r>
            <a:r>
              <a:rPr lang="en-US" altLang="zh-CN" sz="4800" b="1" dirty="0">
                <a:latin typeface="Times New Roman" panose="02020603050405020304" pitchFamily="18" charset="0"/>
                <a:cs typeface="Times New Roman" panose="02020603050405020304" pitchFamily="18" charset="0"/>
              </a:rPr>
              <a:t>Instrumentation</a:t>
            </a:r>
            <a:r>
              <a:rPr lang="zh-CN" altLang="en-US" sz="4800" b="1" dirty="0"/>
              <a:t>）</a:t>
            </a:r>
            <a:endParaRPr lang="en-US" altLang="zh-CN" sz="4800" dirty="0"/>
          </a:p>
          <a:p>
            <a:pPr lvl="2"/>
            <a:r>
              <a:rPr lang="zh-CN" altLang="en-US" sz="4800" dirty="0"/>
              <a:t>插桩是在软件特定的位置插入一些语句，用来获取软件的运行信息并反馈给测试者。</a:t>
            </a:r>
            <a:endParaRPr lang="en-US" altLang="zh-CN" sz="4800" dirty="0"/>
          </a:p>
          <a:p>
            <a:pPr lvl="2"/>
            <a:r>
              <a:rPr lang="zh-CN" altLang="en-US" sz="4800" dirty="0"/>
              <a:t>又称软件探针</a:t>
            </a:r>
            <a:r>
              <a:rPr lang="en-US" altLang="zh-CN" sz="4800" dirty="0"/>
              <a:t>(</a:t>
            </a:r>
            <a:r>
              <a:rPr lang="en-US" altLang="zh-CN" sz="4800" dirty="0">
                <a:latin typeface="Times New Roman" panose="02020603050405020304" pitchFamily="18" charset="0"/>
                <a:cs typeface="Times New Roman" panose="02020603050405020304" pitchFamily="18" charset="0"/>
              </a:rPr>
              <a:t>Software Probe </a:t>
            </a:r>
            <a:r>
              <a:rPr lang="en-US" altLang="zh-CN" sz="4800" dirty="0"/>
              <a:t>)</a:t>
            </a:r>
            <a:r>
              <a:rPr lang="zh-CN" altLang="en-US" sz="4800" dirty="0"/>
              <a:t>。</a:t>
            </a:r>
            <a:endParaRPr lang="en-US" altLang="zh-CN" sz="4800" dirty="0"/>
          </a:p>
          <a:p>
            <a:pPr marL="0" indent="0">
              <a:buNone/>
            </a:pPr>
            <a:endParaRPr lang="zh-CN" altLang="en-US" sz="4000" dirty="0">
              <a:latin typeface="微软雅黑" panose="020B0503020204020204" pitchFamily="34" charset="-122"/>
              <a:ea typeface="微软雅黑" panose="020B0503020204020204" pitchFamily="34" charset="-122"/>
            </a:endParaRPr>
          </a:p>
        </p:txBody>
      </p:sp>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6347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37970" y="2918377"/>
            <a:ext cx="17302164" cy="7060510"/>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错误定位的基本方法</a:t>
            </a:r>
            <a:endParaRPr lang="en-US" altLang="zh-CN" sz="4800" b="1" dirty="0"/>
          </a:p>
          <a:p>
            <a:pPr lvl="2"/>
            <a:r>
              <a:rPr lang="zh-CN" altLang="en-US" sz="4800" dirty="0"/>
              <a:t>断点和调试</a:t>
            </a:r>
            <a:endParaRPr lang="en-US" altLang="zh-CN" sz="4800" dirty="0"/>
          </a:p>
          <a:p>
            <a:pPr lvl="2"/>
            <a:r>
              <a:rPr lang="zh-CN" altLang="en-US" sz="4800" dirty="0"/>
              <a:t>猜测</a:t>
            </a:r>
            <a:endParaRPr lang="en-US" altLang="zh-CN" sz="4800" dirty="0"/>
          </a:p>
          <a:p>
            <a:pPr marL="0" indent="0">
              <a:buNone/>
            </a:pPr>
            <a:endParaRPr lang="zh-CN" altLang="en-US" sz="4000" dirty="0">
              <a:latin typeface="微软雅黑" panose="020B0503020204020204" pitchFamily="34" charset="-122"/>
              <a:ea typeface="微软雅黑" panose="020B0503020204020204" pitchFamily="34" charset="-122"/>
            </a:endParaRPr>
          </a:p>
        </p:txBody>
      </p:sp>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1758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37970" y="2918376"/>
            <a:ext cx="19498575" cy="874530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algn="just"/>
            <a:r>
              <a:rPr lang="zh-CN" altLang="en-US" sz="4800" b="1" dirty="0"/>
              <a:t>最可能出错的语句</a:t>
            </a:r>
            <a:endParaRPr lang="en-US" altLang="zh-CN" sz="4800" b="1" dirty="0"/>
          </a:p>
          <a:p>
            <a:pPr lvl="2" algn="just"/>
            <a:r>
              <a:rPr lang="zh-CN" altLang="en-US" sz="4800" dirty="0">
                <a:solidFill>
                  <a:srgbClr val="FF0000"/>
                </a:solidFill>
              </a:rPr>
              <a:t>函数调用语句。</a:t>
            </a:r>
            <a:r>
              <a:rPr lang="zh-CN" altLang="en-US" sz="4800" dirty="0"/>
              <a:t>子函数的调用语句是测试的重点，一方面由于在调用子函数时可能引起接口引用错误，另一方面可能是子函数本身的错误。</a:t>
            </a:r>
            <a:endParaRPr lang="zh-CN" altLang="en-US" sz="4800" dirty="0"/>
          </a:p>
          <a:p>
            <a:pPr lvl="2" algn="just"/>
            <a:r>
              <a:rPr lang="zh-CN" altLang="en-US" sz="4800" dirty="0">
                <a:solidFill>
                  <a:srgbClr val="FF0000"/>
                </a:solidFill>
              </a:rPr>
              <a:t>判定转移</a:t>
            </a:r>
            <a:r>
              <a:rPr lang="en-US" altLang="zh-CN" sz="4800" dirty="0">
                <a:solidFill>
                  <a:srgbClr val="FF0000"/>
                </a:solidFill>
              </a:rPr>
              <a:t>/</a:t>
            </a:r>
            <a:r>
              <a:rPr lang="zh-CN" altLang="en-US" sz="4800" dirty="0">
                <a:solidFill>
                  <a:srgbClr val="FF0000"/>
                </a:solidFill>
              </a:rPr>
              <a:t>循环语句。</a:t>
            </a:r>
            <a:r>
              <a:rPr lang="zh-CN" altLang="en-US" sz="4800" dirty="0"/>
              <a:t>判定语句常常会由于边界值与比较优先级等问题引起错误或失效而做出错误的转移。因此，对于判定转移</a:t>
            </a:r>
            <a:r>
              <a:rPr lang="en-US" altLang="zh-CN" sz="4800" dirty="0"/>
              <a:t>/</a:t>
            </a:r>
            <a:r>
              <a:rPr lang="zh-CN" altLang="en-US" sz="4800" dirty="0"/>
              <a:t>循环语句也是一个重要的测试点。</a:t>
            </a:r>
            <a:endParaRPr lang="zh-CN" altLang="en-US" sz="4800" dirty="0"/>
          </a:p>
          <a:p>
            <a:pPr marL="0" indent="0" algn="just">
              <a:buNone/>
            </a:pPr>
            <a:endParaRPr lang="zh-CN" altLang="en-US" sz="4000" dirty="0">
              <a:latin typeface="微软雅黑" panose="020B0503020204020204" pitchFamily="34" charset="-122"/>
              <a:ea typeface="微软雅黑" panose="020B0503020204020204" pitchFamily="34" charset="-122"/>
            </a:endParaRPr>
          </a:p>
        </p:txBody>
      </p:sp>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7134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37970" y="2918377"/>
            <a:ext cx="19448262" cy="7060510"/>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algn="just"/>
            <a:r>
              <a:rPr lang="zh-CN" altLang="en-US" sz="4800" b="1" dirty="0"/>
              <a:t>最可能出错的语句</a:t>
            </a:r>
            <a:endParaRPr lang="en-US" altLang="zh-CN" sz="4800" b="1" dirty="0"/>
          </a:p>
          <a:p>
            <a:pPr lvl="2" algn="just"/>
            <a:r>
              <a:rPr lang="zh-CN" altLang="en-US" sz="4800" dirty="0">
                <a:solidFill>
                  <a:srgbClr val="FF0000"/>
                </a:solidFill>
              </a:rPr>
              <a:t>复杂算法段。</a:t>
            </a:r>
            <a:r>
              <a:rPr lang="zh-CN" altLang="en-US" sz="4800" dirty="0"/>
              <a:t>出错的概率常与算法的复杂度成正比。所以越复杂的算法越需要作重点跟踪，如递归、回朔等算法。 </a:t>
            </a:r>
            <a:endParaRPr lang="zh-CN" altLang="en-US" sz="4800" dirty="0"/>
          </a:p>
          <a:p>
            <a:pPr lvl="2" algn="just"/>
            <a:r>
              <a:rPr lang="en-US" altLang="zh-CN" sz="4800" dirty="0">
                <a:solidFill>
                  <a:srgbClr val="FF0000"/>
                </a:solidFill>
                <a:latin typeface="Times New Roman" panose="02020603050405020304" pitchFamily="18" charset="0"/>
                <a:cs typeface="Times New Roman" panose="02020603050405020304" pitchFamily="18" charset="0"/>
              </a:rPr>
              <a:t>SQL</a:t>
            </a:r>
            <a:r>
              <a:rPr lang="zh-CN" altLang="en-US" sz="4800" dirty="0">
                <a:solidFill>
                  <a:srgbClr val="FF0000"/>
                </a:solidFill>
              </a:rPr>
              <a:t>语句。</a:t>
            </a:r>
            <a:r>
              <a:rPr lang="zh-CN" altLang="en-US" sz="4800" dirty="0"/>
              <a:t>对于数据库的应用程序来说，</a:t>
            </a:r>
            <a:r>
              <a:rPr lang="en-US" altLang="zh-CN" sz="4800" dirty="0">
                <a:latin typeface="Times New Roman" panose="02020603050405020304" pitchFamily="18" charset="0"/>
                <a:cs typeface="Times New Roman" panose="02020603050405020304" pitchFamily="18" charset="0"/>
              </a:rPr>
              <a:t>SQL</a:t>
            </a:r>
            <a:r>
              <a:rPr lang="zh-CN" altLang="en-US" sz="4800" dirty="0"/>
              <a:t>语句常常会在模块中占比较重要的业务逻辑，而且比较复杂。因此，它也属于比较容易出现错误的语句。</a:t>
            </a:r>
            <a:endParaRPr lang="zh-CN" altLang="en-US" sz="4800" dirty="0"/>
          </a:p>
          <a:p>
            <a:pPr lvl="2" algn="just"/>
            <a:endParaRPr lang="en-US" altLang="zh-CN" sz="4800" dirty="0"/>
          </a:p>
          <a:p>
            <a:pPr marL="0" indent="0" algn="just">
              <a:buNone/>
            </a:pPr>
            <a:endParaRPr lang="zh-CN" altLang="en-US" sz="4000" dirty="0">
              <a:latin typeface="微软雅黑" panose="020B0503020204020204" pitchFamily="34" charset="-122"/>
              <a:ea typeface="微软雅黑" panose="020B0503020204020204" pitchFamily="34" charset="-122"/>
            </a:endParaRPr>
          </a:p>
        </p:txBody>
      </p:sp>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5527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37970" y="2918377"/>
            <a:ext cx="17419470" cy="7060510"/>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en-US" altLang="zh-CN" sz="4800" b="1" dirty="0">
                <a:latin typeface="Times New Roman" panose="02020603050405020304" pitchFamily="18" charset="0"/>
                <a:cs typeface="Times New Roman" panose="02020603050405020304" pitchFamily="18" charset="0"/>
              </a:rPr>
              <a:t>SQL</a:t>
            </a:r>
            <a:r>
              <a:rPr lang="zh-CN" altLang="en-US" sz="4800" b="1" dirty="0">
                <a:latin typeface="Times New Roman" panose="02020603050405020304" pitchFamily="18" charset="0"/>
                <a:cs typeface="Times New Roman" panose="02020603050405020304" pitchFamily="18" charset="0"/>
              </a:rPr>
              <a:t>语句执行检查</a:t>
            </a:r>
            <a:endParaRPr lang="zh-CN" altLang="en-US" sz="4800" b="1" dirty="0">
              <a:latin typeface="Times New Roman" panose="02020603050405020304" pitchFamily="18" charset="0"/>
              <a:cs typeface="Times New Roman" panose="02020603050405020304" pitchFamily="18" charset="0"/>
            </a:endParaRPr>
          </a:p>
          <a:p>
            <a:pPr lvl="2" eaLnBrk="1"/>
            <a:r>
              <a:rPr lang="zh-CN" altLang="en-US" sz="4800" dirty="0">
                <a:solidFill>
                  <a:schemeClr val="tx1"/>
                </a:solidFill>
                <a:latin typeface="Times New Roman" panose="02020603050405020304" pitchFamily="18" charset="0"/>
                <a:cs typeface="Times New Roman" panose="02020603050405020304" pitchFamily="18" charset="0"/>
              </a:rPr>
              <a:t>捕获并检查生成的</a:t>
            </a:r>
            <a:r>
              <a:rPr lang="en-US" altLang="zh-CN" sz="4800" dirty="0">
                <a:solidFill>
                  <a:schemeClr val="tx1"/>
                </a:solidFill>
                <a:latin typeface="Times New Roman" panose="02020603050405020304" pitchFamily="18" charset="0"/>
                <a:cs typeface="Times New Roman" panose="02020603050405020304" pitchFamily="18" charset="0"/>
              </a:rPr>
              <a:t>SQL</a:t>
            </a:r>
            <a:r>
              <a:rPr lang="zh-CN" altLang="en-US" sz="4800" dirty="0">
                <a:solidFill>
                  <a:schemeClr val="tx1"/>
                </a:solidFill>
                <a:latin typeface="Times New Roman" panose="02020603050405020304" pitchFamily="18" charset="0"/>
                <a:cs typeface="Times New Roman" panose="02020603050405020304" pitchFamily="18" charset="0"/>
              </a:rPr>
              <a:t>语句是否正确。</a:t>
            </a:r>
            <a:endParaRPr lang="en-US" altLang="zh-CN" sz="4800" dirty="0">
              <a:solidFill>
                <a:schemeClr val="tx1"/>
              </a:solidFill>
              <a:latin typeface="Times New Roman" panose="02020603050405020304" pitchFamily="18" charset="0"/>
              <a:cs typeface="Times New Roman" panose="02020603050405020304" pitchFamily="18" charset="0"/>
            </a:endParaRPr>
          </a:p>
          <a:p>
            <a:pPr lvl="2" eaLnBrk="1"/>
            <a:r>
              <a:rPr lang="zh-CN" altLang="en-US" sz="4800" dirty="0">
                <a:solidFill>
                  <a:schemeClr val="tx1"/>
                </a:solidFill>
                <a:latin typeface="Times New Roman" panose="02020603050405020304" pitchFamily="18" charset="0"/>
                <a:cs typeface="Times New Roman" panose="02020603050405020304" pitchFamily="18" charset="0"/>
              </a:rPr>
              <a:t>将</a:t>
            </a:r>
            <a:r>
              <a:rPr lang="en-US" altLang="zh-CN" sz="4800" dirty="0">
                <a:solidFill>
                  <a:schemeClr val="tx1"/>
                </a:solidFill>
                <a:latin typeface="Times New Roman" panose="02020603050405020304" pitchFamily="18" charset="0"/>
                <a:cs typeface="Times New Roman" panose="02020603050405020304" pitchFamily="18" charset="0"/>
              </a:rPr>
              <a:t>SQL</a:t>
            </a:r>
            <a:r>
              <a:rPr lang="zh-CN" altLang="en-US" sz="4800" dirty="0">
                <a:solidFill>
                  <a:schemeClr val="tx1"/>
                </a:solidFill>
                <a:latin typeface="Times New Roman" panose="02020603050405020304" pitchFamily="18" charset="0"/>
                <a:cs typeface="Times New Roman" panose="02020603050405020304" pitchFamily="18" charset="0"/>
              </a:rPr>
              <a:t>脚本放入数据库执行看效果。</a:t>
            </a:r>
            <a:endParaRPr lang="zh-CN" altLang="en-US" sz="4800" dirty="0">
              <a:solidFill>
                <a:schemeClr val="tx1"/>
              </a:solidFill>
              <a:latin typeface="Times New Roman" panose="02020603050405020304" pitchFamily="18" charset="0"/>
              <a:cs typeface="Times New Roman" panose="02020603050405020304" pitchFamily="18" charset="0"/>
            </a:endParaRPr>
          </a:p>
          <a:p>
            <a:pPr lvl="2"/>
            <a:endParaRPr lang="zh-CN" altLang="en-US" sz="4800" dirty="0"/>
          </a:p>
          <a:p>
            <a:pPr lvl="2"/>
            <a:endParaRPr lang="en-US" altLang="zh-CN" sz="4800" dirty="0"/>
          </a:p>
          <a:p>
            <a:pPr marL="0" indent="0">
              <a:buNone/>
            </a:pPr>
            <a:endParaRPr lang="zh-CN" altLang="en-US" sz="4000" dirty="0">
              <a:latin typeface="微软雅黑" panose="020B0503020204020204" pitchFamily="34" charset="-122"/>
              <a:ea typeface="微软雅黑" panose="020B0503020204020204" pitchFamily="34" charset="-122"/>
            </a:endParaRPr>
          </a:p>
        </p:txBody>
      </p:sp>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6819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37970" y="2918377"/>
            <a:ext cx="17302164" cy="9028458"/>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错误定位的基本方法</a:t>
            </a:r>
            <a:endParaRPr lang="en-US" altLang="zh-CN" sz="4800" b="1" dirty="0"/>
          </a:p>
          <a:p>
            <a:pPr lvl="2"/>
            <a:r>
              <a:rPr lang="zh-CN" altLang="en-US" sz="4800" dirty="0"/>
              <a:t>断点和调试</a:t>
            </a:r>
            <a:endParaRPr lang="en-US" altLang="zh-CN" sz="4800" dirty="0"/>
          </a:p>
          <a:p>
            <a:pPr lvl="2"/>
            <a:r>
              <a:rPr lang="zh-CN" altLang="en-US" sz="4800" dirty="0"/>
              <a:t>猜测</a:t>
            </a:r>
            <a:r>
              <a:rPr lang="en-US" altLang="zh-CN" sz="4800" dirty="0"/>
              <a:t>	</a:t>
            </a:r>
            <a:endParaRPr lang="en-US" altLang="zh-CN" sz="4800" dirty="0"/>
          </a:p>
          <a:p>
            <a:pPr marL="635000" lvl="1">
              <a:lnSpc>
                <a:spcPct val="200000"/>
              </a:lnSpc>
              <a:spcBef>
                <a:spcPts val="0"/>
              </a:spcBef>
              <a:buSzTx/>
              <a:buFont typeface="Wingdings" panose="05000000000000000000" pitchFamily="2" charset="2"/>
              <a:buChar char="n"/>
            </a:pPr>
            <a:r>
              <a:rPr lang="zh-CN" altLang="en-US" sz="4800" dirty="0">
                <a:latin typeface="微软雅黑" panose="020B0503020204020204" pitchFamily="34" charset="-122"/>
                <a:ea typeface="微软雅黑" panose="020B0503020204020204" pitchFamily="34" charset="-122"/>
              </a:rPr>
              <a:t>错误定位的科学方法</a:t>
            </a:r>
            <a:endParaRPr lang="en-US" altLang="zh-CN" sz="4800" dirty="0">
              <a:latin typeface="微软雅黑" panose="020B0503020204020204" pitchFamily="34" charset="-122"/>
              <a:ea typeface="微软雅黑" panose="020B0503020204020204" pitchFamily="34" charset="-122"/>
            </a:endParaRPr>
          </a:p>
          <a:p>
            <a:pPr lvl="2"/>
            <a:r>
              <a:rPr lang="zh-CN" altLang="en-US" sz="4800" dirty="0"/>
              <a:t>程序切片</a:t>
            </a:r>
            <a:endParaRPr lang="en-US" altLang="zh-CN" sz="4800" dirty="0"/>
          </a:p>
          <a:p>
            <a:pPr marL="0" indent="0">
              <a:buNone/>
            </a:pPr>
            <a:endParaRPr lang="zh-CN" altLang="en-US" sz="4000" dirty="0">
              <a:latin typeface="微软雅黑" panose="020B0503020204020204" pitchFamily="34" charset="-122"/>
              <a:ea typeface="微软雅黑" panose="020B0503020204020204" pitchFamily="34" charset="-122"/>
            </a:endParaRPr>
          </a:p>
        </p:txBody>
      </p:sp>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3573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136452" y="2478174"/>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错误定位</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sp>
        <p:nvSpPr>
          <p:cNvPr id="134" name="矩形 5"/>
          <p:cNvSpPr txBox="1"/>
          <p:nvPr/>
        </p:nvSpPr>
        <p:spPr>
          <a:xfrm>
            <a:off x="11263349" y="4605410"/>
            <a:ext cx="5682868"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程序切片</a:t>
            </a:r>
            <a:endParaRPr sz="4400" b="1" dirty="0">
              <a:solidFill>
                <a:srgbClr val="FF0000"/>
              </a:solidFill>
            </a:endParaRPr>
          </a:p>
        </p:txBody>
      </p:sp>
      <p:sp>
        <p:nvSpPr>
          <p:cNvPr id="135" name="Freeform 5"/>
          <p:cNvSpPr/>
          <p:nvPr/>
        </p:nvSpPr>
        <p:spPr>
          <a:xfrm rot="5400000">
            <a:off x="9259567" y="438600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136452" y="448100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sp>
        <p:nvSpPr>
          <p:cNvPr id="138" name="矩形 5"/>
          <p:cNvSpPr txBox="1"/>
          <p:nvPr/>
        </p:nvSpPr>
        <p:spPr>
          <a:xfrm>
            <a:off x="11263350" y="6485443"/>
            <a:ext cx="7273128" cy="69259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基于测试用例的错误定位</a:t>
            </a:r>
            <a:endParaRPr sz="4400" dirty="0">
              <a:solidFill>
                <a:schemeClr val="tx1"/>
              </a:solidFill>
            </a:endParaRPr>
          </a:p>
        </p:txBody>
      </p:sp>
      <p:sp>
        <p:nvSpPr>
          <p:cNvPr id="139" name="Freeform 5"/>
          <p:cNvSpPr/>
          <p:nvPr/>
        </p:nvSpPr>
        <p:spPr>
          <a:xfrm rot="5400000">
            <a:off x="9259567" y="6240049"/>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136452" y="6376001"/>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sp>
        <p:nvSpPr>
          <p:cNvPr id="16" name="矩形 5"/>
          <p:cNvSpPr txBox="1"/>
          <p:nvPr/>
        </p:nvSpPr>
        <p:spPr>
          <a:xfrm>
            <a:off x="11314148" y="8330749"/>
            <a:ext cx="5682868"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小结</a:t>
            </a:r>
            <a:endParaRPr sz="4400" dirty="0">
              <a:solidFill>
                <a:schemeClr val="tx1"/>
              </a:solidFill>
            </a:endParaRPr>
          </a:p>
        </p:txBody>
      </p:sp>
      <p:sp>
        <p:nvSpPr>
          <p:cNvPr id="17" name="Freeform 5"/>
          <p:cNvSpPr/>
          <p:nvPr/>
        </p:nvSpPr>
        <p:spPr>
          <a:xfrm rot="5400000">
            <a:off x="9310366" y="8111341"/>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8" name="矩形 11"/>
          <p:cNvSpPr txBox="1"/>
          <p:nvPr/>
        </p:nvSpPr>
        <p:spPr>
          <a:xfrm>
            <a:off x="9187251" y="8206348"/>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641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37969" y="2918377"/>
            <a:ext cx="20458915" cy="9028458"/>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什么是程序切片</a:t>
            </a:r>
            <a:endParaRPr lang="en-US" altLang="zh-CN" sz="4800" b="1" dirty="0"/>
          </a:p>
          <a:p>
            <a:pPr lvl="2"/>
            <a:r>
              <a:rPr lang="zh-CN" altLang="en-US" sz="4800" dirty="0"/>
              <a:t>与某个输出有关的所有语句构成的程序称为源程序的一个切片。</a:t>
            </a:r>
            <a:r>
              <a:rPr lang="en-US" altLang="zh-CN" sz="4800" dirty="0"/>
              <a:t>	</a:t>
            </a:r>
            <a:endParaRPr lang="en-US" altLang="zh-CN" sz="4800" dirty="0"/>
          </a:p>
          <a:p>
            <a:pPr marL="0" indent="0">
              <a:buNone/>
            </a:pPr>
            <a:endParaRPr lang="zh-CN" altLang="en-US" sz="4000" dirty="0">
              <a:latin typeface="微软雅黑" panose="020B0503020204020204" pitchFamily="34" charset="-122"/>
              <a:ea typeface="微软雅黑" panose="020B0503020204020204" pitchFamily="34" charset="-122"/>
            </a:endParaRPr>
          </a:p>
        </p:txBody>
      </p:sp>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程序切片</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511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37969" y="2918377"/>
            <a:ext cx="19496389" cy="9718756"/>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algn="just"/>
            <a:r>
              <a:rPr lang="zh-CN" altLang="en-US" sz="4800" b="1" dirty="0"/>
              <a:t>程序切片的准确计算</a:t>
            </a:r>
            <a:endParaRPr lang="en-US" altLang="zh-CN" sz="4800" b="1" dirty="0"/>
          </a:p>
          <a:p>
            <a:pPr lvl="2" algn="just"/>
            <a:r>
              <a:rPr lang="zh-CN" altLang="en-US" sz="4800" dirty="0">
                <a:solidFill>
                  <a:schemeClr val="tx1"/>
                </a:solidFill>
                <a:latin typeface="Times New Roman" panose="02020603050405020304" pitchFamily="18" charset="0"/>
                <a:cs typeface="Times New Roman" panose="02020603050405020304" pitchFamily="18" charset="0"/>
              </a:rPr>
              <a:t>给定一个程序</a:t>
            </a:r>
            <a:r>
              <a:rPr lang="en-US" altLang="zh-CN" sz="4800" dirty="0">
                <a:solidFill>
                  <a:schemeClr val="tx1"/>
                </a:solidFill>
                <a:latin typeface="Times New Roman" panose="02020603050405020304" pitchFamily="18" charset="0"/>
                <a:cs typeface="Times New Roman" panose="02020603050405020304" pitchFamily="18" charset="0"/>
              </a:rPr>
              <a:t>P</a:t>
            </a:r>
            <a:r>
              <a:rPr lang="zh-CN" altLang="en-US" sz="4800" dirty="0">
                <a:solidFill>
                  <a:schemeClr val="tx1"/>
                </a:solidFill>
                <a:latin typeface="Times New Roman" panose="02020603050405020304" pitchFamily="18" charset="0"/>
                <a:cs typeface="Times New Roman" panose="02020603050405020304" pitchFamily="18" charset="0"/>
              </a:rPr>
              <a:t>和</a:t>
            </a:r>
            <a:r>
              <a:rPr lang="en-US" altLang="zh-CN" sz="4800" dirty="0">
                <a:solidFill>
                  <a:schemeClr val="tx1"/>
                </a:solidFill>
                <a:latin typeface="Times New Roman" panose="02020603050405020304" pitchFamily="18" charset="0"/>
                <a:cs typeface="Times New Roman" panose="02020603050405020304" pitchFamily="18" charset="0"/>
              </a:rPr>
              <a:t>P</a:t>
            </a:r>
            <a:r>
              <a:rPr lang="zh-CN" altLang="en-US" sz="4800" dirty="0">
                <a:solidFill>
                  <a:schemeClr val="tx1"/>
                </a:solidFill>
                <a:latin typeface="Times New Roman" panose="02020603050405020304" pitchFamily="18" charset="0"/>
                <a:cs typeface="Times New Roman" panose="02020603050405020304" pitchFamily="18" charset="0"/>
              </a:rPr>
              <a:t>中的一个变量集合</a:t>
            </a:r>
            <a:r>
              <a:rPr lang="en-US" altLang="zh-CN" sz="4800" dirty="0">
                <a:solidFill>
                  <a:schemeClr val="tx1"/>
                </a:solidFill>
                <a:latin typeface="Times New Roman" panose="02020603050405020304" pitchFamily="18" charset="0"/>
                <a:cs typeface="Times New Roman" panose="02020603050405020304" pitchFamily="18" charset="0"/>
              </a:rPr>
              <a:t>V</a:t>
            </a:r>
            <a:r>
              <a:rPr lang="zh-CN" altLang="en-US" sz="4800" dirty="0">
                <a:solidFill>
                  <a:schemeClr val="tx1"/>
                </a:solidFill>
                <a:latin typeface="Times New Roman" panose="02020603050405020304" pitchFamily="18" charset="0"/>
                <a:cs typeface="Times New Roman" panose="02020603050405020304" pitchFamily="18" charset="0"/>
              </a:rPr>
              <a:t>，变量集合</a:t>
            </a:r>
            <a:r>
              <a:rPr lang="en-US" altLang="zh-CN" sz="4800" dirty="0">
                <a:solidFill>
                  <a:schemeClr val="tx1"/>
                </a:solidFill>
                <a:latin typeface="Times New Roman" panose="02020603050405020304" pitchFamily="18" charset="0"/>
                <a:cs typeface="Times New Roman" panose="02020603050405020304" pitchFamily="18" charset="0"/>
              </a:rPr>
              <a:t>V</a:t>
            </a:r>
            <a:r>
              <a:rPr lang="zh-CN" altLang="en-US" sz="4800" dirty="0">
                <a:solidFill>
                  <a:schemeClr val="tx1"/>
                </a:solidFill>
                <a:latin typeface="Times New Roman" panose="02020603050405020304" pitchFamily="18" charset="0"/>
                <a:cs typeface="Times New Roman" panose="02020603050405020304" pitchFamily="18" charset="0"/>
              </a:rPr>
              <a:t>在语句</a:t>
            </a:r>
            <a:r>
              <a:rPr lang="en-US" altLang="zh-CN" sz="4800" dirty="0">
                <a:solidFill>
                  <a:schemeClr val="tx1"/>
                </a:solidFill>
                <a:latin typeface="Times New Roman" panose="02020603050405020304" pitchFamily="18" charset="0"/>
                <a:cs typeface="Times New Roman" panose="02020603050405020304" pitchFamily="18" charset="0"/>
              </a:rPr>
              <a:t>n</a:t>
            </a:r>
            <a:r>
              <a:rPr lang="zh-CN" altLang="en-US" sz="4800" dirty="0">
                <a:solidFill>
                  <a:schemeClr val="tx1"/>
                </a:solidFill>
                <a:latin typeface="Times New Roman" panose="02020603050405020304" pitchFamily="18" charset="0"/>
                <a:cs typeface="Times New Roman" panose="02020603050405020304" pitchFamily="18" charset="0"/>
              </a:rPr>
              <a:t>上的一个切片，记做</a:t>
            </a:r>
            <a:r>
              <a:rPr lang="en-US" altLang="zh-CN" sz="4800" dirty="0">
                <a:solidFill>
                  <a:schemeClr val="tx1"/>
                </a:solidFill>
                <a:latin typeface="Times New Roman" panose="02020603050405020304" pitchFamily="18" charset="0"/>
                <a:cs typeface="Times New Roman" panose="02020603050405020304" pitchFamily="18" charset="0"/>
              </a:rPr>
              <a:t>S</a:t>
            </a:r>
            <a:r>
              <a:rPr lang="zh-CN" altLang="en-US" sz="4800" dirty="0">
                <a:solidFill>
                  <a:schemeClr val="tx1"/>
                </a:solidFill>
                <a:latin typeface="Times New Roman" panose="02020603050405020304" pitchFamily="18" charset="0"/>
                <a:cs typeface="Times New Roman" panose="02020603050405020304" pitchFamily="18" charset="0"/>
              </a:rPr>
              <a:t>（</a:t>
            </a:r>
            <a:r>
              <a:rPr lang="en-US" altLang="zh-CN" sz="4800" dirty="0">
                <a:solidFill>
                  <a:schemeClr val="tx1"/>
                </a:solidFill>
                <a:latin typeface="Times New Roman" panose="02020603050405020304" pitchFamily="18" charset="0"/>
                <a:cs typeface="Times New Roman" panose="02020603050405020304" pitchFamily="18" charset="0"/>
              </a:rPr>
              <a:t>V</a:t>
            </a:r>
            <a:r>
              <a:rPr lang="zh-CN" altLang="en-US" sz="4800" dirty="0">
                <a:solidFill>
                  <a:schemeClr val="tx1"/>
                </a:solidFill>
                <a:latin typeface="Times New Roman" panose="02020603050405020304" pitchFamily="18" charset="0"/>
                <a:cs typeface="Times New Roman" panose="02020603050405020304" pitchFamily="18" charset="0"/>
              </a:rPr>
              <a:t>，</a:t>
            </a:r>
            <a:r>
              <a:rPr lang="en-US" altLang="zh-CN" sz="4800" dirty="0">
                <a:solidFill>
                  <a:schemeClr val="tx1"/>
                </a:solidFill>
                <a:latin typeface="Times New Roman" panose="02020603050405020304" pitchFamily="18" charset="0"/>
                <a:cs typeface="Times New Roman" panose="02020603050405020304" pitchFamily="18" charset="0"/>
              </a:rPr>
              <a:t>n</a:t>
            </a:r>
            <a:r>
              <a:rPr lang="zh-CN" altLang="en-US" sz="4800" dirty="0">
                <a:solidFill>
                  <a:schemeClr val="tx1"/>
                </a:solidFill>
                <a:latin typeface="Times New Roman" panose="02020603050405020304" pitchFamily="18" charset="0"/>
                <a:cs typeface="Times New Roman" panose="02020603050405020304" pitchFamily="18" charset="0"/>
              </a:rPr>
              <a:t>），是</a:t>
            </a:r>
            <a:r>
              <a:rPr lang="en-US" altLang="zh-CN" sz="4800" dirty="0">
                <a:solidFill>
                  <a:schemeClr val="tx1"/>
                </a:solidFill>
                <a:latin typeface="Times New Roman" panose="02020603050405020304" pitchFamily="18" charset="0"/>
                <a:cs typeface="Times New Roman" panose="02020603050405020304" pitchFamily="18" charset="0"/>
              </a:rPr>
              <a:t>P</a:t>
            </a:r>
            <a:r>
              <a:rPr lang="zh-CN" altLang="en-US" sz="4800" dirty="0">
                <a:solidFill>
                  <a:schemeClr val="tx1"/>
                </a:solidFill>
                <a:latin typeface="Times New Roman" panose="02020603050405020304" pitchFamily="18" charset="0"/>
                <a:cs typeface="Times New Roman" panose="02020603050405020304" pitchFamily="18" charset="0"/>
              </a:rPr>
              <a:t>中对</a:t>
            </a:r>
            <a:r>
              <a:rPr lang="en-US" altLang="zh-CN" sz="4800" dirty="0">
                <a:solidFill>
                  <a:schemeClr val="tx1"/>
                </a:solidFill>
                <a:latin typeface="Times New Roman" panose="02020603050405020304" pitchFamily="18" charset="0"/>
                <a:cs typeface="Times New Roman" panose="02020603050405020304" pitchFamily="18" charset="0"/>
              </a:rPr>
              <a:t>V</a:t>
            </a:r>
            <a:r>
              <a:rPr lang="zh-CN" altLang="en-US" sz="4800" dirty="0">
                <a:solidFill>
                  <a:schemeClr val="tx1"/>
                </a:solidFill>
                <a:latin typeface="Times New Roman" panose="02020603050405020304" pitchFamily="18" charset="0"/>
                <a:cs typeface="Times New Roman" panose="02020603050405020304" pitchFamily="18" charset="0"/>
              </a:rPr>
              <a:t>的变量值作出贡献的所有语句集合。 </a:t>
            </a:r>
            <a:endParaRPr lang="en-US" altLang="zh-CN" sz="4800" dirty="0">
              <a:solidFill>
                <a:schemeClr val="tx1"/>
              </a:solidFill>
              <a:latin typeface="Times New Roman" panose="02020603050405020304" pitchFamily="18" charset="0"/>
              <a:cs typeface="Times New Roman" panose="02020603050405020304" pitchFamily="18" charset="0"/>
            </a:endParaRPr>
          </a:p>
          <a:p>
            <a:pPr marL="0" indent="0" algn="just">
              <a:buNone/>
            </a:pPr>
            <a:endParaRPr lang="zh-CN" altLang="en-US" sz="4000" dirty="0">
              <a:latin typeface="微软雅黑" panose="020B0503020204020204" pitchFamily="34" charset="-122"/>
              <a:ea typeface="微软雅黑" panose="020B0503020204020204" pitchFamily="34" charset="-122"/>
            </a:endParaRPr>
          </a:p>
        </p:txBody>
      </p:sp>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程序切片</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8879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程序切片</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sp>
        <p:nvSpPr>
          <p:cNvPr id="6" name="Rectangle 2"/>
          <p:cNvSpPr txBox="1">
            <a:spLocks noChangeArrowheads="1"/>
          </p:cNvSpPr>
          <p:nvPr/>
        </p:nvSpPr>
        <p:spPr>
          <a:xfrm>
            <a:off x="6811670" y="1665595"/>
            <a:ext cx="11972096" cy="11238672"/>
          </a:xfrm>
          <a:prstGeom prst="rect">
            <a:avLst/>
          </a:prstGeom>
        </p:spPr>
        <p:txBody>
          <a:bodyPr>
            <a:noAutofit/>
          </a:bodyPr>
          <a:lstStyle>
            <a:lvl1pPr marL="635000" marR="0" indent="-635000" algn="l" defTabSz="825500" latinLnBrk="0">
              <a:lnSpc>
                <a:spcPct val="100000"/>
              </a:lnSpc>
              <a:spcBef>
                <a:spcPts val="5900"/>
              </a:spcBef>
              <a:spcAft>
                <a:spcPts val="0"/>
              </a:spcAft>
              <a:buClrTx/>
              <a:buSzPct val="125000"/>
              <a:buFontTx/>
              <a:buChar char="•"/>
              <a:defRPr sz="4400" b="1"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1pPr>
            <a:lvl2pPr marL="1270000" marR="0" indent="-635000" algn="l" defTabSz="825500" latinLnBrk="0">
              <a:lnSpc>
                <a:spcPct val="100000"/>
              </a:lnSpc>
              <a:spcBef>
                <a:spcPts val="5900"/>
              </a:spcBef>
              <a:spcAft>
                <a:spcPts val="0"/>
              </a:spcAft>
              <a:buClrTx/>
              <a:buSzPct val="125000"/>
              <a:buFontTx/>
              <a:buChar char="•"/>
              <a:defRPr sz="4000" b="1" i="0" u="none" strike="noStrike" cap="none" spc="0" baseline="0">
                <a:ln>
                  <a:noFill/>
                </a:ln>
                <a:solidFill>
                  <a:srgbClr val="000000"/>
                </a:solidFill>
                <a:uFillTx/>
                <a:latin typeface="黑体" panose="02010609060101010101" pitchFamily="49" charset="-122"/>
                <a:ea typeface="黑体" panose="02010609060101010101" pitchFamily="49" charset="-122"/>
                <a:cs typeface="黑体" panose="02010609060101010101" pitchFamily="49" charset="-122"/>
                <a:sym typeface="Helvetica Neue"/>
              </a:defRPr>
            </a:lvl2pPr>
            <a:lvl3pPr marL="190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9pPr>
          </a:lstStyle>
          <a:p>
            <a:pPr hangingPunct="1">
              <a:lnSpc>
                <a:spcPct val="120000"/>
              </a:lnSpc>
              <a:spcBef>
                <a:spcPts val="0"/>
              </a:spcBef>
              <a:buFontTx/>
              <a:buNone/>
            </a:pPr>
            <a:r>
              <a:rPr lang="de-DE" altLang="zh-CN" sz="2800" dirty="0">
                <a:solidFill>
                  <a:schemeClr val="tx1"/>
                </a:solidFill>
                <a:latin typeface="Times New Roman" panose="02020603050405020304" pitchFamily="18" charset="0"/>
                <a:cs typeface="Times New Roman" panose="02020603050405020304" pitchFamily="18" charset="0"/>
              </a:rPr>
              <a:t>1 </a:t>
            </a:r>
            <a:r>
              <a:rPr lang="en-US" altLang="zh-CN" sz="2800" dirty="0">
                <a:solidFill>
                  <a:schemeClr val="tx1"/>
                </a:solidFill>
                <a:latin typeface="Times New Roman" panose="02020603050405020304" pitchFamily="18" charset="0"/>
                <a:cs typeface="Times New Roman" panose="02020603050405020304" pitchFamily="18" charset="0"/>
              </a:rPr>
              <a:t> Program Commission(INPUT,OUTPUT)</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2  Dim </a:t>
            </a:r>
            <a:r>
              <a:rPr lang="en-US" altLang="zh-CN" sz="2800" dirty="0" err="1">
                <a:solidFill>
                  <a:srgbClr val="FF0000"/>
                </a:solidFill>
                <a:latin typeface="Times New Roman" panose="02020603050405020304" pitchFamily="18" charset="0"/>
                <a:cs typeface="Times New Roman" panose="02020603050405020304" pitchFamily="18" charset="0"/>
              </a:rPr>
              <a:t>locks</a:t>
            </a:r>
            <a:r>
              <a:rPr lang="en-US" altLang="zh-CN" sz="2800" dirty="0" err="1">
                <a:solidFill>
                  <a:schemeClr val="tx1"/>
                </a:solidFill>
                <a:latin typeface="Times New Roman" panose="02020603050405020304" pitchFamily="18" charset="0"/>
                <a:cs typeface="Times New Roman" panose="02020603050405020304" pitchFamily="18" charset="0"/>
              </a:rPr>
              <a:t>,stocks,barrels</a:t>
            </a:r>
            <a:r>
              <a:rPr lang="en-US" altLang="zh-CN" sz="2800" dirty="0">
                <a:solidFill>
                  <a:schemeClr val="tx1"/>
                </a:solidFill>
                <a:latin typeface="Times New Roman" panose="02020603050405020304" pitchFamily="18" charset="0"/>
                <a:cs typeface="Times New Roman" panose="02020603050405020304" pitchFamily="18" charset="0"/>
              </a:rPr>
              <a:t> as Integer</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3  Dim </a:t>
            </a:r>
            <a:r>
              <a:rPr lang="en-US" altLang="zh-CN" sz="2800" dirty="0" err="1">
                <a:solidFill>
                  <a:schemeClr val="tx1"/>
                </a:solidFill>
                <a:latin typeface="Times New Roman" panose="02020603050405020304" pitchFamily="18" charset="0"/>
                <a:cs typeface="Times New Roman" panose="02020603050405020304" pitchFamily="18" charset="0"/>
              </a:rPr>
              <a:t>lockPrice,stockPrice,barrelPrice</a:t>
            </a:r>
            <a:r>
              <a:rPr lang="en-US" altLang="zh-CN" sz="2800" dirty="0">
                <a:solidFill>
                  <a:schemeClr val="tx1"/>
                </a:solidFill>
                <a:latin typeface="Times New Roman" panose="02020603050405020304" pitchFamily="18" charset="0"/>
                <a:cs typeface="Times New Roman" panose="02020603050405020304" pitchFamily="18" charset="0"/>
              </a:rPr>
              <a:t> as Real </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4  Dim </a:t>
            </a:r>
            <a:r>
              <a:rPr lang="en-US" altLang="zh-CN" sz="2800" dirty="0" err="1">
                <a:solidFill>
                  <a:schemeClr val="tx1"/>
                </a:solidFill>
                <a:latin typeface="Times New Roman" panose="02020603050405020304" pitchFamily="18" charset="0"/>
                <a:cs typeface="Times New Roman" panose="02020603050405020304" pitchFamily="18" charset="0"/>
              </a:rPr>
              <a:t>totalLocks,totalStocks,totalBarrels</a:t>
            </a:r>
            <a:r>
              <a:rPr lang="en-US" altLang="zh-CN" sz="2800" dirty="0">
                <a:solidFill>
                  <a:schemeClr val="tx1"/>
                </a:solidFill>
                <a:latin typeface="Times New Roman" panose="02020603050405020304" pitchFamily="18" charset="0"/>
                <a:cs typeface="Times New Roman" panose="02020603050405020304" pitchFamily="18" charset="0"/>
              </a:rPr>
              <a:t> as Integer</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5  Dim </a:t>
            </a:r>
            <a:r>
              <a:rPr lang="en-US" altLang="zh-CN" sz="2800" dirty="0" err="1">
                <a:solidFill>
                  <a:schemeClr val="tx1"/>
                </a:solidFill>
                <a:latin typeface="Times New Roman" panose="02020603050405020304" pitchFamily="18" charset="0"/>
                <a:cs typeface="Times New Roman" panose="02020603050405020304" pitchFamily="18" charset="0"/>
              </a:rPr>
              <a:t>lockSales,stockSales,barrelSales</a:t>
            </a:r>
            <a:r>
              <a:rPr lang="en-US" altLang="zh-CN" sz="2800" dirty="0">
                <a:solidFill>
                  <a:schemeClr val="tx1"/>
                </a:solidFill>
                <a:latin typeface="Times New Roman" panose="02020603050405020304" pitchFamily="18" charset="0"/>
                <a:cs typeface="Times New Roman" panose="02020603050405020304" pitchFamily="18" charset="0"/>
              </a:rPr>
              <a:t> as Real</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6  Dim </a:t>
            </a:r>
            <a:r>
              <a:rPr lang="en-US" altLang="zh-CN" sz="2800" dirty="0" err="1">
                <a:solidFill>
                  <a:schemeClr val="tx1"/>
                </a:solidFill>
                <a:latin typeface="Times New Roman" panose="02020603050405020304" pitchFamily="18" charset="0"/>
                <a:cs typeface="Times New Roman" panose="02020603050405020304" pitchFamily="18" charset="0"/>
              </a:rPr>
              <a:t>sales,commission</a:t>
            </a:r>
            <a:r>
              <a:rPr lang="en-US" altLang="zh-CN" sz="2800" dirty="0">
                <a:solidFill>
                  <a:schemeClr val="tx1"/>
                </a:solidFill>
                <a:latin typeface="Times New Roman" panose="02020603050405020304" pitchFamily="18" charset="0"/>
                <a:cs typeface="Times New Roman" panose="02020603050405020304" pitchFamily="18" charset="0"/>
              </a:rPr>
              <a:t> as Real</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7  </a:t>
            </a:r>
            <a:r>
              <a:rPr lang="en-US" altLang="zh-CN" sz="2800" dirty="0" err="1">
                <a:solidFill>
                  <a:schemeClr val="tx1"/>
                </a:solidFill>
                <a:latin typeface="Times New Roman" panose="02020603050405020304" pitchFamily="18" charset="0"/>
                <a:cs typeface="Times New Roman" panose="02020603050405020304" pitchFamily="18" charset="0"/>
              </a:rPr>
              <a:t>lockPrice</a:t>
            </a:r>
            <a:r>
              <a:rPr lang="en-US" altLang="zh-CN" sz="2800" dirty="0">
                <a:solidFill>
                  <a:schemeClr val="tx1"/>
                </a:solidFill>
                <a:latin typeface="Times New Roman" panose="02020603050405020304" pitchFamily="18" charset="0"/>
                <a:cs typeface="Times New Roman" panose="02020603050405020304" pitchFamily="18" charset="0"/>
              </a:rPr>
              <a:t>=45.0</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8  </a:t>
            </a:r>
            <a:r>
              <a:rPr lang="en-US" altLang="zh-CN" sz="2800" dirty="0" err="1">
                <a:solidFill>
                  <a:schemeClr val="tx1"/>
                </a:solidFill>
                <a:latin typeface="Times New Roman" panose="02020603050405020304" pitchFamily="18" charset="0"/>
                <a:cs typeface="Times New Roman" panose="02020603050405020304" pitchFamily="18" charset="0"/>
              </a:rPr>
              <a:t>stockPrice</a:t>
            </a:r>
            <a:r>
              <a:rPr lang="en-US" altLang="zh-CN" sz="2800" dirty="0">
                <a:solidFill>
                  <a:schemeClr val="tx1"/>
                </a:solidFill>
                <a:latin typeface="Times New Roman" panose="02020603050405020304" pitchFamily="18" charset="0"/>
                <a:cs typeface="Times New Roman" panose="02020603050405020304" pitchFamily="18" charset="0"/>
              </a:rPr>
              <a:t>=30.0</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9  </a:t>
            </a:r>
            <a:r>
              <a:rPr lang="en-US" altLang="zh-CN" sz="2800" dirty="0" err="1">
                <a:solidFill>
                  <a:schemeClr val="tx1"/>
                </a:solidFill>
                <a:latin typeface="Times New Roman" panose="02020603050405020304" pitchFamily="18" charset="0"/>
                <a:cs typeface="Times New Roman" panose="02020603050405020304" pitchFamily="18" charset="0"/>
              </a:rPr>
              <a:t>barrelPrice</a:t>
            </a:r>
            <a:r>
              <a:rPr lang="en-US" altLang="zh-CN" sz="2800" dirty="0">
                <a:solidFill>
                  <a:schemeClr val="tx1"/>
                </a:solidFill>
                <a:latin typeface="Times New Roman" panose="02020603050405020304" pitchFamily="18" charset="0"/>
                <a:cs typeface="Times New Roman" panose="02020603050405020304" pitchFamily="18" charset="0"/>
              </a:rPr>
              <a:t>=25.0</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10 </a:t>
            </a:r>
            <a:r>
              <a:rPr lang="en-US" altLang="zh-CN" sz="2800" dirty="0" err="1">
                <a:solidFill>
                  <a:schemeClr val="tx1"/>
                </a:solidFill>
                <a:latin typeface="Times New Roman" panose="02020603050405020304" pitchFamily="18" charset="0"/>
                <a:cs typeface="Times New Roman" panose="02020603050405020304" pitchFamily="18" charset="0"/>
              </a:rPr>
              <a:t>totalLocks</a:t>
            </a:r>
            <a:r>
              <a:rPr lang="en-US" altLang="zh-CN" sz="2800" dirty="0">
                <a:solidFill>
                  <a:schemeClr val="tx1"/>
                </a:solidFill>
                <a:latin typeface="Times New Roman" panose="02020603050405020304" pitchFamily="18" charset="0"/>
                <a:cs typeface="Times New Roman" panose="02020603050405020304" pitchFamily="18" charset="0"/>
              </a:rPr>
              <a:t>=0</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11 </a:t>
            </a:r>
            <a:r>
              <a:rPr lang="en-US" altLang="zh-CN" sz="2800" dirty="0" err="1">
                <a:solidFill>
                  <a:schemeClr val="tx1"/>
                </a:solidFill>
                <a:latin typeface="Times New Roman" panose="02020603050405020304" pitchFamily="18" charset="0"/>
                <a:cs typeface="Times New Roman" panose="02020603050405020304" pitchFamily="18" charset="0"/>
              </a:rPr>
              <a:t>totalStocks</a:t>
            </a:r>
            <a:r>
              <a:rPr lang="en-US" altLang="zh-CN" sz="2800" dirty="0">
                <a:solidFill>
                  <a:schemeClr val="tx1"/>
                </a:solidFill>
                <a:latin typeface="Times New Roman" panose="02020603050405020304" pitchFamily="18" charset="0"/>
                <a:cs typeface="Times New Roman" panose="02020603050405020304" pitchFamily="18" charset="0"/>
              </a:rPr>
              <a:t>=0</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12 </a:t>
            </a:r>
            <a:r>
              <a:rPr lang="en-US" altLang="zh-CN" sz="2800" dirty="0" err="1">
                <a:solidFill>
                  <a:schemeClr val="tx1"/>
                </a:solidFill>
                <a:latin typeface="Times New Roman" panose="02020603050405020304" pitchFamily="18" charset="0"/>
                <a:cs typeface="Times New Roman" panose="02020603050405020304" pitchFamily="18" charset="0"/>
              </a:rPr>
              <a:t>totalBarrels</a:t>
            </a:r>
            <a:r>
              <a:rPr lang="en-US" altLang="zh-CN" sz="2800" dirty="0">
                <a:solidFill>
                  <a:schemeClr val="tx1"/>
                </a:solidFill>
                <a:latin typeface="Times New Roman" panose="02020603050405020304" pitchFamily="18" charset="0"/>
                <a:cs typeface="Times New Roman" panose="02020603050405020304" pitchFamily="18" charset="0"/>
              </a:rPr>
              <a:t>=0</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13 Input(</a:t>
            </a:r>
            <a:r>
              <a:rPr lang="en-US" altLang="zh-CN" sz="2800" dirty="0">
                <a:solidFill>
                  <a:srgbClr val="FF0000"/>
                </a:solidFill>
                <a:latin typeface="Times New Roman" panose="02020603050405020304" pitchFamily="18" charset="0"/>
                <a:cs typeface="Times New Roman" panose="02020603050405020304" pitchFamily="18" charset="0"/>
              </a:rPr>
              <a:t>locks</a:t>
            </a:r>
            <a:r>
              <a:rPr lang="en-US" altLang="zh-CN" sz="2800" dirty="0">
                <a:solidFill>
                  <a:schemeClr val="tx1"/>
                </a:solidFill>
                <a:latin typeface="Times New Roman" panose="02020603050405020304" pitchFamily="18" charset="0"/>
                <a:cs typeface="Times New Roman" panose="02020603050405020304" pitchFamily="18" charset="0"/>
              </a:rPr>
              <a:t>)</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14 While(</a:t>
            </a:r>
            <a:r>
              <a:rPr lang="en-US" altLang="zh-CN" sz="2800" dirty="0">
                <a:solidFill>
                  <a:srgbClr val="FF0000"/>
                </a:solidFill>
                <a:latin typeface="Times New Roman" panose="02020603050405020304" pitchFamily="18" charset="0"/>
                <a:cs typeface="Times New Roman" panose="02020603050405020304" pitchFamily="18" charset="0"/>
              </a:rPr>
              <a:t>locks</a:t>
            </a:r>
            <a:r>
              <a:rPr lang="en-US" altLang="zh-CN" sz="2800" dirty="0">
                <a:solidFill>
                  <a:schemeClr val="tx1"/>
                </a:solidFill>
                <a:latin typeface="Times New Roman" panose="02020603050405020304" pitchFamily="18" charset="0"/>
                <a:cs typeface="Times New Roman" panose="02020603050405020304" pitchFamily="18" charset="0"/>
              </a:rPr>
              <a:t>)</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15 	     Input(</a:t>
            </a:r>
            <a:r>
              <a:rPr lang="en-US" altLang="zh-CN" sz="2800" dirty="0" err="1">
                <a:solidFill>
                  <a:schemeClr val="tx1"/>
                </a:solidFill>
                <a:latin typeface="Times New Roman" panose="02020603050405020304" pitchFamily="18" charset="0"/>
                <a:cs typeface="Times New Roman" panose="02020603050405020304" pitchFamily="18" charset="0"/>
              </a:rPr>
              <a:t>stocks,barrels</a:t>
            </a:r>
            <a:r>
              <a:rPr lang="en-US" altLang="zh-CN" sz="2800" dirty="0">
                <a:solidFill>
                  <a:schemeClr val="tx1"/>
                </a:solidFill>
                <a:latin typeface="Times New Roman" panose="02020603050405020304" pitchFamily="18" charset="0"/>
                <a:cs typeface="Times New Roman" panose="02020603050405020304" pitchFamily="18" charset="0"/>
              </a:rPr>
              <a:t>)</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16       </a:t>
            </a:r>
            <a:r>
              <a:rPr lang="en-US" altLang="zh-CN" sz="2800" dirty="0" err="1">
                <a:solidFill>
                  <a:schemeClr val="tx1"/>
                </a:solidFill>
                <a:latin typeface="Times New Roman" panose="02020603050405020304" pitchFamily="18" charset="0"/>
                <a:cs typeface="Times New Roman" panose="02020603050405020304" pitchFamily="18" charset="0"/>
              </a:rPr>
              <a:t>totalLocks</a:t>
            </a:r>
            <a:r>
              <a:rPr lang="en-US" altLang="zh-CN" sz="2800" dirty="0">
                <a:solidFill>
                  <a:schemeClr val="tx1"/>
                </a:solidFill>
                <a:latin typeface="Times New Roman" panose="02020603050405020304" pitchFamily="18" charset="0"/>
                <a:cs typeface="Times New Roman" panose="02020603050405020304" pitchFamily="18" charset="0"/>
              </a:rPr>
              <a:t>=</a:t>
            </a:r>
            <a:r>
              <a:rPr lang="en-US" altLang="zh-CN" sz="2800" dirty="0" err="1">
                <a:solidFill>
                  <a:schemeClr val="tx1"/>
                </a:solidFill>
                <a:latin typeface="Times New Roman" panose="02020603050405020304" pitchFamily="18" charset="0"/>
                <a:cs typeface="Times New Roman" panose="02020603050405020304" pitchFamily="18" charset="0"/>
              </a:rPr>
              <a:t>totalLocks+</a:t>
            </a:r>
            <a:r>
              <a:rPr lang="en-US" altLang="zh-CN" sz="2800" dirty="0" err="1">
                <a:solidFill>
                  <a:srgbClr val="FF0000"/>
                </a:solidFill>
                <a:latin typeface="Times New Roman" panose="02020603050405020304" pitchFamily="18" charset="0"/>
                <a:cs typeface="Times New Roman" panose="02020603050405020304" pitchFamily="18" charset="0"/>
              </a:rPr>
              <a:t>locks</a:t>
            </a:r>
            <a:endParaRPr lang="en-US" altLang="zh-CN" sz="2800" dirty="0">
              <a:solidFill>
                <a:srgbClr val="FF0000"/>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17       </a:t>
            </a:r>
            <a:r>
              <a:rPr lang="en-US" altLang="zh-CN" sz="2800" dirty="0" err="1">
                <a:solidFill>
                  <a:schemeClr val="tx1"/>
                </a:solidFill>
                <a:latin typeface="Times New Roman" panose="02020603050405020304" pitchFamily="18" charset="0"/>
                <a:cs typeface="Times New Roman" panose="02020603050405020304" pitchFamily="18" charset="0"/>
              </a:rPr>
              <a:t>totalStocks</a:t>
            </a:r>
            <a:r>
              <a:rPr lang="en-US" altLang="zh-CN" sz="2800" dirty="0">
                <a:solidFill>
                  <a:schemeClr val="tx1"/>
                </a:solidFill>
                <a:latin typeface="Times New Roman" panose="02020603050405020304" pitchFamily="18" charset="0"/>
                <a:cs typeface="Times New Roman" panose="02020603050405020304" pitchFamily="18" charset="0"/>
              </a:rPr>
              <a:t>=</a:t>
            </a:r>
            <a:r>
              <a:rPr lang="en-US" altLang="zh-CN" sz="2800" dirty="0" err="1">
                <a:solidFill>
                  <a:schemeClr val="tx1"/>
                </a:solidFill>
                <a:latin typeface="Times New Roman" panose="02020603050405020304" pitchFamily="18" charset="0"/>
                <a:cs typeface="Times New Roman" panose="02020603050405020304" pitchFamily="18" charset="0"/>
              </a:rPr>
              <a:t>totalStocks+stocks</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None/>
            </a:pPr>
            <a:r>
              <a:rPr lang="en-US" altLang="zh-CN" sz="2800" dirty="0">
                <a:solidFill>
                  <a:schemeClr val="tx1"/>
                </a:solidFill>
                <a:latin typeface="Times New Roman" panose="02020603050405020304" pitchFamily="18" charset="0"/>
                <a:cs typeface="Times New Roman" panose="02020603050405020304" pitchFamily="18" charset="0"/>
              </a:rPr>
              <a:t>18       </a:t>
            </a:r>
            <a:r>
              <a:rPr lang="en-US" altLang="zh-CN" sz="2800" dirty="0" err="1">
                <a:solidFill>
                  <a:schemeClr val="tx1"/>
                </a:solidFill>
                <a:latin typeface="Times New Roman" panose="02020603050405020304" pitchFamily="18" charset="0"/>
                <a:cs typeface="Times New Roman" panose="02020603050405020304" pitchFamily="18" charset="0"/>
              </a:rPr>
              <a:t>totalBarrels</a:t>
            </a:r>
            <a:r>
              <a:rPr lang="en-US" altLang="zh-CN" sz="2800" dirty="0">
                <a:solidFill>
                  <a:schemeClr val="tx1"/>
                </a:solidFill>
                <a:latin typeface="Times New Roman" panose="02020603050405020304" pitchFamily="18" charset="0"/>
                <a:cs typeface="Times New Roman" panose="02020603050405020304" pitchFamily="18" charset="0"/>
              </a:rPr>
              <a:t>=</a:t>
            </a:r>
            <a:r>
              <a:rPr lang="en-US" altLang="zh-CN" sz="2800" dirty="0" err="1">
                <a:solidFill>
                  <a:schemeClr val="tx1"/>
                </a:solidFill>
                <a:latin typeface="Times New Roman" panose="02020603050405020304" pitchFamily="18" charset="0"/>
                <a:cs typeface="Times New Roman" panose="02020603050405020304" pitchFamily="18" charset="0"/>
              </a:rPr>
              <a:t>totalBarrels+barrels</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None/>
            </a:pPr>
            <a:r>
              <a:rPr lang="en-US" altLang="zh-CN" sz="2800" dirty="0">
                <a:solidFill>
                  <a:schemeClr val="tx1"/>
                </a:solidFill>
                <a:latin typeface="Times New Roman" panose="02020603050405020304" pitchFamily="18" charset="0"/>
                <a:cs typeface="Times New Roman" panose="02020603050405020304" pitchFamily="18" charset="0"/>
              </a:rPr>
              <a:t>19       Output(“</a:t>
            </a:r>
            <a:r>
              <a:rPr lang="en-US" altLang="zh-CN" sz="2800" dirty="0" err="1">
                <a:solidFill>
                  <a:schemeClr val="tx1"/>
                </a:solidFill>
                <a:latin typeface="Times New Roman" panose="02020603050405020304" pitchFamily="18" charset="0"/>
                <a:cs typeface="Times New Roman" panose="02020603050405020304" pitchFamily="18" charset="0"/>
              </a:rPr>
              <a:t>Locks:“,</a:t>
            </a:r>
            <a:r>
              <a:rPr lang="en-US" altLang="zh-CN" sz="2800" dirty="0" err="1">
                <a:solidFill>
                  <a:srgbClr val="FF0000"/>
                </a:solidFill>
                <a:latin typeface="Times New Roman" panose="02020603050405020304" pitchFamily="18" charset="0"/>
                <a:cs typeface="Times New Roman" panose="02020603050405020304" pitchFamily="18" charset="0"/>
              </a:rPr>
              <a:t>locks</a:t>
            </a:r>
            <a:r>
              <a:rPr lang="en-US" altLang="zh-CN" sz="2800" dirty="0">
                <a:solidFill>
                  <a:schemeClr val="tx1"/>
                </a:solidFill>
                <a:latin typeface="Times New Roman" panose="02020603050405020304" pitchFamily="18" charset="0"/>
                <a:cs typeface="Times New Roman" panose="02020603050405020304" pitchFamily="18" charset="0"/>
              </a:rPr>
              <a:t>)</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20       Input(</a:t>
            </a:r>
            <a:r>
              <a:rPr lang="en-US" altLang="zh-CN" sz="2800" dirty="0">
                <a:solidFill>
                  <a:srgbClr val="FF0000"/>
                </a:solidFill>
                <a:latin typeface="Times New Roman" panose="02020603050405020304" pitchFamily="18" charset="0"/>
                <a:cs typeface="Times New Roman" panose="02020603050405020304" pitchFamily="18" charset="0"/>
              </a:rPr>
              <a:t>locks</a:t>
            </a:r>
            <a:r>
              <a:rPr lang="en-US" altLang="zh-CN" sz="2800" dirty="0">
                <a:solidFill>
                  <a:schemeClr val="tx1"/>
                </a:solidFill>
                <a:latin typeface="Times New Roman" panose="02020603050405020304" pitchFamily="18" charset="0"/>
                <a:cs typeface="Times New Roman" panose="02020603050405020304" pitchFamily="18" charset="0"/>
              </a:rPr>
              <a:t>)</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20 </a:t>
            </a:r>
            <a:r>
              <a:rPr lang="en-US" altLang="zh-CN" sz="2800" dirty="0" err="1">
                <a:solidFill>
                  <a:schemeClr val="tx1"/>
                </a:solidFill>
                <a:latin typeface="Times New Roman" panose="02020603050405020304" pitchFamily="18" charset="0"/>
                <a:cs typeface="Times New Roman" panose="02020603050405020304" pitchFamily="18" charset="0"/>
              </a:rPr>
              <a:t>EndWhile</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chemeClr val="tx1"/>
                </a:solidFill>
                <a:latin typeface="Times New Roman" panose="02020603050405020304" pitchFamily="18" charset="0"/>
                <a:cs typeface="Times New Roman" panose="02020603050405020304" pitchFamily="18" charset="0"/>
              </a:rPr>
              <a:t>21 Output(“Locks sold:“,</a:t>
            </a:r>
            <a:r>
              <a:rPr lang="en-US" altLang="zh-CN" sz="2800" dirty="0" err="1">
                <a:solidFill>
                  <a:schemeClr val="tx1"/>
                </a:solidFill>
                <a:latin typeface="Times New Roman" panose="02020603050405020304" pitchFamily="18" charset="0"/>
                <a:cs typeface="Times New Roman" panose="02020603050405020304" pitchFamily="18" charset="0"/>
              </a:rPr>
              <a:t>totalLocks</a:t>
            </a:r>
            <a:r>
              <a:rPr lang="en-US" altLang="zh-CN" sz="2800" dirty="0">
                <a:solidFill>
                  <a:schemeClr val="tx1"/>
                </a:solidFill>
                <a:latin typeface="Times New Roman" panose="02020603050405020304" pitchFamily="18" charset="0"/>
                <a:cs typeface="Times New Roman" panose="02020603050405020304" pitchFamily="18" charset="0"/>
              </a:rPr>
              <a:t>)</a:t>
            </a:r>
            <a:endParaRPr lang="en-US" altLang="zh-CN" sz="2800" dirty="0">
              <a:solidFill>
                <a:schemeClr val="tx1"/>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endParaRPr lang="en-US" altLang="zh-CN" sz="2800" dirty="0">
              <a:solidFill>
                <a:schemeClr val="tx1"/>
              </a:solidFill>
              <a:latin typeface="Times New Roman" panose="02020603050405020304" pitchFamily="18" charset="0"/>
              <a:cs typeface="Times New Roman" panose="02020603050405020304" pitchFamily="18" charset="0"/>
            </a:endParaRP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837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程序切片</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sp>
        <p:nvSpPr>
          <p:cNvPr id="6" name="Rectangle 2"/>
          <p:cNvSpPr txBox="1">
            <a:spLocks noChangeArrowheads="1"/>
          </p:cNvSpPr>
          <p:nvPr/>
        </p:nvSpPr>
        <p:spPr>
          <a:xfrm>
            <a:off x="10164296" y="1238663"/>
            <a:ext cx="8268084" cy="11238672"/>
          </a:xfrm>
          <a:prstGeom prst="rect">
            <a:avLst/>
          </a:prstGeom>
          <a:ln>
            <a:solidFill>
              <a:schemeClr val="tx1"/>
            </a:solidFill>
          </a:ln>
        </p:spPr>
        <p:txBody>
          <a:bodyPr>
            <a:noAutofit/>
          </a:bodyPr>
          <a:lstStyle>
            <a:lvl1pPr marL="635000" marR="0" indent="-635000" algn="l" defTabSz="825500" latinLnBrk="0">
              <a:lnSpc>
                <a:spcPct val="100000"/>
              </a:lnSpc>
              <a:spcBef>
                <a:spcPts val="5900"/>
              </a:spcBef>
              <a:spcAft>
                <a:spcPts val="0"/>
              </a:spcAft>
              <a:buClrTx/>
              <a:buSzPct val="125000"/>
              <a:buFontTx/>
              <a:buChar char="•"/>
              <a:defRPr sz="4400" b="1"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1pPr>
            <a:lvl2pPr marL="1270000" marR="0" indent="-635000" algn="l" defTabSz="825500" latinLnBrk="0">
              <a:lnSpc>
                <a:spcPct val="100000"/>
              </a:lnSpc>
              <a:spcBef>
                <a:spcPts val="5900"/>
              </a:spcBef>
              <a:spcAft>
                <a:spcPts val="0"/>
              </a:spcAft>
              <a:buClrTx/>
              <a:buSzPct val="125000"/>
              <a:buFontTx/>
              <a:buChar char="•"/>
              <a:defRPr sz="4000" b="1" i="0" u="none" strike="noStrike" cap="none" spc="0" baseline="0">
                <a:ln>
                  <a:noFill/>
                </a:ln>
                <a:solidFill>
                  <a:srgbClr val="000000"/>
                </a:solidFill>
                <a:uFillTx/>
                <a:latin typeface="黑体" panose="02010609060101010101" pitchFamily="49" charset="-122"/>
                <a:ea typeface="黑体" panose="02010609060101010101" pitchFamily="49" charset="-122"/>
                <a:cs typeface="黑体" panose="02010609060101010101" pitchFamily="49" charset="-122"/>
                <a:sym typeface="Helvetica Neue"/>
              </a:defRPr>
            </a:lvl2pPr>
            <a:lvl3pPr marL="190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9pPr>
          </a:lstStyle>
          <a:p>
            <a:pPr hangingPunct="1">
              <a:lnSpc>
                <a:spcPct val="120000"/>
              </a:lnSpc>
              <a:spcBef>
                <a:spcPts val="0"/>
              </a:spcBef>
              <a:buFontTx/>
              <a:buNone/>
            </a:pPr>
            <a:r>
              <a:rPr lang="de-DE" altLang="zh-CN" sz="2800" dirty="0">
                <a:latin typeface="Times New Roman" panose="02020603050405020304" pitchFamily="18" charset="0"/>
                <a:cs typeface="Times New Roman" panose="02020603050405020304" pitchFamily="18" charset="0"/>
              </a:rPr>
              <a:t>1 </a:t>
            </a:r>
            <a:r>
              <a:rPr lang="en-US" altLang="zh-CN" sz="2800" dirty="0">
                <a:latin typeface="Times New Roman" panose="02020603050405020304" pitchFamily="18" charset="0"/>
                <a:cs typeface="Times New Roman" panose="02020603050405020304" pitchFamily="18" charset="0"/>
              </a:rPr>
              <a:t> Program Commission(INPUT,OUTPUT)</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2  Dim </a:t>
            </a:r>
            <a:r>
              <a:rPr lang="en-US" altLang="zh-CN" sz="2800" dirty="0" err="1">
                <a:latin typeface="Times New Roman" panose="02020603050405020304" pitchFamily="18" charset="0"/>
                <a:cs typeface="Times New Roman" panose="02020603050405020304" pitchFamily="18" charset="0"/>
              </a:rPr>
              <a:t>locks,stocks,barrels</a:t>
            </a:r>
            <a:r>
              <a:rPr lang="en-US" altLang="zh-CN" sz="2800" dirty="0">
                <a:latin typeface="Times New Roman" panose="02020603050405020304" pitchFamily="18" charset="0"/>
                <a:cs typeface="Times New Roman" panose="02020603050405020304" pitchFamily="18" charset="0"/>
              </a:rPr>
              <a:t> as Integer</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3  Dim </a:t>
            </a:r>
            <a:r>
              <a:rPr lang="en-US" altLang="zh-CN" sz="2800" dirty="0" err="1">
                <a:latin typeface="Times New Roman" panose="02020603050405020304" pitchFamily="18" charset="0"/>
                <a:cs typeface="Times New Roman" panose="02020603050405020304" pitchFamily="18" charset="0"/>
              </a:rPr>
              <a:t>lockPrice,stockPrice,barrelPrice</a:t>
            </a:r>
            <a:r>
              <a:rPr lang="en-US" altLang="zh-CN" sz="2800" dirty="0">
                <a:latin typeface="Times New Roman" panose="02020603050405020304" pitchFamily="18" charset="0"/>
                <a:cs typeface="Times New Roman" panose="02020603050405020304" pitchFamily="18" charset="0"/>
              </a:rPr>
              <a:t> as Real </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4  Dim </a:t>
            </a:r>
            <a:r>
              <a:rPr lang="en-US" altLang="zh-CN" sz="2800" dirty="0" err="1">
                <a:latin typeface="Times New Roman" panose="02020603050405020304" pitchFamily="18" charset="0"/>
                <a:cs typeface="Times New Roman" panose="02020603050405020304" pitchFamily="18" charset="0"/>
              </a:rPr>
              <a:t>totalLocks,totalStocks,totalBarrels</a:t>
            </a:r>
            <a:r>
              <a:rPr lang="en-US" altLang="zh-CN" sz="2800" dirty="0">
                <a:latin typeface="Times New Roman" panose="02020603050405020304" pitchFamily="18" charset="0"/>
                <a:cs typeface="Times New Roman" panose="02020603050405020304" pitchFamily="18" charset="0"/>
              </a:rPr>
              <a:t> as Integer</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5  Dim </a:t>
            </a:r>
            <a:r>
              <a:rPr lang="en-US" altLang="zh-CN" sz="2800" dirty="0" err="1">
                <a:latin typeface="Times New Roman" panose="02020603050405020304" pitchFamily="18" charset="0"/>
                <a:cs typeface="Times New Roman" panose="02020603050405020304" pitchFamily="18" charset="0"/>
              </a:rPr>
              <a:t>lockSales,stockSales,barrelSales</a:t>
            </a:r>
            <a:r>
              <a:rPr lang="en-US" altLang="zh-CN" sz="2800" dirty="0">
                <a:latin typeface="Times New Roman" panose="02020603050405020304" pitchFamily="18" charset="0"/>
                <a:cs typeface="Times New Roman" panose="02020603050405020304" pitchFamily="18" charset="0"/>
              </a:rPr>
              <a:t> as Real</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6  Dim </a:t>
            </a:r>
            <a:r>
              <a:rPr lang="en-US" altLang="zh-CN" sz="2800" dirty="0" err="1">
                <a:latin typeface="Times New Roman" panose="02020603050405020304" pitchFamily="18" charset="0"/>
                <a:cs typeface="Times New Roman" panose="02020603050405020304" pitchFamily="18" charset="0"/>
              </a:rPr>
              <a:t>sales,commission</a:t>
            </a:r>
            <a:r>
              <a:rPr lang="en-US" altLang="zh-CN" sz="2800" dirty="0">
                <a:latin typeface="Times New Roman" panose="02020603050405020304" pitchFamily="18" charset="0"/>
                <a:cs typeface="Times New Roman" panose="02020603050405020304" pitchFamily="18" charset="0"/>
              </a:rPr>
              <a:t> as Real</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7  </a:t>
            </a:r>
            <a:r>
              <a:rPr lang="en-US" altLang="zh-CN" sz="2800" dirty="0" err="1">
                <a:latin typeface="Times New Roman" panose="02020603050405020304" pitchFamily="18" charset="0"/>
                <a:cs typeface="Times New Roman" panose="02020603050405020304" pitchFamily="18" charset="0"/>
              </a:rPr>
              <a:t>lockPrice</a:t>
            </a:r>
            <a:r>
              <a:rPr lang="en-US" altLang="zh-CN" sz="2800" dirty="0">
                <a:latin typeface="Times New Roman" panose="02020603050405020304" pitchFamily="18" charset="0"/>
                <a:cs typeface="Times New Roman" panose="02020603050405020304" pitchFamily="18" charset="0"/>
              </a:rPr>
              <a:t>=45.0</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8  </a:t>
            </a:r>
            <a:r>
              <a:rPr lang="en-US" altLang="zh-CN" sz="2800" dirty="0" err="1">
                <a:latin typeface="Times New Roman" panose="02020603050405020304" pitchFamily="18" charset="0"/>
                <a:cs typeface="Times New Roman" panose="02020603050405020304" pitchFamily="18" charset="0"/>
              </a:rPr>
              <a:t>stockPrice</a:t>
            </a:r>
            <a:r>
              <a:rPr lang="en-US" altLang="zh-CN" sz="2800" dirty="0">
                <a:latin typeface="Times New Roman" panose="02020603050405020304" pitchFamily="18" charset="0"/>
                <a:cs typeface="Times New Roman" panose="02020603050405020304" pitchFamily="18" charset="0"/>
              </a:rPr>
              <a:t>=30.0</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9  </a:t>
            </a:r>
            <a:r>
              <a:rPr lang="en-US" altLang="zh-CN" sz="2800" dirty="0" err="1">
                <a:latin typeface="Times New Roman" panose="02020603050405020304" pitchFamily="18" charset="0"/>
                <a:cs typeface="Times New Roman" panose="02020603050405020304" pitchFamily="18" charset="0"/>
              </a:rPr>
              <a:t>barrelPrice</a:t>
            </a:r>
            <a:r>
              <a:rPr lang="en-US" altLang="zh-CN" sz="2800" dirty="0">
                <a:latin typeface="Times New Roman" panose="02020603050405020304" pitchFamily="18" charset="0"/>
                <a:cs typeface="Times New Roman" panose="02020603050405020304" pitchFamily="18" charset="0"/>
              </a:rPr>
              <a:t>=25.0</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10 </a:t>
            </a:r>
            <a:r>
              <a:rPr lang="en-US" altLang="zh-CN" sz="2800" dirty="0" err="1">
                <a:latin typeface="Times New Roman" panose="02020603050405020304" pitchFamily="18" charset="0"/>
                <a:cs typeface="Times New Roman" panose="02020603050405020304" pitchFamily="18" charset="0"/>
              </a:rPr>
              <a:t>totalLocks</a:t>
            </a:r>
            <a:r>
              <a:rPr lang="en-US" altLang="zh-CN" sz="2800" dirty="0">
                <a:latin typeface="Times New Roman" panose="02020603050405020304" pitchFamily="18" charset="0"/>
                <a:cs typeface="Times New Roman" panose="02020603050405020304" pitchFamily="18" charset="0"/>
              </a:rPr>
              <a:t>=0</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11 </a:t>
            </a:r>
            <a:r>
              <a:rPr lang="en-US" altLang="zh-CN" sz="2800" dirty="0" err="1">
                <a:latin typeface="Times New Roman" panose="02020603050405020304" pitchFamily="18" charset="0"/>
                <a:cs typeface="Times New Roman" panose="02020603050405020304" pitchFamily="18" charset="0"/>
              </a:rPr>
              <a:t>totalStocks</a:t>
            </a:r>
            <a:r>
              <a:rPr lang="en-US" altLang="zh-CN" sz="2800" dirty="0">
                <a:latin typeface="Times New Roman" panose="02020603050405020304" pitchFamily="18" charset="0"/>
                <a:cs typeface="Times New Roman" panose="02020603050405020304" pitchFamily="18" charset="0"/>
              </a:rPr>
              <a:t>=0</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12 </a:t>
            </a:r>
            <a:r>
              <a:rPr lang="en-US" altLang="zh-CN" sz="2800" dirty="0" err="1">
                <a:latin typeface="Times New Roman" panose="02020603050405020304" pitchFamily="18" charset="0"/>
                <a:cs typeface="Times New Roman" panose="02020603050405020304" pitchFamily="18" charset="0"/>
              </a:rPr>
              <a:t>totalBarrels</a:t>
            </a:r>
            <a:r>
              <a:rPr lang="en-US" altLang="zh-CN" sz="2800" dirty="0">
                <a:latin typeface="Times New Roman" panose="02020603050405020304" pitchFamily="18" charset="0"/>
                <a:cs typeface="Times New Roman" panose="02020603050405020304" pitchFamily="18" charset="0"/>
              </a:rPr>
              <a:t>=0</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solidFill>
                  <a:srgbClr val="FF0000"/>
                </a:solidFill>
                <a:latin typeface="Times New Roman" panose="02020603050405020304" pitchFamily="18" charset="0"/>
                <a:cs typeface="Times New Roman" panose="02020603050405020304" pitchFamily="18" charset="0"/>
              </a:rPr>
              <a:t>13 Input(locks)</a:t>
            </a:r>
            <a:endParaRPr lang="en-US" altLang="zh-CN" sz="2800" dirty="0">
              <a:solidFill>
                <a:srgbClr val="FF0000"/>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14 </a:t>
            </a:r>
            <a:r>
              <a:rPr lang="en-US" altLang="zh-CN" sz="2800" dirty="0">
                <a:solidFill>
                  <a:srgbClr val="FF0000"/>
                </a:solidFill>
                <a:latin typeface="Times New Roman" panose="02020603050405020304" pitchFamily="18" charset="0"/>
                <a:cs typeface="Times New Roman" panose="02020603050405020304" pitchFamily="18" charset="0"/>
              </a:rPr>
              <a:t>While(locks</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15 	     Input(</a:t>
            </a:r>
            <a:r>
              <a:rPr lang="en-US" altLang="zh-CN" sz="2800" dirty="0" err="1">
                <a:latin typeface="Times New Roman" panose="02020603050405020304" pitchFamily="18" charset="0"/>
                <a:cs typeface="Times New Roman" panose="02020603050405020304" pitchFamily="18" charset="0"/>
              </a:rPr>
              <a:t>stocks,barrels</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16       </a:t>
            </a:r>
            <a:r>
              <a:rPr lang="en-US" altLang="zh-CN" sz="2800" dirty="0" err="1">
                <a:latin typeface="Times New Roman" panose="02020603050405020304" pitchFamily="18" charset="0"/>
                <a:cs typeface="Times New Roman" panose="02020603050405020304" pitchFamily="18" charset="0"/>
              </a:rPr>
              <a:t>totalLocks</a:t>
            </a:r>
            <a:r>
              <a:rPr lang="en-US" altLang="zh-CN" sz="2800" dirty="0">
                <a:latin typeface="Times New Roman" panose="02020603050405020304" pitchFamily="18" charset="0"/>
                <a:cs typeface="Times New Roman" panose="02020603050405020304" pitchFamily="18" charset="0"/>
              </a:rPr>
              <a:t>=</a:t>
            </a:r>
            <a:r>
              <a:rPr lang="en-US" altLang="zh-CN" sz="2800" dirty="0" err="1">
                <a:latin typeface="Times New Roman" panose="02020603050405020304" pitchFamily="18" charset="0"/>
                <a:cs typeface="Times New Roman" panose="02020603050405020304" pitchFamily="18" charset="0"/>
              </a:rPr>
              <a:t>totalLocks+</a:t>
            </a:r>
            <a:r>
              <a:rPr lang="en-US" altLang="zh-CN" sz="2800" dirty="0" err="1">
                <a:solidFill>
                  <a:srgbClr val="FF0000"/>
                </a:solidFill>
                <a:latin typeface="Times New Roman" panose="02020603050405020304" pitchFamily="18" charset="0"/>
                <a:cs typeface="Times New Roman" panose="02020603050405020304" pitchFamily="18" charset="0"/>
              </a:rPr>
              <a:t>locks</a:t>
            </a:r>
            <a:endParaRPr lang="en-US" altLang="zh-CN" sz="2800" dirty="0">
              <a:solidFill>
                <a:srgbClr val="FF0000"/>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17       </a:t>
            </a:r>
            <a:r>
              <a:rPr lang="en-US" altLang="zh-CN" sz="2800" dirty="0" err="1">
                <a:latin typeface="Times New Roman" panose="02020603050405020304" pitchFamily="18" charset="0"/>
                <a:cs typeface="Times New Roman" panose="02020603050405020304" pitchFamily="18" charset="0"/>
              </a:rPr>
              <a:t>totalStocks</a:t>
            </a:r>
            <a:r>
              <a:rPr lang="en-US" altLang="zh-CN" sz="2800" dirty="0">
                <a:latin typeface="Times New Roman" panose="02020603050405020304" pitchFamily="18" charset="0"/>
                <a:cs typeface="Times New Roman" panose="02020603050405020304" pitchFamily="18" charset="0"/>
              </a:rPr>
              <a:t>=</a:t>
            </a:r>
            <a:r>
              <a:rPr lang="en-US" altLang="zh-CN" sz="2800" dirty="0" err="1">
                <a:latin typeface="Times New Roman" panose="02020603050405020304" pitchFamily="18" charset="0"/>
                <a:cs typeface="Times New Roman" panose="02020603050405020304" pitchFamily="18" charset="0"/>
              </a:rPr>
              <a:t>totalStocks+stocks</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None/>
            </a:pPr>
            <a:r>
              <a:rPr lang="en-US" altLang="zh-CN" sz="2800" dirty="0">
                <a:latin typeface="Times New Roman" panose="02020603050405020304" pitchFamily="18" charset="0"/>
                <a:cs typeface="Times New Roman" panose="02020603050405020304" pitchFamily="18" charset="0"/>
              </a:rPr>
              <a:t>18       </a:t>
            </a:r>
            <a:r>
              <a:rPr lang="en-US" altLang="zh-CN" sz="2800" dirty="0" err="1">
                <a:latin typeface="Times New Roman" panose="02020603050405020304" pitchFamily="18" charset="0"/>
                <a:cs typeface="Times New Roman" panose="02020603050405020304" pitchFamily="18" charset="0"/>
              </a:rPr>
              <a:t>totalBarrels</a:t>
            </a:r>
            <a:r>
              <a:rPr lang="en-US" altLang="zh-CN" sz="2800" dirty="0">
                <a:latin typeface="Times New Roman" panose="02020603050405020304" pitchFamily="18" charset="0"/>
                <a:cs typeface="Times New Roman" panose="02020603050405020304" pitchFamily="18" charset="0"/>
              </a:rPr>
              <a:t>=</a:t>
            </a:r>
            <a:r>
              <a:rPr lang="en-US" altLang="zh-CN" sz="2800" dirty="0" err="1">
                <a:latin typeface="Times New Roman" panose="02020603050405020304" pitchFamily="18" charset="0"/>
                <a:cs typeface="Times New Roman" panose="02020603050405020304" pitchFamily="18" charset="0"/>
              </a:rPr>
              <a:t>totalBarrels+barrels</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None/>
            </a:pPr>
            <a:r>
              <a:rPr lang="en-US" altLang="zh-CN" sz="2800" dirty="0">
                <a:latin typeface="Times New Roman" panose="02020603050405020304" pitchFamily="18" charset="0"/>
                <a:cs typeface="Times New Roman" panose="02020603050405020304" pitchFamily="18" charset="0"/>
              </a:rPr>
              <a:t>19       Output(“</a:t>
            </a:r>
            <a:r>
              <a:rPr lang="en-US" altLang="zh-CN" sz="2800" dirty="0" err="1">
                <a:latin typeface="Times New Roman" panose="02020603050405020304" pitchFamily="18" charset="0"/>
                <a:cs typeface="Times New Roman" panose="02020603050405020304" pitchFamily="18" charset="0"/>
              </a:rPr>
              <a:t>Locks:“,</a:t>
            </a:r>
            <a:r>
              <a:rPr lang="en-US" altLang="zh-CN" sz="2800" dirty="0" err="1">
                <a:solidFill>
                  <a:srgbClr val="FF0000"/>
                </a:solidFill>
                <a:latin typeface="Times New Roman" panose="02020603050405020304" pitchFamily="18" charset="0"/>
                <a:cs typeface="Times New Roman" panose="02020603050405020304" pitchFamily="18" charset="0"/>
              </a:rPr>
              <a:t>locks</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20       Input(</a:t>
            </a:r>
            <a:r>
              <a:rPr lang="en-US" altLang="zh-CN" sz="2800" dirty="0">
                <a:solidFill>
                  <a:srgbClr val="FF0000"/>
                </a:solidFill>
                <a:latin typeface="Times New Roman" panose="02020603050405020304" pitchFamily="18" charset="0"/>
                <a:cs typeface="Times New Roman" panose="02020603050405020304" pitchFamily="18" charset="0"/>
              </a:rPr>
              <a:t>locks</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21 </a:t>
            </a:r>
            <a:r>
              <a:rPr lang="en-US" altLang="zh-CN" sz="2800" dirty="0" err="1">
                <a:solidFill>
                  <a:srgbClr val="FF0000"/>
                </a:solidFill>
                <a:latin typeface="Times New Roman" panose="02020603050405020304" pitchFamily="18" charset="0"/>
                <a:cs typeface="Times New Roman" panose="02020603050405020304" pitchFamily="18" charset="0"/>
              </a:rPr>
              <a:t>EndWhile</a:t>
            </a:r>
            <a:endParaRPr lang="en-US" altLang="zh-CN" sz="2800" dirty="0">
              <a:solidFill>
                <a:srgbClr val="FF0000"/>
              </a:solidFill>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r>
              <a:rPr lang="en-US" altLang="zh-CN" sz="2800" dirty="0">
                <a:latin typeface="Times New Roman" panose="02020603050405020304" pitchFamily="18" charset="0"/>
                <a:cs typeface="Times New Roman" panose="02020603050405020304" pitchFamily="18" charset="0"/>
              </a:rPr>
              <a:t>22 Output(“Locks sold:“,</a:t>
            </a:r>
            <a:r>
              <a:rPr lang="en-US" altLang="zh-CN" sz="2800" dirty="0" err="1">
                <a:latin typeface="Times New Roman" panose="02020603050405020304" pitchFamily="18" charset="0"/>
                <a:cs typeface="Times New Roman" panose="02020603050405020304" pitchFamily="18" charset="0"/>
              </a:rPr>
              <a:t>totalLocks</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hangingPunct="1">
              <a:lnSpc>
                <a:spcPct val="120000"/>
              </a:lnSpc>
              <a:spcBef>
                <a:spcPts val="0"/>
              </a:spcBef>
              <a:buFontTx/>
              <a:buNone/>
            </a:pPr>
            <a:endParaRPr lang="en-US" altLang="zh-CN" sz="2800"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a:xfrm>
            <a:off x="2737970" y="2628674"/>
            <a:ext cx="10801350" cy="8458651"/>
          </a:xfrm>
          <a:prstGeom prst="rect">
            <a:avLst/>
          </a:prstGeom>
        </p:spPr>
        <p:txBody>
          <a:bodyPr>
            <a:normAutofit fontScale="77500" lnSpcReduction="20000"/>
          </a:bodyPr>
          <a:lstStyle>
            <a:lvl1pPr marL="635000" marR="0" indent="-635000" algn="l" defTabSz="825500" latinLnBrk="0">
              <a:lnSpc>
                <a:spcPct val="100000"/>
              </a:lnSpc>
              <a:spcBef>
                <a:spcPts val="5900"/>
              </a:spcBef>
              <a:spcAft>
                <a:spcPts val="0"/>
              </a:spcAft>
              <a:buClrTx/>
              <a:buSzPct val="125000"/>
              <a:buFontTx/>
              <a:buChar char="•"/>
              <a:defRPr sz="4400" b="1"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1pPr>
            <a:lvl2pPr marL="1270000" marR="0" indent="-635000" algn="l" defTabSz="825500" latinLnBrk="0">
              <a:lnSpc>
                <a:spcPct val="100000"/>
              </a:lnSpc>
              <a:spcBef>
                <a:spcPts val="5900"/>
              </a:spcBef>
              <a:spcAft>
                <a:spcPts val="0"/>
              </a:spcAft>
              <a:buClrTx/>
              <a:buSzPct val="125000"/>
              <a:buFontTx/>
              <a:buChar char="•"/>
              <a:defRPr sz="4000" b="1" i="0" u="none" strike="noStrike" cap="none" spc="0" baseline="0">
                <a:ln>
                  <a:noFill/>
                </a:ln>
                <a:solidFill>
                  <a:srgbClr val="000000"/>
                </a:solidFill>
                <a:uFillTx/>
                <a:latin typeface="黑体" panose="02010609060101010101" pitchFamily="49" charset="-122"/>
                <a:ea typeface="黑体" panose="02010609060101010101" pitchFamily="49" charset="-122"/>
                <a:cs typeface="黑体" panose="02010609060101010101" pitchFamily="49" charset="-122"/>
                <a:sym typeface="Helvetica Neue"/>
              </a:defRPr>
            </a:lvl2pPr>
            <a:lvl3pPr marL="190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9pPr>
          </a:lstStyle>
          <a:p>
            <a:pPr hangingPunct="1">
              <a:lnSpc>
                <a:spcPct val="150000"/>
              </a:lnSpc>
              <a:buFontTx/>
              <a:buNone/>
            </a:pPr>
            <a:r>
              <a:rPr lang="zh-CN" altLang="en-US" sz="4800" dirty="0">
                <a:latin typeface="Times New Roman" panose="02020603050405020304" pitchFamily="18" charset="0"/>
                <a:cs typeface="Times New Roman" panose="02020603050405020304" pitchFamily="18" charset="0"/>
              </a:rPr>
              <a:t>变量</a:t>
            </a:r>
            <a:r>
              <a:rPr lang="en-US" altLang="zh-CN" sz="4800" dirty="0">
                <a:solidFill>
                  <a:srgbClr val="FF0000"/>
                </a:solidFill>
                <a:latin typeface="Times New Roman" panose="02020603050405020304" pitchFamily="18" charset="0"/>
                <a:cs typeface="Times New Roman" panose="02020603050405020304" pitchFamily="18" charset="0"/>
              </a:rPr>
              <a:t>locks</a:t>
            </a:r>
            <a:r>
              <a:rPr lang="zh-CN" altLang="en-US" sz="4800" dirty="0">
                <a:latin typeface="Times New Roman" panose="02020603050405020304" pitchFamily="18" charset="0"/>
                <a:cs typeface="Times New Roman" panose="02020603050405020304" pitchFamily="18" charset="0"/>
              </a:rPr>
              <a:t>切片：</a:t>
            </a:r>
            <a:endParaRPr lang="zh-CN" altLang="en-US" sz="4800" dirty="0">
              <a:latin typeface="Times New Roman" panose="02020603050405020304" pitchFamily="18" charset="0"/>
              <a:cs typeface="Times New Roman" panose="02020603050405020304" pitchFamily="18" charset="0"/>
            </a:endParaRPr>
          </a:p>
          <a:p>
            <a:pPr hangingPunct="1">
              <a:lnSpc>
                <a:spcPct val="150000"/>
              </a:lnSpc>
              <a:buFontTx/>
              <a:buNone/>
            </a:pPr>
            <a:r>
              <a:rPr lang="en-US" altLang="zh-CN" sz="4800" dirty="0">
                <a:latin typeface="Times New Roman" panose="02020603050405020304" pitchFamily="18" charset="0"/>
                <a:cs typeface="Times New Roman" panose="02020603050405020304" pitchFamily="18" charset="0"/>
              </a:rPr>
              <a:t>S1:S(locks,13)={13}                     </a:t>
            </a:r>
            <a:endParaRPr lang="en-US" altLang="zh-CN" sz="4800" dirty="0">
              <a:latin typeface="Times New Roman" panose="02020603050405020304" pitchFamily="18" charset="0"/>
              <a:cs typeface="Times New Roman" panose="02020603050405020304" pitchFamily="18" charset="0"/>
            </a:endParaRPr>
          </a:p>
          <a:p>
            <a:pPr hangingPunct="1">
              <a:lnSpc>
                <a:spcPct val="150000"/>
              </a:lnSpc>
              <a:buFontTx/>
              <a:buNone/>
            </a:pPr>
            <a:r>
              <a:rPr lang="en-US" altLang="zh-CN" sz="4800" dirty="0">
                <a:latin typeface="Times New Roman" panose="02020603050405020304" pitchFamily="18" charset="0"/>
                <a:cs typeface="Times New Roman" panose="02020603050405020304" pitchFamily="18" charset="0"/>
              </a:rPr>
              <a:t>S2:S(locks,14)={13,14,20,21}</a:t>
            </a:r>
            <a:endParaRPr lang="en-US" altLang="zh-CN" sz="4800" dirty="0">
              <a:latin typeface="Times New Roman" panose="02020603050405020304" pitchFamily="18" charset="0"/>
              <a:cs typeface="Times New Roman" panose="02020603050405020304" pitchFamily="18" charset="0"/>
            </a:endParaRPr>
          </a:p>
          <a:p>
            <a:pPr hangingPunct="1">
              <a:lnSpc>
                <a:spcPct val="150000"/>
              </a:lnSpc>
              <a:buFontTx/>
              <a:buNone/>
            </a:pPr>
            <a:r>
              <a:rPr lang="en-US" altLang="zh-CN" sz="4800" dirty="0">
                <a:latin typeface="Times New Roman" panose="02020603050405020304" pitchFamily="18" charset="0"/>
                <a:cs typeface="Times New Roman" panose="02020603050405020304" pitchFamily="18" charset="0"/>
              </a:rPr>
              <a:t>S3:S(locks,16)={13,14,20,21}    </a:t>
            </a:r>
            <a:endParaRPr lang="en-US" altLang="zh-CN" sz="4800" dirty="0">
              <a:latin typeface="Times New Roman" panose="02020603050405020304" pitchFamily="18" charset="0"/>
              <a:cs typeface="Times New Roman" panose="02020603050405020304" pitchFamily="18" charset="0"/>
            </a:endParaRPr>
          </a:p>
          <a:p>
            <a:pPr hangingPunct="1">
              <a:lnSpc>
                <a:spcPct val="150000"/>
              </a:lnSpc>
              <a:buNone/>
            </a:pPr>
            <a:r>
              <a:rPr lang="en-US" altLang="zh-CN" sz="4800" dirty="0">
                <a:latin typeface="Times New Roman" panose="02020603050405020304" pitchFamily="18" charset="0"/>
                <a:cs typeface="Times New Roman" panose="02020603050405020304" pitchFamily="18" charset="0"/>
              </a:rPr>
              <a:t>S4:S(locks,19 )={13,14,20,21} </a:t>
            </a:r>
            <a:endParaRPr lang="en-US" altLang="zh-CN" sz="4800" dirty="0">
              <a:latin typeface="Times New Roman" panose="02020603050405020304" pitchFamily="18" charset="0"/>
              <a:cs typeface="Times New Roman" panose="02020603050405020304" pitchFamily="18" charset="0"/>
            </a:endParaRPr>
          </a:p>
          <a:p>
            <a:pPr hangingPunct="1">
              <a:lnSpc>
                <a:spcPct val="150000"/>
              </a:lnSpc>
              <a:buNone/>
            </a:pPr>
            <a:r>
              <a:rPr lang="en-US" altLang="zh-CN" sz="4800" dirty="0">
                <a:latin typeface="Times New Roman" panose="02020603050405020304" pitchFamily="18" charset="0"/>
                <a:cs typeface="Times New Roman" panose="02020603050405020304" pitchFamily="18" charset="0"/>
              </a:rPr>
              <a:t>S5:S(locks,20)={20}</a:t>
            </a:r>
            <a:endParaRPr lang="en-US" altLang="zh-CN" sz="4800" dirty="0">
              <a:latin typeface="Times New Roman" panose="02020603050405020304" pitchFamily="18" charset="0"/>
              <a:cs typeface="Times New Roman" panose="02020603050405020304" pitchFamily="18" charset="0"/>
            </a:endParaRPr>
          </a:p>
          <a:p>
            <a:pPr hangingPunct="1">
              <a:lnSpc>
                <a:spcPct val="150000"/>
              </a:lnSpc>
              <a:buFontTx/>
              <a:buNone/>
            </a:pPr>
            <a:endParaRPr lang="en-US" altLang="zh-CN" sz="4800" dirty="0">
              <a:latin typeface="Times New Roman" panose="02020603050405020304" pitchFamily="18" charset="0"/>
              <a:cs typeface="Times New Roman" panose="02020603050405020304" pitchFamily="18" charset="0"/>
            </a:endParaRPr>
          </a:p>
          <a:p>
            <a:pPr hangingPunct="1">
              <a:lnSpc>
                <a:spcPct val="150000"/>
              </a:lnSpc>
              <a:buFontTx/>
              <a:buNone/>
            </a:pPr>
            <a:endParaRPr lang="en-US" altLang="zh-CN" sz="4800" dirty="0">
              <a:latin typeface="Times New Roman" panose="02020603050405020304" pitchFamily="18" charset="0"/>
              <a:cs typeface="Times New Roman" panose="02020603050405020304" pitchFamily="18" charset="0"/>
            </a:endParaRP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19639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37969" y="2918377"/>
            <a:ext cx="19058543" cy="9028458"/>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algn="just"/>
            <a:r>
              <a:rPr lang="zh-CN" altLang="en-US" sz="4800" b="1" dirty="0"/>
              <a:t>程序切片有什么用？</a:t>
            </a:r>
            <a:endParaRPr lang="en-US" altLang="zh-CN" sz="4800" b="1" dirty="0"/>
          </a:p>
          <a:p>
            <a:pPr lvl="2" algn="just"/>
            <a:r>
              <a:rPr lang="zh-CN" altLang="en-US" sz="4800" dirty="0"/>
              <a:t>与某个输出有关的所有语句构成的程序称为源程序的一个切片。</a:t>
            </a:r>
            <a:endParaRPr lang="en-US" altLang="zh-CN" sz="4800" dirty="0"/>
          </a:p>
          <a:p>
            <a:pPr lvl="2" algn="just"/>
            <a:r>
              <a:rPr lang="zh-CN" altLang="en-US" sz="4800" dirty="0">
                <a:solidFill>
                  <a:srgbClr val="FF0000"/>
                </a:solidFill>
              </a:rPr>
              <a:t>如果某个变量与预期不一致，那么一定是它的切片中的某个（些）语句有问题。</a:t>
            </a:r>
            <a:endParaRPr lang="en-US" altLang="zh-CN" sz="4800" dirty="0">
              <a:solidFill>
                <a:srgbClr val="FF0000"/>
              </a:solidFill>
            </a:endParaRPr>
          </a:p>
          <a:p>
            <a:pPr lvl="2" algn="just"/>
            <a:r>
              <a:rPr lang="zh-CN" altLang="en-US" sz="4800" dirty="0">
                <a:solidFill>
                  <a:srgbClr val="FF0000"/>
                </a:solidFill>
              </a:rPr>
              <a:t>切片技术可以大幅缩写错误定位的范围。</a:t>
            </a:r>
            <a:endParaRPr lang="en-US" altLang="zh-CN" sz="4800" dirty="0">
              <a:solidFill>
                <a:srgbClr val="FF0000"/>
              </a:solidFill>
            </a:endParaRPr>
          </a:p>
          <a:p>
            <a:pPr marL="0" indent="0" algn="just">
              <a:buNone/>
            </a:pPr>
            <a:endParaRPr lang="zh-CN" altLang="en-US" sz="4000" dirty="0">
              <a:latin typeface="微软雅黑" panose="020B0503020204020204" pitchFamily="34" charset="-122"/>
              <a:ea typeface="微软雅黑" panose="020B0503020204020204" pitchFamily="34" charset="-122"/>
            </a:endParaRPr>
          </a:p>
        </p:txBody>
      </p:sp>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程序切片</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652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程序切片</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sp>
        <p:nvSpPr>
          <p:cNvPr id="6" name="内容占位符 2"/>
          <p:cNvSpPr txBox="1"/>
          <p:nvPr/>
        </p:nvSpPr>
        <p:spPr>
          <a:xfrm>
            <a:off x="13102883" y="3476545"/>
            <a:ext cx="4532796" cy="9296400"/>
          </a:xfrm>
          <a:prstGeom prst="rect">
            <a:avLst/>
          </a:prstGeom>
        </p:spPr>
        <p:txBody>
          <a:bodyPr/>
          <a:lstStyle>
            <a:lvl1pPr marL="635000" marR="0" indent="-635000" algn="l" defTabSz="825500" latinLnBrk="0">
              <a:lnSpc>
                <a:spcPct val="100000"/>
              </a:lnSpc>
              <a:spcBef>
                <a:spcPts val="5900"/>
              </a:spcBef>
              <a:spcAft>
                <a:spcPts val="0"/>
              </a:spcAft>
              <a:buClrTx/>
              <a:buSzPct val="125000"/>
              <a:buFontTx/>
              <a:buChar char="•"/>
              <a:defRPr sz="4400" b="1"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1pPr>
            <a:lvl2pPr marL="1270000" marR="0" indent="-635000" algn="l" defTabSz="825500" latinLnBrk="0">
              <a:lnSpc>
                <a:spcPct val="100000"/>
              </a:lnSpc>
              <a:spcBef>
                <a:spcPts val="5900"/>
              </a:spcBef>
              <a:spcAft>
                <a:spcPts val="0"/>
              </a:spcAft>
              <a:buClrTx/>
              <a:buSzPct val="125000"/>
              <a:buFontTx/>
              <a:buChar char="•"/>
              <a:defRPr sz="4000" b="1" i="0" u="none" strike="noStrike" cap="none" spc="0" baseline="0">
                <a:ln>
                  <a:noFill/>
                </a:ln>
                <a:solidFill>
                  <a:srgbClr val="000000"/>
                </a:solidFill>
                <a:uFillTx/>
                <a:latin typeface="黑体" panose="02010609060101010101" pitchFamily="49" charset="-122"/>
                <a:ea typeface="黑体" panose="02010609060101010101" pitchFamily="49" charset="-122"/>
                <a:cs typeface="黑体" panose="02010609060101010101" pitchFamily="49" charset="-122"/>
                <a:sym typeface="Helvetica Neue"/>
              </a:defRPr>
            </a:lvl2pPr>
            <a:lvl3pPr marL="190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9pPr>
          </a:lstStyle>
          <a:p>
            <a:pPr marL="1028700" indent="-1028700" hangingPunct="1">
              <a:buFont typeface="+mj-ea"/>
              <a:buAutoNum type="circleNumDbPlain"/>
              <a:defRPr/>
            </a:pPr>
            <a:r>
              <a:rPr lang="es-ES" altLang="zh-CN" dirty="0">
                <a:latin typeface="Times New Roman" panose="02020603050405020304" pitchFamily="18" charset="0"/>
                <a:cs typeface="Times New Roman" panose="02020603050405020304" pitchFamily="18" charset="0"/>
              </a:rPr>
              <a:t>x = 1;</a:t>
            </a:r>
            <a:endParaRPr lang="es-ES" altLang="zh-CN" dirty="0">
              <a:latin typeface="Times New Roman" panose="02020603050405020304" pitchFamily="18" charset="0"/>
              <a:cs typeface="Times New Roman" panose="02020603050405020304" pitchFamily="18" charset="0"/>
            </a:endParaRPr>
          </a:p>
          <a:p>
            <a:pPr marL="1028700" indent="-1028700" hangingPunct="1">
              <a:buFont typeface="+mj-ea"/>
              <a:buAutoNum type="circleNumDbPlain"/>
              <a:defRPr/>
            </a:pPr>
            <a:r>
              <a:rPr lang="es-ES" altLang="zh-CN" dirty="0">
                <a:latin typeface="Times New Roman" panose="02020603050405020304" pitchFamily="18" charset="0"/>
                <a:cs typeface="Times New Roman" panose="02020603050405020304" pitchFamily="18" charset="0"/>
              </a:rPr>
              <a:t>y = 2;</a:t>
            </a:r>
            <a:endParaRPr lang="es-ES" altLang="zh-CN" dirty="0">
              <a:latin typeface="Times New Roman" panose="02020603050405020304" pitchFamily="18" charset="0"/>
              <a:cs typeface="Times New Roman" panose="02020603050405020304" pitchFamily="18" charset="0"/>
            </a:endParaRPr>
          </a:p>
          <a:p>
            <a:pPr marL="1028700" indent="-1028700" hangingPunct="1">
              <a:buFont typeface="+mj-ea"/>
              <a:buAutoNum type="circleNumDbPlain"/>
              <a:defRPr/>
            </a:pPr>
            <a:r>
              <a:rPr lang="es-ES" altLang="zh-CN" dirty="0">
                <a:latin typeface="Times New Roman" panose="02020603050405020304" pitchFamily="18" charset="0"/>
                <a:cs typeface="Times New Roman" panose="02020603050405020304" pitchFamily="18" charset="0"/>
              </a:rPr>
              <a:t>z = y-2;</a:t>
            </a:r>
            <a:endParaRPr lang="es-ES" altLang="zh-CN" dirty="0">
              <a:latin typeface="Times New Roman" panose="02020603050405020304" pitchFamily="18" charset="0"/>
              <a:cs typeface="Times New Roman" panose="02020603050405020304" pitchFamily="18" charset="0"/>
            </a:endParaRPr>
          </a:p>
          <a:p>
            <a:pPr marL="1028700" indent="-1028700" hangingPunct="1">
              <a:buFont typeface="+mj-ea"/>
              <a:buAutoNum type="circleNumDbPlain"/>
              <a:defRPr/>
            </a:pPr>
            <a:r>
              <a:rPr lang="es-ES" altLang="zh-CN" dirty="0">
                <a:latin typeface="Times New Roman" panose="02020603050405020304" pitchFamily="18" charset="0"/>
                <a:cs typeface="Times New Roman" panose="02020603050405020304" pitchFamily="18" charset="0"/>
              </a:rPr>
              <a:t>r = x;</a:t>
            </a:r>
            <a:endParaRPr lang="es-ES" altLang="zh-CN" dirty="0">
              <a:latin typeface="Times New Roman" panose="02020603050405020304" pitchFamily="18" charset="0"/>
              <a:cs typeface="Times New Roman" panose="02020603050405020304" pitchFamily="18" charset="0"/>
            </a:endParaRPr>
          </a:p>
          <a:p>
            <a:pPr marL="1028700" indent="-1028700" hangingPunct="1">
              <a:buFont typeface="+mj-ea"/>
              <a:buAutoNum type="circleNumDbPlain"/>
              <a:defRPr/>
            </a:pPr>
            <a:r>
              <a:rPr lang="es-ES" altLang="zh-CN"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z</a:t>
            </a:r>
            <a:r>
              <a:rPr lang="es-ES" altLang="zh-CN" dirty="0">
                <a:latin typeface="Times New Roman" panose="02020603050405020304" pitchFamily="18" charset="0"/>
                <a:cs typeface="Times New Roman" panose="02020603050405020304" pitchFamily="18" charset="0"/>
              </a:rPr>
              <a:t> = </a:t>
            </a:r>
            <a:r>
              <a:rPr lang="es-ES" altLang="zh-CN" dirty="0" err="1">
                <a:latin typeface="Times New Roman" panose="02020603050405020304" pitchFamily="18" charset="0"/>
                <a:cs typeface="Times New Roman" panose="02020603050405020304" pitchFamily="18" charset="0"/>
              </a:rPr>
              <a:t>x+y</a:t>
            </a:r>
            <a:r>
              <a:rPr lang="es-ES" altLang="zh-CN" dirty="0">
                <a:latin typeface="Times New Roman" panose="02020603050405020304" pitchFamily="18" charset="0"/>
                <a:cs typeface="Times New Roman" panose="02020603050405020304" pitchFamily="18" charset="0"/>
              </a:rPr>
              <a:t>;</a:t>
            </a:r>
            <a:endParaRPr lang="es-ES" altLang="zh-CN" dirty="0">
              <a:latin typeface="Times New Roman" panose="02020603050405020304" pitchFamily="18" charset="0"/>
              <a:cs typeface="Times New Roman" panose="02020603050405020304" pitchFamily="18" charset="0"/>
            </a:endParaRPr>
          </a:p>
          <a:p>
            <a:pPr marL="1028700" indent="-1028700" hangingPunct="1">
              <a:buFont typeface="+mj-ea"/>
              <a:buAutoNum type="circleNumDbPlain"/>
              <a:defRPr/>
            </a:pPr>
            <a:endParaRPr lang="zh-CN" altLang="en-US" dirty="0">
              <a:latin typeface="Times New Roman" panose="02020603050405020304" pitchFamily="18" charset="0"/>
              <a:cs typeface="Times New Roman" panose="02020603050405020304" pitchFamily="18" charset="0"/>
            </a:endParaRPr>
          </a:p>
        </p:txBody>
      </p:sp>
      <p:sp>
        <p:nvSpPr>
          <p:cNvPr id="7" name="Rectangle 3"/>
          <p:cNvSpPr txBox="1">
            <a:spLocks noChangeArrowheads="1"/>
          </p:cNvSpPr>
          <p:nvPr/>
        </p:nvSpPr>
        <p:spPr>
          <a:xfrm>
            <a:off x="2737970" y="2918377"/>
            <a:ext cx="9844970" cy="9028458"/>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程序切片有什么用？</a:t>
            </a:r>
            <a:endParaRPr lang="en-US" altLang="zh-CN" sz="4800" b="1" dirty="0"/>
          </a:p>
          <a:p>
            <a:pPr lvl="2"/>
            <a:r>
              <a:rPr lang="en-US" altLang="zh-CN" sz="4800" dirty="0">
                <a:solidFill>
                  <a:schemeClr val="tx1"/>
                </a:solidFill>
                <a:latin typeface="Times New Roman" panose="02020603050405020304" pitchFamily="18" charset="0"/>
                <a:cs typeface="Times New Roman" panose="02020603050405020304" pitchFamily="18" charset="0"/>
              </a:rPr>
              <a:t>z</a:t>
            </a:r>
            <a:r>
              <a:rPr lang="zh-CN" altLang="en-US" sz="4800" dirty="0">
                <a:solidFill>
                  <a:schemeClr val="tx1"/>
                </a:solidFill>
              </a:rPr>
              <a:t>的实际值与预期值不一致。</a:t>
            </a:r>
            <a:endParaRPr lang="en-US" altLang="zh-CN" sz="4800" dirty="0">
              <a:solidFill>
                <a:schemeClr val="tx1"/>
              </a:solidFill>
            </a:endParaRPr>
          </a:p>
          <a:p>
            <a:pPr lvl="2"/>
            <a:r>
              <a:rPr lang="zh-CN" altLang="en-US" sz="4800" dirty="0">
                <a:solidFill>
                  <a:schemeClr val="tx1"/>
                </a:solidFill>
              </a:rPr>
              <a:t>可能的错误语句有哪些？</a:t>
            </a:r>
            <a:endParaRPr lang="en-US" altLang="zh-CN" sz="4800" dirty="0">
              <a:solidFill>
                <a:schemeClr val="tx1"/>
              </a:solidFill>
            </a:endParaRPr>
          </a:p>
          <a:p>
            <a:pPr marL="0" indent="0">
              <a:buNone/>
            </a:pPr>
            <a:endParaRPr lang="zh-CN" altLang="en-US" sz="4000" dirty="0">
              <a:latin typeface="微软雅黑" panose="020B0503020204020204" pitchFamily="34" charset="-122"/>
              <a:ea typeface="微软雅黑" panose="020B0503020204020204" pitchFamily="34" charset="-122"/>
            </a:endParaRP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5121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程序切片</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sp>
        <p:nvSpPr>
          <p:cNvPr id="7" name="内容占位符 2"/>
          <p:cNvSpPr txBox="1"/>
          <p:nvPr/>
        </p:nvSpPr>
        <p:spPr>
          <a:xfrm>
            <a:off x="13164087" y="3403599"/>
            <a:ext cx="4423465" cy="6908801"/>
          </a:xfrm>
          <a:prstGeom prst="rect">
            <a:avLst/>
          </a:prstGeom>
        </p:spPr>
        <p:txBody>
          <a:bodyPr/>
          <a:lstStyle>
            <a:lvl1pPr marL="635000" marR="0" indent="-635000" algn="l" defTabSz="825500" latinLnBrk="0">
              <a:lnSpc>
                <a:spcPct val="100000"/>
              </a:lnSpc>
              <a:spcBef>
                <a:spcPts val="5900"/>
              </a:spcBef>
              <a:spcAft>
                <a:spcPts val="0"/>
              </a:spcAft>
              <a:buClrTx/>
              <a:buSzPct val="125000"/>
              <a:buFontTx/>
              <a:buChar char="•"/>
              <a:defRPr sz="4400" b="1"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1pPr>
            <a:lvl2pPr marL="1270000" marR="0" indent="-635000" algn="l" defTabSz="825500" latinLnBrk="0">
              <a:lnSpc>
                <a:spcPct val="100000"/>
              </a:lnSpc>
              <a:spcBef>
                <a:spcPts val="5900"/>
              </a:spcBef>
              <a:spcAft>
                <a:spcPts val="0"/>
              </a:spcAft>
              <a:buClrTx/>
              <a:buSzPct val="125000"/>
              <a:buFontTx/>
              <a:buChar char="•"/>
              <a:defRPr sz="4000" b="1" i="0" u="none" strike="noStrike" cap="none" spc="0" baseline="0">
                <a:ln>
                  <a:noFill/>
                </a:ln>
                <a:solidFill>
                  <a:srgbClr val="000000"/>
                </a:solidFill>
                <a:uFillTx/>
                <a:latin typeface="黑体" panose="02010609060101010101" pitchFamily="49" charset="-122"/>
                <a:ea typeface="黑体" panose="02010609060101010101" pitchFamily="49" charset="-122"/>
                <a:cs typeface="黑体" panose="02010609060101010101" pitchFamily="49" charset="-122"/>
                <a:sym typeface="Helvetica Neue"/>
              </a:defRPr>
            </a:lvl2pPr>
            <a:lvl3pPr marL="190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9pPr>
          </a:lstStyle>
          <a:p>
            <a:pPr marL="1028700" indent="-1028700" hangingPunct="1">
              <a:buFont typeface="宋体" panose="02010600030101010101" pitchFamily="2" charset="-122"/>
              <a:buAutoNum type="circleNumDbPlain"/>
            </a:pPr>
            <a:r>
              <a:rPr lang="es-ES" altLang="zh-CN" dirty="0">
                <a:solidFill>
                  <a:srgbClr val="FF0000"/>
                </a:solidFill>
                <a:latin typeface="Times New Roman" panose="02020603050405020304" pitchFamily="18" charset="0"/>
                <a:cs typeface="Times New Roman" panose="02020603050405020304" pitchFamily="18" charset="0"/>
              </a:rPr>
              <a:t>x = 1;</a:t>
            </a:r>
            <a:endParaRPr lang="es-ES" altLang="zh-CN" dirty="0">
              <a:solidFill>
                <a:srgbClr val="FF0000"/>
              </a:solidFill>
              <a:latin typeface="Times New Roman" panose="02020603050405020304" pitchFamily="18" charset="0"/>
              <a:cs typeface="Times New Roman" panose="02020603050405020304" pitchFamily="18" charset="0"/>
            </a:endParaRPr>
          </a:p>
          <a:p>
            <a:pPr marL="1028700" indent="-1028700" hangingPunct="1">
              <a:buFont typeface="宋体" panose="02010600030101010101" pitchFamily="2" charset="-122"/>
              <a:buAutoNum type="circleNumDbPlain"/>
            </a:pPr>
            <a:r>
              <a:rPr lang="es-ES" altLang="zh-CN" dirty="0">
                <a:solidFill>
                  <a:srgbClr val="FF0000"/>
                </a:solidFill>
                <a:latin typeface="Times New Roman" panose="02020603050405020304" pitchFamily="18" charset="0"/>
                <a:cs typeface="Times New Roman" panose="02020603050405020304" pitchFamily="18" charset="0"/>
              </a:rPr>
              <a:t>y = 2;</a:t>
            </a:r>
            <a:endParaRPr lang="es-ES" altLang="zh-CN" dirty="0">
              <a:solidFill>
                <a:srgbClr val="FF0000"/>
              </a:solidFill>
              <a:latin typeface="Times New Roman" panose="02020603050405020304" pitchFamily="18" charset="0"/>
              <a:cs typeface="Times New Roman" panose="02020603050405020304" pitchFamily="18" charset="0"/>
            </a:endParaRPr>
          </a:p>
          <a:p>
            <a:pPr marL="1028700" indent="-1028700" hangingPunct="1">
              <a:buFont typeface="宋体" panose="02010600030101010101" pitchFamily="2" charset="-122"/>
              <a:buAutoNum type="circleNumDbPlain"/>
            </a:pPr>
            <a:r>
              <a:rPr lang="es-ES" altLang="zh-CN" dirty="0">
                <a:latin typeface="Times New Roman" panose="02020603050405020304" pitchFamily="18" charset="0"/>
                <a:cs typeface="Times New Roman" panose="02020603050405020304" pitchFamily="18" charset="0"/>
              </a:rPr>
              <a:t>z = y-2;</a:t>
            </a:r>
            <a:endParaRPr lang="es-ES" altLang="zh-CN" dirty="0">
              <a:latin typeface="Times New Roman" panose="02020603050405020304" pitchFamily="18" charset="0"/>
              <a:cs typeface="Times New Roman" panose="02020603050405020304" pitchFamily="18" charset="0"/>
            </a:endParaRPr>
          </a:p>
          <a:p>
            <a:pPr marL="1028700" indent="-1028700" hangingPunct="1">
              <a:buFont typeface="宋体" panose="02010600030101010101" pitchFamily="2" charset="-122"/>
              <a:buAutoNum type="circleNumDbPlain"/>
            </a:pPr>
            <a:r>
              <a:rPr lang="es-ES" altLang="zh-CN" dirty="0">
                <a:latin typeface="Times New Roman" panose="02020603050405020304" pitchFamily="18" charset="0"/>
                <a:cs typeface="Times New Roman" panose="02020603050405020304" pitchFamily="18" charset="0"/>
              </a:rPr>
              <a:t>r = x;</a:t>
            </a:r>
            <a:endParaRPr lang="es-ES" altLang="zh-CN" dirty="0">
              <a:latin typeface="Times New Roman" panose="02020603050405020304" pitchFamily="18" charset="0"/>
              <a:cs typeface="Times New Roman" panose="02020603050405020304" pitchFamily="18" charset="0"/>
            </a:endParaRPr>
          </a:p>
          <a:p>
            <a:pPr marL="1028700" indent="-1028700" hangingPunct="1">
              <a:buFont typeface="宋体" panose="02010600030101010101" pitchFamily="2" charset="-122"/>
              <a:buAutoNum type="circleNumDbPlain"/>
            </a:pPr>
            <a:r>
              <a:rPr lang="es-ES" altLang="zh-CN" dirty="0">
                <a:solidFill>
                  <a:srgbClr val="FF0000"/>
                </a:solidFill>
                <a:latin typeface="Times New Roman" panose="02020603050405020304" pitchFamily="18" charset="0"/>
                <a:cs typeface="Times New Roman" panose="02020603050405020304" pitchFamily="18" charset="0"/>
              </a:rPr>
              <a:t>z = </a:t>
            </a:r>
            <a:r>
              <a:rPr lang="es-ES" altLang="zh-CN" dirty="0" err="1">
                <a:solidFill>
                  <a:srgbClr val="FF0000"/>
                </a:solidFill>
                <a:latin typeface="Times New Roman" panose="02020603050405020304" pitchFamily="18" charset="0"/>
                <a:cs typeface="Times New Roman" panose="02020603050405020304" pitchFamily="18" charset="0"/>
              </a:rPr>
              <a:t>x+y</a:t>
            </a:r>
            <a:r>
              <a:rPr lang="es-ES" altLang="zh-CN" dirty="0">
                <a:solidFill>
                  <a:srgbClr val="FF0000"/>
                </a:solidFill>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8" name="Rectangle 3"/>
          <p:cNvSpPr txBox="1">
            <a:spLocks noChangeArrowheads="1"/>
          </p:cNvSpPr>
          <p:nvPr/>
        </p:nvSpPr>
        <p:spPr>
          <a:xfrm>
            <a:off x="2737970" y="2918377"/>
            <a:ext cx="9844970" cy="9028458"/>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程序切片有什么用？</a:t>
            </a:r>
            <a:endParaRPr lang="en-US" altLang="zh-CN" sz="4800" b="1" dirty="0"/>
          </a:p>
          <a:p>
            <a:pPr lvl="2"/>
            <a:r>
              <a:rPr lang="en-US" altLang="zh-CN" sz="4800" dirty="0">
                <a:solidFill>
                  <a:schemeClr val="tx1"/>
                </a:solidFill>
                <a:latin typeface="Times New Roman" panose="02020603050405020304" pitchFamily="18" charset="0"/>
                <a:cs typeface="Times New Roman" panose="02020603050405020304" pitchFamily="18" charset="0"/>
              </a:rPr>
              <a:t>z</a:t>
            </a:r>
            <a:r>
              <a:rPr lang="zh-CN" altLang="en-US" sz="4800" dirty="0">
                <a:solidFill>
                  <a:schemeClr val="tx1"/>
                </a:solidFill>
              </a:rPr>
              <a:t>的实际值与预期值不一致。</a:t>
            </a:r>
            <a:endParaRPr lang="en-US" altLang="zh-CN" sz="4800" dirty="0">
              <a:solidFill>
                <a:schemeClr val="tx1"/>
              </a:solidFill>
            </a:endParaRPr>
          </a:p>
          <a:p>
            <a:pPr lvl="2"/>
            <a:r>
              <a:rPr lang="zh-CN" altLang="en-US" sz="4800" dirty="0">
                <a:solidFill>
                  <a:schemeClr val="tx1"/>
                </a:solidFill>
              </a:rPr>
              <a:t>可能的错误语句有哪些？</a:t>
            </a:r>
            <a:endParaRPr lang="en-US" altLang="zh-CN" sz="4800" dirty="0">
              <a:solidFill>
                <a:schemeClr val="tx1"/>
              </a:solidFill>
            </a:endParaRPr>
          </a:p>
          <a:p>
            <a:pPr lvl="3">
              <a:spcBef>
                <a:spcPts val="600"/>
              </a:spcBef>
            </a:pPr>
            <a:r>
              <a:rPr lang="en-US" altLang="zh-CN" sz="5600" b="1" dirty="0">
                <a:solidFill>
                  <a:srgbClr val="FF0000"/>
                </a:solidFill>
              </a:rPr>
              <a:t>1</a:t>
            </a:r>
            <a:r>
              <a:rPr lang="zh-CN" altLang="en-US" sz="5600" b="1" dirty="0">
                <a:solidFill>
                  <a:srgbClr val="FF0000"/>
                </a:solidFill>
              </a:rPr>
              <a:t>、</a:t>
            </a:r>
            <a:r>
              <a:rPr lang="en-US" altLang="zh-CN" sz="5600" b="1" dirty="0">
                <a:solidFill>
                  <a:srgbClr val="FF0000"/>
                </a:solidFill>
              </a:rPr>
              <a:t>2</a:t>
            </a:r>
            <a:r>
              <a:rPr lang="zh-CN" altLang="en-US" sz="5600" b="1" dirty="0">
                <a:solidFill>
                  <a:srgbClr val="FF0000"/>
                </a:solidFill>
              </a:rPr>
              <a:t>、</a:t>
            </a:r>
            <a:r>
              <a:rPr lang="en-US" altLang="zh-CN" sz="5600" b="1" dirty="0">
                <a:solidFill>
                  <a:srgbClr val="FF0000"/>
                </a:solidFill>
              </a:rPr>
              <a:t>5</a:t>
            </a:r>
            <a:endParaRPr lang="en-US" altLang="zh-CN" sz="5600" b="1" dirty="0">
              <a:solidFill>
                <a:srgbClr val="FF0000"/>
              </a:solidFill>
            </a:endParaRPr>
          </a:p>
          <a:p>
            <a:pPr marL="0" indent="0">
              <a:buNone/>
            </a:pPr>
            <a:endParaRPr lang="zh-CN" altLang="en-US" sz="4000" dirty="0">
              <a:latin typeface="微软雅黑" panose="020B0503020204020204" pitchFamily="34" charset="-122"/>
              <a:ea typeface="微软雅黑" panose="020B0503020204020204" pitchFamily="34" charset="-122"/>
            </a:endParaRP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806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136452" y="2478174"/>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错误定位</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sp>
        <p:nvSpPr>
          <p:cNvPr id="134" name="矩形 5"/>
          <p:cNvSpPr txBox="1"/>
          <p:nvPr/>
        </p:nvSpPr>
        <p:spPr>
          <a:xfrm>
            <a:off x="11263349" y="4605410"/>
            <a:ext cx="5682868"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程序切片</a:t>
            </a:r>
            <a:endParaRPr sz="4400" dirty="0">
              <a:solidFill>
                <a:schemeClr val="tx1"/>
              </a:solidFill>
            </a:endParaRPr>
          </a:p>
        </p:txBody>
      </p:sp>
      <p:sp>
        <p:nvSpPr>
          <p:cNvPr id="135" name="Freeform 5"/>
          <p:cNvSpPr/>
          <p:nvPr/>
        </p:nvSpPr>
        <p:spPr>
          <a:xfrm rot="5400000">
            <a:off x="9259567" y="438600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136452" y="448100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sp>
        <p:nvSpPr>
          <p:cNvPr id="138" name="矩形 5"/>
          <p:cNvSpPr txBox="1"/>
          <p:nvPr/>
        </p:nvSpPr>
        <p:spPr>
          <a:xfrm>
            <a:off x="11263350" y="6485443"/>
            <a:ext cx="7273128" cy="69259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基于测试用例的错误定位</a:t>
            </a:r>
            <a:endParaRPr sz="4400" b="1" dirty="0">
              <a:solidFill>
                <a:srgbClr val="FF0000"/>
              </a:solidFill>
            </a:endParaRPr>
          </a:p>
        </p:txBody>
      </p:sp>
      <p:sp>
        <p:nvSpPr>
          <p:cNvPr id="139" name="Freeform 5"/>
          <p:cNvSpPr/>
          <p:nvPr/>
        </p:nvSpPr>
        <p:spPr>
          <a:xfrm rot="5400000">
            <a:off x="9259567" y="6240049"/>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136452" y="6376001"/>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sp>
        <p:nvSpPr>
          <p:cNvPr id="16" name="矩形 5"/>
          <p:cNvSpPr txBox="1"/>
          <p:nvPr/>
        </p:nvSpPr>
        <p:spPr>
          <a:xfrm>
            <a:off x="11314148" y="8330749"/>
            <a:ext cx="5682868"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小结</a:t>
            </a:r>
            <a:endParaRPr sz="4400" dirty="0">
              <a:solidFill>
                <a:schemeClr val="tx1"/>
              </a:solidFill>
            </a:endParaRPr>
          </a:p>
        </p:txBody>
      </p:sp>
      <p:sp>
        <p:nvSpPr>
          <p:cNvPr id="17" name="Freeform 5"/>
          <p:cNvSpPr/>
          <p:nvPr/>
        </p:nvSpPr>
        <p:spPr>
          <a:xfrm rot="5400000">
            <a:off x="9310366" y="8111341"/>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8" name="矩形 11"/>
          <p:cNvSpPr txBox="1"/>
          <p:nvPr/>
        </p:nvSpPr>
        <p:spPr>
          <a:xfrm>
            <a:off x="9187251" y="8206348"/>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3625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37969" y="2918377"/>
            <a:ext cx="18894810" cy="9028458"/>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latin typeface="Times New Roman" panose="02020603050405020304" pitchFamily="18" charset="0"/>
                <a:cs typeface="Times New Roman" panose="02020603050405020304" pitchFamily="18" charset="0"/>
              </a:rPr>
              <a:t>测试用例</a:t>
            </a:r>
            <a:endParaRPr lang="en-US" altLang="zh-CN" sz="4800" b="1" dirty="0">
              <a:latin typeface="Times New Roman" panose="02020603050405020304" pitchFamily="18" charset="0"/>
              <a:cs typeface="Times New Roman" panose="02020603050405020304" pitchFamily="18" charset="0"/>
            </a:endParaRPr>
          </a:p>
          <a:p>
            <a:pPr lvl="2"/>
            <a:r>
              <a:rPr lang="zh-CN" altLang="en-US" sz="4800" dirty="0">
                <a:latin typeface="Times New Roman" panose="02020603050405020304" pitchFamily="18" charset="0"/>
                <a:cs typeface="Times New Roman" panose="02020603050405020304" pitchFamily="18" charset="0"/>
              </a:rPr>
              <a:t>某个给定的程序输入</a:t>
            </a:r>
            <a:r>
              <a:rPr lang="en-US" altLang="zh-CN" sz="4800" dirty="0">
                <a:latin typeface="Times New Roman" panose="02020603050405020304" pitchFamily="18" charset="0"/>
                <a:cs typeface="Times New Roman" panose="02020603050405020304" pitchFamily="18" charset="0"/>
              </a:rPr>
              <a:t>X</a:t>
            </a:r>
            <a:r>
              <a:rPr lang="zh-CN" altLang="en-US" sz="4800" dirty="0">
                <a:latin typeface="Times New Roman" panose="02020603050405020304" pitchFamily="18" charset="0"/>
                <a:cs typeface="Times New Roman" panose="02020603050405020304" pitchFamily="18" charset="0"/>
              </a:rPr>
              <a:t>、预期输出</a:t>
            </a:r>
            <a:r>
              <a:rPr lang="en-US" altLang="zh-CN" sz="4800" dirty="0">
                <a:latin typeface="Times New Roman" panose="02020603050405020304" pitchFamily="18" charset="0"/>
                <a:cs typeface="Times New Roman" panose="02020603050405020304" pitchFamily="18" charset="0"/>
              </a:rPr>
              <a:t>Y</a:t>
            </a:r>
            <a:r>
              <a:rPr lang="zh-CN" altLang="en-US" sz="4800" dirty="0">
                <a:latin typeface="Times New Roman" panose="02020603050405020304" pitchFamily="18" charset="0"/>
                <a:cs typeface="Times New Roman" panose="02020603050405020304" pitchFamily="18" charset="0"/>
              </a:rPr>
              <a:t>、真实输出</a:t>
            </a:r>
            <a:r>
              <a:rPr lang="en-US" altLang="zh-CN" sz="4800" dirty="0">
                <a:latin typeface="Times New Roman" panose="02020603050405020304" pitchFamily="18" charset="0"/>
                <a:cs typeface="Times New Roman" panose="02020603050405020304" pitchFamily="18" charset="0"/>
              </a:rPr>
              <a:t>Y</a:t>
            </a:r>
            <a:r>
              <a:rPr lang="zh-CN" altLang="en-US" sz="4800" dirty="0">
                <a:latin typeface="Times New Roman" panose="02020603050405020304" pitchFamily="18" charset="0"/>
                <a:cs typeface="Times New Roman" panose="02020603050405020304" pitchFamily="18" charset="0"/>
              </a:rPr>
              <a:t>’。</a:t>
            </a:r>
            <a:endParaRPr lang="en-US" altLang="zh-CN" sz="4800" dirty="0">
              <a:latin typeface="Times New Roman" panose="02020603050405020304" pitchFamily="18" charset="0"/>
              <a:cs typeface="Times New Roman" panose="02020603050405020304" pitchFamily="18" charset="0"/>
            </a:endParaRPr>
          </a:p>
          <a:p>
            <a:pPr lvl="2"/>
            <a:r>
              <a:rPr lang="zh-CN" altLang="en-US" sz="4800" dirty="0">
                <a:latin typeface="Times New Roman" panose="02020603050405020304" pitchFamily="18" charset="0"/>
                <a:cs typeface="Times New Roman" panose="02020603050405020304" pitchFamily="18" charset="0"/>
              </a:rPr>
              <a:t>通过测试用例，获知某个程序（某个函数）是否有错。</a:t>
            </a:r>
            <a:endParaRPr lang="en-US" altLang="zh-CN" sz="4800" dirty="0">
              <a:latin typeface="Times New Roman" panose="02020603050405020304" pitchFamily="18" charset="0"/>
              <a:cs typeface="Times New Roman" panose="02020603050405020304" pitchFamily="18" charset="0"/>
            </a:endParaRPr>
          </a:p>
          <a:p>
            <a:pPr lvl="2"/>
            <a:r>
              <a:rPr lang="zh-CN" altLang="en-US" sz="4800" dirty="0">
                <a:latin typeface="Times New Roman" panose="02020603050405020304" pitchFamily="18" charset="0"/>
                <a:cs typeface="Times New Roman" panose="02020603050405020304" pitchFamily="18" charset="0"/>
              </a:rPr>
              <a:t>有错的程序</a:t>
            </a:r>
            <a:r>
              <a:rPr lang="en-US" altLang="zh-CN" sz="4800" dirty="0">
                <a:latin typeface="Times New Roman" panose="02020603050405020304" pitchFamily="18" charset="0"/>
                <a:cs typeface="Times New Roman" panose="02020603050405020304" pitchFamily="18" charset="0"/>
              </a:rPr>
              <a:t>/</a:t>
            </a:r>
            <a:r>
              <a:rPr lang="zh-CN" altLang="en-US" sz="4800" dirty="0">
                <a:latin typeface="Times New Roman" panose="02020603050405020304" pitchFamily="18" charset="0"/>
                <a:cs typeface="Times New Roman" panose="02020603050405020304" pitchFamily="18" charset="0"/>
              </a:rPr>
              <a:t>函数，并不意味着它的每个测试都会出错！</a:t>
            </a:r>
            <a:r>
              <a:rPr lang="en-US" altLang="zh-CN" sz="4800" dirty="0">
                <a:latin typeface="Times New Roman" panose="02020603050405020304" pitchFamily="18" charset="0"/>
                <a:cs typeface="Times New Roman" panose="02020603050405020304" pitchFamily="18" charset="0"/>
              </a:rPr>
              <a:t>	</a:t>
            </a:r>
            <a:endParaRPr lang="en-US" altLang="zh-CN" sz="4800" dirty="0">
              <a:latin typeface="Times New Roman" panose="02020603050405020304" pitchFamily="18" charset="0"/>
              <a:cs typeface="Times New Roman" panose="02020603050405020304" pitchFamily="18" charset="0"/>
            </a:endParaRPr>
          </a:p>
          <a:p>
            <a:pPr marL="0" indent="0">
              <a:buNone/>
            </a:pPr>
            <a:endParaRPr lang="zh-CN" altLang="en-US" sz="4000" dirty="0">
              <a:latin typeface="Times New Roman" panose="02020603050405020304" pitchFamily="18" charset="0"/>
              <a:cs typeface="Times New Roman" panose="02020603050405020304" pitchFamily="18" charset="0"/>
            </a:endParaRPr>
          </a:p>
        </p:txBody>
      </p:sp>
      <p:sp>
        <p:nvSpPr>
          <p:cNvPr id="9" name="标题 1"/>
          <p:cNvSpPr>
            <a:spLocks noGrp="1"/>
          </p:cNvSpPr>
          <p:nvPr>
            <p:ph type="title"/>
          </p:nvPr>
        </p:nvSpPr>
        <p:spPr>
          <a:xfrm>
            <a:off x="2737970" y="1078867"/>
            <a:ext cx="10113326" cy="1042894"/>
          </a:xfrm>
          <a:ln w="12700">
            <a:miter lim="400000"/>
          </a:ln>
        </p:spPr>
        <p:txBody>
          <a:bodyPr lIns="50800" tIns="50800" rIns="50800" bIns="50800" anchor="ctr">
            <a:normAutofit/>
          </a:bodyPr>
          <a:lstStyle/>
          <a:p>
            <a:r>
              <a:rPr lang="zh-CN" altLang="en-US" dirty="0"/>
              <a:t>基于测试用例的错误定位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3</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8076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2737970" y="1078867"/>
            <a:ext cx="10113326" cy="1042894"/>
          </a:xfrm>
          <a:ln w="12700">
            <a:miter lim="400000"/>
          </a:ln>
        </p:spPr>
        <p:txBody>
          <a:bodyPr lIns="50800" tIns="50800" rIns="50800" bIns="50800" anchor="ctr">
            <a:normAutofit/>
          </a:bodyPr>
          <a:lstStyle/>
          <a:p>
            <a:r>
              <a:rPr lang="zh-CN" altLang="en-US" dirty="0"/>
              <a:t>基于测试用例的错误定位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3</a:t>
            </a:r>
            <a:endParaRPr dirty="0"/>
          </a:p>
        </p:txBody>
      </p:sp>
      <p:pic>
        <p:nvPicPr>
          <p:cNvPr id="2" name="Picture 1"/>
          <p:cNvPicPr>
            <a:picLocks noChangeAspect="1"/>
          </p:cNvPicPr>
          <p:nvPr/>
        </p:nvPicPr>
        <p:blipFill>
          <a:blip r:embed="rId1"/>
          <a:stretch>
            <a:fillRect/>
          </a:stretch>
        </p:blipFill>
        <p:spPr>
          <a:xfrm>
            <a:off x="5599599" y="3847069"/>
            <a:ext cx="7102609" cy="7696022"/>
          </a:xfrm>
          <a:prstGeom prst="rect">
            <a:avLst/>
          </a:prstGeom>
          <a:ln>
            <a:solidFill>
              <a:schemeClr val="tx1"/>
            </a:solidFill>
          </a:ln>
        </p:spPr>
      </p:pic>
      <p:sp>
        <p:nvSpPr>
          <p:cNvPr id="3" name="Arrow: Right 2"/>
          <p:cNvSpPr/>
          <p:nvPr/>
        </p:nvSpPr>
        <p:spPr>
          <a:xfrm>
            <a:off x="12056165" y="6905604"/>
            <a:ext cx="1451113" cy="978218"/>
          </a:xfrm>
          <a:prstGeom prst="rightArrow">
            <a:avLst/>
          </a:prstGeom>
          <a:solidFill>
            <a:schemeClr val="accent3"/>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chemeClr val="accent3"/>
              </a:solidFill>
              <a:effectLst/>
              <a:uFillTx/>
              <a:latin typeface="+mn-lt"/>
              <a:ea typeface="+mn-ea"/>
              <a:cs typeface="+mn-cs"/>
              <a:sym typeface="Helvetica Neue Medium"/>
            </a:endParaRPr>
          </a:p>
        </p:txBody>
      </p:sp>
      <p:sp>
        <p:nvSpPr>
          <p:cNvPr id="4" name="Rectangle 3"/>
          <p:cNvSpPr/>
          <p:nvPr/>
        </p:nvSpPr>
        <p:spPr>
          <a:xfrm>
            <a:off x="13999879" y="6858000"/>
            <a:ext cx="1511953" cy="923330"/>
          </a:xfrm>
          <a:prstGeom prst="rect">
            <a:avLst/>
          </a:prstGeom>
          <a:noFill/>
        </p:spPr>
        <p:txBody>
          <a:bodyPr wrap="none" lIns="91440" tIns="45720" rIns="91440" bIns="45720">
            <a:spAutoFit/>
          </a:bodyPr>
          <a:lstStyle/>
          <a:p>
            <a:pPr algn="ctr"/>
            <a:r>
              <a:rPr lang="en-US" altLang="zh-CN" sz="5400" dirty="0">
                <a:ln w="0"/>
                <a:solidFill>
                  <a:schemeClr val="accent3"/>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m</a:t>
            </a:r>
            <a:r>
              <a:rPr lang="en-US" altLang="zh-CN" sz="5400" cap="none" spc="0" dirty="0">
                <a:ln w="0"/>
                <a:solidFill>
                  <a:schemeClr val="accent3"/>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=x</a:t>
            </a:r>
            <a:endParaRPr lang="en-US" altLang="zh-CN" sz="5400" cap="none" spc="0" dirty="0">
              <a:ln w="0"/>
              <a:solidFill>
                <a:schemeClr val="accent3"/>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pic>
        <p:nvPicPr>
          <p:cNvPr id="5" name="音频 4">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5045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2737970" y="1078867"/>
            <a:ext cx="10113326" cy="1042894"/>
          </a:xfrm>
          <a:ln w="12700">
            <a:miter lim="400000"/>
          </a:ln>
        </p:spPr>
        <p:txBody>
          <a:bodyPr lIns="50800" tIns="50800" rIns="50800" bIns="50800" anchor="ctr">
            <a:normAutofit/>
          </a:bodyPr>
          <a:lstStyle/>
          <a:p>
            <a:r>
              <a:rPr lang="zh-CN" altLang="en-US" dirty="0"/>
              <a:t>基于测试用例的错误定位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3</a:t>
            </a:r>
            <a:endParaRPr dirty="0"/>
          </a:p>
        </p:txBody>
      </p:sp>
      <p:pic>
        <p:nvPicPr>
          <p:cNvPr id="5" name="Picture 4"/>
          <p:cNvPicPr>
            <a:picLocks noChangeAspect="1"/>
          </p:cNvPicPr>
          <p:nvPr/>
        </p:nvPicPr>
        <p:blipFill>
          <a:blip r:embed="rId1"/>
          <a:stretch>
            <a:fillRect/>
          </a:stretch>
        </p:blipFill>
        <p:spPr>
          <a:xfrm>
            <a:off x="5843795" y="3523596"/>
            <a:ext cx="11241673" cy="8052546"/>
          </a:xfrm>
          <a:prstGeom prst="rect">
            <a:avLst/>
          </a:prstGeom>
        </p:spPr>
      </p:pic>
      <p:graphicFrame>
        <p:nvGraphicFramePr>
          <p:cNvPr id="6" name="Table 5"/>
          <p:cNvGraphicFramePr>
            <a:graphicFrameLocks noGrp="1"/>
          </p:cNvGraphicFramePr>
          <p:nvPr/>
        </p:nvGraphicFramePr>
        <p:xfrm>
          <a:off x="9612786" y="4131730"/>
          <a:ext cx="7388280" cy="7410550"/>
        </p:xfrm>
        <a:graphic>
          <a:graphicData uri="http://schemas.openxmlformats.org/drawingml/2006/table">
            <a:tbl>
              <a:tblPr firstRow="1" bandRow="1">
                <a:tableStyleId>{5940675A-B579-460E-94D1-54222C63F5DA}</a:tableStyleId>
              </a:tblPr>
              <a:tblGrid>
                <a:gridCol w="1231380"/>
                <a:gridCol w="1231380"/>
                <a:gridCol w="1231380"/>
                <a:gridCol w="1231380"/>
                <a:gridCol w="1231380"/>
                <a:gridCol w="1231380"/>
              </a:tblGrid>
              <a:tr h="529325">
                <a:tc>
                  <a:txBody>
                    <a:bodyPr/>
                    <a:lstStyle/>
                    <a:p>
                      <a:r>
                        <a:rPr lang="zh-CN" altLang="en-US" dirty="0"/>
                        <a:t>√       </a:t>
                      </a:r>
                      <a:endParaRPr lang="zh-CN" altLang="en-US" dirty="0"/>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r>
              <a:tr h="529325">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r>
              <a:tr h="529325">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r>
              <a:tr h="529325">
                <a:tc>
                  <a:txBody>
                    <a:bodyPr/>
                    <a:lstStyle/>
                    <a:p>
                      <a:endParaRPr lang="zh-CN" altLang="en-US" dirty="0"/>
                    </a:p>
                  </a:txBody>
                  <a:tcPr>
                    <a:solidFill>
                      <a:schemeClr val="accent1">
                        <a:lumMod val="20000"/>
                        <a:lumOff val="80000"/>
                      </a:schemeClr>
                    </a:solidFill>
                  </a:tcPr>
                </a:tc>
                <a:tc>
                  <a:txBody>
                    <a:bodyPr/>
                    <a:lstStyle/>
                    <a:p>
                      <a:r>
                        <a:rPr lang="zh-CN" altLang="en-US" dirty="0"/>
                        <a:t>√</a:t>
                      </a:r>
                      <a:endParaRPr lang="zh-CN" altLang="en-US" dirty="0"/>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lang="zh-CN" altLang="en-US" dirty="0"/>
                    </a:p>
                  </a:txBody>
                  <a:tcPr>
                    <a:solidFill>
                      <a:schemeClr val="accent1">
                        <a:lumMod val="20000"/>
                        <a:lumOff val="80000"/>
                      </a:schemeClr>
                    </a:solidFill>
                  </a:tcPr>
                </a:tc>
                <a:tc>
                  <a:txBody>
                    <a:bodyPr/>
                    <a:lstStyle/>
                    <a:p>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lang="zh-CN" altLang="en-US" dirty="0"/>
                    </a:p>
                  </a:txBody>
                  <a:tcPr>
                    <a:solidFill>
                      <a:schemeClr val="accent1">
                        <a:lumMod val="20000"/>
                        <a:lumOff val="80000"/>
                      </a:schemeClr>
                    </a:solidFill>
                  </a:tcPr>
                </a:tc>
              </a:tr>
              <a:tr h="529325">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lang="zh-CN" altLang="en-US" dirty="0"/>
                        <a:t>√</a:t>
                      </a:r>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r>
              <a:tr h="529325">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lang="zh-CN" altLang="en-US" dirty="0"/>
                    </a:p>
                  </a:txBody>
                  <a:tcPr>
                    <a:solidFill>
                      <a:schemeClr val="accent1">
                        <a:lumMod val="20000"/>
                        <a:lumOff val="80000"/>
                      </a:schemeClr>
                    </a:solidFill>
                  </a:tcPr>
                </a:tc>
                <a:tc>
                  <a:txBody>
                    <a:bodyPr/>
                    <a:lstStyle/>
                    <a:p>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lang="zh-CN" altLang="en-US" dirty="0"/>
                    </a:p>
                  </a:txBody>
                  <a:tcPr>
                    <a:solidFill>
                      <a:schemeClr val="accent1">
                        <a:lumMod val="20000"/>
                        <a:lumOff val="80000"/>
                      </a:schemeClr>
                    </a:solidFill>
                  </a:tcPr>
                </a:tc>
              </a:tr>
              <a:tr h="529325">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r>
                        <a:rPr lang="zh-CN" altLang="en-US" dirty="0"/>
                        <a:t>√</a:t>
                      </a:r>
                      <a:endParaRPr lang="zh-CN" altLang="en-US" dirty="0"/>
                    </a:p>
                  </a:txBody>
                  <a:tcPr>
                    <a:solidFill>
                      <a:schemeClr val="accent1">
                        <a:lumMod val="20000"/>
                        <a:lumOff val="80000"/>
                      </a:schemeClr>
                    </a:solidFill>
                  </a:tcPr>
                </a:tc>
              </a:tr>
              <a:tr h="529325">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r>
              <a:tr h="529325">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r>
              <a:tr h="529325">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lang="zh-CN" altLang="en-US" dirty="0"/>
                        <a:t>√</a:t>
                      </a:r>
                      <a:endParaRPr lang="zh-CN" altLang="en-US" dirty="0"/>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r>
              <a:tr h="529325">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lang="zh-CN" altLang="en-US" dirty="0"/>
                        <a:t>√</a:t>
                      </a:r>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r>
              <a:tr h="529325">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r>
              <a:tr h="529325">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r>
              <a:tr h="529325">
                <a:tc>
                  <a:txBody>
                    <a:bodyPr/>
                    <a:lstStyle/>
                    <a:p>
                      <a:r>
                        <a:rPr lang="zh-CN" altLang="en-US" dirty="0">
                          <a:latin typeface="微软雅黑" panose="020B0503020204020204" pitchFamily="34" charset="-122"/>
                          <a:ea typeface="微软雅黑" panose="020B0503020204020204" pitchFamily="34" charset="-122"/>
                        </a:rPr>
                        <a:t>成功</a:t>
                      </a:r>
                      <a:endParaRPr lang="zh-CN" altLang="en-US" dirty="0">
                        <a:latin typeface="微软雅黑" panose="020B0503020204020204" pitchFamily="34" charset="-122"/>
                        <a:ea typeface="微软雅黑" panose="020B0503020204020204" pitchFamily="34" charset="-122"/>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rPr>
                        <a:t>成功</a:t>
                      </a:r>
                      <a:endPar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rPr>
                        <a:t>成功</a:t>
                      </a:r>
                      <a:endPar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rPr>
                        <a:t>成功</a:t>
                      </a:r>
                      <a:endPar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rPr>
                        <a:t>成功</a:t>
                      </a:r>
                      <a:endPar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endParaRPr>
                    </a:p>
                  </a:txBody>
                  <a:tcPr>
                    <a:solidFill>
                      <a:schemeClr val="accent1">
                        <a:lumMod val="20000"/>
                        <a:lumOff val="80000"/>
                      </a:schemeClr>
                    </a:solidFill>
                  </a:tcPr>
                </a:tc>
                <a:tc>
                  <a:txBody>
                    <a:bodyPr/>
                    <a:lstStyle/>
                    <a:p>
                      <a:r>
                        <a:rPr lang="zh-CN" altLang="en-US" dirty="0">
                          <a:latin typeface="微软雅黑" panose="020B0503020204020204" pitchFamily="34" charset="-122"/>
                          <a:ea typeface="微软雅黑" panose="020B0503020204020204" pitchFamily="34" charset="-122"/>
                        </a:rPr>
                        <a:t>失败</a:t>
                      </a:r>
                      <a:endParaRPr lang="zh-CN" altLang="en-US" dirty="0">
                        <a:latin typeface="微软雅黑" panose="020B0503020204020204" pitchFamily="34" charset="-122"/>
                        <a:ea typeface="微软雅黑" panose="020B0503020204020204" pitchFamily="34" charset="-122"/>
                      </a:endParaRPr>
                    </a:p>
                  </a:txBody>
                  <a:tcPr>
                    <a:solidFill>
                      <a:schemeClr val="accent1">
                        <a:lumMod val="20000"/>
                        <a:lumOff val="80000"/>
                      </a:schemeClr>
                    </a:solidFill>
                  </a:tcPr>
                </a:tc>
              </a:tr>
            </a:tbl>
          </a:graphicData>
        </a:graphic>
      </p:graphicFrame>
      <p:sp>
        <p:nvSpPr>
          <p:cNvPr id="7" name="Rectangle 6"/>
          <p:cNvSpPr/>
          <p:nvPr/>
        </p:nvSpPr>
        <p:spPr>
          <a:xfrm>
            <a:off x="5843795" y="7339912"/>
            <a:ext cx="11241673" cy="492443"/>
          </a:xfrm>
          <a:prstGeom prst="rect">
            <a:avLst/>
          </a:prstGeom>
          <a:noFill/>
          <a:ln w="57150"/>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3200" b="0" i="0" u="none" strike="noStrike" cap="none" spc="0" normalizeH="0" baseline="0" dirty="0">
                <a:ln>
                  <a:noFill/>
                </a:ln>
                <a:solidFill>
                  <a:srgbClr val="FFFFFF"/>
                </a:solidFill>
                <a:effectLst/>
                <a:uFillTx/>
                <a:latin typeface="+mn-lt"/>
                <a:ea typeface="+mn-ea"/>
                <a:cs typeface="+mn-cs"/>
                <a:sym typeface="Helvetica Neue Medium"/>
              </a:rPr>
              <a:t>  </a:t>
            </a:r>
            <a:endParaRPr kumimoji="0" lang="zh-CN" altLang="en-US" sz="32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8" name="Rectangle 7"/>
          <p:cNvSpPr/>
          <p:nvPr/>
        </p:nvSpPr>
        <p:spPr>
          <a:xfrm>
            <a:off x="7112000" y="7399867"/>
            <a:ext cx="2175933" cy="406400"/>
          </a:xfrm>
          <a:prstGeom prst="rect">
            <a:avLst/>
          </a:prstGeom>
          <a:solidFill>
            <a:schemeClr val="bg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1" name="TextBox 10"/>
          <p:cNvSpPr txBox="1"/>
          <p:nvPr/>
        </p:nvSpPr>
        <p:spPr>
          <a:xfrm>
            <a:off x="6002867" y="3613639"/>
            <a:ext cx="2108200" cy="471924"/>
          </a:xfrm>
          <a:prstGeom prst="rect">
            <a:avLst/>
          </a:prstGeom>
          <a:solidFill>
            <a:schemeClr val="bg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24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语句</a:t>
            </a:r>
            <a:endParaRPr kumimoji="0" lang="zh-CN" altLang="en-US" sz="24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5116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37969" y="2918377"/>
            <a:ext cx="19592642" cy="1056902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algn="just"/>
            <a:r>
              <a:rPr lang="zh-CN" altLang="en-US" sz="4800" b="1" dirty="0"/>
              <a:t>每个语句的可疑度</a:t>
            </a:r>
            <a:endParaRPr lang="en-US" altLang="zh-CN" sz="4800" b="1" dirty="0"/>
          </a:p>
          <a:p>
            <a:pPr lvl="2" algn="just"/>
            <a:r>
              <a:rPr lang="zh-CN" altLang="en-US" sz="4800" dirty="0"/>
              <a:t>经过该语句的失败测试用例数目越多，它就越可疑。</a:t>
            </a:r>
            <a:endParaRPr lang="en-US" altLang="zh-CN" sz="4800" dirty="0"/>
          </a:p>
          <a:p>
            <a:pPr lvl="2" algn="just"/>
            <a:r>
              <a:rPr lang="zh-CN" altLang="en-US" sz="4800" dirty="0"/>
              <a:t>经过该语句的成功测试用例数目越多，它就越不可疑。</a:t>
            </a:r>
            <a:r>
              <a:rPr lang="en-US" altLang="zh-CN" sz="4800" dirty="0"/>
              <a:t>	</a:t>
            </a:r>
            <a:endParaRPr lang="en-US" altLang="zh-CN" sz="4800" dirty="0"/>
          </a:p>
          <a:p>
            <a:pPr algn="just"/>
            <a:r>
              <a:rPr lang="zh-CN" altLang="en-US" sz="4800" b="1" dirty="0"/>
              <a:t>可疑度排序</a:t>
            </a:r>
            <a:endParaRPr lang="en-US" altLang="zh-CN" sz="4800" b="1" dirty="0"/>
          </a:p>
          <a:p>
            <a:pPr lvl="2" algn="just"/>
            <a:r>
              <a:rPr lang="zh-CN" altLang="en-US" sz="4800" dirty="0"/>
              <a:t>经过两条语句的失败测试用例数目一样的情况下，随经过的成功测试用例数目更少，它就更可疑。</a:t>
            </a:r>
            <a:endParaRPr lang="en-US" altLang="zh-CN" sz="4800" dirty="0"/>
          </a:p>
          <a:p>
            <a:pPr lvl="2" algn="just"/>
            <a:r>
              <a:rPr lang="zh-CN" altLang="en-US" sz="4800" dirty="0"/>
              <a:t>经过两条语句的成功测试用例数目一样的情况下，随经过的失败测试用例数目更多，它就更可疑。</a:t>
            </a:r>
            <a:endParaRPr lang="en-US" altLang="zh-CN" sz="4800" dirty="0"/>
          </a:p>
          <a:p>
            <a:pPr lvl="2" algn="just"/>
            <a:endParaRPr lang="en-US" altLang="zh-CN" sz="4800" dirty="0"/>
          </a:p>
          <a:p>
            <a:pPr marL="0" indent="0" algn="just">
              <a:buNone/>
            </a:pPr>
            <a:endParaRPr lang="zh-CN" altLang="en-US" sz="4000" dirty="0">
              <a:latin typeface="微软雅黑" panose="020B0503020204020204" pitchFamily="34" charset="-122"/>
              <a:ea typeface="微软雅黑" panose="020B0503020204020204" pitchFamily="34" charset="-122"/>
            </a:endParaRPr>
          </a:p>
        </p:txBody>
      </p:sp>
      <p:sp>
        <p:nvSpPr>
          <p:cNvPr id="9" name="标题 1"/>
          <p:cNvSpPr>
            <a:spLocks noGrp="1"/>
          </p:cNvSpPr>
          <p:nvPr>
            <p:ph type="title"/>
          </p:nvPr>
        </p:nvSpPr>
        <p:spPr>
          <a:xfrm>
            <a:off x="2737970" y="1078867"/>
            <a:ext cx="10113326" cy="1042894"/>
          </a:xfrm>
          <a:ln w="12700">
            <a:miter lim="400000"/>
          </a:ln>
        </p:spPr>
        <p:txBody>
          <a:bodyPr lIns="50800" tIns="50800" rIns="50800" bIns="50800" anchor="ctr">
            <a:normAutofit/>
          </a:bodyPr>
          <a:lstStyle/>
          <a:p>
            <a:r>
              <a:rPr lang="zh-CN" altLang="en-US" dirty="0"/>
              <a:t>基于测试用例的错误定位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3</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13270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2737970" y="1078867"/>
            <a:ext cx="10113326" cy="1042894"/>
          </a:xfrm>
          <a:ln w="12700">
            <a:miter lim="400000"/>
          </a:ln>
        </p:spPr>
        <p:txBody>
          <a:bodyPr lIns="50800" tIns="50800" rIns="50800" bIns="50800" anchor="ctr">
            <a:normAutofit/>
          </a:bodyPr>
          <a:lstStyle/>
          <a:p>
            <a:r>
              <a:rPr lang="zh-CN" altLang="en-US" dirty="0"/>
              <a:t>基于测试用例的错误定位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3</a:t>
            </a:r>
            <a:endParaRPr dirty="0"/>
          </a:p>
        </p:txBody>
      </p:sp>
      <p:pic>
        <p:nvPicPr>
          <p:cNvPr id="5" name="Picture 4"/>
          <p:cNvPicPr>
            <a:picLocks noChangeAspect="1"/>
          </p:cNvPicPr>
          <p:nvPr/>
        </p:nvPicPr>
        <p:blipFill>
          <a:blip r:embed="rId1"/>
          <a:stretch>
            <a:fillRect/>
          </a:stretch>
        </p:blipFill>
        <p:spPr>
          <a:xfrm>
            <a:off x="5843795" y="3523596"/>
            <a:ext cx="11241673" cy="8052546"/>
          </a:xfrm>
          <a:prstGeom prst="rect">
            <a:avLst/>
          </a:prstGeom>
        </p:spPr>
      </p:pic>
      <p:graphicFrame>
        <p:nvGraphicFramePr>
          <p:cNvPr id="6" name="Table 5"/>
          <p:cNvGraphicFramePr>
            <a:graphicFrameLocks noGrp="1"/>
          </p:cNvGraphicFramePr>
          <p:nvPr/>
        </p:nvGraphicFramePr>
        <p:xfrm>
          <a:off x="9612786" y="4131730"/>
          <a:ext cx="7388280" cy="7410550"/>
        </p:xfrm>
        <a:graphic>
          <a:graphicData uri="http://schemas.openxmlformats.org/drawingml/2006/table">
            <a:tbl>
              <a:tblPr firstRow="1" bandRow="1">
                <a:tableStyleId>{5940675A-B579-460E-94D1-54222C63F5DA}</a:tableStyleId>
              </a:tblPr>
              <a:tblGrid>
                <a:gridCol w="1231380"/>
                <a:gridCol w="1231380"/>
                <a:gridCol w="1231380"/>
                <a:gridCol w="1231380"/>
                <a:gridCol w="1231380"/>
                <a:gridCol w="1231380"/>
              </a:tblGrid>
              <a:tr h="529325">
                <a:tc>
                  <a:txBody>
                    <a:bodyPr/>
                    <a:lstStyle/>
                    <a:p>
                      <a:r>
                        <a:rPr lang="zh-CN" altLang="en-US" dirty="0"/>
                        <a:t>√</a:t>
                      </a:r>
                      <a:endParaRPr lang="zh-CN" altLang="en-US" dirty="0"/>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r>
              <a:tr h="529325">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r>
              <a:tr h="529325">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r>
              <a:tr h="529325">
                <a:tc>
                  <a:txBody>
                    <a:bodyPr/>
                    <a:lstStyle/>
                    <a:p>
                      <a:endParaRPr lang="zh-CN" altLang="en-US" dirty="0"/>
                    </a:p>
                  </a:txBody>
                  <a:tcPr>
                    <a:solidFill>
                      <a:schemeClr val="accent1">
                        <a:lumMod val="20000"/>
                        <a:lumOff val="80000"/>
                      </a:schemeClr>
                    </a:solidFill>
                  </a:tcPr>
                </a:tc>
                <a:tc>
                  <a:txBody>
                    <a:bodyPr/>
                    <a:lstStyle/>
                    <a:p>
                      <a:r>
                        <a:rPr lang="zh-CN" altLang="en-US" dirty="0"/>
                        <a:t>√</a:t>
                      </a:r>
                      <a:endParaRPr lang="zh-CN" altLang="en-US" dirty="0"/>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lang="zh-CN" altLang="en-US" dirty="0"/>
                    </a:p>
                  </a:txBody>
                  <a:tcPr>
                    <a:solidFill>
                      <a:schemeClr val="accent1">
                        <a:lumMod val="20000"/>
                        <a:lumOff val="80000"/>
                      </a:schemeClr>
                    </a:solidFill>
                  </a:tcPr>
                </a:tc>
                <a:tc>
                  <a:txBody>
                    <a:bodyPr/>
                    <a:lstStyle/>
                    <a:p>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lang="zh-CN" altLang="en-US" dirty="0"/>
                    </a:p>
                  </a:txBody>
                  <a:tcPr>
                    <a:solidFill>
                      <a:schemeClr val="accent1">
                        <a:lumMod val="20000"/>
                        <a:lumOff val="80000"/>
                      </a:schemeClr>
                    </a:solidFill>
                  </a:tcPr>
                </a:tc>
              </a:tr>
              <a:tr h="529325">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lang="zh-CN" altLang="en-US" dirty="0"/>
                        <a:t>√</a:t>
                      </a:r>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r>
              <a:tr h="529325">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lang="zh-CN" altLang="en-US" dirty="0"/>
                    </a:p>
                  </a:txBody>
                  <a:tcPr>
                    <a:solidFill>
                      <a:schemeClr val="accent1">
                        <a:lumMod val="20000"/>
                        <a:lumOff val="80000"/>
                      </a:schemeClr>
                    </a:solidFill>
                  </a:tcPr>
                </a:tc>
                <a:tc>
                  <a:txBody>
                    <a:bodyPr/>
                    <a:lstStyle/>
                    <a:p>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lang="zh-CN" altLang="en-US" dirty="0"/>
                    </a:p>
                  </a:txBody>
                  <a:tcPr>
                    <a:solidFill>
                      <a:schemeClr val="accent1">
                        <a:lumMod val="20000"/>
                        <a:lumOff val="80000"/>
                      </a:schemeClr>
                    </a:solidFill>
                  </a:tcPr>
                </a:tc>
              </a:tr>
              <a:tr h="529325">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r>
                        <a:rPr lang="zh-CN" altLang="en-US" dirty="0"/>
                        <a:t>√</a:t>
                      </a:r>
                      <a:endParaRPr lang="zh-CN" altLang="en-US" dirty="0"/>
                    </a:p>
                  </a:txBody>
                  <a:tcPr>
                    <a:solidFill>
                      <a:schemeClr val="accent1">
                        <a:lumMod val="20000"/>
                        <a:lumOff val="80000"/>
                      </a:schemeClr>
                    </a:solidFill>
                  </a:tcPr>
                </a:tc>
              </a:tr>
              <a:tr h="529325">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r>
              <a:tr h="529325">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r>
              <a:tr h="529325">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lang="zh-CN" altLang="en-US" dirty="0"/>
                        <a:t>√</a:t>
                      </a:r>
                      <a:endParaRPr lang="zh-CN" altLang="en-US" dirty="0"/>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r>
              <a:tr h="529325">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lang="zh-CN" altLang="en-US" dirty="0"/>
                        <a:t>√</a:t>
                      </a:r>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r>
              <a:tr h="529325">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r>
              <a:tr h="529325">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r>
              <a:tr h="529325">
                <a:tc>
                  <a:txBody>
                    <a:bodyPr/>
                    <a:lstStyle/>
                    <a:p>
                      <a:r>
                        <a:rPr lang="zh-CN" altLang="en-US" dirty="0">
                          <a:latin typeface="微软雅黑" panose="020B0503020204020204" pitchFamily="34" charset="-122"/>
                          <a:ea typeface="微软雅黑" panose="020B0503020204020204" pitchFamily="34" charset="-122"/>
                        </a:rPr>
                        <a:t>成功</a:t>
                      </a:r>
                      <a:endParaRPr lang="zh-CN" altLang="en-US" dirty="0">
                        <a:latin typeface="微软雅黑" panose="020B0503020204020204" pitchFamily="34" charset="-122"/>
                        <a:ea typeface="微软雅黑" panose="020B0503020204020204" pitchFamily="34" charset="-122"/>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rPr>
                        <a:t>成功</a:t>
                      </a:r>
                      <a:endPar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rPr>
                        <a:t>成功</a:t>
                      </a:r>
                      <a:endPar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rPr>
                        <a:t>成功</a:t>
                      </a:r>
                      <a:endPar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rPr>
                        <a:t>成功</a:t>
                      </a:r>
                      <a:endPar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endParaRPr>
                    </a:p>
                  </a:txBody>
                  <a:tcPr>
                    <a:solidFill>
                      <a:schemeClr val="accent1">
                        <a:lumMod val="20000"/>
                        <a:lumOff val="80000"/>
                      </a:schemeClr>
                    </a:solidFill>
                  </a:tcPr>
                </a:tc>
                <a:tc>
                  <a:txBody>
                    <a:bodyPr/>
                    <a:lstStyle/>
                    <a:p>
                      <a:r>
                        <a:rPr lang="zh-CN" altLang="en-US" dirty="0">
                          <a:latin typeface="微软雅黑" panose="020B0503020204020204" pitchFamily="34" charset="-122"/>
                          <a:ea typeface="微软雅黑" panose="020B0503020204020204" pitchFamily="34" charset="-122"/>
                        </a:rPr>
                        <a:t>失败</a:t>
                      </a:r>
                      <a:endParaRPr lang="zh-CN" altLang="en-US" dirty="0">
                        <a:latin typeface="微软雅黑" panose="020B0503020204020204" pitchFamily="34" charset="-122"/>
                        <a:ea typeface="微软雅黑" panose="020B0503020204020204" pitchFamily="34" charset="-122"/>
                      </a:endParaRPr>
                    </a:p>
                  </a:txBody>
                  <a:tcPr>
                    <a:solidFill>
                      <a:schemeClr val="accent1">
                        <a:lumMod val="20000"/>
                        <a:lumOff val="80000"/>
                      </a:schemeClr>
                    </a:solidFill>
                  </a:tcPr>
                </a:tc>
              </a:tr>
            </a:tbl>
          </a:graphicData>
        </a:graphic>
      </p:graphicFrame>
      <p:sp>
        <p:nvSpPr>
          <p:cNvPr id="7" name="Rectangle 6"/>
          <p:cNvSpPr/>
          <p:nvPr/>
        </p:nvSpPr>
        <p:spPr>
          <a:xfrm>
            <a:off x="5843795" y="7289800"/>
            <a:ext cx="11241673" cy="592666"/>
          </a:xfrm>
          <a:prstGeom prst="rect">
            <a:avLst/>
          </a:prstGeom>
          <a:noFill/>
          <a:ln w="57150"/>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8" name="Rectangle 7"/>
          <p:cNvSpPr/>
          <p:nvPr/>
        </p:nvSpPr>
        <p:spPr>
          <a:xfrm>
            <a:off x="7112000" y="7399867"/>
            <a:ext cx="2175933" cy="406400"/>
          </a:xfrm>
          <a:prstGeom prst="rect">
            <a:avLst/>
          </a:prstGeom>
          <a:solidFill>
            <a:schemeClr val="bg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1" name="TextBox 10"/>
          <p:cNvSpPr txBox="1"/>
          <p:nvPr/>
        </p:nvSpPr>
        <p:spPr>
          <a:xfrm>
            <a:off x="6002867" y="3613639"/>
            <a:ext cx="2108200" cy="471924"/>
          </a:xfrm>
          <a:prstGeom prst="rect">
            <a:avLst/>
          </a:prstGeom>
          <a:solidFill>
            <a:schemeClr val="bg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24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语句</a:t>
            </a:r>
            <a:endParaRPr kumimoji="0" lang="zh-CN" altLang="en-US" sz="24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11109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37969" y="2918377"/>
            <a:ext cx="17816153" cy="1056902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可疑度计算</a:t>
            </a:r>
            <a:endParaRPr lang="en-US" altLang="zh-CN" sz="4800" b="1" dirty="0"/>
          </a:p>
          <a:p>
            <a:pPr lvl="2"/>
            <a:r>
              <a:rPr lang="zh-CN" altLang="en-US" sz="4800" dirty="0"/>
              <a:t>语句</a:t>
            </a:r>
            <a:r>
              <a:rPr lang="en-US" altLang="zh-CN" sz="4800" dirty="0">
                <a:latin typeface="Times New Roman" panose="02020603050405020304" pitchFamily="18" charset="0"/>
                <a:cs typeface="Times New Roman" panose="02020603050405020304" pitchFamily="18" charset="0"/>
              </a:rPr>
              <a:t>s</a:t>
            </a:r>
            <a:r>
              <a:rPr lang="zh-CN" altLang="en-US" sz="4800" dirty="0">
                <a:latin typeface="Times New Roman" panose="02020603050405020304" pitchFamily="18" charset="0"/>
                <a:cs typeface="Times New Roman" panose="02020603050405020304" pitchFamily="18" charset="0"/>
              </a:rPr>
              <a:t>的可疑度</a:t>
            </a:r>
            <a:r>
              <a:rPr lang="en-US" altLang="zh-CN" sz="4800" dirty="0">
                <a:latin typeface="Times New Roman" panose="02020603050405020304" pitchFamily="18" charset="0"/>
                <a:cs typeface="Times New Roman" panose="02020603050405020304" pitchFamily="18" charset="0"/>
              </a:rPr>
              <a:t>Sus(s)</a:t>
            </a:r>
            <a:endParaRPr lang="en-US" altLang="zh-CN" sz="4800" dirty="0">
              <a:latin typeface="Times New Roman" panose="02020603050405020304" pitchFamily="18" charset="0"/>
              <a:cs typeface="Times New Roman" panose="02020603050405020304" pitchFamily="18" charset="0"/>
            </a:endParaRPr>
          </a:p>
          <a:p>
            <a:pPr marL="0" indent="0">
              <a:buNone/>
            </a:pPr>
            <a:endParaRPr lang="zh-CN" altLang="en-US" sz="4000" dirty="0">
              <a:latin typeface="微软雅黑" panose="020B0503020204020204" pitchFamily="34" charset="-122"/>
              <a:ea typeface="微软雅黑" panose="020B0503020204020204" pitchFamily="34" charset="-122"/>
            </a:endParaRPr>
          </a:p>
        </p:txBody>
      </p:sp>
      <p:sp>
        <p:nvSpPr>
          <p:cNvPr id="9" name="标题 1"/>
          <p:cNvSpPr>
            <a:spLocks noGrp="1"/>
          </p:cNvSpPr>
          <p:nvPr>
            <p:ph type="title"/>
          </p:nvPr>
        </p:nvSpPr>
        <p:spPr>
          <a:xfrm>
            <a:off x="2737970" y="1078867"/>
            <a:ext cx="10113326" cy="1042894"/>
          </a:xfrm>
          <a:ln w="12700">
            <a:miter lim="400000"/>
          </a:ln>
        </p:spPr>
        <p:txBody>
          <a:bodyPr lIns="50800" tIns="50800" rIns="50800" bIns="50800" anchor="ctr">
            <a:normAutofit/>
          </a:bodyPr>
          <a:lstStyle/>
          <a:p>
            <a:r>
              <a:rPr lang="zh-CN" altLang="en-US" dirty="0"/>
              <a:t>基于测试用例的错误定位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3</a:t>
            </a:r>
            <a:endParaRPr dirty="0"/>
          </a:p>
        </p:txBody>
      </p:sp>
      <p:grpSp>
        <p:nvGrpSpPr>
          <p:cNvPr id="4" name="Group 3"/>
          <p:cNvGrpSpPr/>
          <p:nvPr/>
        </p:nvGrpSpPr>
        <p:grpSpPr>
          <a:xfrm>
            <a:off x="5251250" y="6485348"/>
            <a:ext cx="12789590" cy="2150770"/>
            <a:chOff x="4550710" y="6570015"/>
            <a:chExt cx="12789590" cy="2150770"/>
          </a:xfrm>
        </p:grpSpPr>
        <p:pic>
          <p:nvPicPr>
            <p:cNvPr id="2" name="Picture 1"/>
            <p:cNvPicPr>
              <a:picLocks noChangeAspect="1"/>
            </p:cNvPicPr>
            <p:nvPr/>
          </p:nvPicPr>
          <p:blipFill>
            <a:blip r:embed="rId1"/>
            <a:stretch>
              <a:fillRect/>
            </a:stretch>
          </p:blipFill>
          <p:spPr>
            <a:xfrm>
              <a:off x="7043699" y="6570015"/>
              <a:ext cx="10296601" cy="2150770"/>
            </a:xfrm>
            <a:prstGeom prst="rect">
              <a:avLst/>
            </a:prstGeom>
          </p:spPr>
        </p:pic>
        <p:sp>
          <p:nvSpPr>
            <p:cNvPr id="3" name="Rectangle 2"/>
            <p:cNvSpPr/>
            <p:nvPr/>
          </p:nvSpPr>
          <p:spPr>
            <a:xfrm>
              <a:off x="4550710" y="7212967"/>
              <a:ext cx="2345515" cy="923330"/>
            </a:xfrm>
            <a:prstGeom prst="rect">
              <a:avLst/>
            </a:prstGeom>
          </p:spPr>
          <p:txBody>
            <a:bodyPr wrap="none">
              <a:spAutoFit/>
            </a:bodyPr>
            <a:lstStyle/>
            <a:p>
              <a:r>
                <a:rPr lang="en-US" altLang="zh-CN" sz="5400" b="0" i="1" dirty="0">
                  <a:latin typeface="Times New Roman" panose="02020603050405020304" pitchFamily="18" charset="0"/>
                  <a:cs typeface="Times New Roman" panose="02020603050405020304" pitchFamily="18" charset="0"/>
                </a:rPr>
                <a:t>Sus(s)=</a:t>
              </a:r>
              <a:endParaRPr lang="zh-CN" altLang="en-US" sz="4800" b="0" i="1" dirty="0">
                <a:latin typeface="Times New Roman" panose="02020603050405020304" pitchFamily="18" charset="0"/>
                <a:cs typeface="Times New Roman" panose="02020603050405020304" pitchFamily="18" charset="0"/>
              </a:endParaRPr>
            </a:p>
          </p:txBody>
        </p:sp>
      </p:grpSp>
      <p:pic>
        <p:nvPicPr>
          <p:cNvPr id="6" name="音频 5">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3497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2737970" y="1078867"/>
            <a:ext cx="10113326" cy="1042894"/>
          </a:xfrm>
          <a:ln w="12700">
            <a:miter lim="400000"/>
          </a:ln>
        </p:spPr>
        <p:txBody>
          <a:bodyPr lIns="50800" tIns="50800" rIns="50800" bIns="50800" anchor="ctr">
            <a:normAutofit/>
          </a:bodyPr>
          <a:lstStyle/>
          <a:p>
            <a:r>
              <a:rPr lang="zh-CN" altLang="en-US" dirty="0"/>
              <a:t>基于测试用例的错误定位</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3</a:t>
            </a:r>
            <a:endParaRPr dirty="0"/>
          </a:p>
        </p:txBody>
      </p:sp>
      <p:pic>
        <p:nvPicPr>
          <p:cNvPr id="5" name="Picture 4"/>
          <p:cNvPicPr>
            <a:picLocks noChangeAspect="1"/>
          </p:cNvPicPr>
          <p:nvPr/>
        </p:nvPicPr>
        <p:blipFill>
          <a:blip r:embed="rId1"/>
          <a:stretch>
            <a:fillRect/>
          </a:stretch>
        </p:blipFill>
        <p:spPr>
          <a:xfrm>
            <a:off x="5843795" y="3523596"/>
            <a:ext cx="11241673" cy="8052546"/>
          </a:xfrm>
          <a:prstGeom prst="rect">
            <a:avLst/>
          </a:prstGeom>
        </p:spPr>
      </p:pic>
      <p:graphicFrame>
        <p:nvGraphicFramePr>
          <p:cNvPr id="6" name="Table 5"/>
          <p:cNvGraphicFramePr>
            <a:graphicFrameLocks noGrp="1"/>
          </p:cNvGraphicFramePr>
          <p:nvPr/>
        </p:nvGraphicFramePr>
        <p:xfrm>
          <a:off x="9612787" y="4148667"/>
          <a:ext cx="8649550" cy="7393624"/>
        </p:xfrm>
        <a:graphic>
          <a:graphicData uri="http://schemas.openxmlformats.org/drawingml/2006/table">
            <a:tbl>
              <a:tblPr firstRow="1" bandRow="1">
                <a:tableStyleId>{5940675A-B579-460E-94D1-54222C63F5DA}</a:tableStyleId>
              </a:tblPr>
              <a:tblGrid>
                <a:gridCol w="1235650"/>
                <a:gridCol w="1235650"/>
                <a:gridCol w="1235650"/>
                <a:gridCol w="1235650"/>
                <a:gridCol w="1235650"/>
                <a:gridCol w="1235650"/>
                <a:gridCol w="1235650"/>
              </a:tblGrid>
              <a:tr h="528116">
                <a:tc>
                  <a:txBody>
                    <a:bodyPr/>
                    <a:lstStyle/>
                    <a:p>
                      <a:r>
                        <a:rPr lang="zh-CN" altLang="en-US" dirty="0"/>
                        <a:t>√</a:t>
                      </a:r>
                      <a:endParaRPr lang="zh-CN" altLang="en-US" dirty="0"/>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srgbClr val="000000"/>
                        </a:solidFill>
                        <a:effectLst/>
                        <a:highlight>
                          <a:srgbClr val="FFFF00"/>
                        </a:highlight>
                        <a:uLnTx/>
                        <a:uFillTx/>
                        <a:latin typeface="Helvetica Neue Medium"/>
                        <a:sym typeface="Helvetica Neue Light"/>
                      </a:endParaRPr>
                    </a:p>
                  </a:txBody>
                  <a:tcPr>
                    <a:solidFill>
                      <a:schemeClr val="accent3">
                        <a:lumMod val="60000"/>
                        <a:lumOff val="40000"/>
                      </a:schemeClr>
                    </a:solidFill>
                  </a:tcPr>
                </a:tc>
              </a:tr>
              <a:tr h="528116">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srgbClr val="000000"/>
                        </a:solidFill>
                        <a:effectLst/>
                        <a:highlight>
                          <a:srgbClr val="FFFF00"/>
                        </a:highlight>
                        <a:uLnTx/>
                        <a:uFillTx/>
                        <a:latin typeface="Helvetica Neue Medium"/>
                        <a:sym typeface="Helvetica Neue Light"/>
                      </a:endParaRPr>
                    </a:p>
                  </a:txBody>
                  <a:tcPr>
                    <a:solidFill>
                      <a:schemeClr val="accent3">
                        <a:lumMod val="60000"/>
                        <a:lumOff val="40000"/>
                      </a:schemeClr>
                    </a:solidFill>
                  </a:tcPr>
                </a:tc>
              </a:tr>
              <a:tr h="528116">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srgbClr val="000000"/>
                        </a:solidFill>
                        <a:effectLst/>
                        <a:highlight>
                          <a:srgbClr val="FFFF00"/>
                        </a:highlight>
                        <a:uLnTx/>
                        <a:uFillTx/>
                        <a:latin typeface="Helvetica Neue Medium"/>
                        <a:sym typeface="Helvetica Neue Light"/>
                      </a:endParaRPr>
                    </a:p>
                  </a:txBody>
                  <a:tcPr>
                    <a:solidFill>
                      <a:schemeClr val="accent3">
                        <a:lumMod val="60000"/>
                        <a:lumOff val="40000"/>
                      </a:schemeClr>
                    </a:solidFill>
                  </a:tcPr>
                </a:tc>
              </a:tr>
              <a:tr h="528116">
                <a:tc>
                  <a:txBody>
                    <a:bodyPr/>
                    <a:lstStyle/>
                    <a:p>
                      <a:endParaRPr lang="zh-CN" altLang="en-US" dirty="0"/>
                    </a:p>
                  </a:txBody>
                  <a:tcPr>
                    <a:solidFill>
                      <a:schemeClr val="accent1">
                        <a:lumMod val="20000"/>
                        <a:lumOff val="80000"/>
                      </a:schemeClr>
                    </a:solidFill>
                  </a:tcPr>
                </a:tc>
                <a:tc>
                  <a:txBody>
                    <a:bodyPr/>
                    <a:lstStyle/>
                    <a:p>
                      <a:r>
                        <a:rPr lang="zh-CN" altLang="en-US" dirty="0"/>
                        <a:t>√</a:t>
                      </a:r>
                      <a:endParaRPr lang="zh-CN" altLang="en-US" dirty="0"/>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lang="zh-CN" altLang="en-US" dirty="0"/>
                    </a:p>
                  </a:txBody>
                  <a:tcPr>
                    <a:solidFill>
                      <a:schemeClr val="accent1">
                        <a:lumMod val="20000"/>
                        <a:lumOff val="80000"/>
                      </a:schemeClr>
                    </a:solidFill>
                  </a:tcPr>
                </a:tc>
                <a:tc>
                  <a:txBody>
                    <a:bodyPr/>
                    <a:lstStyle/>
                    <a:p>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lang="zh-CN" altLang="en-US" dirty="0"/>
                    </a:p>
                  </a:txBody>
                  <a:tcPr>
                    <a:solidFill>
                      <a:schemeClr val="accent1">
                        <a:lumMod val="20000"/>
                        <a:lumOff val="80000"/>
                      </a:schemeClr>
                    </a:solidFill>
                  </a:tcPr>
                </a:tc>
                <a:tc>
                  <a:txBody>
                    <a:bodyPr/>
                    <a:lstStyle/>
                    <a:p>
                      <a:endParaRPr lang="zh-CN" altLang="en-US" dirty="0">
                        <a:highlight>
                          <a:srgbClr val="FFFF00"/>
                        </a:highlight>
                      </a:endParaRPr>
                    </a:p>
                  </a:txBody>
                  <a:tcPr>
                    <a:solidFill>
                      <a:schemeClr val="accent3">
                        <a:lumMod val="60000"/>
                        <a:lumOff val="40000"/>
                      </a:schemeClr>
                    </a:solidFill>
                  </a:tcPr>
                </a:tc>
              </a:tr>
              <a:tr h="528116">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lang="zh-CN" altLang="en-US" dirty="0"/>
                        <a:t>√</a:t>
                      </a:r>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dirty="0">
                        <a:highlight>
                          <a:srgbClr val="FFFF00"/>
                        </a:highlight>
                      </a:endParaRPr>
                    </a:p>
                  </a:txBody>
                  <a:tcPr>
                    <a:solidFill>
                      <a:schemeClr val="accent3">
                        <a:lumMod val="60000"/>
                        <a:lumOff val="40000"/>
                      </a:schemeClr>
                    </a:solidFill>
                  </a:tcPr>
                </a:tc>
              </a:tr>
              <a:tr h="528116">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lang="zh-CN" altLang="en-US" dirty="0"/>
                    </a:p>
                  </a:txBody>
                  <a:tcPr>
                    <a:solidFill>
                      <a:schemeClr val="accent1">
                        <a:lumMod val="20000"/>
                        <a:lumOff val="80000"/>
                      </a:schemeClr>
                    </a:solidFill>
                  </a:tcPr>
                </a:tc>
                <a:tc>
                  <a:txBody>
                    <a:bodyPr/>
                    <a:lstStyle/>
                    <a:p>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lang="zh-CN" altLang="en-US" dirty="0"/>
                    </a:p>
                  </a:txBody>
                  <a:tcPr>
                    <a:solidFill>
                      <a:schemeClr val="accent1">
                        <a:lumMod val="20000"/>
                        <a:lumOff val="80000"/>
                      </a:schemeClr>
                    </a:solidFill>
                  </a:tcPr>
                </a:tc>
                <a:tc>
                  <a:txBody>
                    <a:bodyPr/>
                    <a:lstStyle/>
                    <a:p>
                      <a:endParaRPr lang="zh-CN" altLang="en-US" dirty="0">
                        <a:highlight>
                          <a:srgbClr val="FFFF00"/>
                        </a:highlight>
                      </a:endParaRPr>
                    </a:p>
                  </a:txBody>
                  <a:tcPr>
                    <a:solidFill>
                      <a:schemeClr val="accent3">
                        <a:lumMod val="60000"/>
                        <a:lumOff val="40000"/>
                      </a:schemeClr>
                    </a:solidFill>
                  </a:tcPr>
                </a:tc>
              </a:tr>
              <a:tr h="528116">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r>
                        <a:rPr lang="zh-CN" altLang="en-US" dirty="0"/>
                        <a:t>√</a:t>
                      </a:r>
                      <a:endParaRPr lang="zh-CN" altLang="en-US" dirty="0"/>
                    </a:p>
                  </a:txBody>
                  <a:tcPr>
                    <a:solidFill>
                      <a:schemeClr val="accent1">
                        <a:lumMod val="20000"/>
                        <a:lumOff val="80000"/>
                      </a:schemeClr>
                    </a:solidFill>
                  </a:tcPr>
                </a:tc>
                <a:tc>
                  <a:txBody>
                    <a:bodyPr/>
                    <a:lstStyle/>
                    <a:p>
                      <a:endParaRPr lang="zh-CN" altLang="en-US" dirty="0">
                        <a:highlight>
                          <a:srgbClr val="FFFF00"/>
                        </a:highlight>
                      </a:endParaRPr>
                    </a:p>
                  </a:txBody>
                  <a:tcPr>
                    <a:solidFill>
                      <a:schemeClr val="accent3">
                        <a:lumMod val="60000"/>
                        <a:lumOff val="40000"/>
                      </a:schemeClr>
                    </a:solidFill>
                  </a:tcPr>
                </a:tc>
              </a:tr>
              <a:tr h="528116">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highlight>
                          <a:srgbClr val="FFFF00"/>
                        </a:highlight>
                      </a:endParaRPr>
                    </a:p>
                  </a:txBody>
                  <a:tcPr>
                    <a:solidFill>
                      <a:schemeClr val="accent3">
                        <a:lumMod val="60000"/>
                        <a:lumOff val="40000"/>
                      </a:schemeClr>
                    </a:solidFill>
                  </a:tcPr>
                </a:tc>
              </a:tr>
              <a:tr h="528116">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dirty="0">
                        <a:highlight>
                          <a:srgbClr val="FFFF00"/>
                        </a:highlight>
                      </a:endParaRPr>
                    </a:p>
                  </a:txBody>
                  <a:tcPr>
                    <a:solidFill>
                      <a:schemeClr val="accent3">
                        <a:lumMod val="60000"/>
                        <a:lumOff val="40000"/>
                      </a:schemeClr>
                    </a:solidFill>
                  </a:tcPr>
                </a:tc>
              </a:tr>
              <a:tr h="528116">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lang="zh-CN" altLang="en-US" dirty="0"/>
                        <a:t>√</a:t>
                      </a:r>
                      <a:endParaRPr lang="zh-CN" altLang="en-US" dirty="0"/>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dirty="0">
                        <a:highlight>
                          <a:srgbClr val="FFFF00"/>
                        </a:highlight>
                      </a:endParaRPr>
                    </a:p>
                  </a:txBody>
                  <a:tcPr>
                    <a:solidFill>
                      <a:schemeClr val="accent3">
                        <a:lumMod val="60000"/>
                        <a:lumOff val="40000"/>
                      </a:schemeClr>
                    </a:solidFill>
                  </a:tcPr>
                </a:tc>
              </a:tr>
              <a:tr h="528116">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lang="zh-CN" altLang="en-US" dirty="0"/>
                        <a:t>√</a:t>
                      </a:r>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dirty="0">
                        <a:highlight>
                          <a:srgbClr val="FFFF00"/>
                        </a:highlight>
                      </a:endParaRPr>
                    </a:p>
                  </a:txBody>
                  <a:tcPr>
                    <a:solidFill>
                      <a:schemeClr val="accent3">
                        <a:lumMod val="60000"/>
                        <a:lumOff val="40000"/>
                      </a:schemeClr>
                    </a:solidFill>
                  </a:tcPr>
                </a:tc>
              </a:tr>
              <a:tr h="528116">
                <a:tc>
                  <a:txBody>
                    <a:bodyPr/>
                    <a:lstStyle/>
                    <a:p>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endParaRPr lang="zh-CN" altLang="en-US" dirty="0"/>
                    </a:p>
                  </a:txBody>
                  <a:tcPr>
                    <a:solidFill>
                      <a:schemeClr val="accent1">
                        <a:lumMod val="20000"/>
                        <a:lumOff val="80000"/>
                      </a:schemeClr>
                    </a:solidFill>
                  </a:tcPr>
                </a:tc>
                <a:tc>
                  <a:txBody>
                    <a:bodyPr/>
                    <a:lstStyle/>
                    <a:p>
                      <a:endParaRPr lang="zh-CN" altLang="en-US"/>
                    </a:p>
                  </a:txBody>
                  <a:tcPr>
                    <a:solidFill>
                      <a:schemeClr val="accent1">
                        <a:lumMod val="20000"/>
                        <a:lumOff val="80000"/>
                      </a:schemeClr>
                    </a:solidFill>
                  </a:tcPr>
                </a:tc>
                <a:tc>
                  <a:txBody>
                    <a:bodyPr/>
                    <a:lstStyle/>
                    <a:p>
                      <a:endParaRPr lang="zh-CN" altLang="en-US" dirty="0"/>
                    </a:p>
                  </a:txBody>
                  <a:tcPr>
                    <a:solidFill>
                      <a:schemeClr val="accent1">
                        <a:lumMod val="20000"/>
                        <a:lumOff val="80000"/>
                      </a:schemeClr>
                    </a:solidFill>
                  </a:tcPr>
                </a:tc>
                <a:tc>
                  <a:txBody>
                    <a:bodyPr/>
                    <a:lstStyle/>
                    <a:p>
                      <a:endParaRPr lang="zh-CN" altLang="en-US" dirty="0">
                        <a:highlight>
                          <a:srgbClr val="FFFF00"/>
                        </a:highlight>
                      </a:endParaRPr>
                    </a:p>
                  </a:txBody>
                  <a:tcPr>
                    <a:solidFill>
                      <a:schemeClr val="accent3">
                        <a:lumMod val="60000"/>
                        <a:lumOff val="40000"/>
                      </a:schemeClr>
                    </a:solidFill>
                  </a:tcPr>
                </a:tc>
              </a:tr>
              <a:tr h="528116">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rPr>
                        <a:t>√</a:t>
                      </a:r>
                      <a:endParaRPr kumimoji="0" lang="zh-CN" altLang="en-US" sz="2400" b="0" i="0" u="none" strike="noStrike" kern="0" cap="none" spc="0" normalizeH="0" baseline="0" noProof="0" dirty="0">
                        <a:ln>
                          <a:noFill/>
                        </a:ln>
                        <a:solidFill>
                          <a:srgbClr val="000000"/>
                        </a:solidFill>
                        <a:effectLst/>
                        <a:uLnTx/>
                        <a:uFillTx/>
                        <a:latin typeface="Helvetica Neue Medium"/>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srgbClr val="000000"/>
                        </a:solidFill>
                        <a:effectLst/>
                        <a:highlight>
                          <a:srgbClr val="FFFF00"/>
                        </a:highlight>
                        <a:uLnTx/>
                        <a:uFillTx/>
                        <a:latin typeface="Helvetica Neue Medium"/>
                        <a:sym typeface="Helvetica Neue Light"/>
                      </a:endParaRPr>
                    </a:p>
                  </a:txBody>
                  <a:tcPr>
                    <a:solidFill>
                      <a:schemeClr val="accent3">
                        <a:lumMod val="60000"/>
                        <a:lumOff val="40000"/>
                      </a:schemeClr>
                    </a:solidFill>
                  </a:tcPr>
                </a:tc>
              </a:tr>
              <a:tr h="528116">
                <a:tc>
                  <a:txBody>
                    <a:bodyPr/>
                    <a:lstStyle/>
                    <a:p>
                      <a:r>
                        <a:rPr lang="zh-CN" altLang="en-US" dirty="0">
                          <a:latin typeface="微软雅黑" panose="020B0503020204020204" pitchFamily="34" charset="-122"/>
                          <a:ea typeface="微软雅黑" panose="020B0503020204020204" pitchFamily="34" charset="-122"/>
                        </a:rPr>
                        <a:t>成功</a:t>
                      </a:r>
                      <a:endParaRPr lang="zh-CN" altLang="en-US" dirty="0">
                        <a:latin typeface="微软雅黑" panose="020B0503020204020204" pitchFamily="34" charset="-122"/>
                        <a:ea typeface="微软雅黑" panose="020B0503020204020204" pitchFamily="34" charset="-122"/>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rPr>
                        <a:t>成功</a:t>
                      </a:r>
                      <a:endPar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rPr>
                        <a:t>成功</a:t>
                      </a:r>
                      <a:endPar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rPr>
                        <a:t>成功</a:t>
                      </a:r>
                      <a:endPar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endParaRPr>
                    </a:p>
                  </a:txBody>
                  <a:tcPr>
                    <a:solidFill>
                      <a:schemeClr val="accent1">
                        <a:lumMod val="20000"/>
                        <a:lumOff val="8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rPr>
                        <a:t>成功</a:t>
                      </a:r>
                      <a:endPar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Helvetica Neue Light"/>
                      </a:endParaRPr>
                    </a:p>
                  </a:txBody>
                  <a:tcPr>
                    <a:solidFill>
                      <a:schemeClr val="accent1">
                        <a:lumMod val="20000"/>
                        <a:lumOff val="80000"/>
                      </a:schemeClr>
                    </a:solidFill>
                  </a:tcPr>
                </a:tc>
                <a:tc>
                  <a:txBody>
                    <a:bodyPr/>
                    <a:lstStyle/>
                    <a:p>
                      <a:r>
                        <a:rPr lang="zh-CN" altLang="en-US" dirty="0">
                          <a:latin typeface="微软雅黑" panose="020B0503020204020204" pitchFamily="34" charset="-122"/>
                          <a:ea typeface="微软雅黑" panose="020B0503020204020204" pitchFamily="34" charset="-122"/>
                        </a:rPr>
                        <a:t>失败</a:t>
                      </a:r>
                      <a:endParaRPr lang="zh-CN" altLang="en-US" dirty="0">
                        <a:latin typeface="微软雅黑" panose="020B0503020204020204" pitchFamily="34" charset="-122"/>
                        <a:ea typeface="微软雅黑" panose="020B0503020204020204" pitchFamily="34" charset="-122"/>
                      </a:endParaRPr>
                    </a:p>
                  </a:txBody>
                  <a:tcPr>
                    <a:solidFill>
                      <a:schemeClr val="accent1">
                        <a:lumMod val="20000"/>
                        <a:lumOff val="80000"/>
                      </a:schemeClr>
                    </a:solidFill>
                  </a:tcPr>
                </a:tc>
                <a:tc>
                  <a:txBody>
                    <a:bodyPr/>
                    <a:lstStyle/>
                    <a:p>
                      <a:endParaRPr lang="zh-CN" altLang="en-US" dirty="0">
                        <a:highlight>
                          <a:srgbClr val="FFFF00"/>
                        </a:highlight>
                        <a:latin typeface="微软雅黑" panose="020B0503020204020204" pitchFamily="34" charset="-122"/>
                        <a:ea typeface="微软雅黑" panose="020B0503020204020204" pitchFamily="34" charset="-122"/>
                      </a:endParaRPr>
                    </a:p>
                  </a:txBody>
                  <a:tcPr>
                    <a:solidFill>
                      <a:schemeClr val="accent1">
                        <a:lumMod val="20000"/>
                        <a:lumOff val="80000"/>
                      </a:schemeClr>
                    </a:solidFill>
                  </a:tcPr>
                </a:tc>
              </a:tr>
            </a:tbl>
          </a:graphicData>
        </a:graphic>
      </p:graphicFrame>
      <p:sp>
        <p:nvSpPr>
          <p:cNvPr id="7" name="Rectangle 6"/>
          <p:cNvSpPr/>
          <p:nvPr/>
        </p:nvSpPr>
        <p:spPr>
          <a:xfrm>
            <a:off x="5843795" y="7289800"/>
            <a:ext cx="11241673" cy="592666"/>
          </a:xfrm>
          <a:prstGeom prst="rect">
            <a:avLst/>
          </a:prstGeom>
          <a:noFill/>
          <a:ln w="57150"/>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8" name="Rectangle 7"/>
          <p:cNvSpPr/>
          <p:nvPr/>
        </p:nvSpPr>
        <p:spPr>
          <a:xfrm>
            <a:off x="7112000" y="7399867"/>
            <a:ext cx="2175933" cy="406400"/>
          </a:xfrm>
          <a:prstGeom prst="rect">
            <a:avLst/>
          </a:prstGeom>
          <a:solidFill>
            <a:schemeClr val="bg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1" name="TextBox 10"/>
          <p:cNvSpPr txBox="1"/>
          <p:nvPr/>
        </p:nvSpPr>
        <p:spPr>
          <a:xfrm>
            <a:off x="6002867" y="3613639"/>
            <a:ext cx="2108200" cy="471924"/>
          </a:xfrm>
          <a:prstGeom prst="rect">
            <a:avLst/>
          </a:prstGeom>
          <a:solidFill>
            <a:schemeClr val="bg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24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语句</a:t>
            </a:r>
            <a:endParaRPr kumimoji="0" lang="zh-CN" altLang="en-US" sz="24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12" name="Rectangle 11"/>
          <p:cNvSpPr/>
          <p:nvPr/>
        </p:nvSpPr>
        <p:spPr>
          <a:xfrm>
            <a:off x="17004489" y="3526435"/>
            <a:ext cx="1338828" cy="646331"/>
          </a:xfrm>
          <a:prstGeom prst="rect">
            <a:avLst/>
          </a:prstGeom>
        </p:spPr>
        <p:txBody>
          <a:bodyPr wrap="none">
            <a:spAutoFit/>
          </a:bodyPr>
          <a:lstStyle/>
          <a:p>
            <a:r>
              <a:rPr lang="en-US" altLang="zh-CN" sz="3600" b="0" dirty="0">
                <a:solidFill>
                  <a:srgbClr val="FF0000"/>
                </a:solidFill>
                <a:latin typeface="Times New Roman" panose="02020603050405020304" pitchFamily="18" charset="0"/>
                <a:cs typeface="Times New Roman" panose="02020603050405020304" pitchFamily="18" charset="0"/>
              </a:rPr>
              <a:t>Sus(s)</a:t>
            </a:r>
            <a:endParaRPr lang="zh-CN" altLang="en-US" sz="3200" b="0" dirty="0">
              <a:solidFill>
                <a:srgbClr val="FF0000"/>
              </a:solidFill>
              <a:latin typeface="Times New Roman" panose="02020603050405020304" pitchFamily="18" charset="0"/>
              <a:cs typeface="Times New Roman" panose="02020603050405020304" pitchFamily="18" charset="0"/>
            </a:endParaRPr>
          </a:p>
        </p:txBody>
      </p:sp>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2374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136452" y="2478174"/>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错误定位</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sp>
        <p:nvSpPr>
          <p:cNvPr id="134" name="矩形 5"/>
          <p:cNvSpPr txBox="1"/>
          <p:nvPr/>
        </p:nvSpPr>
        <p:spPr>
          <a:xfrm>
            <a:off x="11263349" y="4605410"/>
            <a:ext cx="5682868"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程序切片</a:t>
            </a:r>
            <a:endParaRPr sz="4400" dirty="0">
              <a:solidFill>
                <a:schemeClr val="tx1"/>
              </a:solidFill>
            </a:endParaRPr>
          </a:p>
        </p:txBody>
      </p:sp>
      <p:sp>
        <p:nvSpPr>
          <p:cNvPr id="135" name="Freeform 5"/>
          <p:cNvSpPr/>
          <p:nvPr/>
        </p:nvSpPr>
        <p:spPr>
          <a:xfrm rot="5400000">
            <a:off x="9259567" y="438600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136452" y="448100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sp>
        <p:nvSpPr>
          <p:cNvPr id="138" name="矩形 5"/>
          <p:cNvSpPr txBox="1"/>
          <p:nvPr/>
        </p:nvSpPr>
        <p:spPr>
          <a:xfrm>
            <a:off x="11263350" y="6485443"/>
            <a:ext cx="7273128" cy="69259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基于测试用例的错误定位</a:t>
            </a:r>
            <a:endParaRPr sz="4400" dirty="0">
              <a:solidFill>
                <a:schemeClr val="tx1"/>
              </a:solidFill>
            </a:endParaRPr>
          </a:p>
        </p:txBody>
      </p:sp>
      <p:sp>
        <p:nvSpPr>
          <p:cNvPr id="139" name="Freeform 5"/>
          <p:cNvSpPr/>
          <p:nvPr/>
        </p:nvSpPr>
        <p:spPr>
          <a:xfrm rot="5400000">
            <a:off x="9259567" y="6240049"/>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136452" y="6376001"/>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sp>
        <p:nvSpPr>
          <p:cNvPr id="16" name="矩形 5"/>
          <p:cNvSpPr txBox="1"/>
          <p:nvPr/>
        </p:nvSpPr>
        <p:spPr>
          <a:xfrm>
            <a:off x="11314148" y="8330749"/>
            <a:ext cx="5682868"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小结</a:t>
            </a:r>
            <a:endParaRPr sz="4400" b="1" dirty="0">
              <a:solidFill>
                <a:srgbClr val="FF0000"/>
              </a:solidFill>
            </a:endParaRPr>
          </a:p>
        </p:txBody>
      </p:sp>
      <p:sp>
        <p:nvSpPr>
          <p:cNvPr id="17" name="Freeform 5"/>
          <p:cNvSpPr/>
          <p:nvPr/>
        </p:nvSpPr>
        <p:spPr>
          <a:xfrm rot="5400000">
            <a:off x="9310366" y="8111341"/>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8" name="矩形 11"/>
          <p:cNvSpPr txBox="1"/>
          <p:nvPr/>
        </p:nvSpPr>
        <p:spPr>
          <a:xfrm>
            <a:off x="9187251" y="8206348"/>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2718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小结</a:t>
            </a:r>
            <a:endParaRPr lang="zh-CN" altLang="en-US" dirty="0"/>
          </a:p>
        </p:txBody>
      </p:sp>
      <p:sp>
        <p:nvSpPr>
          <p:cNvPr id="4" name="矩形 3"/>
          <p:cNvSpPr/>
          <p:nvPr/>
        </p:nvSpPr>
        <p:spPr>
          <a:xfrm>
            <a:off x="1" y="3781826"/>
            <a:ext cx="24383999" cy="1015663"/>
          </a:xfrm>
          <a:prstGeom prst="rect">
            <a:avLst/>
          </a:prstGeom>
        </p:spPr>
        <p:txBody>
          <a:bodyPr wrap="squar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错误定位是修正软件缺陷的必经之路</a:t>
            </a:r>
            <a:endParaRPr lang="en-US" altLang="zh-CN" sz="6000" u="sng"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 name="矩形 4"/>
          <p:cNvSpPr/>
          <p:nvPr/>
        </p:nvSpPr>
        <p:spPr>
          <a:xfrm>
            <a:off x="1" y="6052623"/>
            <a:ext cx="24384000" cy="1015663"/>
          </a:xfrm>
          <a:prstGeom prst="rect">
            <a:avLst/>
          </a:prstGeom>
        </p:spPr>
        <p:txBody>
          <a:bodyPr wrap="square">
            <a:spAutoFit/>
          </a:bodyPr>
          <a:lstStyle/>
          <a:p>
            <a:pPr algn="ctr"/>
            <a:r>
              <a:rPr lang="zh-CN" altLang="en-US" sz="6000" dirty="0">
                <a:solidFill>
                  <a:srgbClr val="FF0000"/>
                </a:solidFill>
                <a:latin typeface="微软雅黑" panose="020B0503020204020204" pitchFamily="34" charset="-122"/>
                <a:ea typeface="微软雅黑" panose="020B0503020204020204" pitchFamily="34" charset="-122"/>
              </a:rPr>
              <a:t>错误定位需要高度的技巧</a:t>
            </a:r>
            <a:endParaRPr lang="zh-CN" altLang="en-US" sz="6000" dirty="0">
              <a:solidFill>
                <a:srgbClr val="FF0000"/>
              </a:solidFill>
              <a:latin typeface="微软雅黑" panose="020B0503020204020204" pitchFamily="34" charset="-122"/>
              <a:ea typeface="微软雅黑" panose="020B0503020204020204" pitchFamily="34" charset="-122"/>
            </a:endParaRPr>
          </a:p>
        </p:txBody>
      </p:sp>
      <p:sp>
        <p:nvSpPr>
          <p:cNvPr id="6" name="矩形 5"/>
          <p:cNvSpPr/>
          <p:nvPr/>
        </p:nvSpPr>
        <p:spPr>
          <a:xfrm>
            <a:off x="116959" y="8606519"/>
            <a:ext cx="24384635" cy="1015663"/>
          </a:xfrm>
          <a:prstGeom prst="rect">
            <a:avLst/>
          </a:prstGeom>
        </p:spPr>
        <p:txBody>
          <a:bodyPr wrap="square">
            <a:spAutoFit/>
          </a:bodyPr>
          <a:lstStyle/>
          <a:p>
            <a:pPr algn="ctr"/>
            <a:r>
              <a:rPr lang="zh-CN" altLang="en-US" sz="6000" dirty="0">
                <a:solidFill>
                  <a:srgbClr val="FF0000"/>
                </a:solidFill>
                <a:latin typeface="微软雅黑" panose="020B0503020204020204" pitchFamily="34" charset="-122"/>
                <a:ea typeface="微软雅黑" panose="020B0503020204020204" pitchFamily="34" charset="-122"/>
              </a:rPr>
              <a:t>程序切片和测试用例都是错误定位的有力武器</a:t>
            </a:r>
            <a:endParaRPr lang="en-US" altLang="zh-CN" sz="6000" dirty="0">
              <a:solidFill>
                <a:srgbClr val="FF0000"/>
              </a:solidFill>
              <a:latin typeface="微软雅黑" panose="020B0503020204020204" pitchFamily="34" charset="-122"/>
              <a:ea typeface="微软雅黑" panose="020B0503020204020204" pitchFamily="34" charset="-122"/>
            </a:endParaRPr>
          </a:p>
        </p:txBody>
      </p:sp>
      <p:sp>
        <p:nvSpPr>
          <p:cNvPr id="7"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443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childTnLst>
                          </p:cTn>
                        </p:par>
                        <p:par>
                          <p:cTn id="11" fill="hold">
                            <p:stCondLst>
                              <p:cond delay="2000"/>
                            </p:stCondLst>
                            <p:childTnLst>
                              <p:par>
                                <p:cTn id="12" presetID="22" presetClass="entr" presetSubtype="8"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1000"/>
                                        <p:tgtEl>
                                          <p:spTgt spid="5"/>
                                        </p:tgtEl>
                                      </p:cBhvr>
                                    </p:animEffect>
                                  </p:childTnLst>
                                </p:cTn>
                              </p:par>
                            </p:childTnLst>
                          </p:cTn>
                        </p:par>
                        <p:par>
                          <p:cTn id="15" fill="hold">
                            <p:stCondLst>
                              <p:cond delay="3000"/>
                            </p:stCondLst>
                            <p:childTnLst>
                              <p:par>
                                <p:cTn id="16" presetID="2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9" fill="hold" display="0">
                  <p:stCondLst>
                    <p:cond delay="indefinite"/>
                  </p:stCondLst>
                  <p:endCondLst>
                    <p:cond evt="onStopAudio" delay="0">
                      <p:tgtEl>
                        <p:sldTgt/>
                      </p:tgtEl>
                    </p:cond>
                  </p:endCondLst>
                </p:cTn>
                <p:tgtEl>
                  <p:spTgt spid="3"/>
                </p:tgtEl>
              </p:cMediaNode>
            </p:audio>
          </p:childTnLst>
        </p:cTn>
      </p:par>
    </p:tnLst>
    <p:bldLst>
      <p:bldP spid="4" grpId="0"/>
      <p:bldP spid="5" grpId="0"/>
      <p:bldP spid="6" grpId="0"/>
    </p:bldLst>
  </p:timing>
</p:sld>
</file>

<file path=ppt/tags/tag1.xml><?xml version="1.0" encoding="utf-8"?>
<p:tagLst xmlns:p="http://schemas.openxmlformats.org/presentationml/2006/main">
  <p:tag name="TIMING" val="|0.2"/>
</p:tagLst>
</file>

<file path=ppt/tags/tag2.xml><?xml version="1.0" encoding="utf-8"?>
<p:tagLst xmlns:p="http://schemas.openxmlformats.org/presentationml/2006/main">
  <p:tag name="TIMING" val="|0.2"/>
</p:tagLst>
</file>

<file path=ppt/tags/tag3.xml><?xml version="1.0" encoding="utf-8"?>
<p:tagLst xmlns:p="http://schemas.openxmlformats.org/presentationml/2006/main">
  <p:tag name="TIMING" val="|0.2"/>
</p:tagLst>
</file>

<file path=ppt/tags/tag4.xml><?xml version="1.0" encoding="utf-8"?>
<p:tagLst xmlns:p="http://schemas.openxmlformats.org/presentationml/2006/main">
  <p:tag name="TIMING" val="|0.2"/>
</p:tagLst>
</file>

<file path=ppt/tags/tag5.xml><?xml version="1.0" encoding="utf-8"?>
<p:tagLst xmlns:p="http://schemas.openxmlformats.org/presentationml/2006/main">
  <p:tag name="TIMING" val="|0.2"/>
</p:tagLst>
</file>

<file path=ppt/tags/tag6.xml><?xml version="1.0" encoding="utf-8"?>
<p:tagLst xmlns:p="http://schemas.openxmlformats.org/presentationml/2006/main">
  <p:tag name="TIMING" val="|0.2"/>
</p:tagLst>
</file>

<file path=ppt/tags/tag7.xml><?xml version="1.0" encoding="utf-8"?>
<p:tagLst xmlns:p="http://schemas.openxmlformats.org/presentationml/2006/main">
  <p:tag name="TIMING" val="|0.2"/>
</p:tagLst>
</file>

<file path=ppt/tags/tag8.xml><?xml version="1.0" encoding="utf-8"?>
<p:tagLst xmlns:p="http://schemas.openxmlformats.org/presentationml/2006/main">
  <p:tag name="TIMING" val="|0.2"/>
</p:tagLst>
</file>

<file path=ppt/tags/tag9.xml><?xml version="1.0" encoding="utf-8"?>
<p:tagLst xmlns:p="http://schemas.openxmlformats.org/presentationml/2006/main">
  <p:tag name="TIMING" val="|0.2"/>
</p:tagLst>
</file>

<file path=ppt/tags/tag10.xml><?xml version="1.0" encoding="utf-8"?>
<p:tagLst xmlns:p="http://schemas.openxmlformats.org/presentationml/2006/main">
  <p:tag name="TIMING" val="|0.2"/>
</p:tagLst>
</file>

<file path=ppt/tags/tag11.xml><?xml version="1.0" encoding="utf-8"?>
<p:tagLst xmlns:p="http://schemas.openxmlformats.org/presentationml/2006/main">
  <p:tag name="TIMING" val="|0.2"/>
</p:tagLst>
</file>

<file path=ppt/tags/tag12.xml><?xml version="1.0" encoding="utf-8"?>
<p:tagLst xmlns:p="http://schemas.openxmlformats.org/presentationml/2006/main">
  <p:tag name="TIMING" val="|0.2"/>
</p:tagLst>
</file>

<file path=ppt/tags/tag13.xml><?xml version="1.0" encoding="utf-8"?>
<p:tagLst xmlns:p="http://schemas.openxmlformats.org/presentationml/2006/main">
  <p:tag name="TIMING" val="|0.2"/>
</p:tagLst>
</file>

<file path=ppt/tags/tag14.xml><?xml version="1.0" encoding="utf-8"?>
<p:tagLst xmlns:p="http://schemas.openxmlformats.org/presentationml/2006/main">
  <p:tag name="TIMING" val="|0.2"/>
</p:tagLst>
</file>

<file path=ppt/tags/tag15.xml><?xml version="1.0" encoding="utf-8"?>
<p:tagLst xmlns:p="http://schemas.openxmlformats.org/presentationml/2006/main">
  <p:tag name="TIMING" val="|0.2"/>
</p:tagLst>
</file>

<file path=ppt/tags/tag16.xml><?xml version="1.0" encoding="utf-8"?>
<p:tagLst xmlns:p="http://schemas.openxmlformats.org/presentationml/2006/main">
  <p:tag name="TIMING" val="|0.2"/>
</p:tagLst>
</file>

<file path=ppt/tags/tag17.xml><?xml version="1.0" encoding="utf-8"?>
<p:tagLst xmlns:p="http://schemas.openxmlformats.org/presentationml/2006/main">
  <p:tag name="TIMING" val="|0.2"/>
</p:tagLst>
</file>

<file path=ppt/tags/tag18.xml><?xml version="1.0" encoding="utf-8"?>
<p:tagLst xmlns:p="http://schemas.openxmlformats.org/presentationml/2006/main">
  <p:tag name="TIMING" val="|0.2"/>
</p:tagLst>
</file>

<file path=ppt/tags/tag19.xml><?xml version="1.0" encoding="utf-8"?>
<p:tagLst xmlns:p="http://schemas.openxmlformats.org/presentationml/2006/main">
  <p:tag name="TIMING" val="|0.2"/>
</p:tagLst>
</file>

<file path=ppt/tags/tag20.xml><?xml version="1.0" encoding="utf-8"?>
<p:tagLst xmlns:p="http://schemas.openxmlformats.org/presentationml/2006/main">
  <p:tag name="TIMING" val="|0.2"/>
</p:tagLst>
</file>

<file path=ppt/tags/tag21.xml><?xml version="1.0" encoding="utf-8"?>
<p:tagLst xmlns:p="http://schemas.openxmlformats.org/presentationml/2006/main">
  <p:tag name="TIMING" val="|0.2"/>
</p:tagLst>
</file>

<file path=ppt/tags/tag22.xml><?xml version="1.0" encoding="utf-8"?>
<p:tagLst xmlns:p="http://schemas.openxmlformats.org/presentationml/2006/main">
  <p:tag name="TIMING" val="|0.2"/>
</p:tagLst>
</file>

<file path=ppt/tags/tag23.xml><?xml version="1.0" encoding="utf-8"?>
<p:tagLst xmlns:p="http://schemas.openxmlformats.org/presentationml/2006/main">
  <p:tag name="TIMING" val="|0.2"/>
</p:tagLst>
</file>

<file path=ppt/tags/tag24.xml><?xml version="1.0" encoding="utf-8"?>
<p:tagLst xmlns:p="http://schemas.openxmlformats.org/presentationml/2006/main">
  <p:tag name="TIMING" val="|0.2"/>
</p:tagLst>
</file>

<file path=ppt/tags/tag25.xml><?xml version="1.0" encoding="utf-8"?>
<p:tagLst xmlns:p="http://schemas.openxmlformats.org/presentationml/2006/main">
  <p:tag name="TIMING" val="|0.2"/>
</p:tagLst>
</file>

<file path=ppt/tags/tag26.xml><?xml version="1.0" encoding="utf-8"?>
<p:tagLst xmlns:p="http://schemas.openxmlformats.org/presentationml/2006/main">
  <p:tag name="TIMING" val="|0.2"/>
</p:tagLst>
</file>

<file path=ppt/tags/tag27.xml><?xml version="1.0" encoding="utf-8"?>
<p:tagLst xmlns:p="http://schemas.openxmlformats.org/presentationml/2006/main">
  <p:tag name="TIMING" val="|0.2"/>
</p:tagLst>
</file>

<file path=ppt/tags/tag28.xml><?xml version="1.0" encoding="utf-8"?>
<p:tagLst xmlns:p="http://schemas.openxmlformats.org/presentationml/2006/main">
  <p:tag name="TIMING" val="|0.2"/>
</p:tagLst>
</file>

<file path=ppt/tags/tag29.xml><?xml version="1.0" encoding="utf-8"?>
<p:tagLst xmlns:p="http://schemas.openxmlformats.org/presentationml/2006/main">
  <p:tag name="TIMING" val="|0.2"/>
</p:tagLst>
</file>

<file path=ppt/tags/tag30.xml><?xml version="1.0" encoding="utf-8"?>
<p:tagLst xmlns:p="http://schemas.openxmlformats.org/presentationml/2006/main">
  <p:tag name="COMMONDATA" val="eyJoZGlkIjoiN2RjMzk0Mzc2NzY3NGE0YmI3MDJiMTlmNzE2MWFmNDcifQ=="/>
  <p:tag name="commondata" val="eyJoZGlkIjoiNWY4NzZjZjg1ZDI5N2JhZWU3ZjVjZDU2NTU1Y2E1MTUifQ=="/>
</p:tagLst>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3284</Words>
  <Application>WPS 演示</Application>
  <PresentationFormat>Custom</PresentationFormat>
  <Paragraphs>694</Paragraphs>
  <Slides>36</Slides>
  <Notes>37</Notes>
  <HiddenSlides>0</HiddenSlides>
  <MMClips>37</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36</vt:i4>
      </vt:variant>
    </vt:vector>
  </HeadingPairs>
  <TitlesOfParts>
    <vt:vector size="54" baseType="lpstr">
      <vt:lpstr>Arial</vt:lpstr>
      <vt:lpstr>宋体</vt:lpstr>
      <vt:lpstr>Wingdings</vt:lpstr>
      <vt:lpstr>Helvetica Neue</vt:lpstr>
      <vt:lpstr>Helvetica Neue Medium</vt:lpstr>
      <vt:lpstr>Helvetica Neue Light</vt:lpstr>
      <vt:lpstr>微软雅黑</vt:lpstr>
      <vt:lpstr>黑体</vt:lpstr>
      <vt:lpstr>Calibri</vt:lpstr>
      <vt:lpstr>微软雅黑 Light</vt:lpstr>
      <vt:lpstr>MicrosoftYaHeiLight</vt:lpstr>
      <vt:lpstr>AMGDT</vt:lpstr>
      <vt:lpstr>Arial Black</vt:lpstr>
      <vt:lpstr>Times New Roman</vt:lpstr>
      <vt:lpstr>华文中宋</vt:lpstr>
      <vt:lpstr>Arial Unicode MS</vt:lpstr>
      <vt:lpstr>Helvetica Neue Medium</vt:lpstr>
      <vt:lpstr>White</vt:lpstr>
      <vt:lpstr>PowerPoint 演示文稿</vt:lpstr>
      <vt:lpstr>PowerPoint 演示文稿</vt:lpstr>
      <vt:lpstr>PowerPoint 演示文稿</vt:lpstr>
      <vt:lpstr>错误定位</vt:lpstr>
      <vt:lpstr>错误定位</vt:lpstr>
      <vt:lpstr>错误定位</vt:lpstr>
      <vt:lpstr>错误定位</vt:lpstr>
      <vt:lpstr>错误定位</vt:lpstr>
      <vt:lpstr>错误定位</vt:lpstr>
      <vt:lpstr>错误定位</vt:lpstr>
      <vt:lpstr>错误定位</vt:lpstr>
      <vt:lpstr>错误定位</vt:lpstr>
      <vt:lpstr>错误定位</vt:lpstr>
      <vt:lpstr>错误定位</vt:lpstr>
      <vt:lpstr>错误定位</vt:lpstr>
      <vt:lpstr>错误定位</vt:lpstr>
      <vt:lpstr>错误定位</vt:lpstr>
      <vt:lpstr>错误定位</vt:lpstr>
      <vt:lpstr>PowerPoint 演示文稿</vt:lpstr>
      <vt:lpstr>程序切片</vt:lpstr>
      <vt:lpstr>程序切片</vt:lpstr>
      <vt:lpstr>程序切片</vt:lpstr>
      <vt:lpstr>程序切片</vt:lpstr>
      <vt:lpstr>程序切片</vt:lpstr>
      <vt:lpstr>程序切片</vt:lpstr>
      <vt:lpstr>程序切片</vt:lpstr>
      <vt:lpstr>PowerPoint 演示文稿</vt:lpstr>
      <vt:lpstr>基于测试用例的错误定位</vt:lpstr>
      <vt:lpstr>基于测试用例的错误定位</vt:lpstr>
      <vt:lpstr>基于测试用例的错误定位</vt:lpstr>
      <vt:lpstr>基于测试用例的错误定位</vt:lpstr>
      <vt:lpstr>基于测试用例的错误定位</vt:lpstr>
      <vt:lpstr>基于测试用例的错误定位</vt:lpstr>
      <vt:lpstr>基于测试用例的错误定位</vt:lpstr>
      <vt:lpstr>PowerPoint 演示文稿</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WangYz</dc:creator>
  <cp:lastModifiedBy>李壮 19863718468</cp:lastModifiedBy>
  <cp:revision>702</cp:revision>
  <cp:lastPrinted>2020-08-01T02:11:00Z</cp:lastPrinted>
  <dcterms:created xsi:type="dcterms:W3CDTF">2019-05-10T09:49:00Z</dcterms:created>
  <dcterms:modified xsi:type="dcterms:W3CDTF">2023-10-14T04:24:14Z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647B3119DBC64623A8C421D97850452F_12</vt:lpwstr>
  </property>
</Properties>
</file>