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3"/>
    <p:sldId id="294" r:id="rId5"/>
    <p:sldId id="618" r:id="rId6"/>
    <p:sldId id="322" r:id="rId7"/>
    <p:sldId id="321" r:id="rId8"/>
    <p:sldId id="325" r:id="rId9"/>
    <p:sldId id="567" r:id="rId10"/>
    <p:sldId id="323" r:id="rId11"/>
    <p:sldId id="619" r:id="rId12"/>
    <p:sldId id="620" r:id="rId13"/>
    <p:sldId id="621" r:id="rId14"/>
    <p:sldId id="622" r:id="rId15"/>
    <p:sldId id="623" r:id="rId16"/>
    <p:sldId id="624" r:id="rId17"/>
    <p:sldId id="625" r:id="rId18"/>
    <p:sldId id="626" r:id="rId19"/>
    <p:sldId id="627" r:id="rId20"/>
    <p:sldId id="628" r:id="rId21"/>
    <p:sldId id="629" r:id="rId22"/>
    <p:sldId id="630" r:id="rId23"/>
    <p:sldId id="631" r:id="rId24"/>
    <p:sldId id="632" r:id="rId25"/>
    <p:sldId id="633" r:id="rId26"/>
    <p:sldId id="634" r:id="rId27"/>
    <p:sldId id="635" r:id="rId28"/>
    <p:sldId id="636" r:id="rId29"/>
    <p:sldId id="637" r:id="rId30"/>
    <p:sldId id="638" r:id="rId31"/>
    <p:sldId id="639" r:id="rId32"/>
    <p:sldId id="640" r:id="rId33"/>
    <p:sldId id="641" r:id="rId34"/>
    <p:sldId id="642" r:id="rId35"/>
    <p:sldId id="643" r:id="rId36"/>
    <p:sldId id="644" r:id="rId37"/>
    <p:sldId id="645" r:id="rId38"/>
    <p:sldId id="646" r:id="rId39"/>
    <p:sldId id="647" r:id="rId40"/>
    <p:sldId id="648" r:id="rId41"/>
    <p:sldId id="649" r:id="rId42"/>
    <p:sldId id="650" r:id="rId43"/>
    <p:sldId id="651" r:id="rId44"/>
    <p:sldId id="652" r:id="rId45"/>
    <p:sldId id="653" r:id="rId46"/>
    <p:sldId id="698" r:id="rId47"/>
  </p:sldIdLst>
  <p:sldSz cx="24384000" cy="13716000"/>
  <p:notesSz cx="7099300" cy="10234295"/>
  <p:custDataLst>
    <p:tags r:id="rId5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9" clrIdx="0"/>
  <p:cmAuthor id="2" name="li weiyong" initials="lw" lastIdx="2" clrIdx="1"/>
  <p:cmAuthor id="3" name="Jiang, Yanjie" initials="JY" lastIdx="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0A2FF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65616" autoAdjust="0"/>
  </p:normalViewPr>
  <p:slideViewPr>
    <p:cSldViewPr snapToGrid="0">
      <p:cViewPr varScale="1">
        <p:scale>
          <a:sx n="54" d="100"/>
          <a:sy n="54" d="100"/>
        </p:scale>
        <p:origin x="22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commentAuthors" Target="commentAuthors.xml"/><Relationship Id="rId53" Type="http://schemas.openxmlformats.org/officeDocument/2006/relationships/tags" Target="tags/tag3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40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2200" b="1" i="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10676628" y="5305916"/>
            <a:ext cx="2564805" cy="205755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 err="1"/>
              <a:t>谢谢</a:t>
            </a:r>
            <a:endParaRPr lang="en-US" altLang="zh-CN" sz="9600"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audio" Target="ppt/media/media1.m4a" TargetMode="External"/><Relationship Id="rId2" Type="http://schemas.microsoft.com/office/2007/relationships/media" Target="ppt/media/media1.m4a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audio" Target="ppt/media/media2.m4a" TargetMode="External"/><Relationship Id="rId2" Type="http://schemas.microsoft.com/office/2007/relationships/media" Target="ppt/media/media2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audio" Target="ppt/media/media3.m4a" TargetMode="External"/><Relationship Id="rId2" Type="http://schemas.microsoft.com/office/2007/relationships/media" Target="ppt/media/media3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audio" Target="ppt/media/media4.m4a" TargetMode="External"/><Relationship Id="rId2" Type="http://schemas.microsoft.com/office/2007/relationships/media" Target="ppt/media/media4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audio" Target="ppt/media/media5.m4a" TargetMode="External"/><Relationship Id="rId2" Type="http://schemas.microsoft.com/office/2007/relationships/media" Target="ppt/media/media5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audio" Target="ppt/media/media6.m4a" TargetMode="External"/><Relationship Id="rId2" Type="http://schemas.microsoft.com/office/2007/relationships/media" Target="ppt/media/media6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audio" Target="ppt/media/media7.m4a" TargetMode="External"/><Relationship Id="rId2" Type="http://schemas.microsoft.com/office/2007/relationships/media" Target="ppt/media/media7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audio" Target="ppt/media/media8.m4a" TargetMode="External"/><Relationship Id="rId3" Type="http://schemas.microsoft.com/office/2007/relationships/media" Target="ppt/media/media8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audio" Target="ppt/media/media9.m4a" TargetMode="External"/><Relationship Id="rId2" Type="http://schemas.microsoft.com/office/2007/relationships/media" Target="ppt/media/media9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6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audio" Target="ppt/media/media10.m4a" TargetMode="External"/><Relationship Id="rId3" Type="http://schemas.microsoft.com/office/2007/relationships/media" Target="ppt/media/media10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7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audio" Target="ppt/media/media11.m4a" TargetMode="External"/><Relationship Id="rId2" Type="http://schemas.microsoft.com/office/2007/relationships/media" Target="ppt/media/media11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8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audio" Target="ppt/media/media12.m4a" TargetMode="External"/><Relationship Id="rId2" Type="http://schemas.microsoft.com/office/2007/relationships/media" Target="ppt/media/media12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9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audio" Target="ppt/media/media13.m4a" TargetMode="External"/><Relationship Id="rId2" Type="http://schemas.microsoft.com/office/2007/relationships/media" Target="ppt/media/media13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audio" Target="ppt/media/media14.m4a" TargetMode="External"/><Relationship Id="rId2" Type="http://schemas.microsoft.com/office/2007/relationships/media" Target="ppt/media/media14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audio" Target="ppt/media/media15.m4a" TargetMode="External"/><Relationship Id="rId2" Type="http://schemas.microsoft.com/office/2007/relationships/media" Target="ppt/media/media15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audio" Target="ppt/media/media16.m4a" TargetMode="External"/><Relationship Id="rId2" Type="http://schemas.microsoft.com/office/2007/relationships/media" Target="ppt/media/media16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audio" Target="ppt/media/media17.m4a" TargetMode="External"/><Relationship Id="rId3" Type="http://schemas.microsoft.com/office/2007/relationships/media" Target="ppt/media/media17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1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audio" Target="ppt/media/media18.m4a" TargetMode="External"/><Relationship Id="rId2" Type="http://schemas.microsoft.com/office/2007/relationships/media" Target="ppt/media/media18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audio" Target="ppt/media/media19.m4a" TargetMode="External"/><Relationship Id="rId3" Type="http://schemas.microsoft.com/office/2007/relationships/media" Target="ppt/media/media19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audio" Target="ppt/media/media20.m4a" TargetMode="External"/><Relationship Id="rId3" Type="http://schemas.microsoft.com/office/2007/relationships/media" Target="ppt/media/media20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15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audio" Target="ppt/media/media21.m4a" TargetMode="External"/><Relationship Id="rId2" Type="http://schemas.microsoft.com/office/2007/relationships/media" Target="ppt/media/media21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6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audio" Target="ppt/media/media22.m4a" TargetMode="External"/><Relationship Id="rId2" Type="http://schemas.microsoft.com/office/2007/relationships/media" Target="ppt/media/media22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7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audio" Target="ppt/media/media23.m4a" TargetMode="External"/><Relationship Id="rId2" Type="http://schemas.microsoft.com/office/2007/relationships/media" Target="ppt/media/media23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8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audio" Target="ppt/media/media24.m4a" TargetMode="External"/><Relationship Id="rId3" Type="http://schemas.microsoft.com/office/2007/relationships/media" Target="ppt/media/media24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audio" Target="ppt/media/media25.m4a" TargetMode="External"/><Relationship Id="rId2" Type="http://schemas.microsoft.com/office/2007/relationships/media" Target="ppt/media/media25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0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audio" Target="ppt/media/media26.m4a" TargetMode="External"/><Relationship Id="rId2" Type="http://schemas.microsoft.com/office/2007/relationships/media" Target="ppt/media/media26.m4a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tags" Target="../tags/tag2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audio" Target="ppt/media/media27.m4a" TargetMode="External"/><Relationship Id="rId2" Type="http://schemas.microsoft.com/office/2007/relationships/media" Target="ppt/media/media27.m4a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tags" Target="../tags/tag2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audio" Target="ppt/media/media28.m4a" TargetMode="External"/><Relationship Id="rId2" Type="http://schemas.microsoft.com/office/2007/relationships/media" Target="ppt/media/media28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audio" Target="ppt/media/media29.m4a" TargetMode="External"/><Relationship Id="rId3" Type="http://schemas.microsoft.com/office/2007/relationships/media" Target="ppt/media/media29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24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audio" Target="ppt/media/media30.m4a" TargetMode="External"/><Relationship Id="rId2" Type="http://schemas.microsoft.com/office/2007/relationships/media" Target="ppt/media/media30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audio" Target="ppt/media/media31.m4a" TargetMode="External"/><Relationship Id="rId3" Type="http://schemas.microsoft.com/office/2007/relationships/media" Target="ppt/media/media31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26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audio" Target="ppt/media/media32.m4a" TargetMode="External"/><Relationship Id="rId2" Type="http://schemas.microsoft.com/office/2007/relationships/media" Target="ppt/media/media32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audio" Target="ppt/media/media33.m4a" TargetMode="External"/><Relationship Id="rId2" Type="http://schemas.microsoft.com/office/2007/relationships/media" Target="ppt/media/media33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7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audio" Target="ppt/media/media34.m4a" TargetMode="External"/><Relationship Id="rId2" Type="http://schemas.microsoft.com/office/2007/relationships/media" Target="ppt/media/media34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8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audio" Target="ppt/media/media35.m4a" TargetMode="External"/><Relationship Id="rId2" Type="http://schemas.microsoft.com/office/2007/relationships/media" Target="ppt/media/media35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9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audio" Target="ppt/media/media36.m4a" TargetMode="External"/><Relationship Id="rId3" Type="http://schemas.microsoft.com/office/2007/relationships/media" Target="ppt/media/media36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30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audio" Target="ppt/media/media37.m4a" TargetMode="External"/><Relationship Id="rId3" Type="http://schemas.microsoft.com/office/2007/relationships/media" Target="ppt/media/media37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3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audio" Target="ppt/media/media38.m4a" TargetMode="External"/><Relationship Id="rId2" Type="http://schemas.microsoft.com/office/2007/relationships/media" Target="ppt/media/media38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3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audio" Target="ppt/media/media39.m4a" TargetMode="External"/><Relationship Id="rId2" Type="http://schemas.microsoft.com/office/2007/relationships/media" Target="ppt/media/media39.m4a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tags" Target="../tags/tag33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audio" Target="ppt/media/media40.m4a" TargetMode="External"/><Relationship Id="rId2" Type="http://schemas.microsoft.com/office/2007/relationships/media" Target="ppt/media/media40.m4a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tags" Target="../tags/tag34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audio" Target="ppt/media/media41.m4a" TargetMode="External"/><Relationship Id="rId2" Type="http://schemas.microsoft.com/office/2007/relationships/media" Target="ppt/media/media41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3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audio" Target="ppt/media/media42.m4a" TargetMode="External"/><Relationship Id="rId3" Type="http://schemas.microsoft.com/office/2007/relationships/media" Target="ppt/media/media42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36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audio" Target="ppt/media/media43.m4a" TargetMode="External"/><Relationship Id="rId3" Type="http://schemas.microsoft.com/office/2007/relationships/media" Target="ppt/media/media43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37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audio" Target="ppt/media/media44.m4a" TargetMode="External"/><Relationship Id="rId2" Type="http://schemas.microsoft.com/office/2007/relationships/media" Target="ppt/media/media44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4660"/>
            <a:ext cx="12217400" cy="17322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dirty="0"/>
              <a:t>软件质量保证与测试</a:t>
            </a:r>
            <a:endParaRPr lang="zh-CN"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240"/>
            <a:ext cx="5264262" cy="10259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4.1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覆盖率测试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295" y="909320"/>
            <a:ext cx="2346960" cy="784860"/>
          </a:xfrm>
          <a:prstGeom prst="rect">
            <a:avLst/>
          </a:prstGeom>
        </p:spPr>
      </p:pic>
    </p:spTree>
  </p:cSld>
  <p:clrMapOvr>
    <a:masterClrMapping/>
  </p:clrMapOvr>
  <p:transition spd="med" advTm="980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088558" y="98791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白盒测试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088558" y="2535059"/>
            <a:ext cx="7717602" cy="1343465"/>
            <a:chOff x="9218067" y="3086516"/>
            <a:chExt cx="7717602" cy="1343465"/>
          </a:xfrm>
        </p:grpSpPr>
        <p:sp>
          <p:nvSpPr>
            <p:cNvPr id="134" name="矩形 5"/>
            <p:cNvSpPr txBox="1"/>
            <p:nvPr/>
          </p:nvSpPr>
          <p:spPr>
            <a:xfrm>
              <a:off x="11344964" y="335970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语句覆盖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9341182" y="314029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9218067" y="323530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088558" y="4082204"/>
            <a:ext cx="7717601" cy="1343465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03</a:t>
              </a:r>
              <a:endParaRPr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13752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判定覆盖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088558" y="5629349"/>
            <a:ext cx="7717602" cy="1343465"/>
            <a:chOff x="9184939" y="6856761"/>
            <a:chExt cx="7717602" cy="1343465"/>
          </a:xfrm>
        </p:grpSpPr>
        <p:sp>
          <p:nvSpPr>
            <p:cNvPr id="19" name="矩形 5"/>
            <p:cNvSpPr txBox="1"/>
            <p:nvPr/>
          </p:nvSpPr>
          <p:spPr>
            <a:xfrm>
              <a:off x="11311836" y="7129950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条件覆盖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20" name="Freeform 5"/>
            <p:cNvSpPr/>
            <p:nvPr/>
          </p:nvSpPr>
          <p:spPr>
            <a:xfrm rot="5400000">
              <a:off x="9308054" y="6910542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1" name="矩形 11"/>
            <p:cNvSpPr txBox="1"/>
            <p:nvPr/>
          </p:nvSpPr>
          <p:spPr>
            <a:xfrm>
              <a:off x="9184939" y="7005549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4</a:t>
              </a:r>
              <a:endParaRPr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088558" y="7176494"/>
            <a:ext cx="7710167" cy="1343465"/>
            <a:chOff x="9184939" y="8710808"/>
            <a:chExt cx="7710167" cy="1343465"/>
          </a:xfrm>
        </p:grpSpPr>
        <p:sp>
          <p:nvSpPr>
            <p:cNvPr id="22" name="Freeform 5"/>
            <p:cNvSpPr/>
            <p:nvPr/>
          </p:nvSpPr>
          <p:spPr>
            <a:xfrm rot="5400000">
              <a:off x="9308054" y="8764589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3" name="矩形 11"/>
            <p:cNvSpPr txBox="1"/>
            <p:nvPr/>
          </p:nvSpPr>
          <p:spPr>
            <a:xfrm>
              <a:off x="9184939" y="8900541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5</a:t>
              </a:r>
              <a:endParaRPr dirty="0"/>
            </a:p>
          </p:txBody>
        </p:sp>
        <p:sp>
          <p:nvSpPr>
            <p:cNvPr id="24" name="矩形 5"/>
            <p:cNvSpPr txBox="1"/>
            <p:nvPr/>
          </p:nvSpPr>
          <p:spPr>
            <a:xfrm>
              <a:off x="11304401" y="8983997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条件</a:t>
              </a:r>
              <a:r>
                <a:rPr lang="en-US" altLang="zh-CN" sz="4400" dirty="0">
                  <a:solidFill>
                    <a:srgbClr val="000000"/>
                  </a:solidFill>
                </a:rPr>
                <a:t>/</a:t>
              </a:r>
              <a:r>
                <a:rPr lang="zh-CN" altLang="en-US" sz="4400" dirty="0">
                  <a:solidFill>
                    <a:srgbClr val="000000"/>
                  </a:solidFill>
                </a:rPr>
                <a:t>判定覆盖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9088558" y="8723639"/>
            <a:ext cx="7710166" cy="1343465"/>
            <a:chOff x="9125303" y="10241433"/>
            <a:chExt cx="7710166" cy="1343465"/>
          </a:xfrm>
        </p:grpSpPr>
        <p:sp>
          <p:nvSpPr>
            <p:cNvPr id="25" name="Freeform 5"/>
            <p:cNvSpPr/>
            <p:nvPr/>
          </p:nvSpPr>
          <p:spPr>
            <a:xfrm rot="5400000">
              <a:off x="9248418" y="1029521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6" name="矩形 11"/>
            <p:cNvSpPr txBox="1"/>
            <p:nvPr/>
          </p:nvSpPr>
          <p:spPr>
            <a:xfrm>
              <a:off x="9125303" y="1043116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6</a:t>
              </a:r>
              <a:endParaRPr dirty="0"/>
            </a:p>
          </p:txBody>
        </p:sp>
        <p:sp>
          <p:nvSpPr>
            <p:cNvPr id="27" name="矩形 5"/>
            <p:cNvSpPr txBox="1"/>
            <p:nvPr/>
          </p:nvSpPr>
          <p:spPr>
            <a:xfrm>
              <a:off x="11244764" y="10555567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条件组合覆盖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9088558" y="10270784"/>
            <a:ext cx="7710165" cy="1343465"/>
            <a:chOff x="9184939" y="11246596"/>
            <a:chExt cx="7710165" cy="1343465"/>
          </a:xfrm>
        </p:grpSpPr>
        <p:sp>
          <p:nvSpPr>
            <p:cNvPr id="28" name="Freeform 5"/>
            <p:cNvSpPr/>
            <p:nvPr/>
          </p:nvSpPr>
          <p:spPr>
            <a:xfrm rot="5400000">
              <a:off x="9308054" y="1130037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9" name="矩形 11"/>
            <p:cNvSpPr txBox="1"/>
            <p:nvPr/>
          </p:nvSpPr>
          <p:spPr>
            <a:xfrm>
              <a:off x="9184939" y="11436329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7</a:t>
              </a:r>
              <a:endParaRPr dirty="0"/>
            </a:p>
          </p:txBody>
        </p:sp>
        <p:sp>
          <p:nvSpPr>
            <p:cNvPr id="30" name="矩形 5"/>
            <p:cNvSpPr txBox="1"/>
            <p:nvPr/>
          </p:nvSpPr>
          <p:spPr>
            <a:xfrm>
              <a:off x="11304399" y="11560730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路径覆盖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9088558" y="11817929"/>
            <a:ext cx="7717601" cy="1343465"/>
            <a:chOff x="9125303" y="12777221"/>
            <a:chExt cx="7717601" cy="1343465"/>
          </a:xfrm>
        </p:grpSpPr>
        <p:sp>
          <p:nvSpPr>
            <p:cNvPr id="31" name="Freeform 5"/>
            <p:cNvSpPr/>
            <p:nvPr/>
          </p:nvSpPr>
          <p:spPr>
            <a:xfrm rot="5400000">
              <a:off x="9248418" y="12831002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32" name="矩形 11"/>
            <p:cNvSpPr txBox="1"/>
            <p:nvPr/>
          </p:nvSpPr>
          <p:spPr>
            <a:xfrm>
              <a:off x="9125303" y="1296695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8</a:t>
              </a:r>
              <a:endParaRPr dirty="0"/>
            </a:p>
          </p:txBody>
        </p:sp>
        <p:sp>
          <p:nvSpPr>
            <p:cNvPr id="33" name="矩形 5"/>
            <p:cNvSpPr txBox="1"/>
            <p:nvPr/>
          </p:nvSpPr>
          <p:spPr>
            <a:xfrm>
              <a:off x="11252199" y="13085326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6137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088558" y="98791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白盒测试</a:t>
              </a:r>
              <a:endParaRPr lang="zh-CN" altLang="en-US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088558" y="2535059"/>
            <a:ext cx="7717602" cy="1343465"/>
            <a:chOff x="9218067" y="3086516"/>
            <a:chExt cx="7717602" cy="1343465"/>
          </a:xfrm>
        </p:grpSpPr>
        <p:sp>
          <p:nvSpPr>
            <p:cNvPr id="134" name="矩形 5"/>
            <p:cNvSpPr txBox="1"/>
            <p:nvPr/>
          </p:nvSpPr>
          <p:spPr>
            <a:xfrm>
              <a:off x="11344964" y="335970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语句覆盖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9341182" y="314029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9218067" y="323530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088558" y="4082204"/>
            <a:ext cx="7717600" cy="1343465"/>
            <a:chOff x="9218067" y="4940563"/>
            <a:chExt cx="7717600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03</a:t>
              </a:r>
              <a:endParaRPr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2" y="5212274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判定覆盖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088558" y="5629349"/>
            <a:ext cx="7717602" cy="1343465"/>
            <a:chOff x="9184939" y="6856761"/>
            <a:chExt cx="7717602" cy="1343465"/>
          </a:xfrm>
        </p:grpSpPr>
        <p:sp>
          <p:nvSpPr>
            <p:cNvPr id="19" name="矩形 5"/>
            <p:cNvSpPr txBox="1"/>
            <p:nvPr/>
          </p:nvSpPr>
          <p:spPr>
            <a:xfrm>
              <a:off x="11311836" y="7129950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条件覆盖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20" name="Freeform 5"/>
            <p:cNvSpPr/>
            <p:nvPr/>
          </p:nvSpPr>
          <p:spPr>
            <a:xfrm rot="5400000">
              <a:off x="9308054" y="6910542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1" name="矩形 11"/>
            <p:cNvSpPr txBox="1"/>
            <p:nvPr/>
          </p:nvSpPr>
          <p:spPr>
            <a:xfrm>
              <a:off x="9184939" y="7005549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4</a:t>
              </a:r>
              <a:endParaRPr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088558" y="7176494"/>
            <a:ext cx="7717599" cy="1343465"/>
            <a:chOff x="9184939" y="8710808"/>
            <a:chExt cx="7717599" cy="1343465"/>
          </a:xfrm>
        </p:grpSpPr>
        <p:sp>
          <p:nvSpPr>
            <p:cNvPr id="22" name="Freeform 5"/>
            <p:cNvSpPr/>
            <p:nvPr/>
          </p:nvSpPr>
          <p:spPr>
            <a:xfrm rot="5400000">
              <a:off x="9308054" y="8764589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3" name="矩形 11"/>
            <p:cNvSpPr txBox="1"/>
            <p:nvPr/>
          </p:nvSpPr>
          <p:spPr>
            <a:xfrm>
              <a:off x="9184939" y="8900541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5</a:t>
              </a:r>
              <a:endParaRPr dirty="0"/>
            </a:p>
          </p:txBody>
        </p:sp>
        <p:sp>
          <p:nvSpPr>
            <p:cNvPr id="24" name="矩形 5"/>
            <p:cNvSpPr txBox="1"/>
            <p:nvPr/>
          </p:nvSpPr>
          <p:spPr>
            <a:xfrm>
              <a:off x="11311833" y="8976834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条件</a:t>
              </a:r>
              <a:r>
                <a:rPr lang="en-US" altLang="zh-CN" sz="4400" dirty="0">
                  <a:solidFill>
                    <a:srgbClr val="000000"/>
                  </a:solidFill>
                </a:rPr>
                <a:t>/</a:t>
              </a:r>
              <a:r>
                <a:rPr lang="zh-CN" altLang="en-US" sz="4400" dirty="0">
                  <a:solidFill>
                    <a:srgbClr val="000000"/>
                  </a:solidFill>
                </a:rPr>
                <a:t>判定覆盖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9088558" y="8723639"/>
            <a:ext cx="7717601" cy="1343465"/>
            <a:chOff x="9125303" y="10241433"/>
            <a:chExt cx="7717601" cy="1343465"/>
          </a:xfrm>
        </p:grpSpPr>
        <p:sp>
          <p:nvSpPr>
            <p:cNvPr id="25" name="Freeform 5"/>
            <p:cNvSpPr/>
            <p:nvPr/>
          </p:nvSpPr>
          <p:spPr>
            <a:xfrm rot="5400000">
              <a:off x="9248418" y="1029521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6" name="矩形 11"/>
            <p:cNvSpPr txBox="1"/>
            <p:nvPr/>
          </p:nvSpPr>
          <p:spPr>
            <a:xfrm>
              <a:off x="9125303" y="1043116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6</a:t>
              </a:r>
              <a:endParaRPr dirty="0"/>
            </a:p>
          </p:txBody>
        </p:sp>
        <p:sp>
          <p:nvSpPr>
            <p:cNvPr id="27" name="矩形 5"/>
            <p:cNvSpPr txBox="1"/>
            <p:nvPr/>
          </p:nvSpPr>
          <p:spPr>
            <a:xfrm>
              <a:off x="11252199" y="10555567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条件组合覆盖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9088558" y="10270784"/>
            <a:ext cx="7717600" cy="1343465"/>
            <a:chOff x="9184939" y="11246596"/>
            <a:chExt cx="7717600" cy="1343465"/>
          </a:xfrm>
        </p:grpSpPr>
        <p:sp>
          <p:nvSpPr>
            <p:cNvPr id="28" name="Freeform 5"/>
            <p:cNvSpPr/>
            <p:nvPr/>
          </p:nvSpPr>
          <p:spPr>
            <a:xfrm rot="5400000">
              <a:off x="9308054" y="1130037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9" name="矩形 11"/>
            <p:cNvSpPr txBox="1"/>
            <p:nvPr/>
          </p:nvSpPr>
          <p:spPr>
            <a:xfrm>
              <a:off x="9184939" y="11436329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7</a:t>
              </a:r>
              <a:endParaRPr dirty="0"/>
            </a:p>
          </p:txBody>
        </p:sp>
        <p:sp>
          <p:nvSpPr>
            <p:cNvPr id="30" name="矩形 5"/>
            <p:cNvSpPr txBox="1"/>
            <p:nvPr/>
          </p:nvSpPr>
          <p:spPr>
            <a:xfrm>
              <a:off x="11311834" y="11560730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路径覆盖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9088558" y="11817929"/>
            <a:ext cx="7717600" cy="1343465"/>
            <a:chOff x="9125303" y="12777221"/>
            <a:chExt cx="7717600" cy="1343465"/>
          </a:xfrm>
        </p:grpSpPr>
        <p:sp>
          <p:nvSpPr>
            <p:cNvPr id="31" name="Freeform 5"/>
            <p:cNvSpPr/>
            <p:nvPr/>
          </p:nvSpPr>
          <p:spPr>
            <a:xfrm rot="5400000">
              <a:off x="9248418" y="12831002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32" name="矩形 11"/>
            <p:cNvSpPr txBox="1"/>
            <p:nvPr/>
          </p:nvSpPr>
          <p:spPr>
            <a:xfrm>
              <a:off x="9125303" y="1296695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8</a:t>
              </a:r>
              <a:endParaRPr dirty="0"/>
            </a:p>
          </p:txBody>
        </p:sp>
        <p:sp>
          <p:nvSpPr>
            <p:cNvPr id="33" name="矩形 5"/>
            <p:cNvSpPr txBox="1"/>
            <p:nvPr/>
          </p:nvSpPr>
          <p:spPr>
            <a:xfrm>
              <a:off x="11252198" y="1309135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587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白盒测试</a:t>
            </a:r>
            <a:endParaRPr lang="zh-CN" altLang="en-US" dirty="0"/>
          </a:p>
        </p:txBody>
      </p:sp>
      <p:sp>
        <p:nvSpPr>
          <p:cNvPr id="3" name="椭圆 2"/>
          <p:cNvSpPr/>
          <p:nvPr/>
        </p:nvSpPr>
        <p:spPr>
          <a:xfrm>
            <a:off x="8450101" y="5762882"/>
            <a:ext cx="6248970" cy="3099111"/>
          </a:xfrm>
          <a:prstGeom prst="ellipse">
            <a:avLst/>
          </a:prstGeom>
          <a:solidFill>
            <a:schemeClr val="accent5">
              <a:lumMod val="75000"/>
              <a:alpha val="14118"/>
            </a:schemeClr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5933900" y="4910748"/>
            <a:ext cx="561498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914400" hangingPunct="1">
              <a:lnSpc>
                <a:spcPct val="150000"/>
              </a:lnSpc>
            </a:pPr>
            <a:r>
              <a:rPr lang="zh-CN" altLang="en-US" sz="4800" b="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多维度分类：</a:t>
            </a:r>
            <a:endParaRPr lang="en-US" altLang="zh-CN" sz="4800" b="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en-US" altLang="zh-CN" sz="4800" b="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4800" b="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测试方法</a:t>
            </a:r>
            <a:endParaRPr lang="en-US" altLang="zh-CN" sz="4800" b="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en-US" altLang="zh-CN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测试阶段</a:t>
            </a:r>
            <a:endParaRPr lang="en-US" altLang="zh-CN" sz="48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zh-CN" altLang="en-US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测试目标</a:t>
            </a:r>
            <a:endParaRPr lang="zh-CN" altLang="en-US" sz="48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Group 39"/>
          <p:cNvGrpSpPr/>
          <p:nvPr/>
        </p:nvGrpSpPr>
        <p:grpSpPr bwMode="auto">
          <a:xfrm>
            <a:off x="3281861" y="3283573"/>
            <a:ext cx="11148100" cy="7778664"/>
            <a:chOff x="771" y="981"/>
            <a:chExt cx="4212" cy="3022"/>
          </a:xfrm>
        </p:grpSpPr>
        <p:sp>
          <p:nvSpPr>
            <p:cNvPr id="48" name="Text Box 24"/>
            <p:cNvSpPr txBox="1">
              <a:spLocks noChangeArrowheads="1"/>
            </p:cNvSpPr>
            <p:nvPr/>
          </p:nvSpPr>
          <p:spPr bwMode="auto">
            <a:xfrm>
              <a:off x="4382" y="2328"/>
              <a:ext cx="601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测试</a:t>
              </a:r>
              <a:r>
                <a:rPr lang="zh-CN" altLang="en-GB" sz="24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endParaRPr lang="zh-CN" altLang="en-GB" sz="24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9" name="Group 38"/>
            <p:cNvGrpSpPr/>
            <p:nvPr/>
          </p:nvGrpSpPr>
          <p:grpSpPr bwMode="auto">
            <a:xfrm>
              <a:off x="771" y="981"/>
              <a:ext cx="3655" cy="3022"/>
              <a:chOff x="771" y="981"/>
              <a:chExt cx="3655" cy="3022"/>
            </a:xfrm>
          </p:grpSpPr>
          <p:sp>
            <p:nvSpPr>
              <p:cNvPr id="50" name="Text Box 25"/>
              <p:cNvSpPr txBox="1">
                <a:spLocks noChangeArrowheads="1"/>
              </p:cNvSpPr>
              <p:nvPr/>
            </p:nvSpPr>
            <p:spPr bwMode="auto">
              <a:xfrm>
                <a:off x="1010" y="3800"/>
                <a:ext cx="1529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</a:t>
                </a:r>
                <a:r>
                  <a:rPr lang="zh-CN" altLang="en-GB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</a:t>
                </a:r>
                <a:endParaRPr lang="zh-CN" altLang="en-GB" sz="28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Line 4"/>
              <p:cNvSpPr>
                <a:spLocks noChangeShapeType="1"/>
              </p:cNvSpPr>
              <p:nvPr/>
            </p:nvSpPr>
            <p:spPr bwMode="auto">
              <a:xfrm>
                <a:off x="2654" y="1080"/>
                <a:ext cx="0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Line 5"/>
              <p:cNvSpPr>
                <a:spLocks noChangeShapeType="1"/>
              </p:cNvSpPr>
              <p:nvPr/>
            </p:nvSpPr>
            <p:spPr bwMode="auto">
              <a:xfrm flipH="1">
                <a:off x="1533" y="2472"/>
                <a:ext cx="1121" cy="105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Line 6"/>
              <p:cNvSpPr>
                <a:spLocks noChangeShapeType="1"/>
              </p:cNvSpPr>
              <p:nvPr/>
            </p:nvSpPr>
            <p:spPr bwMode="auto">
              <a:xfrm>
                <a:off x="2661" y="2472"/>
                <a:ext cx="168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Text Box 7"/>
              <p:cNvSpPr txBox="1">
                <a:spLocks noChangeArrowheads="1"/>
              </p:cNvSpPr>
              <p:nvPr/>
            </p:nvSpPr>
            <p:spPr bwMode="auto">
              <a:xfrm>
                <a:off x="1901" y="2040"/>
                <a:ext cx="7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单元测试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Text Box 8"/>
              <p:cNvSpPr txBox="1">
                <a:spLocks noChangeArrowheads="1"/>
              </p:cNvSpPr>
              <p:nvPr/>
            </p:nvSpPr>
            <p:spPr bwMode="auto">
              <a:xfrm>
                <a:off x="1901" y="1466"/>
                <a:ext cx="749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Text Box 9"/>
              <p:cNvSpPr txBox="1">
                <a:spLocks noChangeArrowheads="1"/>
              </p:cNvSpPr>
              <p:nvPr/>
            </p:nvSpPr>
            <p:spPr bwMode="auto">
              <a:xfrm>
                <a:off x="1923" y="1171"/>
                <a:ext cx="7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验收测试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Line 10"/>
              <p:cNvSpPr>
                <a:spLocks noChangeShapeType="1"/>
              </p:cNvSpPr>
              <p:nvPr/>
            </p:nvSpPr>
            <p:spPr bwMode="auto">
              <a:xfrm>
                <a:off x="2565" y="1292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Line 11"/>
              <p:cNvSpPr>
                <a:spLocks noChangeShapeType="1"/>
              </p:cNvSpPr>
              <p:nvPr/>
            </p:nvSpPr>
            <p:spPr bwMode="auto">
              <a:xfrm>
                <a:off x="2277" y="2712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Text Box 12"/>
              <p:cNvSpPr txBox="1">
                <a:spLocks noChangeArrowheads="1"/>
              </p:cNvSpPr>
              <p:nvPr/>
            </p:nvSpPr>
            <p:spPr bwMode="auto">
              <a:xfrm>
                <a:off x="1383" y="2795"/>
                <a:ext cx="709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性能测试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Text Box 13"/>
              <p:cNvSpPr txBox="1">
                <a:spLocks noChangeArrowheads="1"/>
              </p:cNvSpPr>
              <p:nvPr/>
            </p:nvSpPr>
            <p:spPr bwMode="auto">
              <a:xfrm>
                <a:off x="1474" y="2614"/>
                <a:ext cx="915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强壮性测试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Text Box 14"/>
              <p:cNvSpPr txBox="1">
                <a:spLocks noChangeArrowheads="1"/>
              </p:cNvSpPr>
              <p:nvPr/>
            </p:nvSpPr>
            <p:spPr bwMode="auto">
              <a:xfrm>
                <a:off x="1746" y="2432"/>
                <a:ext cx="703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功能测试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Line 15"/>
              <p:cNvSpPr>
                <a:spLocks noChangeShapeType="1"/>
              </p:cNvSpPr>
              <p:nvPr/>
            </p:nvSpPr>
            <p:spPr bwMode="auto">
              <a:xfrm>
                <a:off x="2565" y="1580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Line 16"/>
              <p:cNvSpPr>
                <a:spLocks noChangeShapeType="1"/>
              </p:cNvSpPr>
              <p:nvPr/>
            </p:nvSpPr>
            <p:spPr bwMode="auto">
              <a:xfrm>
                <a:off x="2565" y="2156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Line 17"/>
              <p:cNvSpPr>
                <a:spLocks noChangeShapeType="1"/>
              </p:cNvSpPr>
              <p:nvPr/>
            </p:nvSpPr>
            <p:spPr bwMode="auto">
              <a:xfrm>
                <a:off x="1812" y="314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Line 19"/>
              <p:cNvSpPr>
                <a:spLocks noChangeShapeType="1"/>
              </p:cNvSpPr>
              <p:nvPr/>
            </p:nvSpPr>
            <p:spPr bwMode="auto">
              <a:xfrm>
                <a:off x="3141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Line 20"/>
              <p:cNvSpPr>
                <a:spLocks noChangeShapeType="1"/>
              </p:cNvSpPr>
              <p:nvPr/>
            </p:nvSpPr>
            <p:spPr bwMode="auto">
              <a:xfrm>
                <a:off x="3894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Text Box 21"/>
              <p:cNvSpPr txBox="1">
                <a:spLocks noChangeArrowheads="1"/>
              </p:cNvSpPr>
              <p:nvPr/>
            </p:nvSpPr>
            <p:spPr bwMode="auto">
              <a:xfrm>
                <a:off x="2757" y="2568"/>
                <a:ext cx="79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白盒测试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Text Box 22"/>
              <p:cNvSpPr txBox="1">
                <a:spLocks noChangeArrowheads="1"/>
              </p:cNvSpPr>
              <p:nvPr/>
            </p:nvSpPr>
            <p:spPr bwMode="auto">
              <a:xfrm>
                <a:off x="3628" y="2568"/>
                <a:ext cx="79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黑盒测试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Text Box 23"/>
              <p:cNvSpPr txBox="1">
                <a:spLocks noChangeArrowheads="1"/>
              </p:cNvSpPr>
              <p:nvPr/>
            </p:nvSpPr>
            <p:spPr bwMode="auto">
              <a:xfrm>
                <a:off x="2284" y="981"/>
                <a:ext cx="1428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测试阶段</a:t>
                </a:r>
                <a:endParaRPr lang="zh-CN" altLang="en-GB" sz="28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Line 26"/>
              <p:cNvSpPr>
                <a:spLocks noChangeShapeType="1"/>
              </p:cNvSpPr>
              <p:nvPr/>
            </p:nvSpPr>
            <p:spPr bwMode="auto">
              <a:xfrm>
                <a:off x="2075" y="29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Line 27"/>
              <p:cNvSpPr>
                <a:spLocks noChangeShapeType="1"/>
              </p:cNvSpPr>
              <p:nvPr/>
            </p:nvSpPr>
            <p:spPr bwMode="auto">
              <a:xfrm>
                <a:off x="1566" y="338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Text Box 29"/>
              <p:cNvSpPr txBox="1">
                <a:spLocks noChangeArrowheads="1"/>
              </p:cNvSpPr>
              <p:nvPr/>
            </p:nvSpPr>
            <p:spPr bwMode="auto">
              <a:xfrm>
                <a:off x="1029" y="3043"/>
                <a:ext cx="86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可靠性测试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Line 30"/>
              <p:cNvSpPr>
                <a:spLocks noChangeShapeType="1"/>
              </p:cNvSpPr>
              <p:nvPr/>
            </p:nvSpPr>
            <p:spPr bwMode="auto">
              <a:xfrm>
                <a:off x="2565" y="1868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Text Box 31"/>
              <p:cNvSpPr txBox="1">
                <a:spLocks noChangeArrowheads="1"/>
              </p:cNvSpPr>
              <p:nvPr/>
            </p:nvSpPr>
            <p:spPr bwMode="auto">
              <a:xfrm>
                <a:off x="1717" y="1761"/>
                <a:ext cx="82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Text Box 32"/>
              <p:cNvSpPr txBox="1">
                <a:spLocks noChangeArrowheads="1"/>
              </p:cNvSpPr>
              <p:nvPr/>
            </p:nvSpPr>
            <p:spPr bwMode="auto">
              <a:xfrm>
                <a:off x="771" y="3271"/>
                <a:ext cx="880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安全性测试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33"/>
              <p:cNvSpPr>
                <a:spLocks noChangeShapeType="1"/>
              </p:cNvSpPr>
              <p:nvPr/>
            </p:nvSpPr>
            <p:spPr bwMode="auto">
              <a:xfrm>
                <a:off x="2421" y="2560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8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5445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立方体 2"/>
          <p:cNvSpPr/>
          <p:nvPr/>
        </p:nvSpPr>
        <p:spPr>
          <a:xfrm>
            <a:off x="10427494" y="4119673"/>
            <a:ext cx="3529012" cy="3414713"/>
          </a:xfrm>
          <a:prstGeom prst="cube">
            <a:avLst/>
          </a:prstGeom>
          <a:solidFill>
            <a:schemeClr val="tx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06949" y="5180699"/>
            <a:ext cx="1641476" cy="194925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软件</a:t>
            </a:r>
            <a:endParaRPr kumimoji="0" lang="en-US" altLang="zh-CN" sz="6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系统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14942347" y="5565965"/>
            <a:ext cx="1814513" cy="117871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0" name="右箭头 99"/>
          <p:cNvSpPr/>
          <p:nvPr/>
        </p:nvSpPr>
        <p:spPr>
          <a:xfrm>
            <a:off x="7341396" y="5565965"/>
            <a:ext cx="1814513" cy="117871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7741902" y="9161949"/>
            <a:ext cx="1641475" cy="194925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预期</a:t>
            </a:r>
            <a:endParaRPr kumimoji="0" lang="en-US" altLang="zh-CN" sz="60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输出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7437100" y="5718365"/>
            <a:ext cx="1641476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输出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8" name="上下箭头 7"/>
          <p:cNvSpPr/>
          <p:nvPr/>
        </p:nvSpPr>
        <p:spPr>
          <a:xfrm>
            <a:off x="17927639" y="7362936"/>
            <a:ext cx="964404" cy="1614487"/>
          </a:xfrm>
          <a:prstGeom prst="upDown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5402264" y="5718365"/>
            <a:ext cx="1641475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输入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9433153" y="5346882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9811451" y="5534357"/>
            <a:ext cx="544042" cy="1255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14" name="椭圆 113"/>
          <p:cNvSpPr/>
          <p:nvPr/>
        </p:nvSpPr>
        <p:spPr>
          <a:xfrm>
            <a:off x="9514113" y="6413687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15" name="直接连接符 114"/>
          <p:cNvCxnSpPr>
            <a:stCxn id="114" idx="6"/>
          </p:cNvCxnSpPr>
          <p:nvPr/>
        </p:nvCxnSpPr>
        <p:spPr>
          <a:xfrm>
            <a:off x="9942738" y="6613712"/>
            <a:ext cx="445546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16" name="椭圆 115"/>
          <p:cNvSpPr/>
          <p:nvPr/>
        </p:nvSpPr>
        <p:spPr>
          <a:xfrm>
            <a:off x="14450221" y="5459663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17" name="直接连接符 116"/>
          <p:cNvCxnSpPr/>
          <p:nvPr/>
        </p:nvCxnSpPr>
        <p:spPr>
          <a:xfrm flipV="1">
            <a:off x="13864434" y="5659689"/>
            <a:ext cx="594370" cy="28575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白盒测试</a:t>
            </a:r>
            <a:endParaRPr lang="zh-CN" altLang="en-US" dirty="0"/>
          </a:p>
        </p:txBody>
      </p:sp>
      <p:sp>
        <p:nvSpPr>
          <p:cNvPr id="23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4494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7" grpId="0" animBg="1"/>
      <p:bldP spid="100" grpId="0" animBg="1"/>
      <p:bldP spid="101" grpId="0"/>
      <p:bldP spid="103" grpId="0"/>
      <p:bldP spid="8" grpId="0" animBg="1"/>
      <p:bldP spid="104" grpId="0"/>
      <p:bldP spid="10" grpId="0" animBg="1"/>
      <p:bldP spid="114" grpId="0" animBg="1"/>
      <p:bldP spid="1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70" y="2801047"/>
            <a:ext cx="19296840" cy="452596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黑盒测试（数据驱动测试）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它是把测试对象看做一个黑盒子，测试人员完全不考虑程序内部的逻辑结构和内部特性，只依据程序的需求规格说明书，检查程序的功能是否符合它的功能说明。 </a:t>
            </a:r>
            <a:endParaRPr lang="zh-CN" altLang="en-US" sz="4800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白盒测试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9044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6000" y="3086671"/>
            <a:ext cx="7349988" cy="744813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黑盒测试技术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等价类划分</a:t>
            </a:r>
            <a:endParaRPr lang="zh-CN" altLang="en-US" sz="4800" dirty="0"/>
          </a:p>
          <a:p>
            <a:pPr lvl="2"/>
            <a:r>
              <a:rPr lang="zh-CN" altLang="en-US" sz="4800" dirty="0"/>
              <a:t>边界值分析</a:t>
            </a:r>
            <a:endParaRPr lang="zh-CN" altLang="en-US" sz="4800" dirty="0"/>
          </a:p>
          <a:p>
            <a:pPr lvl="2"/>
            <a:r>
              <a:rPr lang="zh-CN" altLang="en-US" sz="4800" dirty="0">
                <a:solidFill>
                  <a:schemeClr val="tx1"/>
                </a:solidFill>
              </a:rPr>
              <a:t>因果图</a:t>
            </a:r>
            <a:endParaRPr lang="zh-CN" altLang="en-US" sz="4800" dirty="0">
              <a:solidFill>
                <a:schemeClr val="tx1"/>
              </a:solidFill>
            </a:endParaRPr>
          </a:p>
          <a:p>
            <a:pPr lvl="2"/>
            <a:r>
              <a:rPr lang="zh-CN" altLang="en-US" sz="4800" dirty="0"/>
              <a:t>输入组合法</a:t>
            </a:r>
            <a:endParaRPr lang="zh-CN" altLang="en-US" sz="4800" dirty="0"/>
          </a:p>
          <a:p>
            <a:pPr lvl="2"/>
            <a:r>
              <a:rPr lang="zh-CN" altLang="en-US" sz="4800" dirty="0"/>
              <a:t>基于状态测试</a:t>
            </a:r>
            <a:endParaRPr lang="zh-CN" altLang="en-US" sz="4800" dirty="0"/>
          </a:p>
          <a:p>
            <a:pPr marL="1270000" lvl="2" indent="0">
              <a:buNone/>
            </a:pPr>
            <a:endParaRPr lang="zh-CN" altLang="en-US" sz="4800" dirty="0"/>
          </a:p>
        </p:txBody>
      </p:sp>
      <p:grpSp>
        <p:nvGrpSpPr>
          <p:cNvPr id="3" name="组合 2"/>
          <p:cNvGrpSpPr/>
          <p:nvPr/>
        </p:nvGrpSpPr>
        <p:grpSpPr>
          <a:xfrm>
            <a:off x="13590738" y="4950374"/>
            <a:ext cx="4103944" cy="2758205"/>
            <a:chOff x="14531926" y="4904865"/>
            <a:chExt cx="5445693" cy="3414713"/>
          </a:xfrm>
        </p:grpSpPr>
        <p:sp>
          <p:nvSpPr>
            <p:cNvPr id="6" name="立方体 5"/>
            <p:cNvSpPr/>
            <p:nvPr/>
          </p:nvSpPr>
          <p:spPr>
            <a:xfrm>
              <a:off x="15526267" y="4904865"/>
              <a:ext cx="3529012" cy="3414713"/>
            </a:xfrm>
            <a:prstGeom prst="cube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6205722" y="5965892"/>
              <a:ext cx="1641476" cy="194925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60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Helvetica Neue"/>
                </a:rPr>
                <a:t>软件</a:t>
              </a:r>
              <a:endParaRPr kumimoji="0" lang="en-US" altLang="zh-CN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endParaRP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60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Helvetica Neue"/>
                </a:rPr>
                <a:t>系统</a:t>
              </a:r>
              <a:endParaRPr kumimoji="0" lang="zh-CN" altLang="en-US" sz="48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4531926" y="6132074"/>
              <a:ext cx="428626" cy="40005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4910224" y="6319549"/>
              <a:ext cx="544042" cy="125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10" name="椭圆 9"/>
            <p:cNvSpPr/>
            <p:nvPr/>
          </p:nvSpPr>
          <p:spPr>
            <a:xfrm>
              <a:off x="14612886" y="7198879"/>
              <a:ext cx="428626" cy="40005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11" name="直接连接符 10"/>
            <p:cNvCxnSpPr>
              <a:stCxn id="10" idx="6"/>
            </p:cNvCxnSpPr>
            <p:nvPr/>
          </p:nvCxnSpPr>
          <p:spPr>
            <a:xfrm>
              <a:off x="15041511" y="7398904"/>
              <a:ext cx="445546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12" name="椭圆 11"/>
            <p:cNvSpPr/>
            <p:nvPr/>
          </p:nvSpPr>
          <p:spPr>
            <a:xfrm>
              <a:off x="19548993" y="6244855"/>
              <a:ext cx="428626" cy="40005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V="1">
              <a:off x="18963207" y="6444881"/>
              <a:ext cx="594370" cy="2857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</p:grpSp>
      <p:sp>
        <p:nvSpPr>
          <p:cNvPr id="14" name="右箭头 13"/>
          <p:cNvSpPr/>
          <p:nvPr/>
        </p:nvSpPr>
        <p:spPr>
          <a:xfrm>
            <a:off x="11921659" y="5775888"/>
            <a:ext cx="1355644" cy="1107176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087958" y="5816515"/>
            <a:ext cx="1908942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输入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17975900" y="5775888"/>
            <a:ext cx="1355644" cy="1107176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819679" y="5816515"/>
            <a:ext cx="1908942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</a:t>
            </a:r>
            <a:r>
              <a:rPr lang="zh-CN" altLang="en-US" sz="6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白盒测试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3127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812298" y="5120416"/>
            <a:ext cx="1641476" cy="194925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软件</a:t>
            </a:r>
            <a:endParaRPr kumimoji="0" lang="en-US" altLang="zh-CN" sz="6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系统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14647696" y="5505682"/>
            <a:ext cx="1814513" cy="117871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0" name="右箭头 99"/>
          <p:cNvSpPr/>
          <p:nvPr/>
        </p:nvSpPr>
        <p:spPr>
          <a:xfrm>
            <a:off x="7046745" y="5505682"/>
            <a:ext cx="1814513" cy="117871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7447251" y="9101666"/>
            <a:ext cx="1641475" cy="194925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预期</a:t>
            </a:r>
            <a:endParaRPr kumimoji="0" lang="en-US" altLang="zh-CN" sz="60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输出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7142449" y="5658082"/>
            <a:ext cx="1641476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输出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8" name="上下箭头 7"/>
          <p:cNvSpPr/>
          <p:nvPr/>
        </p:nvSpPr>
        <p:spPr>
          <a:xfrm>
            <a:off x="17632988" y="7302653"/>
            <a:ext cx="964404" cy="1614487"/>
          </a:xfrm>
          <a:prstGeom prst="upDown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5107613" y="5658082"/>
            <a:ext cx="1641475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输入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13" name="立方体 12"/>
          <p:cNvSpPr/>
          <p:nvPr/>
        </p:nvSpPr>
        <p:spPr>
          <a:xfrm>
            <a:off x="10285243" y="4211790"/>
            <a:ext cx="3529012" cy="3414713"/>
          </a:xfrm>
          <a:prstGeom prst="cube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607511" y="3034418"/>
            <a:ext cx="3440110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软件系统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36" b="2636"/>
          <a:stretch>
            <a:fillRect/>
          </a:stretch>
        </p:blipFill>
        <p:spPr>
          <a:xfrm>
            <a:off x="10319322" y="5294844"/>
            <a:ext cx="2627428" cy="2089146"/>
          </a:xfrm>
          <a:prstGeom prst="rect">
            <a:avLst/>
          </a:prstGeom>
        </p:spPr>
      </p:pic>
      <p:sp>
        <p:nvSpPr>
          <p:cNvPr id="17" name="椭圆 16"/>
          <p:cNvSpPr/>
          <p:nvPr/>
        </p:nvSpPr>
        <p:spPr>
          <a:xfrm>
            <a:off x="9334450" y="5286599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9712748" y="5474074"/>
            <a:ext cx="544042" cy="1255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9" name="椭圆 18"/>
          <p:cNvSpPr/>
          <p:nvPr/>
        </p:nvSpPr>
        <p:spPr>
          <a:xfrm>
            <a:off x="9415410" y="6353404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0" name="直接连接符 19"/>
          <p:cNvCxnSpPr>
            <a:stCxn id="19" idx="6"/>
          </p:cNvCxnSpPr>
          <p:nvPr/>
        </p:nvCxnSpPr>
        <p:spPr>
          <a:xfrm>
            <a:off x="9844035" y="6553429"/>
            <a:ext cx="445546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1" name="椭圆 20"/>
          <p:cNvSpPr/>
          <p:nvPr/>
        </p:nvSpPr>
        <p:spPr>
          <a:xfrm>
            <a:off x="14155570" y="5399380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13569783" y="5599406"/>
            <a:ext cx="594370" cy="28575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5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白盒测试</a:t>
            </a:r>
            <a:endParaRPr lang="zh-CN" altLang="en-US" dirty="0"/>
          </a:p>
        </p:txBody>
      </p:sp>
      <p:sp>
        <p:nvSpPr>
          <p:cNvPr id="26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7221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7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3138366"/>
            <a:ext cx="19024750" cy="674369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/>
              <a:t>白盒测试把测试对象看做一个透明的盒子，所以又称</a:t>
            </a:r>
            <a:r>
              <a:rPr lang="zh-CN" altLang="en-US" dirty="0">
                <a:solidFill>
                  <a:srgbClr val="FF0000"/>
                </a:solidFill>
              </a:rPr>
              <a:t>玻璃盒测试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zh-CN" altLang="en-US" b="0" dirty="0"/>
              <a:t>测试人员利用程序内部的逻辑结构及有关信息，设计或选择测试用例，对程序所有逻辑路径进行测试。因此白盒测试又称为</a:t>
            </a:r>
            <a:r>
              <a:rPr lang="zh-CN" altLang="en-US" b="0" dirty="0">
                <a:solidFill>
                  <a:srgbClr val="FF0000"/>
                </a:solidFill>
              </a:rPr>
              <a:t>结构测试</a:t>
            </a:r>
            <a:r>
              <a:rPr lang="zh-CN" altLang="en-US" b="0" dirty="0"/>
              <a:t>或</a:t>
            </a:r>
            <a:r>
              <a:rPr lang="zh-CN" altLang="en-US" b="0" dirty="0">
                <a:solidFill>
                  <a:srgbClr val="FF0000"/>
                </a:solidFill>
              </a:rPr>
              <a:t>逻辑驱动测试</a:t>
            </a:r>
            <a:r>
              <a:rPr lang="zh-CN" altLang="en-US" b="0" dirty="0"/>
              <a:t>。 </a:t>
            </a:r>
            <a:endParaRPr lang="en-US" altLang="zh-CN" b="0" dirty="0"/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zh-CN" altLang="en-US" b="0" dirty="0"/>
              <a:t>通过在不同点检查程序的状态，确定实际的状态是否与预期的状态一致。</a:t>
            </a:r>
            <a:endParaRPr lang="en-US" altLang="zh-CN" b="0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白盒测试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3525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70" y="2756268"/>
            <a:ext cx="7349988" cy="945974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白盒测试技术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语句覆盖</a:t>
            </a:r>
            <a:endParaRPr lang="zh-CN" altLang="en-US" sz="4800" dirty="0"/>
          </a:p>
          <a:p>
            <a:pPr lvl="2"/>
            <a:r>
              <a:rPr lang="zh-CN" altLang="en-US" sz="4800" dirty="0"/>
              <a:t>判定覆盖</a:t>
            </a:r>
            <a:endParaRPr lang="zh-CN" altLang="en-US" sz="4800" dirty="0"/>
          </a:p>
          <a:p>
            <a:pPr lvl="2"/>
            <a:r>
              <a:rPr lang="zh-CN" altLang="en-US" sz="4800" dirty="0"/>
              <a:t>条件覆盖</a:t>
            </a:r>
            <a:endParaRPr lang="zh-CN" altLang="en-US" sz="4800" dirty="0"/>
          </a:p>
          <a:p>
            <a:pPr lvl="2"/>
            <a:r>
              <a:rPr lang="zh-CN" altLang="en-US" sz="4800" dirty="0"/>
              <a:t>判定</a:t>
            </a:r>
            <a:r>
              <a:rPr lang="en-US" altLang="zh-CN" sz="4800" dirty="0"/>
              <a:t>/</a:t>
            </a:r>
            <a:r>
              <a:rPr lang="zh-CN" altLang="en-US" sz="4800" dirty="0"/>
              <a:t>条件覆盖</a:t>
            </a:r>
            <a:endParaRPr lang="zh-CN" altLang="en-US" sz="4800" dirty="0"/>
          </a:p>
          <a:p>
            <a:pPr lvl="2"/>
            <a:r>
              <a:rPr lang="zh-CN" altLang="en-US" sz="4800" dirty="0"/>
              <a:t>条件组合覆盖</a:t>
            </a:r>
            <a:endParaRPr lang="zh-CN" altLang="en-US" sz="4800" dirty="0"/>
          </a:p>
          <a:p>
            <a:pPr lvl="2"/>
            <a:r>
              <a:rPr lang="zh-CN" altLang="en-US" sz="4800" dirty="0"/>
              <a:t>路径覆盖</a:t>
            </a:r>
            <a:endParaRPr lang="zh-CN" altLang="en-US" sz="4800" dirty="0"/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14" name="右箭头 13"/>
          <p:cNvSpPr/>
          <p:nvPr/>
        </p:nvSpPr>
        <p:spPr>
          <a:xfrm>
            <a:off x="11839068" y="6742624"/>
            <a:ext cx="1355644" cy="1107176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005367" y="6783251"/>
            <a:ext cx="1908942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输入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18137376" y="6742624"/>
            <a:ext cx="1355644" cy="1107176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737088" y="6783251"/>
            <a:ext cx="1908942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</a:t>
            </a:r>
            <a:r>
              <a:rPr lang="zh-CN" altLang="en-US" sz="6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白盒测试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grpSp>
        <p:nvGrpSpPr>
          <p:cNvPr id="2" name="Group 1"/>
          <p:cNvGrpSpPr/>
          <p:nvPr/>
        </p:nvGrpSpPr>
        <p:grpSpPr>
          <a:xfrm>
            <a:off x="13516475" y="4728564"/>
            <a:ext cx="4376834" cy="4258872"/>
            <a:chOff x="12879808" y="3604818"/>
            <a:chExt cx="5249745" cy="4436354"/>
          </a:xfrm>
        </p:grpSpPr>
        <p:sp>
          <p:nvSpPr>
            <p:cNvPr id="19" name="文本框 3"/>
            <p:cNvSpPr txBox="1"/>
            <p:nvPr/>
          </p:nvSpPr>
          <p:spPr>
            <a:xfrm>
              <a:off x="14357656" y="5535085"/>
              <a:ext cx="1641476" cy="194925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60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Helvetica Neue"/>
                </a:rPr>
                <a:t>软件</a:t>
              </a:r>
              <a:endParaRPr kumimoji="0" lang="en-US" altLang="zh-CN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endParaRP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60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Helvetica Neue"/>
                </a:rPr>
                <a:t>系统</a:t>
              </a:r>
              <a:endParaRPr kumimoji="0" lang="zh-CN" altLang="en-US" sz="48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endParaRPr>
            </a:p>
          </p:txBody>
        </p:sp>
        <p:sp>
          <p:nvSpPr>
            <p:cNvPr id="23" name="立方体 12"/>
            <p:cNvSpPr/>
            <p:nvPr/>
          </p:nvSpPr>
          <p:spPr>
            <a:xfrm>
              <a:off x="13830601" y="4626459"/>
              <a:ext cx="3529012" cy="3414713"/>
            </a:xfrm>
            <a:prstGeom prst="cube">
              <a:avLst/>
            </a:prstGeom>
            <a:solidFill>
              <a:schemeClr val="bg1"/>
            </a:solidFill>
            <a:ln w="12700" cap="flat">
              <a:solidFill>
                <a:schemeClr val="tx1"/>
              </a:solidFill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4" name="文本框 13"/>
            <p:cNvSpPr txBox="1"/>
            <p:nvPr/>
          </p:nvSpPr>
          <p:spPr>
            <a:xfrm>
              <a:off x="13159383" y="3604818"/>
              <a:ext cx="4871447" cy="97249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5400" b="1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Helvetica Neue"/>
                </a:rPr>
                <a:t>软件系统</a:t>
              </a:r>
              <a:endParaRPr kumimoji="0" lang="zh-CN" altLang="en-US" sz="44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endParaRPr>
            </a:p>
          </p:txBody>
        </p:sp>
        <p:pic>
          <p:nvPicPr>
            <p:cNvPr id="25" name="图片 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136" b="2636"/>
            <a:stretch>
              <a:fillRect/>
            </a:stretch>
          </p:blipFill>
          <p:spPr>
            <a:xfrm>
              <a:off x="13864680" y="5709513"/>
              <a:ext cx="2627428" cy="2089146"/>
            </a:xfrm>
            <a:prstGeom prst="rect">
              <a:avLst/>
            </a:prstGeom>
          </p:spPr>
        </p:pic>
        <p:sp>
          <p:nvSpPr>
            <p:cNvPr id="26" name="椭圆 16"/>
            <p:cNvSpPr/>
            <p:nvPr/>
          </p:nvSpPr>
          <p:spPr>
            <a:xfrm>
              <a:off x="12879808" y="5701268"/>
              <a:ext cx="428625" cy="40005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27" name="直接连接符 17"/>
            <p:cNvCxnSpPr/>
            <p:nvPr/>
          </p:nvCxnSpPr>
          <p:spPr>
            <a:xfrm>
              <a:off x="13258106" y="5888743"/>
              <a:ext cx="544042" cy="125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28" name="椭圆 18"/>
            <p:cNvSpPr/>
            <p:nvPr/>
          </p:nvSpPr>
          <p:spPr>
            <a:xfrm>
              <a:off x="12960768" y="6768073"/>
              <a:ext cx="428625" cy="40005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29" name="直接连接符 19"/>
            <p:cNvCxnSpPr>
              <a:stCxn id="28" idx="6"/>
            </p:cNvCxnSpPr>
            <p:nvPr/>
          </p:nvCxnSpPr>
          <p:spPr>
            <a:xfrm>
              <a:off x="13389393" y="6968098"/>
              <a:ext cx="445546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30" name="椭圆 20"/>
            <p:cNvSpPr/>
            <p:nvPr/>
          </p:nvSpPr>
          <p:spPr>
            <a:xfrm>
              <a:off x="17700928" y="5814049"/>
              <a:ext cx="428625" cy="40005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31" name="直接连接符 21"/>
            <p:cNvCxnSpPr/>
            <p:nvPr/>
          </p:nvCxnSpPr>
          <p:spPr>
            <a:xfrm flipV="1">
              <a:off x="17115141" y="6014075"/>
              <a:ext cx="594370" cy="2857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</p:grp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9476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47198" y="2959080"/>
            <a:ext cx="18326532" cy="886432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白盒测试的优点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迫使测试人员去仔细思考软件的实现。</a:t>
            </a:r>
            <a:endParaRPr lang="zh-CN" altLang="en-US" sz="4800" dirty="0"/>
          </a:p>
          <a:p>
            <a:pPr lvl="2"/>
            <a:r>
              <a:rPr lang="zh-CN" altLang="en-US" sz="4800" dirty="0"/>
              <a:t>揭示隐藏在代码中的错误。</a:t>
            </a:r>
            <a:endParaRPr lang="zh-CN" altLang="en-US" sz="4800" dirty="0"/>
          </a:p>
          <a:p>
            <a:pPr lvl="2"/>
            <a:r>
              <a:rPr lang="zh-CN" altLang="en-US" sz="4800" dirty="0"/>
              <a:t>对代码的测试比较彻底。</a:t>
            </a:r>
            <a:endParaRPr lang="zh-CN" altLang="en-US" sz="4800" dirty="0"/>
          </a:p>
          <a:p>
            <a:pPr lvl="2"/>
            <a:r>
              <a:rPr lang="zh-CN" altLang="en-US" sz="4800" dirty="0"/>
              <a:t>优化代码。</a:t>
            </a:r>
            <a:endParaRPr lang="en-US" altLang="zh-CN" sz="4800" dirty="0"/>
          </a:p>
          <a:p>
            <a:pPr marL="635000" lvl="1">
              <a:lnSpc>
                <a:spcPct val="20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4800" dirty="0"/>
              <a:t>昂贵（人力</a:t>
            </a:r>
            <a:r>
              <a:rPr lang="en-US" altLang="zh-CN" sz="4800" dirty="0"/>
              <a:t>/</a:t>
            </a:r>
            <a:r>
              <a:rPr lang="zh-CN" altLang="en-US" sz="4800" dirty="0"/>
              <a:t>开发周期）。</a:t>
            </a:r>
            <a:endParaRPr lang="zh-CN" altLang="en-US" sz="4800" dirty="0"/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白盒测试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7717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47197" y="2959080"/>
            <a:ext cx="19985212" cy="913014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黑盒测试的优点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对于较大的代码单元来说，黑盒测试比白盒测试效率要高。</a:t>
            </a:r>
            <a:endParaRPr lang="zh-CN" altLang="en-US" sz="4800" dirty="0"/>
          </a:p>
          <a:p>
            <a:pPr lvl="2"/>
            <a:r>
              <a:rPr lang="zh-CN" altLang="en-US" sz="4800" dirty="0"/>
              <a:t>测试人员不需要了解实现的细节。</a:t>
            </a:r>
            <a:endParaRPr lang="zh-CN" altLang="en-US" sz="4800" dirty="0"/>
          </a:p>
          <a:p>
            <a:pPr lvl="2"/>
            <a:r>
              <a:rPr lang="zh-CN" altLang="en-US" sz="4800" dirty="0"/>
              <a:t>测试人员和编码人员是相对独立的。</a:t>
            </a:r>
            <a:endParaRPr lang="zh-CN" altLang="en-US" sz="4800" dirty="0"/>
          </a:p>
          <a:p>
            <a:pPr lvl="2"/>
            <a:r>
              <a:rPr lang="zh-CN" altLang="en-US" sz="4800" dirty="0"/>
              <a:t>从用户的视角进行测试，很容易被理解和接受。</a:t>
            </a:r>
            <a:endParaRPr lang="zh-CN" altLang="en-US" sz="4800" dirty="0"/>
          </a:p>
          <a:p>
            <a:pPr lvl="2"/>
            <a:r>
              <a:rPr lang="zh-CN" altLang="en-US" sz="4800" dirty="0"/>
              <a:t>有助于暴露任何规格不一致或有歧义的问题。</a:t>
            </a:r>
            <a:endParaRPr lang="zh-CN" altLang="en-US" sz="4800" dirty="0"/>
          </a:p>
          <a:p>
            <a:pPr lvl="2"/>
            <a:r>
              <a:rPr lang="zh-CN" altLang="en-US" sz="4800" dirty="0"/>
              <a:t>测试用例可以在规格完成之后马上进行。</a:t>
            </a:r>
            <a:endParaRPr lang="zh-CN" altLang="en-US" sz="4800" dirty="0"/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白盒测试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4034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47196" y="2959080"/>
            <a:ext cx="19230301" cy="754588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marL="635000" lvl="1">
              <a:lnSpc>
                <a:spcPct val="20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黑盒测试的缺点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4800" dirty="0"/>
              <a:t>只有一小部分可能的输入被测试到，要测试每个可能的输入几乎是不可能的。</a:t>
            </a:r>
            <a:endParaRPr lang="zh-CN" altLang="en-US" sz="4800" dirty="0"/>
          </a:p>
          <a:p>
            <a:pPr lvl="2"/>
            <a:r>
              <a:rPr lang="zh-CN" altLang="en-US" sz="4800" dirty="0"/>
              <a:t>没有清晰的和简明的规格，测试用例是很难设计的。</a:t>
            </a:r>
            <a:endParaRPr lang="zh-CN" altLang="en-US" sz="4800" dirty="0"/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白盒测试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2655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" y="3913320"/>
            <a:ext cx="243839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白盒测试利用程序内部的逻辑结构及有关信息，设计或选择测试用例</a:t>
            </a:r>
            <a:endParaRPr lang="en-US" altLang="zh-CN" sz="540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513" y="6529034"/>
            <a:ext cx="2438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白盒测试与黑盒测试各有优缺点</a:t>
            </a:r>
            <a:endParaRPr lang="zh-CN" altLang="en-US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9236126"/>
            <a:ext cx="2438463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白盒测试的优点是测试比较彻底，缺点是比较昂贵</a:t>
            </a:r>
            <a:endParaRPr lang="zh-CN" altLang="en-US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0468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088558" y="98791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白盒测试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088558" y="2535059"/>
            <a:ext cx="7717599" cy="1343465"/>
            <a:chOff x="9218067" y="3086516"/>
            <a:chExt cx="7717599" cy="1343465"/>
          </a:xfrm>
        </p:grpSpPr>
        <p:sp>
          <p:nvSpPr>
            <p:cNvPr id="134" name="矩形 5"/>
            <p:cNvSpPr txBox="1"/>
            <p:nvPr/>
          </p:nvSpPr>
          <p:spPr>
            <a:xfrm>
              <a:off x="11344961" y="335970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语句覆盖</a:t>
              </a:r>
              <a:endParaRPr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9341182" y="314029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9218067" y="323530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088558" y="4082204"/>
            <a:ext cx="7717601" cy="1343465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03</a:t>
              </a:r>
              <a:endParaRPr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54697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判定覆盖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088558" y="5629349"/>
            <a:ext cx="7717602" cy="1343465"/>
            <a:chOff x="9184939" y="6856761"/>
            <a:chExt cx="7717602" cy="1343465"/>
          </a:xfrm>
        </p:grpSpPr>
        <p:sp>
          <p:nvSpPr>
            <p:cNvPr id="19" name="矩形 5"/>
            <p:cNvSpPr txBox="1"/>
            <p:nvPr/>
          </p:nvSpPr>
          <p:spPr>
            <a:xfrm>
              <a:off x="11311836" y="7129950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条件覆盖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20" name="Freeform 5"/>
            <p:cNvSpPr/>
            <p:nvPr/>
          </p:nvSpPr>
          <p:spPr>
            <a:xfrm rot="5400000">
              <a:off x="9308054" y="6910542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1" name="矩形 11"/>
            <p:cNvSpPr txBox="1"/>
            <p:nvPr/>
          </p:nvSpPr>
          <p:spPr>
            <a:xfrm>
              <a:off x="9184939" y="7005549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4</a:t>
              </a:r>
              <a:endParaRPr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088558" y="7176494"/>
            <a:ext cx="7717600" cy="1343465"/>
            <a:chOff x="9184939" y="8710808"/>
            <a:chExt cx="7717600" cy="1343465"/>
          </a:xfrm>
        </p:grpSpPr>
        <p:sp>
          <p:nvSpPr>
            <p:cNvPr id="22" name="Freeform 5"/>
            <p:cNvSpPr/>
            <p:nvPr/>
          </p:nvSpPr>
          <p:spPr>
            <a:xfrm rot="5400000">
              <a:off x="9308054" y="8764589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3" name="矩形 11"/>
            <p:cNvSpPr txBox="1"/>
            <p:nvPr/>
          </p:nvSpPr>
          <p:spPr>
            <a:xfrm>
              <a:off x="9184939" y="8900541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5</a:t>
              </a:r>
              <a:endParaRPr dirty="0"/>
            </a:p>
          </p:txBody>
        </p:sp>
        <p:sp>
          <p:nvSpPr>
            <p:cNvPr id="24" name="矩形 5"/>
            <p:cNvSpPr txBox="1"/>
            <p:nvPr/>
          </p:nvSpPr>
          <p:spPr>
            <a:xfrm>
              <a:off x="11311834" y="8983997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条件</a:t>
              </a:r>
              <a:r>
                <a:rPr lang="en-US" altLang="zh-CN" sz="4400" dirty="0">
                  <a:solidFill>
                    <a:srgbClr val="000000"/>
                  </a:solidFill>
                </a:rPr>
                <a:t>/</a:t>
              </a:r>
              <a:r>
                <a:rPr lang="zh-CN" altLang="en-US" sz="4400" dirty="0">
                  <a:solidFill>
                    <a:srgbClr val="000000"/>
                  </a:solidFill>
                </a:rPr>
                <a:t>判定覆盖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9088558" y="8723639"/>
            <a:ext cx="7717599" cy="1343465"/>
            <a:chOff x="9125303" y="10241433"/>
            <a:chExt cx="7717599" cy="1343465"/>
          </a:xfrm>
        </p:grpSpPr>
        <p:sp>
          <p:nvSpPr>
            <p:cNvPr id="25" name="Freeform 5"/>
            <p:cNvSpPr/>
            <p:nvPr/>
          </p:nvSpPr>
          <p:spPr>
            <a:xfrm rot="5400000">
              <a:off x="9248418" y="1029521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6" name="矩形 11"/>
            <p:cNvSpPr txBox="1"/>
            <p:nvPr/>
          </p:nvSpPr>
          <p:spPr>
            <a:xfrm>
              <a:off x="9125303" y="1043116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6</a:t>
              </a:r>
              <a:endParaRPr dirty="0"/>
            </a:p>
          </p:txBody>
        </p:sp>
        <p:sp>
          <p:nvSpPr>
            <p:cNvPr id="27" name="矩形 5"/>
            <p:cNvSpPr txBox="1"/>
            <p:nvPr/>
          </p:nvSpPr>
          <p:spPr>
            <a:xfrm>
              <a:off x="11252197" y="10555567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条件组合覆盖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9088558" y="10270784"/>
            <a:ext cx="7717599" cy="1343465"/>
            <a:chOff x="9184939" y="11246596"/>
            <a:chExt cx="7717599" cy="1343465"/>
          </a:xfrm>
        </p:grpSpPr>
        <p:sp>
          <p:nvSpPr>
            <p:cNvPr id="28" name="Freeform 5"/>
            <p:cNvSpPr/>
            <p:nvPr/>
          </p:nvSpPr>
          <p:spPr>
            <a:xfrm rot="5400000">
              <a:off x="9308054" y="1130037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9" name="矩形 11"/>
            <p:cNvSpPr txBox="1"/>
            <p:nvPr/>
          </p:nvSpPr>
          <p:spPr>
            <a:xfrm>
              <a:off x="9184939" y="11436329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7</a:t>
              </a:r>
              <a:endParaRPr dirty="0"/>
            </a:p>
          </p:txBody>
        </p:sp>
        <p:sp>
          <p:nvSpPr>
            <p:cNvPr id="30" name="矩形 5"/>
            <p:cNvSpPr txBox="1"/>
            <p:nvPr/>
          </p:nvSpPr>
          <p:spPr>
            <a:xfrm>
              <a:off x="11311833" y="11560730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路径覆盖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9088558" y="11817929"/>
            <a:ext cx="7665560" cy="1343465"/>
            <a:chOff x="9125303" y="12777221"/>
            <a:chExt cx="7665560" cy="1343465"/>
          </a:xfrm>
        </p:grpSpPr>
        <p:sp>
          <p:nvSpPr>
            <p:cNvPr id="31" name="Freeform 5"/>
            <p:cNvSpPr/>
            <p:nvPr/>
          </p:nvSpPr>
          <p:spPr>
            <a:xfrm rot="5400000">
              <a:off x="9248418" y="12831002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32" name="矩形 11"/>
            <p:cNvSpPr txBox="1"/>
            <p:nvPr/>
          </p:nvSpPr>
          <p:spPr>
            <a:xfrm>
              <a:off x="9125303" y="1296695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8</a:t>
              </a:r>
              <a:endParaRPr dirty="0"/>
            </a:p>
          </p:txBody>
        </p:sp>
        <p:sp>
          <p:nvSpPr>
            <p:cNvPr id="33" name="矩形 5"/>
            <p:cNvSpPr txBox="1"/>
            <p:nvPr/>
          </p:nvSpPr>
          <p:spPr>
            <a:xfrm>
              <a:off x="11200158" y="1309135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3368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47199" y="2959080"/>
            <a:ext cx="17865990" cy="945974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白盒测试技术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语句覆盖</a:t>
            </a:r>
            <a:endParaRPr lang="zh-CN" altLang="en-US" sz="4800" dirty="0"/>
          </a:p>
          <a:p>
            <a:pPr lvl="2"/>
            <a:r>
              <a:rPr lang="zh-CN" altLang="en-US" sz="4800" dirty="0"/>
              <a:t>判定覆盖</a:t>
            </a:r>
            <a:endParaRPr lang="zh-CN" altLang="en-US" sz="4800" dirty="0"/>
          </a:p>
          <a:p>
            <a:pPr lvl="2"/>
            <a:r>
              <a:rPr lang="zh-CN" altLang="en-US" sz="4800" dirty="0"/>
              <a:t>条件覆盖</a:t>
            </a:r>
            <a:endParaRPr lang="zh-CN" altLang="en-US" sz="4800" dirty="0"/>
          </a:p>
          <a:p>
            <a:pPr lvl="2"/>
            <a:r>
              <a:rPr lang="zh-CN" altLang="en-US" sz="4800" dirty="0"/>
              <a:t>判定</a:t>
            </a:r>
            <a:r>
              <a:rPr lang="en-US" altLang="zh-CN" sz="4800" dirty="0"/>
              <a:t>/</a:t>
            </a:r>
            <a:r>
              <a:rPr lang="zh-CN" altLang="en-US" sz="4800" dirty="0"/>
              <a:t>条件覆盖</a:t>
            </a:r>
            <a:endParaRPr lang="zh-CN" altLang="en-US" sz="4800" dirty="0"/>
          </a:p>
          <a:p>
            <a:pPr lvl="2"/>
            <a:r>
              <a:rPr lang="zh-CN" altLang="en-US" sz="4800" dirty="0"/>
              <a:t>条件组合覆盖</a:t>
            </a:r>
            <a:endParaRPr lang="zh-CN" altLang="en-US" sz="4800" dirty="0"/>
          </a:p>
          <a:p>
            <a:pPr lvl="2"/>
            <a:r>
              <a:rPr lang="zh-CN" altLang="en-US" sz="4800" dirty="0"/>
              <a:t>路径覆盖</a:t>
            </a:r>
            <a:endParaRPr lang="zh-CN" altLang="en-US" sz="4800" dirty="0"/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2376881" y="6104059"/>
            <a:ext cx="48205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覆盖率测试！</a:t>
            </a:r>
            <a:endParaRPr lang="zh-CN" altLang="en-US" sz="5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3139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70" y="2310329"/>
            <a:ext cx="19868961" cy="464781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语句覆盖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选取足够多的测试数据，使被测试程序中每个语句至少执行一次。</a:t>
            </a:r>
            <a:endParaRPr lang="en-US" altLang="zh-CN" sz="4800" dirty="0"/>
          </a:p>
          <a:p>
            <a:pPr lvl="2"/>
            <a:r>
              <a:rPr lang="zh-CN" altLang="en-US" sz="4800" dirty="0"/>
              <a:t>可执行的语句，不包括注释、标记等。</a:t>
            </a:r>
            <a:endParaRPr lang="zh-CN" altLang="en-US" sz="4800" dirty="0"/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093" y="6618515"/>
            <a:ext cx="11642620" cy="54090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Arrow: Right 4"/>
          <p:cNvSpPr/>
          <p:nvPr/>
        </p:nvSpPr>
        <p:spPr>
          <a:xfrm>
            <a:off x="4531601" y="8307977"/>
            <a:ext cx="2734492" cy="461554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3" name="Arrow: Right 32"/>
          <p:cNvSpPr/>
          <p:nvPr/>
        </p:nvSpPr>
        <p:spPr>
          <a:xfrm>
            <a:off x="4531601" y="7402286"/>
            <a:ext cx="2734492" cy="461554"/>
          </a:xfrm>
          <a:prstGeom prst="rightArrow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9942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6239692" y="3225889"/>
            <a:ext cx="14016445" cy="8260080"/>
          </a:xfrm>
          <a:prstGeom prst="rect">
            <a:avLst/>
          </a:prstGeom>
        </p:spPr>
        <p:txBody>
          <a:bodyPr/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Tx/>
              <a:buNone/>
            </a:pPr>
            <a:r>
              <a:rPr lang="en-US" altLang="zh-CN" dirty="0">
                <a:latin typeface="Courier New" panose="02070309020205020404" pitchFamily="49" charset="0"/>
              </a:rPr>
              <a:t>float Compute(float </a:t>
            </a:r>
            <a:r>
              <a:rPr lang="en-US" altLang="zh-CN" dirty="0" err="1">
                <a:latin typeface="Courier New" panose="02070309020205020404" pitchFamily="49" charset="0"/>
              </a:rPr>
              <a:t>A,float</a:t>
            </a:r>
            <a:r>
              <a:rPr lang="en-US" altLang="zh-CN" dirty="0"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</a:rPr>
              <a:t>B,float</a:t>
            </a:r>
            <a:r>
              <a:rPr lang="en-US" altLang="zh-CN" dirty="0">
                <a:latin typeface="Courier New" panose="02070309020205020404" pitchFamily="49" charset="0"/>
              </a:rPr>
              <a:t> X)</a:t>
            </a:r>
            <a:endParaRPr lang="en-US" altLang="zh-CN" dirty="0">
              <a:latin typeface="Courier New" panose="02070309020205020404" pitchFamily="49" charset="0"/>
            </a:endParaRPr>
          </a:p>
          <a:p>
            <a:pPr hangingPunct="1">
              <a:buFontTx/>
              <a:buNone/>
            </a:pPr>
            <a:r>
              <a:rPr lang="en-US" altLang="zh-CN" dirty="0">
                <a:latin typeface="Courier New" panose="02070309020205020404" pitchFamily="49" charset="0"/>
              </a:rPr>
              <a:t>{</a:t>
            </a:r>
            <a:endParaRPr lang="en-US" altLang="zh-CN" dirty="0">
              <a:latin typeface="Courier New" panose="02070309020205020404" pitchFamily="49" charset="0"/>
            </a:endParaRPr>
          </a:p>
          <a:p>
            <a:pPr hangingPunct="1">
              <a:buFontTx/>
              <a:buNone/>
            </a:pPr>
            <a:r>
              <a:rPr lang="en-US" altLang="zh-CN" dirty="0">
                <a:latin typeface="Courier New" panose="02070309020205020404" pitchFamily="49" charset="0"/>
              </a:rPr>
              <a:t>    if (A&gt;1)&amp;&amp;(B==0) X=X/A;</a:t>
            </a:r>
            <a:endParaRPr lang="en-US" altLang="zh-CN" dirty="0">
              <a:latin typeface="Courier New" panose="02070309020205020404" pitchFamily="49" charset="0"/>
            </a:endParaRPr>
          </a:p>
          <a:p>
            <a:pPr hangingPunct="1">
              <a:buFontTx/>
              <a:buNone/>
            </a:pPr>
            <a:r>
              <a:rPr lang="en-US" altLang="zh-CN" dirty="0">
                <a:latin typeface="Courier New" panose="02070309020205020404" pitchFamily="49" charset="0"/>
              </a:rPr>
              <a:t>    if (A==2)||(X&gt;1) X=X+1;</a:t>
            </a:r>
            <a:endParaRPr lang="en-US" altLang="zh-CN" dirty="0">
              <a:latin typeface="Courier New" panose="02070309020205020404" pitchFamily="49" charset="0"/>
            </a:endParaRPr>
          </a:p>
          <a:p>
            <a:pPr hangingPunct="1">
              <a:buFontTx/>
              <a:buNone/>
            </a:pPr>
            <a:r>
              <a:rPr lang="en-US" altLang="zh-CN" dirty="0">
                <a:latin typeface="Courier New" panose="02070309020205020404" pitchFamily="49" charset="0"/>
              </a:rPr>
              <a:t>    return X;</a:t>
            </a:r>
            <a:endParaRPr lang="en-US" altLang="zh-CN" dirty="0">
              <a:latin typeface="Courier New" panose="02070309020205020404" pitchFamily="49" charset="0"/>
            </a:endParaRPr>
          </a:p>
          <a:p>
            <a:pPr hangingPunct="1">
              <a:buFontTx/>
              <a:buNone/>
            </a:pPr>
            <a:r>
              <a:rPr lang="en-US" altLang="zh-CN" dirty="0">
                <a:latin typeface="Courier New" panose="02070309020205020404" pitchFamily="49" charset="0"/>
              </a:rPr>
              <a:t>}</a:t>
            </a:r>
            <a:endParaRPr lang="en-US" altLang="zh-CN" dirty="0">
              <a:latin typeface="Courier New" panose="02070309020205020404" pitchFamily="49" charset="0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4433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70" y="2303711"/>
            <a:ext cx="19868961" cy="322400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语句覆盖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选取足够多的测试数据，使被测试程序中每个语句至少执行一次。</a:t>
            </a:r>
            <a:endParaRPr lang="en-US" altLang="zh-CN" sz="4800" dirty="0"/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7992" y="5527717"/>
            <a:ext cx="10868915" cy="6391294"/>
          </a:xfrm>
          <a:prstGeom prst="rect">
            <a:avLst/>
          </a:prstGeom>
        </p:spPr>
      </p:pic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7143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grpSp>
        <p:nvGrpSpPr>
          <p:cNvPr id="7" name="组合 2"/>
          <p:cNvGrpSpPr/>
          <p:nvPr/>
        </p:nvGrpSpPr>
        <p:grpSpPr bwMode="auto">
          <a:xfrm>
            <a:off x="11987538" y="3656213"/>
            <a:ext cx="10228267" cy="8442252"/>
            <a:chOff x="4787900" y="2205038"/>
            <a:chExt cx="3581400" cy="3235325"/>
          </a:xfrm>
          <a:solidFill>
            <a:schemeClr val="bg1">
              <a:lumMod val="95000"/>
            </a:schemeClr>
          </a:solidFill>
        </p:grpSpPr>
        <p:sp>
          <p:nvSpPr>
            <p:cNvPr id="8" name="AutoShape 4"/>
            <p:cNvSpPr>
              <a:spLocks noChangeArrowheads="1"/>
            </p:cNvSpPr>
            <p:nvPr/>
          </p:nvSpPr>
          <p:spPr bwMode="auto">
            <a:xfrm>
              <a:off x="5245100" y="22399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入口</a:t>
              </a:r>
              <a:endParaRPr kumimoji="1"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/>
          </p:nvSpPr>
          <p:spPr bwMode="auto">
            <a:xfrm>
              <a:off x="5245100" y="49831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>
                  <a:latin typeface="Times New Roman" panose="02020603050405020304" pitchFamily="18" charset="0"/>
                  <a:cs typeface="Times New Roman" panose="02020603050405020304" pitchFamily="18" charset="0"/>
                </a:rPr>
                <a:t>返回</a:t>
              </a:r>
              <a:endParaRPr kumimoji="1"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utoShape 6"/>
            <p:cNvSpPr>
              <a:spLocks noChangeArrowheads="1"/>
            </p:cNvSpPr>
            <p:nvPr/>
          </p:nvSpPr>
          <p:spPr bwMode="auto">
            <a:xfrm>
              <a:off x="4787900" y="30019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(A&gt;1)&amp;&amp;(B==0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utoShape 7"/>
            <p:cNvSpPr>
              <a:spLocks noChangeArrowheads="1"/>
            </p:cNvSpPr>
            <p:nvPr/>
          </p:nvSpPr>
          <p:spPr bwMode="auto">
            <a:xfrm>
              <a:off x="4787900" y="40687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(A==2)||(X&gt;1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5626100" y="26971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5626100" y="3687763"/>
              <a:ext cx="0" cy="3810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5626100" y="4754563"/>
              <a:ext cx="0" cy="2286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5" name="AutoShape 11"/>
            <p:cNvSpPr>
              <a:spLocks noChangeArrowheads="1"/>
            </p:cNvSpPr>
            <p:nvPr/>
          </p:nvSpPr>
          <p:spPr bwMode="auto">
            <a:xfrm>
              <a:off x="6921500" y="2925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/ A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AutoShape 12"/>
            <p:cNvSpPr>
              <a:spLocks noChangeArrowheads="1"/>
            </p:cNvSpPr>
            <p:nvPr/>
          </p:nvSpPr>
          <p:spPr bwMode="auto">
            <a:xfrm>
              <a:off x="6921500" y="4068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+ 1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7607300" y="35353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H="1">
              <a:off x="5626100" y="38401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>
              <a:off x="7607300" y="4678363"/>
              <a:ext cx="0" cy="1524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 flipH="1">
              <a:off x="5626100" y="48307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>
              <a:off x="6540500" y="33067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6540500" y="43735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4893954" y="2205038"/>
              <a:ext cx="211757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>
              <a:off x="4884659" y="2814638"/>
              <a:ext cx="246222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1"/>
            <p:cNvSpPr txBox="1">
              <a:spLocks noChangeArrowheads="1"/>
            </p:cNvSpPr>
            <p:nvPr/>
          </p:nvSpPr>
          <p:spPr bwMode="auto">
            <a:xfrm>
              <a:off x="4884573" y="3751852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2"/>
            <p:cNvSpPr txBox="1">
              <a:spLocks noChangeArrowheads="1"/>
            </p:cNvSpPr>
            <p:nvPr/>
          </p:nvSpPr>
          <p:spPr bwMode="auto">
            <a:xfrm>
              <a:off x="4884573" y="48720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23"/>
            <p:cNvSpPr txBox="1">
              <a:spLocks noChangeArrowheads="1"/>
            </p:cNvSpPr>
            <p:nvPr/>
          </p:nvSpPr>
          <p:spPr bwMode="auto">
            <a:xfrm>
              <a:off x="8092671" y="2586464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24"/>
            <p:cNvSpPr txBox="1">
              <a:spLocks noChangeArrowheads="1"/>
            </p:cNvSpPr>
            <p:nvPr/>
          </p:nvSpPr>
          <p:spPr bwMode="auto">
            <a:xfrm>
              <a:off x="8093875" y="3751852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115" y="4446267"/>
            <a:ext cx="10868915" cy="6391294"/>
          </a:xfrm>
          <a:prstGeom prst="rect">
            <a:avLst/>
          </a:prstGeom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5724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grpSp>
        <p:nvGrpSpPr>
          <p:cNvPr id="7" name="组合 2"/>
          <p:cNvGrpSpPr/>
          <p:nvPr/>
        </p:nvGrpSpPr>
        <p:grpSpPr bwMode="auto">
          <a:xfrm>
            <a:off x="7894497" y="2820789"/>
            <a:ext cx="10228267" cy="8442252"/>
            <a:chOff x="4787900" y="2205038"/>
            <a:chExt cx="3581400" cy="3235325"/>
          </a:xfrm>
          <a:solidFill>
            <a:schemeClr val="bg1">
              <a:lumMod val="95000"/>
            </a:schemeClr>
          </a:solidFill>
        </p:grpSpPr>
        <p:sp>
          <p:nvSpPr>
            <p:cNvPr id="8" name="AutoShape 4"/>
            <p:cNvSpPr>
              <a:spLocks noChangeArrowheads="1"/>
            </p:cNvSpPr>
            <p:nvPr/>
          </p:nvSpPr>
          <p:spPr bwMode="auto">
            <a:xfrm>
              <a:off x="5245100" y="22399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入口</a:t>
              </a:r>
              <a:endParaRPr kumimoji="1"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/>
          </p:nvSpPr>
          <p:spPr bwMode="auto">
            <a:xfrm>
              <a:off x="5245100" y="49831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>
                  <a:latin typeface="Times New Roman" panose="02020603050405020304" pitchFamily="18" charset="0"/>
                  <a:cs typeface="Times New Roman" panose="02020603050405020304" pitchFamily="18" charset="0"/>
                </a:rPr>
                <a:t>返回</a:t>
              </a:r>
              <a:endParaRPr kumimoji="1"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utoShape 6"/>
            <p:cNvSpPr>
              <a:spLocks noChangeArrowheads="1"/>
            </p:cNvSpPr>
            <p:nvPr/>
          </p:nvSpPr>
          <p:spPr bwMode="auto">
            <a:xfrm>
              <a:off x="4787900" y="30019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(A&gt;1)&amp;&amp;(B==0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utoShape 7"/>
            <p:cNvSpPr>
              <a:spLocks noChangeArrowheads="1"/>
            </p:cNvSpPr>
            <p:nvPr/>
          </p:nvSpPr>
          <p:spPr bwMode="auto">
            <a:xfrm>
              <a:off x="4787900" y="40687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(A==2)||(X&gt;1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5626100" y="26971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5626100" y="3687763"/>
              <a:ext cx="0" cy="3810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5626100" y="4754563"/>
              <a:ext cx="0" cy="2286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5" name="AutoShape 11"/>
            <p:cNvSpPr>
              <a:spLocks noChangeArrowheads="1"/>
            </p:cNvSpPr>
            <p:nvPr/>
          </p:nvSpPr>
          <p:spPr bwMode="auto">
            <a:xfrm>
              <a:off x="6921500" y="2925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/ A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AutoShape 12"/>
            <p:cNvSpPr>
              <a:spLocks noChangeArrowheads="1"/>
            </p:cNvSpPr>
            <p:nvPr/>
          </p:nvSpPr>
          <p:spPr bwMode="auto">
            <a:xfrm>
              <a:off x="6921500" y="4068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+ 1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7607300" y="35353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H="1">
              <a:off x="5626100" y="38401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>
              <a:off x="7607300" y="4678363"/>
              <a:ext cx="0" cy="1524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 flipH="1">
              <a:off x="5626100" y="48307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>
              <a:off x="6540500" y="33067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6540500" y="43735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4893954" y="2205038"/>
              <a:ext cx="211757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>
              <a:off x="4884659" y="2814638"/>
              <a:ext cx="246222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1"/>
            <p:cNvSpPr txBox="1">
              <a:spLocks noChangeArrowheads="1"/>
            </p:cNvSpPr>
            <p:nvPr/>
          </p:nvSpPr>
          <p:spPr bwMode="auto">
            <a:xfrm>
              <a:off x="4875670" y="38052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2"/>
            <p:cNvSpPr txBox="1">
              <a:spLocks noChangeArrowheads="1"/>
            </p:cNvSpPr>
            <p:nvPr/>
          </p:nvSpPr>
          <p:spPr bwMode="auto">
            <a:xfrm>
              <a:off x="4884573" y="48720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23"/>
            <p:cNvSpPr txBox="1">
              <a:spLocks noChangeArrowheads="1"/>
            </p:cNvSpPr>
            <p:nvPr/>
          </p:nvSpPr>
          <p:spPr bwMode="auto">
            <a:xfrm>
              <a:off x="8093875" y="2586464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24"/>
            <p:cNvSpPr txBox="1">
              <a:spLocks noChangeArrowheads="1"/>
            </p:cNvSpPr>
            <p:nvPr/>
          </p:nvSpPr>
          <p:spPr bwMode="auto">
            <a:xfrm>
              <a:off x="8093875" y="3751852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: Shape 1"/>
          <p:cNvSpPr/>
          <p:nvPr/>
        </p:nvSpPr>
        <p:spPr>
          <a:xfrm>
            <a:off x="9789238" y="3658519"/>
            <a:ext cx="159489" cy="7740458"/>
          </a:xfrm>
          <a:custGeom>
            <a:avLst/>
            <a:gdLst>
              <a:gd name="connsiteX0" fmla="*/ 0 w 159489"/>
              <a:gd name="connsiteY0" fmla="*/ 0 h 7740458"/>
              <a:gd name="connsiteX1" fmla="*/ 85061 w 159489"/>
              <a:gd name="connsiteY1" fmla="*/ 3317358 h 7740458"/>
              <a:gd name="connsiteX2" fmla="*/ 159489 w 159489"/>
              <a:gd name="connsiteY2" fmla="*/ 5241851 h 7740458"/>
              <a:gd name="connsiteX3" fmla="*/ 116958 w 159489"/>
              <a:gd name="connsiteY3" fmla="*/ 5986131 h 7740458"/>
              <a:gd name="connsiteX4" fmla="*/ 95693 w 159489"/>
              <a:gd name="connsiteY4" fmla="*/ 6305107 h 7740458"/>
              <a:gd name="connsiteX5" fmla="*/ 74428 w 159489"/>
              <a:gd name="connsiteY5" fmla="*/ 6836735 h 7740458"/>
              <a:gd name="connsiteX6" fmla="*/ 85061 w 159489"/>
              <a:gd name="connsiteY6" fmla="*/ 7485321 h 7740458"/>
              <a:gd name="connsiteX7" fmla="*/ 106326 w 159489"/>
              <a:gd name="connsiteY7" fmla="*/ 7666075 h 7740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9489" h="7740458">
                <a:moveTo>
                  <a:pt x="0" y="0"/>
                </a:moveTo>
                <a:cubicBezTo>
                  <a:pt x="260121" y="1235585"/>
                  <a:pt x="-13374" y="-127872"/>
                  <a:pt x="85061" y="3317358"/>
                </a:cubicBezTo>
                <a:cubicBezTo>
                  <a:pt x="117573" y="4455280"/>
                  <a:pt x="95157" y="3813694"/>
                  <a:pt x="159489" y="5241851"/>
                </a:cubicBezTo>
                <a:cubicBezTo>
                  <a:pt x="145312" y="5489944"/>
                  <a:pt x="131841" y="5738079"/>
                  <a:pt x="116958" y="5986131"/>
                </a:cubicBezTo>
                <a:cubicBezTo>
                  <a:pt x="110576" y="6092501"/>
                  <a:pt x="101014" y="6198679"/>
                  <a:pt x="95693" y="6305107"/>
                </a:cubicBezTo>
                <a:cubicBezTo>
                  <a:pt x="86837" y="6482237"/>
                  <a:pt x="81516" y="6659526"/>
                  <a:pt x="74428" y="6836735"/>
                </a:cubicBezTo>
                <a:cubicBezTo>
                  <a:pt x="77972" y="7052930"/>
                  <a:pt x="76302" y="7269274"/>
                  <a:pt x="85061" y="7485321"/>
                </a:cubicBezTo>
                <a:cubicBezTo>
                  <a:pt x="108482" y="8063026"/>
                  <a:pt x="106326" y="7447534"/>
                  <a:pt x="106326" y="7666075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" name="Freeform: Shape 2"/>
          <p:cNvSpPr/>
          <p:nvPr/>
        </p:nvSpPr>
        <p:spPr>
          <a:xfrm>
            <a:off x="11115103" y="3192928"/>
            <a:ext cx="3541448" cy="8123275"/>
          </a:xfrm>
          <a:custGeom>
            <a:avLst/>
            <a:gdLst>
              <a:gd name="connsiteX0" fmla="*/ 319782 w 3541448"/>
              <a:gd name="connsiteY0" fmla="*/ 0 h 8123275"/>
              <a:gd name="connsiteX1" fmla="*/ 266620 w 3541448"/>
              <a:gd name="connsiteY1" fmla="*/ 531628 h 8123275"/>
              <a:gd name="connsiteX2" fmla="*/ 277252 w 3541448"/>
              <a:gd name="connsiteY2" fmla="*/ 893135 h 8123275"/>
              <a:gd name="connsiteX3" fmla="*/ 298517 w 3541448"/>
              <a:gd name="connsiteY3" fmla="*/ 1020726 h 8123275"/>
              <a:gd name="connsiteX4" fmla="*/ 351680 w 3541448"/>
              <a:gd name="connsiteY4" fmla="*/ 1073889 h 8123275"/>
              <a:gd name="connsiteX5" fmla="*/ 404843 w 3541448"/>
              <a:gd name="connsiteY5" fmla="*/ 1190847 h 8123275"/>
              <a:gd name="connsiteX6" fmla="*/ 426108 w 3541448"/>
              <a:gd name="connsiteY6" fmla="*/ 1244010 h 8123275"/>
              <a:gd name="connsiteX7" fmla="*/ 479271 w 3541448"/>
              <a:gd name="connsiteY7" fmla="*/ 1265275 h 8123275"/>
              <a:gd name="connsiteX8" fmla="*/ 500536 w 3541448"/>
              <a:gd name="connsiteY8" fmla="*/ 1307805 h 8123275"/>
              <a:gd name="connsiteX9" fmla="*/ 521801 w 3541448"/>
              <a:gd name="connsiteY9" fmla="*/ 1382233 h 8123275"/>
              <a:gd name="connsiteX10" fmla="*/ 574964 w 3541448"/>
              <a:gd name="connsiteY10" fmla="*/ 1414131 h 8123275"/>
              <a:gd name="connsiteX11" fmla="*/ 606861 w 3541448"/>
              <a:gd name="connsiteY11" fmla="*/ 1499191 h 8123275"/>
              <a:gd name="connsiteX12" fmla="*/ 628127 w 3541448"/>
              <a:gd name="connsiteY12" fmla="*/ 1520456 h 8123275"/>
              <a:gd name="connsiteX13" fmla="*/ 649392 w 3541448"/>
              <a:gd name="connsiteY13" fmla="*/ 1584252 h 8123275"/>
              <a:gd name="connsiteX14" fmla="*/ 713187 w 3541448"/>
              <a:gd name="connsiteY14" fmla="*/ 1605517 h 8123275"/>
              <a:gd name="connsiteX15" fmla="*/ 766350 w 3541448"/>
              <a:gd name="connsiteY15" fmla="*/ 1648047 h 8123275"/>
              <a:gd name="connsiteX16" fmla="*/ 808880 w 3541448"/>
              <a:gd name="connsiteY16" fmla="*/ 1701210 h 8123275"/>
              <a:gd name="connsiteX17" fmla="*/ 925838 w 3541448"/>
              <a:gd name="connsiteY17" fmla="*/ 1743740 h 8123275"/>
              <a:gd name="connsiteX18" fmla="*/ 1074694 w 3541448"/>
              <a:gd name="connsiteY18" fmla="*/ 1807535 h 8123275"/>
              <a:gd name="connsiteX19" fmla="*/ 1191652 w 3541448"/>
              <a:gd name="connsiteY19" fmla="*/ 1828800 h 8123275"/>
              <a:gd name="connsiteX20" fmla="*/ 1329875 w 3541448"/>
              <a:gd name="connsiteY20" fmla="*/ 1860698 h 8123275"/>
              <a:gd name="connsiteX21" fmla="*/ 1446834 w 3541448"/>
              <a:gd name="connsiteY21" fmla="*/ 1903228 h 8123275"/>
              <a:gd name="connsiteX22" fmla="*/ 1510629 w 3541448"/>
              <a:gd name="connsiteY22" fmla="*/ 1935126 h 8123275"/>
              <a:gd name="connsiteX23" fmla="*/ 1829606 w 3541448"/>
              <a:gd name="connsiteY23" fmla="*/ 1988289 h 8123275"/>
              <a:gd name="connsiteX24" fmla="*/ 2595150 w 3541448"/>
              <a:gd name="connsiteY24" fmla="*/ 2062717 h 8123275"/>
              <a:gd name="connsiteX25" fmla="*/ 3116145 w 3541448"/>
              <a:gd name="connsiteY25" fmla="*/ 2083982 h 8123275"/>
              <a:gd name="connsiteX26" fmla="*/ 3233103 w 3541448"/>
              <a:gd name="connsiteY26" fmla="*/ 2105247 h 8123275"/>
              <a:gd name="connsiteX27" fmla="*/ 3424489 w 3541448"/>
              <a:gd name="connsiteY27" fmla="*/ 2179675 h 8123275"/>
              <a:gd name="connsiteX28" fmla="*/ 3467020 w 3541448"/>
              <a:gd name="connsiteY28" fmla="*/ 2286000 h 8123275"/>
              <a:gd name="connsiteX29" fmla="*/ 3498917 w 3541448"/>
              <a:gd name="connsiteY29" fmla="*/ 2360428 h 8123275"/>
              <a:gd name="connsiteX30" fmla="*/ 3541448 w 3541448"/>
              <a:gd name="connsiteY30" fmla="*/ 2402959 h 8123275"/>
              <a:gd name="connsiteX31" fmla="*/ 3509550 w 3541448"/>
              <a:gd name="connsiteY31" fmla="*/ 2796363 h 8123275"/>
              <a:gd name="connsiteX32" fmla="*/ 3477652 w 3541448"/>
              <a:gd name="connsiteY32" fmla="*/ 2838893 h 8123275"/>
              <a:gd name="connsiteX33" fmla="*/ 3456387 w 3541448"/>
              <a:gd name="connsiteY33" fmla="*/ 2934586 h 8123275"/>
              <a:gd name="connsiteX34" fmla="*/ 3360694 w 3541448"/>
              <a:gd name="connsiteY34" fmla="*/ 3030279 h 8123275"/>
              <a:gd name="connsiteX35" fmla="*/ 3265001 w 3541448"/>
              <a:gd name="connsiteY35" fmla="*/ 3136605 h 8123275"/>
              <a:gd name="connsiteX36" fmla="*/ 3222471 w 3541448"/>
              <a:gd name="connsiteY36" fmla="*/ 3179135 h 8123275"/>
              <a:gd name="connsiteX37" fmla="*/ 3148043 w 3541448"/>
              <a:gd name="connsiteY37" fmla="*/ 3200400 h 8123275"/>
              <a:gd name="connsiteX38" fmla="*/ 3105513 w 3541448"/>
              <a:gd name="connsiteY38" fmla="*/ 3253563 h 8123275"/>
              <a:gd name="connsiteX39" fmla="*/ 3020452 w 3541448"/>
              <a:gd name="connsiteY39" fmla="*/ 3274828 h 8123275"/>
              <a:gd name="connsiteX40" fmla="*/ 2977922 w 3541448"/>
              <a:gd name="connsiteY40" fmla="*/ 3296093 h 8123275"/>
              <a:gd name="connsiteX41" fmla="*/ 2807801 w 3541448"/>
              <a:gd name="connsiteY41" fmla="*/ 3327991 h 8123275"/>
              <a:gd name="connsiteX42" fmla="*/ 2754638 w 3541448"/>
              <a:gd name="connsiteY42" fmla="*/ 3370521 h 8123275"/>
              <a:gd name="connsiteX43" fmla="*/ 2627048 w 3541448"/>
              <a:gd name="connsiteY43" fmla="*/ 3391786 h 8123275"/>
              <a:gd name="connsiteX44" fmla="*/ 2456927 w 3541448"/>
              <a:gd name="connsiteY44" fmla="*/ 3423684 h 8123275"/>
              <a:gd name="connsiteX45" fmla="*/ 2265541 w 3541448"/>
              <a:gd name="connsiteY45" fmla="*/ 3476847 h 8123275"/>
              <a:gd name="connsiteX46" fmla="*/ 2052889 w 3541448"/>
              <a:gd name="connsiteY46" fmla="*/ 3508745 h 8123275"/>
              <a:gd name="connsiteX47" fmla="*/ 1882768 w 3541448"/>
              <a:gd name="connsiteY47" fmla="*/ 3530010 h 8123275"/>
              <a:gd name="connsiteX48" fmla="*/ 1659485 w 3541448"/>
              <a:gd name="connsiteY48" fmla="*/ 3561907 h 8123275"/>
              <a:gd name="connsiteX49" fmla="*/ 1531894 w 3541448"/>
              <a:gd name="connsiteY49" fmla="*/ 3625703 h 8123275"/>
              <a:gd name="connsiteX50" fmla="*/ 1329875 w 3541448"/>
              <a:gd name="connsiteY50" fmla="*/ 3646968 h 8123275"/>
              <a:gd name="connsiteX51" fmla="*/ 1085327 w 3541448"/>
              <a:gd name="connsiteY51" fmla="*/ 3700131 h 8123275"/>
              <a:gd name="connsiteX52" fmla="*/ 989634 w 3541448"/>
              <a:gd name="connsiteY52" fmla="*/ 3753293 h 8123275"/>
              <a:gd name="connsiteX53" fmla="*/ 798248 w 3541448"/>
              <a:gd name="connsiteY53" fmla="*/ 3806456 h 8123275"/>
              <a:gd name="connsiteX54" fmla="*/ 745085 w 3541448"/>
              <a:gd name="connsiteY54" fmla="*/ 3859619 h 8123275"/>
              <a:gd name="connsiteX55" fmla="*/ 628127 w 3541448"/>
              <a:gd name="connsiteY55" fmla="*/ 3902149 h 8123275"/>
              <a:gd name="connsiteX56" fmla="*/ 574964 w 3541448"/>
              <a:gd name="connsiteY56" fmla="*/ 3934047 h 8123275"/>
              <a:gd name="connsiteX57" fmla="*/ 458006 w 3541448"/>
              <a:gd name="connsiteY57" fmla="*/ 4008475 h 8123275"/>
              <a:gd name="connsiteX58" fmla="*/ 372945 w 3541448"/>
              <a:gd name="connsiteY58" fmla="*/ 4104168 h 8123275"/>
              <a:gd name="connsiteX59" fmla="*/ 330415 w 3541448"/>
              <a:gd name="connsiteY59" fmla="*/ 4125433 h 8123275"/>
              <a:gd name="connsiteX60" fmla="*/ 277252 w 3541448"/>
              <a:gd name="connsiteY60" fmla="*/ 4221126 h 8123275"/>
              <a:gd name="connsiteX61" fmla="*/ 234722 w 3541448"/>
              <a:gd name="connsiteY61" fmla="*/ 4263656 h 8123275"/>
              <a:gd name="connsiteX62" fmla="*/ 160294 w 3541448"/>
              <a:gd name="connsiteY62" fmla="*/ 4380614 h 8123275"/>
              <a:gd name="connsiteX63" fmla="*/ 139029 w 3541448"/>
              <a:gd name="connsiteY63" fmla="*/ 4444410 h 8123275"/>
              <a:gd name="connsiteX64" fmla="*/ 117764 w 3541448"/>
              <a:gd name="connsiteY64" fmla="*/ 4486940 h 8123275"/>
              <a:gd name="connsiteX65" fmla="*/ 96499 w 3541448"/>
              <a:gd name="connsiteY65" fmla="*/ 4635796 h 8123275"/>
              <a:gd name="connsiteX66" fmla="*/ 43336 w 3541448"/>
              <a:gd name="connsiteY66" fmla="*/ 5316279 h 8123275"/>
              <a:gd name="connsiteX67" fmla="*/ 806 w 3541448"/>
              <a:gd name="connsiteY67" fmla="*/ 5730949 h 8123275"/>
              <a:gd name="connsiteX68" fmla="*/ 32703 w 3541448"/>
              <a:gd name="connsiteY68" fmla="*/ 7038754 h 8123275"/>
              <a:gd name="connsiteX69" fmla="*/ 75234 w 3541448"/>
              <a:gd name="connsiteY69" fmla="*/ 7262038 h 8123275"/>
              <a:gd name="connsiteX70" fmla="*/ 96499 w 3541448"/>
              <a:gd name="connsiteY70" fmla="*/ 7474689 h 8123275"/>
              <a:gd name="connsiteX71" fmla="*/ 117764 w 3541448"/>
              <a:gd name="connsiteY71" fmla="*/ 7549117 h 8123275"/>
              <a:gd name="connsiteX72" fmla="*/ 139029 w 3541448"/>
              <a:gd name="connsiteY72" fmla="*/ 7634177 h 8123275"/>
              <a:gd name="connsiteX73" fmla="*/ 192192 w 3541448"/>
              <a:gd name="connsiteY73" fmla="*/ 7697973 h 8123275"/>
              <a:gd name="connsiteX74" fmla="*/ 192192 w 3541448"/>
              <a:gd name="connsiteY74" fmla="*/ 8123275 h 812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3541448" h="8123275">
                <a:moveTo>
                  <a:pt x="319782" y="0"/>
                </a:moveTo>
                <a:cubicBezTo>
                  <a:pt x="281288" y="211719"/>
                  <a:pt x="275072" y="223112"/>
                  <a:pt x="266620" y="531628"/>
                </a:cubicBezTo>
                <a:cubicBezTo>
                  <a:pt x="263318" y="652137"/>
                  <a:pt x="269407" y="772836"/>
                  <a:pt x="277252" y="893135"/>
                </a:cubicBezTo>
                <a:cubicBezTo>
                  <a:pt x="280058" y="936161"/>
                  <a:pt x="282100" y="980857"/>
                  <a:pt x="298517" y="1020726"/>
                </a:cubicBezTo>
                <a:cubicBezTo>
                  <a:pt x="308059" y="1043900"/>
                  <a:pt x="336024" y="1054319"/>
                  <a:pt x="351680" y="1073889"/>
                </a:cubicBezTo>
                <a:cubicBezTo>
                  <a:pt x="387318" y="1118437"/>
                  <a:pt x="385495" y="1137638"/>
                  <a:pt x="404843" y="1190847"/>
                </a:cubicBezTo>
                <a:cubicBezTo>
                  <a:pt x="411366" y="1208784"/>
                  <a:pt x="412612" y="1230514"/>
                  <a:pt x="426108" y="1244010"/>
                </a:cubicBezTo>
                <a:cubicBezTo>
                  <a:pt x="439604" y="1257506"/>
                  <a:pt x="461550" y="1258187"/>
                  <a:pt x="479271" y="1265275"/>
                </a:cubicBezTo>
                <a:cubicBezTo>
                  <a:pt x="486359" y="1279452"/>
                  <a:pt x="495119" y="1292909"/>
                  <a:pt x="500536" y="1307805"/>
                </a:cubicBezTo>
                <a:cubicBezTo>
                  <a:pt x="509354" y="1332054"/>
                  <a:pt x="507005" y="1361095"/>
                  <a:pt x="521801" y="1382233"/>
                </a:cubicBezTo>
                <a:cubicBezTo>
                  <a:pt x="533652" y="1399163"/>
                  <a:pt x="557243" y="1403498"/>
                  <a:pt x="574964" y="1414131"/>
                </a:cubicBezTo>
                <a:cubicBezTo>
                  <a:pt x="585596" y="1442484"/>
                  <a:pt x="593319" y="1472107"/>
                  <a:pt x="606861" y="1499191"/>
                </a:cubicBezTo>
                <a:cubicBezTo>
                  <a:pt x="611344" y="1508157"/>
                  <a:pt x="623644" y="1511490"/>
                  <a:pt x="628127" y="1520456"/>
                </a:cubicBezTo>
                <a:cubicBezTo>
                  <a:pt x="638152" y="1540505"/>
                  <a:pt x="633542" y="1568402"/>
                  <a:pt x="649392" y="1584252"/>
                </a:cubicBezTo>
                <a:cubicBezTo>
                  <a:pt x="665242" y="1600102"/>
                  <a:pt x="691922" y="1598429"/>
                  <a:pt x="713187" y="1605517"/>
                </a:cubicBezTo>
                <a:cubicBezTo>
                  <a:pt x="730908" y="1619694"/>
                  <a:pt x="750303" y="1632000"/>
                  <a:pt x="766350" y="1648047"/>
                </a:cubicBezTo>
                <a:cubicBezTo>
                  <a:pt x="782397" y="1664094"/>
                  <a:pt x="791801" y="1686266"/>
                  <a:pt x="808880" y="1701210"/>
                </a:cubicBezTo>
                <a:cubicBezTo>
                  <a:pt x="834769" y="1723863"/>
                  <a:pt x="900828" y="1734646"/>
                  <a:pt x="925838" y="1743740"/>
                </a:cubicBezTo>
                <a:cubicBezTo>
                  <a:pt x="1062975" y="1793608"/>
                  <a:pt x="808032" y="1731347"/>
                  <a:pt x="1074694" y="1807535"/>
                </a:cubicBezTo>
                <a:cubicBezTo>
                  <a:pt x="1112795" y="1818421"/>
                  <a:pt x="1152860" y="1820718"/>
                  <a:pt x="1191652" y="1828800"/>
                </a:cubicBezTo>
                <a:cubicBezTo>
                  <a:pt x="1237943" y="1838444"/>
                  <a:pt x="1284481" y="1847458"/>
                  <a:pt x="1329875" y="1860698"/>
                </a:cubicBezTo>
                <a:cubicBezTo>
                  <a:pt x="1369700" y="1872313"/>
                  <a:pt x="1408475" y="1887433"/>
                  <a:pt x="1446834" y="1903228"/>
                </a:cubicBezTo>
                <a:cubicBezTo>
                  <a:pt x="1468818" y="1912280"/>
                  <a:pt x="1487936" y="1928034"/>
                  <a:pt x="1510629" y="1935126"/>
                </a:cubicBezTo>
                <a:cubicBezTo>
                  <a:pt x="1564967" y="1952107"/>
                  <a:pt x="1823689" y="1987401"/>
                  <a:pt x="1829606" y="1988289"/>
                </a:cubicBezTo>
                <a:cubicBezTo>
                  <a:pt x="2148440" y="2104228"/>
                  <a:pt x="1913211" y="2031720"/>
                  <a:pt x="2595150" y="2062717"/>
                </a:cubicBezTo>
                <a:lnTo>
                  <a:pt x="3116145" y="2083982"/>
                </a:lnTo>
                <a:cubicBezTo>
                  <a:pt x="3155131" y="2091070"/>
                  <a:pt x="3194874" y="2094821"/>
                  <a:pt x="3233103" y="2105247"/>
                </a:cubicBezTo>
                <a:cubicBezTo>
                  <a:pt x="3292408" y="2121421"/>
                  <a:pt x="3365949" y="2154586"/>
                  <a:pt x="3424489" y="2179675"/>
                </a:cubicBezTo>
                <a:cubicBezTo>
                  <a:pt x="3461834" y="2291705"/>
                  <a:pt x="3427905" y="2199947"/>
                  <a:pt x="3467020" y="2286000"/>
                </a:cubicBezTo>
                <a:cubicBezTo>
                  <a:pt x="3478189" y="2310572"/>
                  <a:pt x="3484426" y="2337656"/>
                  <a:pt x="3498917" y="2360428"/>
                </a:cubicBezTo>
                <a:cubicBezTo>
                  <a:pt x="3509681" y="2377343"/>
                  <a:pt x="3527271" y="2388782"/>
                  <a:pt x="3541448" y="2402959"/>
                </a:cubicBezTo>
                <a:cubicBezTo>
                  <a:pt x="3530815" y="2534094"/>
                  <a:pt x="3528601" y="2666185"/>
                  <a:pt x="3509550" y="2796363"/>
                </a:cubicBezTo>
                <a:cubicBezTo>
                  <a:pt x="3506984" y="2813897"/>
                  <a:pt x="3484013" y="2822353"/>
                  <a:pt x="3477652" y="2838893"/>
                </a:cubicBezTo>
                <a:cubicBezTo>
                  <a:pt x="3465922" y="2869391"/>
                  <a:pt x="3473426" y="2906704"/>
                  <a:pt x="3456387" y="2934586"/>
                </a:cubicBezTo>
                <a:cubicBezTo>
                  <a:pt x="3432864" y="2973078"/>
                  <a:pt x="3392592" y="2998381"/>
                  <a:pt x="3360694" y="3030279"/>
                </a:cubicBezTo>
                <a:cubicBezTo>
                  <a:pt x="3300488" y="3090485"/>
                  <a:pt x="3392261" y="2997777"/>
                  <a:pt x="3265001" y="3136605"/>
                </a:cubicBezTo>
                <a:cubicBezTo>
                  <a:pt x="3251453" y="3151384"/>
                  <a:pt x="3240072" y="3169535"/>
                  <a:pt x="3222471" y="3179135"/>
                </a:cubicBezTo>
                <a:cubicBezTo>
                  <a:pt x="3199819" y="3191490"/>
                  <a:pt x="3172852" y="3193312"/>
                  <a:pt x="3148043" y="3200400"/>
                </a:cubicBezTo>
                <a:cubicBezTo>
                  <a:pt x="3133866" y="3218121"/>
                  <a:pt x="3125115" y="3242128"/>
                  <a:pt x="3105513" y="3253563"/>
                </a:cubicBezTo>
                <a:cubicBezTo>
                  <a:pt x="3080268" y="3268289"/>
                  <a:pt x="3048178" y="3265586"/>
                  <a:pt x="3020452" y="3274828"/>
                </a:cubicBezTo>
                <a:cubicBezTo>
                  <a:pt x="3005415" y="3279840"/>
                  <a:pt x="2993299" y="3292249"/>
                  <a:pt x="2977922" y="3296093"/>
                </a:cubicBezTo>
                <a:cubicBezTo>
                  <a:pt x="2921949" y="3310086"/>
                  <a:pt x="2864508" y="3317358"/>
                  <a:pt x="2807801" y="3327991"/>
                </a:cubicBezTo>
                <a:cubicBezTo>
                  <a:pt x="2790080" y="3342168"/>
                  <a:pt x="2776038" y="3362968"/>
                  <a:pt x="2754638" y="3370521"/>
                </a:cubicBezTo>
                <a:cubicBezTo>
                  <a:pt x="2713979" y="3384871"/>
                  <a:pt x="2669493" y="3384206"/>
                  <a:pt x="2627048" y="3391786"/>
                </a:cubicBezTo>
                <a:cubicBezTo>
                  <a:pt x="2570251" y="3401928"/>
                  <a:pt x="2513088" y="3410469"/>
                  <a:pt x="2456927" y="3423684"/>
                </a:cubicBezTo>
                <a:cubicBezTo>
                  <a:pt x="2392476" y="3438849"/>
                  <a:pt x="2330332" y="3463207"/>
                  <a:pt x="2265541" y="3476847"/>
                </a:cubicBezTo>
                <a:cubicBezTo>
                  <a:pt x="2195401" y="3491613"/>
                  <a:pt x="2123885" y="3498884"/>
                  <a:pt x="2052889" y="3508745"/>
                </a:cubicBezTo>
                <a:cubicBezTo>
                  <a:pt x="1996284" y="3516607"/>
                  <a:pt x="1939402" y="3522357"/>
                  <a:pt x="1882768" y="3530010"/>
                </a:cubicBezTo>
                <a:lnTo>
                  <a:pt x="1659485" y="3561907"/>
                </a:lnTo>
                <a:cubicBezTo>
                  <a:pt x="1616955" y="3583172"/>
                  <a:pt x="1577936" y="3613821"/>
                  <a:pt x="1531894" y="3625703"/>
                </a:cubicBezTo>
                <a:cubicBezTo>
                  <a:pt x="1466330" y="3642623"/>
                  <a:pt x="1397030" y="3638303"/>
                  <a:pt x="1329875" y="3646968"/>
                </a:cubicBezTo>
                <a:cubicBezTo>
                  <a:pt x="1206280" y="3662916"/>
                  <a:pt x="1202780" y="3668098"/>
                  <a:pt x="1085327" y="3700131"/>
                </a:cubicBezTo>
                <a:cubicBezTo>
                  <a:pt x="1053429" y="3717852"/>
                  <a:pt x="1023852" y="3740620"/>
                  <a:pt x="989634" y="3753293"/>
                </a:cubicBezTo>
                <a:cubicBezTo>
                  <a:pt x="927545" y="3776289"/>
                  <a:pt x="798248" y="3806456"/>
                  <a:pt x="798248" y="3806456"/>
                </a:cubicBezTo>
                <a:cubicBezTo>
                  <a:pt x="780527" y="3824177"/>
                  <a:pt x="765616" y="3845247"/>
                  <a:pt x="745085" y="3859619"/>
                </a:cubicBezTo>
                <a:cubicBezTo>
                  <a:pt x="727087" y="3872218"/>
                  <a:pt x="644288" y="3894803"/>
                  <a:pt x="628127" y="3902149"/>
                </a:cubicBezTo>
                <a:cubicBezTo>
                  <a:pt x="609313" y="3910701"/>
                  <a:pt x="592685" y="3923414"/>
                  <a:pt x="574964" y="3934047"/>
                </a:cubicBezTo>
                <a:cubicBezTo>
                  <a:pt x="512103" y="4038815"/>
                  <a:pt x="585638" y="3944659"/>
                  <a:pt x="458006" y="4008475"/>
                </a:cubicBezTo>
                <a:cubicBezTo>
                  <a:pt x="428889" y="4023033"/>
                  <a:pt x="394652" y="4085175"/>
                  <a:pt x="372945" y="4104168"/>
                </a:cubicBezTo>
                <a:cubicBezTo>
                  <a:pt x="361017" y="4114605"/>
                  <a:pt x="344592" y="4118345"/>
                  <a:pt x="330415" y="4125433"/>
                </a:cubicBezTo>
                <a:cubicBezTo>
                  <a:pt x="312694" y="4157331"/>
                  <a:pt x="298022" y="4191125"/>
                  <a:pt x="277252" y="4221126"/>
                </a:cubicBezTo>
                <a:cubicBezTo>
                  <a:pt x="265840" y="4237610"/>
                  <a:pt x="243688" y="4245724"/>
                  <a:pt x="234722" y="4263656"/>
                </a:cubicBezTo>
                <a:cubicBezTo>
                  <a:pt x="170906" y="4391288"/>
                  <a:pt x="265062" y="4317755"/>
                  <a:pt x="160294" y="4380614"/>
                </a:cubicBezTo>
                <a:cubicBezTo>
                  <a:pt x="153206" y="4401879"/>
                  <a:pt x="147354" y="4423598"/>
                  <a:pt x="139029" y="4444410"/>
                </a:cubicBezTo>
                <a:cubicBezTo>
                  <a:pt x="133143" y="4459126"/>
                  <a:pt x="121202" y="4471467"/>
                  <a:pt x="117764" y="4486940"/>
                </a:cubicBezTo>
                <a:cubicBezTo>
                  <a:pt x="106891" y="4535869"/>
                  <a:pt x="100979" y="4585874"/>
                  <a:pt x="96499" y="4635796"/>
                </a:cubicBezTo>
                <a:cubicBezTo>
                  <a:pt x="76162" y="4862404"/>
                  <a:pt x="61794" y="5089510"/>
                  <a:pt x="43336" y="5316279"/>
                </a:cubicBezTo>
                <a:cubicBezTo>
                  <a:pt x="25665" y="5533376"/>
                  <a:pt x="24178" y="5532286"/>
                  <a:pt x="806" y="5730949"/>
                </a:cubicBezTo>
                <a:cubicBezTo>
                  <a:pt x="2154" y="5860377"/>
                  <a:pt x="-10798" y="6690753"/>
                  <a:pt x="32703" y="7038754"/>
                </a:cubicBezTo>
                <a:cubicBezTo>
                  <a:pt x="42101" y="7113935"/>
                  <a:pt x="64263" y="7187070"/>
                  <a:pt x="75234" y="7262038"/>
                </a:cubicBezTo>
                <a:cubicBezTo>
                  <a:pt x="85549" y="7332524"/>
                  <a:pt x="86059" y="7404221"/>
                  <a:pt x="96499" y="7474689"/>
                </a:cubicBezTo>
                <a:cubicBezTo>
                  <a:pt x="100280" y="7500213"/>
                  <a:pt x="111116" y="7524186"/>
                  <a:pt x="117764" y="7549117"/>
                </a:cubicBezTo>
                <a:cubicBezTo>
                  <a:pt x="125294" y="7577356"/>
                  <a:pt x="125959" y="7608037"/>
                  <a:pt x="139029" y="7634177"/>
                </a:cubicBezTo>
                <a:cubicBezTo>
                  <a:pt x="151408" y="7658936"/>
                  <a:pt x="189201" y="7670454"/>
                  <a:pt x="192192" y="7697973"/>
                </a:cubicBezTo>
                <a:cubicBezTo>
                  <a:pt x="207511" y="7838910"/>
                  <a:pt x="192192" y="7981508"/>
                  <a:pt x="192192" y="8123275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fromWordArt="0" anchor="t" anchorCtr="0" forceAA="0" compatLnSpc="1">
            <a:noAutofit/>
          </a:bodyPr>
          <a:lstStyle/>
          <a:p>
            <a:pPr algn="l" defTabSz="914400" latinLnBrk="1"/>
            <a:endParaRPr lang="zh-CN" altLang="en-US" sz="1800" b="0">
              <a:latin typeface="+mn-lt"/>
              <a:ea typeface="+mn-ea"/>
              <a:cs typeface="+mn-cs"/>
            </a:endParaRPr>
          </a:p>
        </p:txBody>
      </p:sp>
      <p:sp>
        <p:nvSpPr>
          <p:cNvPr id="4" name="Freeform: Shape 3"/>
          <p:cNvSpPr/>
          <p:nvPr/>
        </p:nvSpPr>
        <p:spPr>
          <a:xfrm>
            <a:off x="10278925" y="3620351"/>
            <a:ext cx="4390982" cy="7836196"/>
          </a:xfrm>
          <a:custGeom>
            <a:avLst/>
            <a:gdLst>
              <a:gd name="connsiteX0" fmla="*/ 276515 w 4390982"/>
              <a:gd name="connsiteY0" fmla="*/ 0 h 7836196"/>
              <a:gd name="connsiteX1" fmla="*/ 308413 w 4390982"/>
              <a:gd name="connsiteY1" fmla="*/ 180754 h 7836196"/>
              <a:gd name="connsiteX2" fmla="*/ 297780 w 4390982"/>
              <a:gd name="connsiteY2" fmla="*/ 701749 h 7836196"/>
              <a:gd name="connsiteX3" fmla="*/ 223352 w 4390982"/>
              <a:gd name="connsiteY3" fmla="*/ 1169582 h 7836196"/>
              <a:gd name="connsiteX4" fmla="*/ 170189 w 4390982"/>
              <a:gd name="connsiteY4" fmla="*/ 4157331 h 7836196"/>
              <a:gd name="connsiteX5" fmla="*/ 212720 w 4390982"/>
              <a:gd name="connsiteY5" fmla="*/ 4603898 h 7836196"/>
              <a:gd name="connsiteX6" fmla="*/ 255250 w 4390982"/>
              <a:gd name="connsiteY6" fmla="*/ 4678326 h 7836196"/>
              <a:gd name="connsiteX7" fmla="*/ 276515 w 4390982"/>
              <a:gd name="connsiteY7" fmla="*/ 4720856 h 7836196"/>
              <a:gd name="connsiteX8" fmla="*/ 319045 w 4390982"/>
              <a:gd name="connsiteY8" fmla="*/ 4742121 h 7836196"/>
              <a:gd name="connsiteX9" fmla="*/ 372208 w 4390982"/>
              <a:gd name="connsiteY9" fmla="*/ 4784651 h 7836196"/>
              <a:gd name="connsiteX10" fmla="*/ 393473 w 4390982"/>
              <a:gd name="connsiteY10" fmla="*/ 4880344 h 7836196"/>
              <a:gd name="connsiteX11" fmla="*/ 531696 w 4390982"/>
              <a:gd name="connsiteY11" fmla="*/ 4901610 h 7836196"/>
              <a:gd name="connsiteX12" fmla="*/ 1063324 w 4390982"/>
              <a:gd name="connsiteY12" fmla="*/ 4922875 h 7836196"/>
              <a:gd name="connsiteX13" fmla="*/ 2764534 w 4390982"/>
              <a:gd name="connsiteY13" fmla="*/ 4890977 h 7836196"/>
              <a:gd name="connsiteX14" fmla="*/ 3009082 w 4390982"/>
              <a:gd name="connsiteY14" fmla="*/ 4848447 h 7836196"/>
              <a:gd name="connsiteX15" fmla="*/ 3817157 w 4390982"/>
              <a:gd name="connsiteY15" fmla="*/ 4880344 h 7836196"/>
              <a:gd name="connsiteX16" fmla="*/ 3976645 w 4390982"/>
              <a:gd name="connsiteY16" fmla="*/ 4901610 h 7836196"/>
              <a:gd name="connsiteX17" fmla="*/ 4178664 w 4390982"/>
              <a:gd name="connsiteY17" fmla="*/ 4944140 h 7836196"/>
              <a:gd name="connsiteX18" fmla="*/ 4231827 w 4390982"/>
              <a:gd name="connsiteY18" fmla="*/ 5018568 h 7836196"/>
              <a:gd name="connsiteX19" fmla="*/ 4274357 w 4390982"/>
              <a:gd name="connsiteY19" fmla="*/ 5039833 h 7836196"/>
              <a:gd name="connsiteX20" fmla="*/ 4348785 w 4390982"/>
              <a:gd name="connsiteY20" fmla="*/ 5156791 h 7836196"/>
              <a:gd name="connsiteX21" fmla="*/ 4359417 w 4390982"/>
              <a:gd name="connsiteY21" fmla="*/ 5582093 h 7836196"/>
              <a:gd name="connsiteX22" fmla="*/ 4306254 w 4390982"/>
              <a:gd name="connsiteY22" fmla="*/ 5624624 h 7836196"/>
              <a:gd name="connsiteX23" fmla="*/ 4199929 w 4390982"/>
              <a:gd name="connsiteY23" fmla="*/ 5688419 h 7836196"/>
              <a:gd name="connsiteX24" fmla="*/ 4104236 w 4390982"/>
              <a:gd name="connsiteY24" fmla="*/ 5741582 h 7836196"/>
              <a:gd name="connsiteX25" fmla="*/ 3285529 w 4390982"/>
              <a:gd name="connsiteY25" fmla="*/ 5794744 h 7836196"/>
              <a:gd name="connsiteX26" fmla="*/ 2477454 w 4390982"/>
              <a:gd name="connsiteY26" fmla="*/ 5869172 h 7836196"/>
              <a:gd name="connsiteX27" fmla="*/ 1828868 w 4390982"/>
              <a:gd name="connsiteY27" fmla="*/ 5890437 h 7836196"/>
              <a:gd name="connsiteX28" fmla="*/ 1605585 w 4390982"/>
              <a:gd name="connsiteY28" fmla="*/ 5932968 h 7836196"/>
              <a:gd name="connsiteX29" fmla="*/ 1499259 w 4390982"/>
              <a:gd name="connsiteY29" fmla="*/ 5986131 h 7836196"/>
              <a:gd name="connsiteX30" fmla="*/ 1307873 w 4390982"/>
              <a:gd name="connsiteY30" fmla="*/ 6007396 h 7836196"/>
              <a:gd name="connsiteX31" fmla="*/ 1084589 w 4390982"/>
              <a:gd name="connsiteY31" fmla="*/ 6071191 h 7836196"/>
              <a:gd name="connsiteX32" fmla="*/ 914468 w 4390982"/>
              <a:gd name="connsiteY32" fmla="*/ 6103089 h 7836196"/>
              <a:gd name="connsiteX33" fmla="*/ 648654 w 4390982"/>
              <a:gd name="connsiteY33" fmla="*/ 6145619 h 7836196"/>
              <a:gd name="connsiteX34" fmla="*/ 542329 w 4390982"/>
              <a:gd name="connsiteY34" fmla="*/ 6198782 h 7836196"/>
              <a:gd name="connsiteX35" fmla="*/ 350943 w 4390982"/>
              <a:gd name="connsiteY35" fmla="*/ 6241312 h 7836196"/>
              <a:gd name="connsiteX36" fmla="*/ 233985 w 4390982"/>
              <a:gd name="connsiteY36" fmla="*/ 6315740 h 7836196"/>
              <a:gd name="connsiteX37" fmla="*/ 117027 w 4390982"/>
              <a:gd name="connsiteY37" fmla="*/ 6358270 h 7836196"/>
              <a:gd name="connsiteX38" fmla="*/ 95761 w 4390982"/>
              <a:gd name="connsiteY38" fmla="*/ 6400800 h 7836196"/>
              <a:gd name="connsiteX39" fmla="*/ 31966 w 4390982"/>
              <a:gd name="connsiteY39" fmla="*/ 6422065 h 7836196"/>
              <a:gd name="connsiteX40" fmla="*/ 10701 w 4390982"/>
              <a:gd name="connsiteY40" fmla="*/ 6443331 h 7836196"/>
              <a:gd name="connsiteX41" fmla="*/ 68 w 4390982"/>
              <a:gd name="connsiteY41" fmla="*/ 7453424 h 7836196"/>
              <a:gd name="connsiteX42" fmla="*/ 10701 w 4390982"/>
              <a:gd name="connsiteY42" fmla="*/ 7719237 h 7836196"/>
              <a:gd name="connsiteX43" fmla="*/ 10701 w 4390982"/>
              <a:gd name="connsiteY43" fmla="*/ 7836196 h 783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390982" h="7836196">
                <a:moveTo>
                  <a:pt x="276515" y="0"/>
                </a:moveTo>
                <a:cubicBezTo>
                  <a:pt x="287148" y="60251"/>
                  <a:pt x="306560" y="119600"/>
                  <a:pt x="308413" y="180754"/>
                </a:cubicBezTo>
                <a:cubicBezTo>
                  <a:pt x="313674" y="354375"/>
                  <a:pt x="307551" y="528323"/>
                  <a:pt x="297780" y="701749"/>
                </a:cubicBezTo>
                <a:cubicBezTo>
                  <a:pt x="291404" y="814923"/>
                  <a:pt x="243473" y="1058917"/>
                  <a:pt x="223352" y="1169582"/>
                </a:cubicBezTo>
                <a:cubicBezTo>
                  <a:pt x="154130" y="2346355"/>
                  <a:pt x="178509" y="1836137"/>
                  <a:pt x="170189" y="4157331"/>
                </a:cubicBezTo>
                <a:cubicBezTo>
                  <a:pt x="170143" y="4170224"/>
                  <a:pt x="176663" y="4501738"/>
                  <a:pt x="212720" y="4603898"/>
                </a:cubicBezTo>
                <a:cubicBezTo>
                  <a:pt x="222230" y="4630843"/>
                  <a:pt x="241567" y="4653241"/>
                  <a:pt x="255250" y="4678326"/>
                </a:cubicBezTo>
                <a:cubicBezTo>
                  <a:pt x="262840" y="4692241"/>
                  <a:pt x="265307" y="4709648"/>
                  <a:pt x="276515" y="4720856"/>
                </a:cubicBezTo>
                <a:cubicBezTo>
                  <a:pt x="287723" y="4732064"/>
                  <a:pt x="305857" y="4733329"/>
                  <a:pt x="319045" y="4742121"/>
                </a:cubicBezTo>
                <a:cubicBezTo>
                  <a:pt x="337927" y="4754709"/>
                  <a:pt x="354487" y="4770474"/>
                  <a:pt x="372208" y="4784651"/>
                </a:cubicBezTo>
                <a:cubicBezTo>
                  <a:pt x="379296" y="4816549"/>
                  <a:pt x="367123" y="4861021"/>
                  <a:pt x="393473" y="4880344"/>
                </a:cubicBezTo>
                <a:cubicBezTo>
                  <a:pt x="431065" y="4907911"/>
                  <a:pt x="485173" y="4898656"/>
                  <a:pt x="531696" y="4901610"/>
                </a:cubicBezTo>
                <a:cubicBezTo>
                  <a:pt x="708691" y="4912848"/>
                  <a:pt x="886115" y="4915787"/>
                  <a:pt x="1063324" y="4922875"/>
                </a:cubicBezTo>
                <a:cubicBezTo>
                  <a:pt x="1118644" y="4922477"/>
                  <a:pt x="2278054" y="4957315"/>
                  <a:pt x="2764534" y="4890977"/>
                </a:cubicBezTo>
                <a:cubicBezTo>
                  <a:pt x="2846515" y="4879798"/>
                  <a:pt x="2927566" y="4862624"/>
                  <a:pt x="3009082" y="4848447"/>
                </a:cubicBezTo>
                <a:lnTo>
                  <a:pt x="3817157" y="4880344"/>
                </a:lnTo>
                <a:cubicBezTo>
                  <a:pt x="3870709" y="4883286"/>
                  <a:pt x="3923636" y="4893455"/>
                  <a:pt x="3976645" y="4901610"/>
                </a:cubicBezTo>
                <a:cubicBezTo>
                  <a:pt x="4079972" y="4917507"/>
                  <a:pt x="4086424" y="4921080"/>
                  <a:pt x="4178664" y="4944140"/>
                </a:cubicBezTo>
                <a:cubicBezTo>
                  <a:pt x="4196385" y="4968949"/>
                  <a:pt x="4210269" y="4997010"/>
                  <a:pt x="4231827" y="5018568"/>
                </a:cubicBezTo>
                <a:cubicBezTo>
                  <a:pt x="4243035" y="5029776"/>
                  <a:pt x="4265565" y="5026645"/>
                  <a:pt x="4274357" y="5039833"/>
                </a:cubicBezTo>
                <a:cubicBezTo>
                  <a:pt x="4380425" y="5198936"/>
                  <a:pt x="4206370" y="5042860"/>
                  <a:pt x="4348785" y="5156791"/>
                </a:cubicBezTo>
                <a:cubicBezTo>
                  <a:pt x="4401949" y="5316284"/>
                  <a:pt x="4404180" y="5298594"/>
                  <a:pt x="4359417" y="5582093"/>
                </a:cubicBezTo>
                <a:cubicBezTo>
                  <a:pt x="4355878" y="5604509"/>
                  <a:pt x="4323975" y="5610447"/>
                  <a:pt x="4306254" y="5624624"/>
                </a:cubicBezTo>
                <a:cubicBezTo>
                  <a:pt x="4266371" y="5704390"/>
                  <a:pt x="4310596" y="5642850"/>
                  <a:pt x="4199929" y="5688419"/>
                </a:cubicBezTo>
                <a:cubicBezTo>
                  <a:pt x="4166188" y="5702312"/>
                  <a:pt x="4140081" y="5734754"/>
                  <a:pt x="4104236" y="5741582"/>
                </a:cubicBezTo>
                <a:cubicBezTo>
                  <a:pt x="3945538" y="5771810"/>
                  <a:pt x="3408587" y="5789150"/>
                  <a:pt x="3285529" y="5794744"/>
                </a:cubicBezTo>
                <a:cubicBezTo>
                  <a:pt x="3040730" y="5820068"/>
                  <a:pt x="2708285" y="5856348"/>
                  <a:pt x="2477454" y="5869172"/>
                </a:cubicBezTo>
                <a:cubicBezTo>
                  <a:pt x="2261476" y="5881171"/>
                  <a:pt x="2045063" y="5883349"/>
                  <a:pt x="1828868" y="5890437"/>
                </a:cubicBezTo>
                <a:cubicBezTo>
                  <a:pt x="1754440" y="5904614"/>
                  <a:pt x="1673352" y="5899084"/>
                  <a:pt x="1605585" y="5932968"/>
                </a:cubicBezTo>
                <a:cubicBezTo>
                  <a:pt x="1570143" y="5950689"/>
                  <a:pt x="1537701" y="5976520"/>
                  <a:pt x="1499259" y="5986131"/>
                </a:cubicBezTo>
                <a:cubicBezTo>
                  <a:pt x="1436988" y="6001699"/>
                  <a:pt x="1371416" y="5998319"/>
                  <a:pt x="1307873" y="6007396"/>
                </a:cubicBezTo>
                <a:cubicBezTo>
                  <a:pt x="1115122" y="6034932"/>
                  <a:pt x="1288020" y="6018449"/>
                  <a:pt x="1084589" y="6071191"/>
                </a:cubicBezTo>
                <a:cubicBezTo>
                  <a:pt x="1028740" y="6085670"/>
                  <a:pt x="971340" y="6093379"/>
                  <a:pt x="914468" y="6103089"/>
                </a:cubicBezTo>
                <a:cubicBezTo>
                  <a:pt x="826016" y="6118191"/>
                  <a:pt x="648654" y="6145619"/>
                  <a:pt x="648654" y="6145619"/>
                </a:cubicBezTo>
                <a:cubicBezTo>
                  <a:pt x="613212" y="6163340"/>
                  <a:pt x="578969" y="6183695"/>
                  <a:pt x="542329" y="6198782"/>
                </a:cubicBezTo>
                <a:cubicBezTo>
                  <a:pt x="491487" y="6219717"/>
                  <a:pt x="398553" y="6232656"/>
                  <a:pt x="350943" y="6241312"/>
                </a:cubicBezTo>
                <a:cubicBezTo>
                  <a:pt x="255199" y="6289184"/>
                  <a:pt x="371216" y="6228412"/>
                  <a:pt x="233985" y="6315740"/>
                </a:cubicBezTo>
                <a:cubicBezTo>
                  <a:pt x="193893" y="6341253"/>
                  <a:pt x="165158" y="6344518"/>
                  <a:pt x="117027" y="6358270"/>
                </a:cubicBezTo>
                <a:cubicBezTo>
                  <a:pt x="109938" y="6372447"/>
                  <a:pt x="108441" y="6391290"/>
                  <a:pt x="95761" y="6400800"/>
                </a:cubicBezTo>
                <a:cubicBezTo>
                  <a:pt x="77829" y="6414249"/>
                  <a:pt x="52015" y="6412040"/>
                  <a:pt x="31966" y="6422065"/>
                </a:cubicBezTo>
                <a:cubicBezTo>
                  <a:pt x="23000" y="6426548"/>
                  <a:pt x="17789" y="6436242"/>
                  <a:pt x="10701" y="6443331"/>
                </a:cubicBezTo>
                <a:cubicBezTo>
                  <a:pt x="35211" y="7080564"/>
                  <a:pt x="12137" y="6319013"/>
                  <a:pt x="68" y="7453424"/>
                </a:cubicBezTo>
                <a:cubicBezTo>
                  <a:pt x="-875" y="7542094"/>
                  <a:pt x="8239" y="7630596"/>
                  <a:pt x="10701" y="7719237"/>
                </a:cubicBezTo>
                <a:cubicBezTo>
                  <a:pt x="11784" y="7758208"/>
                  <a:pt x="10701" y="7797210"/>
                  <a:pt x="10701" y="7836196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fromWordArt="0" anchor="t" anchorCtr="0" forceAA="0" compatLnSpc="1">
            <a:noAutofit/>
          </a:bodyPr>
          <a:lstStyle/>
          <a:p>
            <a:pPr algn="l" defTabSz="914400" latinLnBrk="1"/>
            <a:endParaRPr lang="zh-CN" altLang="en-US" sz="1800" b="0">
              <a:latin typeface="+mn-lt"/>
              <a:ea typeface="+mn-ea"/>
              <a:cs typeface="+mn-cs"/>
            </a:endParaRPr>
          </a:p>
        </p:txBody>
      </p:sp>
      <p:pic>
        <p:nvPicPr>
          <p:cNvPr id="6" name="音频 5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6291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47199" y="2959079"/>
            <a:ext cx="19868961" cy="797396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语句覆盖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选取足够多的测试数据，使被测试程序中每个语句至少执行一次。</a:t>
            </a:r>
            <a:endParaRPr lang="en-US" altLang="zh-CN" sz="4800" dirty="0"/>
          </a:p>
          <a:p>
            <a:pPr lvl="2"/>
            <a:r>
              <a:rPr lang="zh-CN" altLang="en-US" sz="4800" dirty="0">
                <a:solidFill>
                  <a:srgbClr val="FF0000"/>
                </a:solidFill>
              </a:rPr>
              <a:t>使用尽可能少的测试用例！</a:t>
            </a:r>
            <a:endParaRPr lang="en-US" altLang="zh-CN" sz="4800" dirty="0">
              <a:solidFill>
                <a:srgbClr val="FF0000"/>
              </a:solidFill>
            </a:endParaRPr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7377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grpSp>
        <p:nvGrpSpPr>
          <p:cNvPr id="7" name="组合 2"/>
          <p:cNvGrpSpPr/>
          <p:nvPr/>
        </p:nvGrpSpPr>
        <p:grpSpPr bwMode="auto">
          <a:xfrm>
            <a:off x="7548508" y="2993784"/>
            <a:ext cx="10228267" cy="8442252"/>
            <a:chOff x="4787900" y="2205038"/>
            <a:chExt cx="3581400" cy="3235325"/>
          </a:xfrm>
          <a:solidFill>
            <a:schemeClr val="bg1">
              <a:lumMod val="95000"/>
            </a:schemeClr>
          </a:solidFill>
        </p:grpSpPr>
        <p:sp>
          <p:nvSpPr>
            <p:cNvPr id="8" name="AutoShape 4"/>
            <p:cNvSpPr>
              <a:spLocks noChangeArrowheads="1"/>
            </p:cNvSpPr>
            <p:nvPr/>
          </p:nvSpPr>
          <p:spPr bwMode="auto">
            <a:xfrm>
              <a:off x="5245100" y="22399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入口</a:t>
              </a:r>
              <a:endParaRPr kumimoji="1"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/>
          </p:nvSpPr>
          <p:spPr bwMode="auto">
            <a:xfrm>
              <a:off x="5245100" y="49831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>
                  <a:latin typeface="Times New Roman" panose="02020603050405020304" pitchFamily="18" charset="0"/>
                  <a:cs typeface="Times New Roman" panose="02020603050405020304" pitchFamily="18" charset="0"/>
                </a:rPr>
                <a:t>返回</a:t>
              </a:r>
              <a:endParaRPr kumimoji="1"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utoShape 6"/>
            <p:cNvSpPr>
              <a:spLocks noChangeArrowheads="1"/>
            </p:cNvSpPr>
            <p:nvPr/>
          </p:nvSpPr>
          <p:spPr bwMode="auto">
            <a:xfrm>
              <a:off x="4787900" y="30019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(A&gt;1)&amp;&amp;(B==0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utoShape 7"/>
            <p:cNvSpPr>
              <a:spLocks noChangeArrowheads="1"/>
            </p:cNvSpPr>
            <p:nvPr/>
          </p:nvSpPr>
          <p:spPr bwMode="auto">
            <a:xfrm>
              <a:off x="4787900" y="40687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(A==2)||(X&gt;1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5626100" y="26971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5626100" y="3687763"/>
              <a:ext cx="0" cy="3810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5626100" y="4754563"/>
              <a:ext cx="0" cy="2286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5" name="AutoShape 11"/>
            <p:cNvSpPr>
              <a:spLocks noChangeArrowheads="1"/>
            </p:cNvSpPr>
            <p:nvPr/>
          </p:nvSpPr>
          <p:spPr bwMode="auto">
            <a:xfrm>
              <a:off x="6921500" y="2925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/ A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AutoShape 12"/>
            <p:cNvSpPr>
              <a:spLocks noChangeArrowheads="1"/>
            </p:cNvSpPr>
            <p:nvPr/>
          </p:nvSpPr>
          <p:spPr bwMode="auto">
            <a:xfrm>
              <a:off x="6921500" y="4068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+ 1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7607300" y="35353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H="1">
              <a:off x="5626100" y="38401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>
              <a:off x="7607300" y="4678363"/>
              <a:ext cx="0" cy="1524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 flipH="1">
              <a:off x="5626100" y="48307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>
              <a:off x="6540500" y="33067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6540500" y="43735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4893954" y="2205038"/>
              <a:ext cx="211757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>
              <a:off x="4884659" y="2814638"/>
              <a:ext cx="246222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1"/>
            <p:cNvSpPr txBox="1">
              <a:spLocks noChangeArrowheads="1"/>
            </p:cNvSpPr>
            <p:nvPr/>
          </p:nvSpPr>
          <p:spPr bwMode="auto">
            <a:xfrm>
              <a:off x="4875842" y="3769263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2"/>
            <p:cNvSpPr txBox="1">
              <a:spLocks noChangeArrowheads="1"/>
            </p:cNvSpPr>
            <p:nvPr/>
          </p:nvSpPr>
          <p:spPr bwMode="auto">
            <a:xfrm>
              <a:off x="4884573" y="48720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23"/>
            <p:cNvSpPr txBox="1">
              <a:spLocks noChangeArrowheads="1"/>
            </p:cNvSpPr>
            <p:nvPr/>
          </p:nvSpPr>
          <p:spPr bwMode="auto">
            <a:xfrm>
              <a:off x="8093875" y="2554801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24"/>
            <p:cNvSpPr txBox="1">
              <a:spLocks noChangeArrowheads="1"/>
            </p:cNvSpPr>
            <p:nvPr/>
          </p:nvSpPr>
          <p:spPr bwMode="auto">
            <a:xfrm>
              <a:off x="8093875" y="3751852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Freeform: Shape 4"/>
          <p:cNvSpPr/>
          <p:nvPr/>
        </p:nvSpPr>
        <p:spPr>
          <a:xfrm>
            <a:off x="9821894" y="3513888"/>
            <a:ext cx="5855083" cy="8020878"/>
          </a:xfrm>
          <a:custGeom>
            <a:avLst/>
            <a:gdLst>
              <a:gd name="connsiteX0" fmla="*/ 208722 w 5855083"/>
              <a:gd name="connsiteY0" fmla="*/ 0 h 8020878"/>
              <a:gd name="connsiteX1" fmla="*/ 178905 w 5855083"/>
              <a:gd name="connsiteY1" fmla="*/ 79513 h 8020878"/>
              <a:gd name="connsiteX2" fmla="*/ 159027 w 5855083"/>
              <a:gd name="connsiteY2" fmla="*/ 119269 h 8020878"/>
              <a:gd name="connsiteX3" fmla="*/ 89453 w 5855083"/>
              <a:gd name="connsiteY3" fmla="*/ 437321 h 8020878"/>
              <a:gd name="connsiteX4" fmla="*/ 69574 w 5855083"/>
              <a:gd name="connsiteY4" fmla="*/ 685800 h 8020878"/>
              <a:gd name="connsiteX5" fmla="*/ 39757 w 5855083"/>
              <a:gd name="connsiteY5" fmla="*/ 795130 h 8020878"/>
              <a:gd name="connsiteX6" fmla="*/ 0 w 5855083"/>
              <a:gd name="connsiteY6" fmla="*/ 1073426 h 8020878"/>
              <a:gd name="connsiteX7" fmla="*/ 29818 w 5855083"/>
              <a:gd name="connsiteY7" fmla="*/ 1461052 h 8020878"/>
              <a:gd name="connsiteX8" fmla="*/ 79513 w 5855083"/>
              <a:gd name="connsiteY8" fmla="*/ 1769165 h 8020878"/>
              <a:gd name="connsiteX9" fmla="*/ 99392 w 5855083"/>
              <a:gd name="connsiteY9" fmla="*/ 1997765 h 8020878"/>
              <a:gd name="connsiteX10" fmla="*/ 139148 w 5855083"/>
              <a:gd name="connsiteY10" fmla="*/ 2126973 h 8020878"/>
              <a:gd name="connsiteX11" fmla="*/ 159027 w 5855083"/>
              <a:gd name="connsiteY11" fmla="*/ 2206487 h 8020878"/>
              <a:gd name="connsiteX12" fmla="*/ 188844 w 5855083"/>
              <a:gd name="connsiteY12" fmla="*/ 2276060 h 8020878"/>
              <a:gd name="connsiteX13" fmla="*/ 248479 w 5855083"/>
              <a:gd name="connsiteY13" fmla="*/ 2375452 h 8020878"/>
              <a:gd name="connsiteX14" fmla="*/ 288235 w 5855083"/>
              <a:gd name="connsiteY14" fmla="*/ 2425147 h 8020878"/>
              <a:gd name="connsiteX15" fmla="*/ 447261 w 5855083"/>
              <a:gd name="connsiteY15" fmla="*/ 2484782 h 8020878"/>
              <a:gd name="connsiteX16" fmla="*/ 695740 w 5855083"/>
              <a:gd name="connsiteY16" fmla="*/ 2534478 h 8020878"/>
              <a:gd name="connsiteX17" fmla="*/ 1848679 w 5855083"/>
              <a:gd name="connsiteY17" fmla="*/ 2514600 h 8020878"/>
              <a:gd name="connsiteX18" fmla="*/ 1958009 w 5855083"/>
              <a:gd name="connsiteY18" fmla="*/ 2494721 h 8020878"/>
              <a:gd name="connsiteX19" fmla="*/ 2186609 w 5855083"/>
              <a:gd name="connsiteY19" fmla="*/ 2464904 h 8020878"/>
              <a:gd name="connsiteX20" fmla="*/ 2723322 w 5855083"/>
              <a:gd name="connsiteY20" fmla="*/ 2415208 h 8020878"/>
              <a:gd name="connsiteX21" fmla="*/ 3568148 w 5855083"/>
              <a:gd name="connsiteY21" fmla="*/ 2395330 h 8020878"/>
              <a:gd name="connsiteX22" fmla="*/ 3687418 w 5855083"/>
              <a:gd name="connsiteY22" fmla="*/ 2375452 h 8020878"/>
              <a:gd name="connsiteX23" fmla="*/ 3896140 w 5855083"/>
              <a:gd name="connsiteY23" fmla="*/ 2355573 h 8020878"/>
              <a:gd name="connsiteX24" fmla="*/ 4075044 w 5855083"/>
              <a:gd name="connsiteY24" fmla="*/ 2315817 h 8020878"/>
              <a:gd name="connsiteX25" fmla="*/ 4631635 w 5855083"/>
              <a:gd name="connsiteY25" fmla="*/ 2355573 h 8020878"/>
              <a:gd name="connsiteX26" fmla="*/ 4919870 w 5855083"/>
              <a:gd name="connsiteY26" fmla="*/ 2395330 h 8020878"/>
              <a:gd name="connsiteX27" fmla="*/ 5009322 w 5855083"/>
              <a:gd name="connsiteY27" fmla="*/ 2425147 h 8020878"/>
              <a:gd name="connsiteX28" fmla="*/ 5029200 w 5855083"/>
              <a:gd name="connsiteY28" fmla="*/ 2474843 h 8020878"/>
              <a:gd name="connsiteX29" fmla="*/ 5118653 w 5855083"/>
              <a:gd name="connsiteY29" fmla="*/ 2494721 h 8020878"/>
              <a:gd name="connsiteX30" fmla="*/ 5138531 w 5855083"/>
              <a:gd name="connsiteY30" fmla="*/ 2514600 h 8020878"/>
              <a:gd name="connsiteX31" fmla="*/ 5198166 w 5855083"/>
              <a:gd name="connsiteY31" fmla="*/ 2534478 h 8020878"/>
              <a:gd name="connsiteX32" fmla="*/ 5218044 w 5855083"/>
              <a:gd name="connsiteY32" fmla="*/ 2584173 h 8020878"/>
              <a:gd name="connsiteX33" fmla="*/ 5237922 w 5855083"/>
              <a:gd name="connsiteY33" fmla="*/ 2623930 h 8020878"/>
              <a:gd name="connsiteX34" fmla="*/ 5257800 w 5855083"/>
              <a:gd name="connsiteY34" fmla="*/ 2683565 h 8020878"/>
              <a:gd name="connsiteX35" fmla="*/ 5307496 w 5855083"/>
              <a:gd name="connsiteY35" fmla="*/ 2703443 h 8020878"/>
              <a:gd name="connsiteX36" fmla="*/ 5347253 w 5855083"/>
              <a:gd name="connsiteY36" fmla="*/ 2872408 h 8020878"/>
              <a:gd name="connsiteX37" fmla="*/ 5367131 w 5855083"/>
              <a:gd name="connsiteY37" fmla="*/ 2892287 h 8020878"/>
              <a:gd name="connsiteX38" fmla="*/ 5406887 w 5855083"/>
              <a:gd name="connsiteY38" fmla="*/ 3061252 h 8020878"/>
              <a:gd name="connsiteX39" fmla="*/ 5377070 w 5855083"/>
              <a:gd name="connsiteY39" fmla="*/ 3170582 h 8020878"/>
              <a:gd name="connsiteX40" fmla="*/ 5337313 w 5855083"/>
              <a:gd name="connsiteY40" fmla="*/ 3269973 h 8020878"/>
              <a:gd name="connsiteX41" fmla="*/ 5317435 w 5855083"/>
              <a:gd name="connsiteY41" fmla="*/ 3289852 h 8020878"/>
              <a:gd name="connsiteX42" fmla="*/ 5267740 w 5855083"/>
              <a:gd name="connsiteY42" fmla="*/ 3309730 h 8020878"/>
              <a:gd name="connsiteX43" fmla="*/ 5208105 w 5855083"/>
              <a:gd name="connsiteY43" fmla="*/ 3399182 h 8020878"/>
              <a:gd name="connsiteX44" fmla="*/ 5148470 w 5855083"/>
              <a:gd name="connsiteY44" fmla="*/ 3419060 h 8020878"/>
              <a:gd name="connsiteX45" fmla="*/ 5059018 w 5855083"/>
              <a:gd name="connsiteY45" fmla="*/ 3488634 h 8020878"/>
              <a:gd name="connsiteX46" fmla="*/ 4562061 w 5855083"/>
              <a:gd name="connsiteY46" fmla="*/ 3568147 h 8020878"/>
              <a:gd name="connsiteX47" fmla="*/ 4283766 w 5855083"/>
              <a:gd name="connsiteY47" fmla="*/ 3597965 h 8020878"/>
              <a:gd name="connsiteX48" fmla="*/ 3945835 w 5855083"/>
              <a:gd name="connsiteY48" fmla="*/ 3687417 h 8020878"/>
              <a:gd name="connsiteX49" fmla="*/ 3896140 w 5855083"/>
              <a:gd name="connsiteY49" fmla="*/ 3707295 h 8020878"/>
              <a:gd name="connsiteX50" fmla="*/ 3597966 w 5855083"/>
              <a:gd name="connsiteY50" fmla="*/ 3727173 h 8020878"/>
              <a:gd name="connsiteX51" fmla="*/ 3339548 w 5855083"/>
              <a:gd name="connsiteY51" fmla="*/ 3747052 h 8020878"/>
              <a:gd name="connsiteX52" fmla="*/ 2912166 w 5855083"/>
              <a:gd name="connsiteY52" fmla="*/ 3806687 h 8020878"/>
              <a:gd name="connsiteX53" fmla="*/ 1252331 w 5855083"/>
              <a:gd name="connsiteY53" fmla="*/ 3826565 h 8020878"/>
              <a:gd name="connsiteX54" fmla="*/ 1083366 w 5855083"/>
              <a:gd name="connsiteY54" fmla="*/ 3846443 h 8020878"/>
              <a:gd name="connsiteX55" fmla="*/ 884583 w 5855083"/>
              <a:gd name="connsiteY55" fmla="*/ 3866321 h 8020878"/>
              <a:gd name="connsiteX56" fmla="*/ 824948 w 5855083"/>
              <a:gd name="connsiteY56" fmla="*/ 3916017 h 8020878"/>
              <a:gd name="connsiteX57" fmla="*/ 675861 w 5855083"/>
              <a:gd name="connsiteY57" fmla="*/ 3935895 h 8020878"/>
              <a:gd name="connsiteX58" fmla="*/ 566531 w 5855083"/>
              <a:gd name="connsiteY58" fmla="*/ 3955773 h 8020878"/>
              <a:gd name="connsiteX59" fmla="*/ 387627 w 5855083"/>
              <a:gd name="connsiteY59" fmla="*/ 4025347 h 8020878"/>
              <a:gd name="connsiteX60" fmla="*/ 347870 w 5855083"/>
              <a:gd name="connsiteY60" fmla="*/ 4045226 h 8020878"/>
              <a:gd name="connsiteX61" fmla="*/ 278296 w 5855083"/>
              <a:gd name="connsiteY61" fmla="*/ 4104860 h 8020878"/>
              <a:gd name="connsiteX62" fmla="*/ 258418 w 5855083"/>
              <a:gd name="connsiteY62" fmla="*/ 4124739 h 8020878"/>
              <a:gd name="connsiteX63" fmla="*/ 238540 w 5855083"/>
              <a:gd name="connsiteY63" fmla="*/ 4164495 h 8020878"/>
              <a:gd name="connsiteX64" fmla="*/ 218661 w 5855083"/>
              <a:gd name="connsiteY64" fmla="*/ 4214191 h 8020878"/>
              <a:gd name="connsiteX65" fmla="*/ 178905 w 5855083"/>
              <a:gd name="connsiteY65" fmla="*/ 4323521 h 8020878"/>
              <a:gd name="connsiteX66" fmla="*/ 159027 w 5855083"/>
              <a:gd name="connsiteY66" fmla="*/ 4343400 h 8020878"/>
              <a:gd name="connsiteX67" fmla="*/ 149087 w 5855083"/>
              <a:gd name="connsiteY67" fmla="*/ 4860234 h 8020878"/>
              <a:gd name="connsiteX68" fmla="*/ 208722 w 5855083"/>
              <a:gd name="connsiteY68" fmla="*/ 4969565 h 8020878"/>
              <a:gd name="connsiteX69" fmla="*/ 228600 w 5855083"/>
              <a:gd name="connsiteY69" fmla="*/ 5019260 h 8020878"/>
              <a:gd name="connsiteX70" fmla="*/ 278296 w 5855083"/>
              <a:gd name="connsiteY70" fmla="*/ 5059017 h 8020878"/>
              <a:gd name="connsiteX71" fmla="*/ 337931 w 5855083"/>
              <a:gd name="connsiteY71" fmla="*/ 5118652 h 8020878"/>
              <a:gd name="connsiteX72" fmla="*/ 377687 w 5855083"/>
              <a:gd name="connsiteY72" fmla="*/ 5138530 h 8020878"/>
              <a:gd name="connsiteX73" fmla="*/ 427383 w 5855083"/>
              <a:gd name="connsiteY73" fmla="*/ 5158408 h 8020878"/>
              <a:gd name="connsiteX74" fmla="*/ 506896 w 5855083"/>
              <a:gd name="connsiteY74" fmla="*/ 5208104 h 8020878"/>
              <a:gd name="connsiteX75" fmla="*/ 1679713 w 5855083"/>
              <a:gd name="connsiteY75" fmla="*/ 5168347 h 8020878"/>
              <a:gd name="connsiteX76" fmla="*/ 2057400 w 5855083"/>
              <a:gd name="connsiteY76" fmla="*/ 5118652 h 8020878"/>
              <a:gd name="connsiteX77" fmla="*/ 2256183 w 5855083"/>
              <a:gd name="connsiteY77" fmla="*/ 5098773 h 8020878"/>
              <a:gd name="connsiteX78" fmla="*/ 2395331 w 5855083"/>
              <a:gd name="connsiteY78" fmla="*/ 5049078 h 8020878"/>
              <a:gd name="connsiteX79" fmla="*/ 2554357 w 5855083"/>
              <a:gd name="connsiteY79" fmla="*/ 5029200 h 8020878"/>
              <a:gd name="connsiteX80" fmla="*/ 2693505 w 5855083"/>
              <a:gd name="connsiteY80" fmla="*/ 5009321 h 8020878"/>
              <a:gd name="connsiteX81" fmla="*/ 3101009 w 5855083"/>
              <a:gd name="connsiteY81" fmla="*/ 4939747 h 8020878"/>
              <a:gd name="connsiteX82" fmla="*/ 3438940 w 5855083"/>
              <a:gd name="connsiteY82" fmla="*/ 4890052 h 8020878"/>
              <a:gd name="connsiteX83" fmla="*/ 3756992 w 5855083"/>
              <a:gd name="connsiteY83" fmla="*/ 4840356 h 8020878"/>
              <a:gd name="connsiteX84" fmla="*/ 4959627 w 5855083"/>
              <a:gd name="connsiteY84" fmla="*/ 4880113 h 8020878"/>
              <a:gd name="connsiteX85" fmla="*/ 5088835 w 5855083"/>
              <a:gd name="connsiteY85" fmla="*/ 4919869 h 8020878"/>
              <a:gd name="connsiteX86" fmla="*/ 5168348 w 5855083"/>
              <a:gd name="connsiteY86" fmla="*/ 4939747 h 8020878"/>
              <a:gd name="connsiteX87" fmla="*/ 5188227 w 5855083"/>
              <a:gd name="connsiteY87" fmla="*/ 4989443 h 8020878"/>
              <a:gd name="connsiteX88" fmla="*/ 5257800 w 5855083"/>
              <a:gd name="connsiteY88" fmla="*/ 5009321 h 8020878"/>
              <a:gd name="connsiteX89" fmla="*/ 5277679 w 5855083"/>
              <a:gd name="connsiteY89" fmla="*/ 5029200 h 8020878"/>
              <a:gd name="connsiteX90" fmla="*/ 5367131 w 5855083"/>
              <a:gd name="connsiteY90" fmla="*/ 5088834 h 8020878"/>
              <a:gd name="connsiteX91" fmla="*/ 5446644 w 5855083"/>
              <a:gd name="connsiteY91" fmla="*/ 5128591 h 8020878"/>
              <a:gd name="connsiteX92" fmla="*/ 5486400 w 5855083"/>
              <a:gd name="connsiteY92" fmla="*/ 5178287 h 8020878"/>
              <a:gd name="connsiteX93" fmla="*/ 5536096 w 5855083"/>
              <a:gd name="connsiteY93" fmla="*/ 5198165 h 8020878"/>
              <a:gd name="connsiteX94" fmla="*/ 5575853 w 5855083"/>
              <a:gd name="connsiteY94" fmla="*/ 5218043 h 8020878"/>
              <a:gd name="connsiteX95" fmla="*/ 5595731 w 5855083"/>
              <a:gd name="connsiteY95" fmla="*/ 5277678 h 8020878"/>
              <a:gd name="connsiteX96" fmla="*/ 5685183 w 5855083"/>
              <a:gd name="connsiteY96" fmla="*/ 5327373 h 8020878"/>
              <a:gd name="connsiteX97" fmla="*/ 5744818 w 5855083"/>
              <a:gd name="connsiteY97" fmla="*/ 5426765 h 8020878"/>
              <a:gd name="connsiteX98" fmla="*/ 5764696 w 5855083"/>
              <a:gd name="connsiteY98" fmla="*/ 5496339 h 8020878"/>
              <a:gd name="connsiteX99" fmla="*/ 5854148 w 5855083"/>
              <a:gd name="connsiteY99" fmla="*/ 5705060 h 8020878"/>
              <a:gd name="connsiteX100" fmla="*/ 5794513 w 5855083"/>
              <a:gd name="connsiteY100" fmla="*/ 6003234 h 8020878"/>
              <a:gd name="connsiteX101" fmla="*/ 5774635 w 5855083"/>
              <a:gd name="connsiteY101" fmla="*/ 6042991 h 8020878"/>
              <a:gd name="connsiteX102" fmla="*/ 5754757 w 5855083"/>
              <a:gd name="connsiteY102" fmla="*/ 6092687 h 8020878"/>
              <a:gd name="connsiteX103" fmla="*/ 5705061 w 5855083"/>
              <a:gd name="connsiteY103" fmla="*/ 6112565 h 8020878"/>
              <a:gd name="connsiteX104" fmla="*/ 5665305 w 5855083"/>
              <a:gd name="connsiteY104" fmla="*/ 6132443 h 8020878"/>
              <a:gd name="connsiteX105" fmla="*/ 5635487 w 5855083"/>
              <a:gd name="connsiteY105" fmla="*/ 6172200 h 8020878"/>
              <a:gd name="connsiteX106" fmla="*/ 5406887 w 5855083"/>
              <a:gd name="connsiteY106" fmla="*/ 6221895 h 8020878"/>
              <a:gd name="connsiteX107" fmla="*/ 4383157 w 5855083"/>
              <a:gd name="connsiteY107" fmla="*/ 6211956 h 8020878"/>
              <a:gd name="connsiteX108" fmla="*/ 4214192 w 5855083"/>
              <a:gd name="connsiteY108" fmla="*/ 6192078 h 8020878"/>
              <a:gd name="connsiteX109" fmla="*/ 4065105 w 5855083"/>
              <a:gd name="connsiteY109" fmla="*/ 6142382 h 8020878"/>
              <a:gd name="connsiteX110" fmla="*/ 3200400 w 5855083"/>
              <a:gd name="connsiteY110" fmla="*/ 6182139 h 8020878"/>
              <a:gd name="connsiteX111" fmla="*/ 2902227 w 5855083"/>
              <a:gd name="connsiteY111" fmla="*/ 6202017 h 8020878"/>
              <a:gd name="connsiteX112" fmla="*/ 2782957 w 5855083"/>
              <a:gd name="connsiteY112" fmla="*/ 6221895 h 8020878"/>
              <a:gd name="connsiteX113" fmla="*/ 2594113 w 5855083"/>
              <a:gd name="connsiteY113" fmla="*/ 6241773 h 8020878"/>
              <a:gd name="connsiteX114" fmla="*/ 1888435 w 5855083"/>
              <a:gd name="connsiteY114" fmla="*/ 6311347 h 8020878"/>
              <a:gd name="connsiteX115" fmla="*/ 934279 w 5855083"/>
              <a:gd name="connsiteY115" fmla="*/ 6331226 h 8020878"/>
              <a:gd name="connsiteX116" fmla="*/ 725557 w 5855083"/>
              <a:gd name="connsiteY116" fmla="*/ 6351104 h 8020878"/>
              <a:gd name="connsiteX117" fmla="*/ 586409 w 5855083"/>
              <a:gd name="connsiteY117" fmla="*/ 6400800 h 8020878"/>
              <a:gd name="connsiteX118" fmla="*/ 357809 w 5855083"/>
              <a:gd name="connsiteY118" fmla="*/ 6430617 h 8020878"/>
              <a:gd name="connsiteX119" fmla="*/ 178905 w 5855083"/>
              <a:gd name="connsiteY119" fmla="*/ 6490252 h 8020878"/>
              <a:gd name="connsiteX120" fmla="*/ 238540 w 5855083"/>
              <a:gd name="connsiteY120" fmla="*/ 6619460 h 8020878"/>
              <a:gd name="connsiteX121" fmla="*/ 258418 w 5855083"/>
              <a:gd name="connsiteY121" fmla="*/ 6698973 h 8020878"/>
              <a:gd name="connsiteX122" fmla="*/ 298174 w 5855083"/>
              <a:gd name="connsiteY122" fmla="*/ 6957391 h 8020878"/>
              <a:gd name="connsiteX123" fmla="*/ 347870 w 5855083"/>
              <a:gd name="connsiteY123" fmla="*/ 7394713 h 8020878"/>
              <a:gd name="connsiteX124" fmla="*/ 367748 w 5855083"/>
              <a:gd name="connsiteY124" fmla="*/ 7732643 h 8020878"/>
              <a:gd name="connsiteX125" fmla="*/ 387627 w 5855083"/>
              <a:gd name="connsiteY125" fmla="*/ 7871791 h 8020878"/>
              <a:gd name="connsiteX126" fmla="*/ 407505 w 5855083"/>
              <a:gd name="connsiteY126" fmla="*/ 8020878 h 8020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5855083" h="8020878">
                <a:moveTo>
                  <a:pt x="208722" y="0"/>
                </a:moveTo>
                <a:cubicBezTo>
                  <a:pt x="198783" y="26504"/>
                  <a:pt x="189792" y="53384"/>
                  <a:pt x="178905" y="79513"/>
                </a:cubicBezTo>
                <a:cubicBezTo>
                  <a:pt x="173207" y="93189"/>
                  <a:pt x="163176" y="105045"/>
                  <a:pt x="159027" y="119269"/>
                </a:cubicBezTo>
                <a:cubicBezTo>
                  <a:pt x="112771" y="277861"/>
                  <a:pt x="112761" y="297472"/>
                  <a:pt x="89453" y="437321"/>
                </a:cubicBezTo>
                <a:cubicBezTo>
                  <a:pt x="82827" y="520147"/>
                  <a:pt x="81005" y="603499"/>
                  <a:pt x="69574" y="685800"/>
                </a:cubicBezTo>
                <a:cubicBezTo>
                  <a:pt x="64377" y="723215"/>
                  <a:pt x="46430" y="757950"/>
                  <a:pt x="39757" y="795130"/>
                </a:cubicBezTo>
                <a:cubicBezTo>
                  <a:pt x="23202" y="887363"/>
                  <a:pt x="13252" y="980661"/>
                  <a:pt x="0" y="1073426"/>
                </a:cubicBezTo>
                <a:cubicBezTo>
                  <a:pt x="9939" y="1202635"/>
                  <a:pt x="16707" y="1332127"/>
                  <a:pt x="29818" y="1461052"/>
                </a:cubicBezTo>
                <a:cubicBezTo>
                  <a:pt x="39325" y="1554537"/>
                  <a:pt x="61915" y="1672376"/>
                  <a:pt x="79513" y="1769165"/>
                </a:cubicBezTo>
                <a:cubicBezTo>
                  <a:pt x="86139" y="1845365"/>
                  <a:pt x="86817" y="1922318"/>
                  <a:pt x="99392" y="1997765"/>
                </a:cubicBezTo>
                <a:cubicBezTo>
                  <a:pt x="106800" y="2042214"/>
                  <a:pt x="126768" y="2083645"/>
                  <a:pt x="139148" y="2126973"/>
                </a:cubicBezTo>
                <a:cubicBezTo>
                  <a:pt x="146654" y="2153242"/>
                  <a:pt x="150387" y="2180569"/>
                  <a:pt x="159027" y="2206487"/>
                </a:cubicBezTo>
                <a:cubicBezTo>
                  <a:pt x="167006" y="2230423"/>
                  <a:pt x="180865" y="2252124"/>
                  <a:pt x="188844" y="2276060"/>
                </a:cubicBezTo>
                <a:cubicBezTo>
                  <a:pt x="221704" y="2374642"/>
                  <a:pt x="179194" y="2340809"/>
                  <a:pt x="248479" y="2375452"/>
                </a:cubicBezTo>
                <a:cubicBezTo>
                  <a:pt x="261731" y="2392017"/>
                  <a:pt x="270793" y="2413072"/>
                  <a:pt x="288235" y="2425147"/>
                </a:cubicBezTo>
                <a:cubicBezTo>
                  <a:pt x="324571" y="2450303"/>
                  <a:pt x="401867" y="2473974"/>
                  <a:pt x="447261" y="2484782"/>
                </a:cubicBezTo>
                <a:cubicBezTo>
                  <a:pt x="548449" y="2508874"/>
                  <a:pt x="597663" y="2516646"/>
                  <a:pt x="695740" y="2534478"/>
                </a:cubicBezTo>
                <a:lnTo>
                  <a:pt x="1848679" y="2514600"/>
                </a:lnTo>
                <a:cubicBezTo>
                  <a:pt x="1885701" y="2513434"/>
                  <a:pt x="1921362" y="2500110"/>
                  <a:pt x="1958009" y="2494721"/>
                </a:cubicBezTo>
                <a:cubicBezTo>
                  <a:pt x="2034037" y="2483540"/>
                  <a:pt x="2110175" y="2472845"/>
                  <a:pt x="2186609" y="2464904"/>
                </a:cubicBezTo>
                <a:cubicBezTo>
                  <a:pt x="2365317" y="2446337"/>
                  <a:pt x="2543880" y="2424245"/>
                  <a:pt x="2723322" y="2415208"/>
                </a:cubicBezTo>
                <a:cubicBezTo>
                  <a:pt x="3004652" y="2401040"/>
                  <a:pt x="3286539" y="2401956"/>
                  <a:pt x="3568148" y="2395330"/>
                </a:cubicBezTo>
                <a:cubicBezTo>
                  <a:pt x="3607905" y="2388704"/>
                  <a:pt x="3647406" y="2380302"/>
                  <a:pt x="3687418" y="2375452"/>
                </a:cubicBezTo>
                <a:cubicBezTo>
                  <a:pt x="3756799" y="2367042"/>
                  <a:pt x="3827064" y="2366200"/>
                  <a:pt x="3896140" y="2355573"/>
                </a:cubicBezTo>
                <a:cubicBezTo>
                  <a:pt x="3956519" y="2346284"/>
                  <a:pt x="4015409" y="2329069"/>
                  <a:pt x="4075044" y="2315817"/>
                </a:cubicBezTo>
                <a:lnTo>
                  <a:pt x="4631635" y="2355573"/>
                </a:lnTo>
                <a:cubicBezTo>
                  <a:pt x="4752898" y="2365540"/>
                  <a:pt x="4807014" y="2376521"/>
                  <a:pt x="4919870" y="2395330"/>
                </a:cubicBezTo>
                <a:cubicBezTo>
                  <a:pt x="4949687" y="2405269"/>
                  <a:pt x="4983903" y="2406661"/>
                  <a:pt x="5009322" y="2425147"/>
                </a:cubicBezTo>
                <a:cubicBezTo>
                  <a:pt x="5023751" y="2435641"/>
                  <a:pt x="5014148" y="2465264"/>
                  <a:pt x="5029200" y="2474843"/>
                </a:cubicBezTo>
                <a:cubicBezTo>
                  <a:pt x="5054970" y="2491242"/>
                  <a:pt x="5088835" y="2488095"/>
                  <a:pt x="5118653" y="2494721"/>
                </a:cubicBezTo>
                <a:cubicBezTo>
                  <a:pt x="5125279" y="2501347"/>
                  <a:pt x="5130150" y="2510409"/>
                  <a:pt x="5138531" y="2514600"/>
                </a:cubicBezTo>
                <a:cubicBezTo>
                  <a:pt x="5157272" y="2523971"/>
                  <a:pt x="5182397" y="2520680"/>
                  <a:pt x="5198166" y="2534478"/>
                </a:cubicBezTo>
                <a:cubicBezTo>
                  <a:pt x="5211593" y="2546226"/>
                  <a:pt x="5210798" y="2567870"/>
                  <a:pt x="5218044" y="2584173"/>
                </a:cubicBezTo>
                <a:cubicBezTo>
                  <a:pt x="5224061" y="2597712"/>
                  <a:pt x="5232419" y="2610173"/>
                  <a:pt x="5237922" y="2623930"/>
                </a:cubicBezTo>
                <a:cubicBezTo>
                  <a:pt x="5245704" y="2643385"/>
                  <a:pt x="5244002" y="2667796"/>
                  <a:pt x="5257800" y="2683565"/>
                </a:cubicBezTo>
                <a:cubicBezTo>
                  <a:pt x="5269549" y="2696992"/>
                  <a:pt x="5290931" y="2696817"/>
                  <a:pt x="5307496" y="2703443"/>
                </a:cubicBezTo>
                <a:cubicBezTo>
                  <a:pt x="5310422" y="2716611"/>
                  <a:pt x="5340429" y="2855347"/>
                  <a:pt x="5347253" y="2872408"/>
                </a:cubicBezTo>
                <a:cubicBezTo>
                  <a:pt x="5350733" y="2881109"/>
                  <a:pt x="5360505" y="2885661"/>
                  <a:pt x="5367131" y="2892287"/>
                </a:cubicBezTo>
                <a:cubicBezTo>
                  <a:pt x="5380383" y="2948609"/>
                  <a:pt x="5404822" y="3003429"/>
                  <a:pt x="5406887" y="3061252"/>
                </a:cubicBezTo>
                <a:cubicBezTo>
                  <a:pt x="5408235" y="3099002"/>
                  <a:pt x="5387729" y="3134343"/>
                  <a:pt x="5377070" y="3170582"/>
                </a:cubicBezTo>
                <a:cubicBezTo>
                  <a:pt x="5368561" y="3199512"/>
                  <a:pt x="5355211" y="3243126"/>
                  <a:pt x="5337313" y="3269973"/>
                </a:cubicBezTo>
                <a:cubicBezTo>
                  <a:pt x="5332115" y="3277770"/>
                  <a:pt x="5325571" y="3285203"/>
                  <a:pt x="5317435" y="3289852"/>
                </a:cubicBezTo>
                <a:cubicBezTo>
                  <a:pt x="5301945" y="3298704"/>
                  <a:pt x="5284305" y="3303104"/>
                  <a:pt x="5267740" y="3309730"/>
                </a:cubicBezTo>
                <a:cubicBezTo>
                  <a:pt x="5251397" y="3350585"/>
                  <a:pt x="5249451" y="3374375"/>
                  <a:pt x="5208105" y="3399182"/>
                </a:cubicBezTo>
                <a:cubicBezTo>
                  <a:pt x="5190137" y="3409962"/>
                  <a:pt x="5168348" y="3412434"/>
                  <a:pt x="5148470" y="3419060"/>
                </a:cubicBezTo>
                <a:cubicBezTo>
                  <a:pt x="5122508" y="3470985"/>
                  <a:pt x="5133356" y="3470690"/>
                  <a:pt x="5059018" y="3488634"/>
                </a:cubicBezTo>
                <a:cubicBezTo>
                  <a:pt x="4949897" y="3514974"/>
                  <a:pt x="4658517" y="3556090"/>
                  <a:pt x="4562061" y="3568147"/>
                </a:cubicBezTo>
                <a:cubicBezTo>
                  <a:pt x="4469485" y="3579719"/>
                  <a:pt x="4376531" y="3588026"/>
                  <a:pt x="4283766" y="3597965"/>
                </a:cubicBezTo>
                <a:cubicBezTo>
                  <a:pt x="4171122" y="3627782"/>
                  <a:pt x="4054024" y="3644141"/>
                  <a:pt x="3945835" y="3687417"/>
                </a:cubicBezTo>
                <a:cubicBezTo>
                  <a:pt x="3929270" y="3694043"/>
                  <a:pt x="3913866" y="3705269"/>
                  <a:pt x="3896140" y="3707295"/>
                </a:cubicBezTo>
                <a:cubicBezTo>
                  <a:pt x="3797172" y="3718605"/>
                  <a:pt x="3697325" y="3720076"/>
                  <a:pt x="3597966" y="3727173"/>
                </a:cubicBezTo>
                <a:cubicBezTo>
                  <a:pt x="3511792" y="3733328"/>
                  <a:pt x="3425367" y="3737102"/>
                  <a:pt x="3339548" y="3747052"/>
                </a:cubicBezTo>
                <a:cubicBezTo>
                  <a:pt x="3196664" y="3763618"/>
                  <a:pt x="3055903" y="3801211"/>
                  <a:pt x="2912166" y="3806687"/>
                </a:cubicBezTo>
                <a:cubicBezTo>
                  <a:pt x="2359249" y="3827750"/>
                  <a:pt x="1805609" y="3819939"/>
                  <a:pt x="1252331" y="3826565"/>
                </a:cubicBezTo>
                <a:lnTo>
                  <a:pt x="1083366" y="3846443"/>
                </a:lnTo>
                <a:cubicBezTo>
                  <a:pt x="1017160" y="3853600"/>
                  <a:pt x="948885" y="3849009"/>
                  <a:pt x="884583" y="3866321"/>
                </a:cubicBezTo>
                <a:cubicBezTo>
                  <a:pt x="859597" y="3873048"/>
                  <a:pt x="849496" y="3907834"/>
                  <a:pt x="824948" y="3916017"/>
                </a:cubicBezTo>
                <a:cubicBezTo>
                  <a:pt x="777385" y="3931871"/>
                  <a:pt x="725413" y="3928272"/>
                  <a:pt x="675861" y="3935895"/>
                </a:cubicBezTo>
                <a:cubicBezTo>
                  <a:pt x="639251" y="3941527"/>
                  <a:pt x="602974" y="3949147"/>
                  <a:pt x="566531" y="3955773"/>
                </a:cubicBezTo>
                <a:cubicBezTo>
                  <a:pt x="469563" y="4004258"/>
                  <a:pt x="584471" y="3948796"/>
                  <a:pt x="387627" y="4025347"/>
                </a:cubicBezTo>
                <a:cubicBezTo>
                  <a:pt x="373818" y="4030717"/>
                  <a:pt x="359853" y="4036511"/>
                  <a:pt x="347870" y="4045226"/>
                </a:cubicBezTo>
                <a:cubicBezTo>
                  <a:pt x="323167" y="4063191"/>
                  <a:pt x="301125" y="4084567"/>
                  <a:pt x="278296" y="4104860"/>
                </a:cubicBezTo>
                <a:cubicBezTo>
                  <a:pt x="271292" y="4111086"/>
                  <a:pt x="263616" y="4116942"/>
                  <a:pt x="258418" y="4124739"/>
                </a:cubicBezTo>
                <a:cubicBezTo>
                  <a:pt x="250200" y="4137067"/>
                  <a:pt x="244557" y="4150956"/>
                  <a:pt x="238540" y="4164495"/>
                </a:cubicBezTo>
                <a:cubicBezTo>
                  <a:pt x="231294" y="4180799"/>
                  <a:pt x="224926" y="4197486"/>
                  <a:pt x="218661" y="4214191"/>
                </a:cubicBezTo>
                <a:cubicBezTo>
                  <a:pt x="205045" y="4250500"/>
                  <a:pt x="195155" y="4288312"/>
                  <a:pt x="178905" y="4323521"/>
                </a:cubicBezTo>
                <a:cubicBezTo>
                  <a:pt x="174978" y="4332029"/>
                  <a:pt x="165653" y="4336774"/>
                  <a:pt x="159027" y="4343400"/>
                </a:cubicBezTo>
                <a:cubicBezTo>
                  <a:pt x="121092" y="4571001"/>
                  <a:pt x="125846" y="4496139"/>
                  <a:pt x="149087" y="4860234"/>
                </a:cubicBezTo>
                <a:cubicBezTo>
                  <a:pt x="153353" y="4927066"/>
                  <a:pt x="168044" y="4928886"/>
                  <a:pt x="208722" y="4969565"/>
                </a:cubicBezTo>
                <a:cubicBezTo>
                  <a:pt x="215348" y="4986130"/>
                  <a:pt x="219748" y="5003770"/>
                  <a:pt x="228600" y="5019260"/>
                </a:cubicBezTo>
                <a:cubicBezTo>
                  <a:pt x="239870" y="5038983"/>
                  <a:pt x="262422" y="5044907"/>
                  <a:pt x="278296" y="5059017"/>
                </a:cubicBezTo>
                <a:cubicBezTo>
                  <a:pt x="299307" y="5077694"/>
                  <a:pt x="312787" y="5106080"/>
                  <a:pt x="337931" y="5118652"/>
                </a:cubicBezTo>
                <a:cubicBezTo>
                  <a:pt x="351183" y="5125278"/>
                  <a:pt x="364148" y="5132513"/>
                  <a:pt x="377687" y="5138530"/>
                </a:cubicBezTo>
                <a:cubicBezTo>
                  <a:pt x="393991" y="5145776"/>
                  <a:pt x="411674" y="5149949"/>
                  <a:pt x="427383" y="5158408"/>
                </a:cubicBezTo>
                <a:cubicBezTo>
                  <a:pt x="454902" y="5173226"/>
                  <a:pt x="480392" y="5191539"/>
                  <a:pt x="506896" y="5208104"/>
                </a:cubicBezTo>
                <a:lnTo>
                  <a:pt x="1679713" y="5168347"/>
                </a:lnTo>
                <a:cubicBezTo>
                  <a:pt x="1974442" y="5155716"/>
                  <a:pt x="1809965" y="5153018"/>
                  <a:pt x="2057400" y="5118652"/>
                </a:cubicBezTo>
                <a:cubicBezTo>
                  <a:pt x="2123358" y="5109491"/>
                  <a:pt x="2189922" y="5105399"/>
                  <a:pt x="2256183" y="5098773"/>
                </a:cubicBezTo>
                <a:cubicBezTo>
                  <a:pt x="2302566" y="5082208"/>
                  <a:pt x="2347367" y="5060269"/>
                  <a:pt x="2395331" y="5049078"/>
                </a:cubicBezTo>
                <a:cubicBezTo>
                  <a:pt x="2447355" y="5036939"/>
                  <a:pt x="2501404" y="5036260"/>
                  <a:pt x="2554357" y="5029200"/>
                </a:cubicBezTo>
                <a:cubicBezTo>
                  <a:pt x="2600800" y="5023008"/>
                  <a:pt x="2647734" y="5019333"/>
                  <a:pt x="2693505" y="5009321"/>
                </a:cubicBezTo>
                <a:cubicBezTo>
                  <a:pt x="3059237" y="4929317"/>
                  <a:pt x="2670941" y="4977146"/>
                  <a:pt x="3101009" y="4939747"/>
                </a:cubicBezTo>
                <a:cubicBezTo>
                  <a:pt x="3320579" y="4879865"/>
                  <a:pt x="3098910" y="4933329"/>
                  <a:pt x="3438940" y="4890052"/>
                </a:cubicBezTo>
                <a:cubicBezTo>
                  <a:pt x="3545385" y="4876504"/>
                  <a:pt x="3650975" y="4856921"/>
                  <a:pt x="3756992" y="4840356"/>
                </a:cubicBezTo>
                <a:lnTo>
                  <a:pt x="4959627" y="4880113"/>
                </a:lnTo>
                <a:cubicBezTo>
                  <a:pt x="5080088" y="4885673"/>
                  <a:pt x="5013733" y="4894835"/>
                  <a:pt x="5088835" y="4919869"/>
                </a:cubicBezTo>
                <a:cubicBezTo>
                  <a:pt x="5114753" y="4928508"/>
                  <a:pt x="5141844" y="4933121"/>
                  <a:pt x="5168348" y="4939747"/>
                </a:cubicBezTo>
                <a:cubicBezTo>
                  <a:pt x="5174974" y="4956312"/>
                  <a:pt x="5174144" y="4978489"/>
                  <a:pt x="5188227" y="4989443"/>
                </a:cubicBezTo>
                <a:cubicBezTo>
                  <a:pt x="5207265" y="5004251"/>
                  <a:pt x="5235760" y="4999525"/>
                  <a:pt x="5257800" y="5009321"/>
                </a:cubicBezTo>
                <a:cubicBezTo>
                  <a:pt x="5266363" y="5013127"/>
                  <a:pt x="5270100" y="5023688"/>
                  <a:pt x="5277679" y="5029200"/>
                </a:cubicBezTo>
                <a:cubicBezTo>
                  <a:pt x="5306661" y="5050278"/>
                  <a:pt x="5335079" y="5072808"/>
                  <a:pt x="5367131" y="5088834"/>
                </a:cubicBezTo>
                <a:lnTo>
                  <a:pt x="5446644" y="5128591"/>
                </a:lnTo>
                <a:cubicBezTo>
                  <a:pt x="5459896" y="5145156"/>
                  <a:pt x="5469655" y="5165263"/>
                  <a:pt x="5486400" y="5178287"/>
                </a:cubicBezTo>
                <a:cubicBezTo>
                  <a:pt x="5500483" y="5189241"/>
                  <a:pt x="5519792" y="5190919"/>
                  <a:pt x="5536096" y="5198165"/>
                </a:cubicBezTo>
                <a:cubicBezTo>
                  <a:pt x="5549636" y="5204182"/>
                  <a:pt x="5562601" y="5211417"/>
                  <a:pt x="5575853" y="5218043"/>
                </a:cubicBezTo>
                <a:cubicBezTo>
                  <a:pt x="5582479" y="5237921"/>
                  <a:pt x="5582867" y="5261138"/>
                  <a:pt x="5595731" y="5277678"/>
                </a:cubicBezTo>
                <a:cubicBezTo>
                  <a:pt x="5603672" y="5287888"/>
                  <a:pt x="5669916" y="5319740"/>
                  <a:pt x="5685183" y="5327373"/>
                </a:cubicBezTo>
                <a:cubicBezTo>
                  <a:pt x="5754568" y="5535530"/>
                  <a:pt x="5651265" y="5255251"/>
                  <a:pt x="5744818" y="5426765"/>
                </a:cubicBezTo>
                <a:cubicBezTo>
                  <a:pt x="5756368" y="5447939"/>
                  <a:pt x="5755564" y="5474015"/>
                  <a:pt x="5764696" y="5496339"/>
                </a:cubicBezTo>
                <a:cubicBezTo>
                  <a:pt x="5885711" y="5792155"/>
                  <a:pt x="5800659" y="5544593"/>
                  <a:pt x="5854148" y="5705060"/>
                </a:cubicBezTo>
                <a:cubicBezTo>
                  <a:pt x="5840958" y="6008439"/>
                  <a:pt x="5889294" y="5854292"/>
                  <a:pt x="5794513" y="6003234"/>
                </a:cubicBezTo>
                <a:cubicBezTo>
                  <a:pt x="5786558" y="6015734"/>
                  <a:pt x="5780652" y="6029451"/>
                  <a:pt x="5774635" y="6042991"/>
                </a:cubicBezTo>
                <a:cubicBezTo>
                  <a:pt x="5767389" y="6059295"/>
                  <a:pt x="5767373" y="6080071"/>
                  <a:pt x="5754757" y="6092687"/>
                </a:cubicBezTo>
                <a:cubicBezTo>
                  <a:pt x="5742141" y="6105303"/>
                  <a:pt x="5721365" y="6105319"/>
                  <a:pt x="5705061" y="6112565"/>
                </a:cubicBezTo>
                <a:cubicBezTo>
                  <a:pt x="5691522" y="6118582"/>
                  <a:pt x="5678557" y="6125817"/>
                  <a:pt x="5665305" y="6132443"/>
                </a:cubicBezTo>
                <a:cubicBezTo>
                  <a:pt x="5655366" y="6145695"/>
                  <a:pt x="5649463" y="6163306"/>
                  <a:pt x="5635487" y="6172200"/>
                </a:cubicBezTo>
                <a:cubicBezTo>
                  <a:pt x="5574735" y="6210860"/>
                  <a:pt x="5467659" y="6213792"/>
                  <a:pt x="5406887" y="6221895"/>
                </a:cubicBezTo>
                <a:lnTo>
                  <a:pt x="4383157" y="6211956"/>
                </a:lnTo>
                <a:cubicBezTo>
                  <a:pt x="4326465" y="6210539"/>
                  <a:pt x="4269592" y="6204197"/>
                  <a:pt x="4214192" y="6192078"/>
                </a:cubicBezTo>
                <a:cubicBezTo>
                  <a:pt x="4163018" y="6180884"/>
                  <a:pt x="4114801" y="6158947"/>
                  <a:pt x="4065105" y="6142382"/>
                </a:cubicBezTo>
                <a:lnTo>
                  <a:pt x="3200400" y="6182139"/>
                </a:lnTo>
                <a:cubicBezTo>
                  <a:pt x="3100919" y="6187241"/>
                  <a:pt x="3001390" y="6192573"/>
                  <a:pt x="2902227" y="6202017"/>
                </a:cubicBezTo>
                <a:cubicBezTo>
                  <a:pt x="2862104" y="6205838"/>
                  <a:pt x="2822931" y="6216737"/>
                  <a:pt x="2782957" y="6221895"/>
                </a:cubicBezTo>
                <a:cubicBezTo>
                  <a:pt x="2720182" y="6229995"/>
                  <a:pt x="2657061" y="6235147"/>
                  <a:pt x="2594113" y="6241773"/>
                </a:cubicBezTo>
                <a:cubicBezTo>
                  <a:pt x="2238782" y="6326377"/>
                  <a:pt x="2422857" y="6296705"/>
                  <a:pt x="1888435" y="6311347"/>
                </a:cubicBezTo>
                <a:lnTo>
                  <a:pt x="934279" y="6331226"/>
                </a:lnTo>
                <a:cubicBezTo>
                  <a:pt x="864705" y="6337852"/>
                  <a:pt x="794089" y="6337398"/>
                  <a:pt x="725557" y="6351104"/>
                </a:cubicBezTo>
                <a:cubicBezTo>
                  <a:pt x="677261" y="6360763"/>
                  <a:pt x="634549" y="6390391"/>
                  <a:pt x="586409" y="6400800"/>
                </a:cubicBezTo>
                <a:cubicBezTo>
                  <a:pt x="511299" y="6417040"/>
                  <a:pt x="434009" y="6420678"/>
                  <a:pt x="357809" y="6430617"/>
                </a:cubicBezTo>
                <a:cubicBezTo>
                  <a:pt x="324092" y="6440250"/>
                  <a:pt x="193306" y="6475851"/>
                  <a:pt x="178905" y="6490252"/>
                </a:cubicBezTo>
                <a:cubicBezTo>
                  <a:pt x="150874" y="6518283"/>
                  <a:pt x="237453" y="6617939"/>
                  <a:pt x="238540" y="6619460"/>
                </a:cubicBezTo>
                <a:cubicBezTo>
                  <a:pt x="245166" y="6645964"/>
                  <a:pt x="252790" y="6672239"/>
                  <a:pt x="258418" y="6698973"/>
                </a:cubicBezTo>
                <a:cubicBezTo>
                  <a:pt x="276763" y="6786113"/>
                  <a:pt x="287614" y="6868388"/>
                  <a:pt x="298174" y="6957391"/>
                </a:cubicBezTo>
                <a:cubicBezTo>
                  <a:pt x="315459" y="7103081"/>
                  <a:pt x="334756" y="7248588"/>
                  <a:pt x="347870" y="7394713"/>
                </a:cubicBezTo>
                <a:cubicBezTo>
                  <a:pt x="357956" y="7507099"/>
                  <a:pt x="358377" y="7620195"/>
                  <a:pt x="367748" y="7732643"/>
                </a:cubicBezTo>
                <a:cubicBezTo>
                  <a:pt x="371639" y="7779335"/>
                  <a:pt x="380224" y="7825526"/>
                  <a:pt x="387627" y="7871791"/>
                </a:cubicBezTo>
                <a:cubicBezTo>
                  <a:pt x="409876" y="8010843"/>
                  <a:pt x="407505" y="7938111"/>
                  <a:pt x="407505" y="8020878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fromWordArt="0" anchor="t" anchorCtr="0" forceAA="0" compatLnSpc="1">
            <a:noAutofit/>
          </a:bodyPr>
          <a:lstStyle/>
          <a:p>
            <a:pPr algn="l" defTabSz="914400" latinLnBrk="1"/>
            <a:endParaRPr lang="zh-CN" altLang="en-US" sz="1800" b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7698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grpSp>
        <p:nvGrpSpPr>
          <p:cNvPr id="7" name="组合 2"/>
          <p:cNvGrpSpPr/>
          <p:nvPr/>
        </p:nvGrpSpPr>
        <p:grpSpPr bwMode="auto">
          <a:xfrm>
            <a:off x="11967659" y="3606518"/>
            <a:ext cx="10228267" cy="8442252"/>
            <a:chOff x="4787900" y="2205038"/>
            <a:chExt cx="3581400" cy="3235325"/>
          </a:xfrm>
          <a:solidFill>
            <a:schemeClr val="bg1">
              <a:lumMod val="95000"/>
            </a:schemeClr>
          </a:solidFill>
        </p:grpSpPr>
        <p:sp>
          <p:nvSpPr>
            <p:cNvPr id="8" name="AutoShape 4"/>
            <p:cNvSpPr>
              <a:spLocks noChangeArrowheads="1"/>
            </p:cNvSpPr>
            <p:nvPr/>
          </p:nvSpPr>
          <p:spPr bwMode="auto">
            <a:xfrm>
              <a:off x="5245100" y="22399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入口</a:t>
              </a:r>
              <a:endParaRPr kumimoji="1"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/>
          </p:nvSpPr>
          <p:spPr bwMode="auto">
            <a:xfrm>
              <a:off x="5245100" y="49831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>
                  <a:latin typeface="Times New Roman" panose="02020603050405020304" pitchFamily="18" charset="0"/>
                  <a:cs typeface="Times New Roman" panose="02020603050405020304" pitchFamily="18" charset="0"/>
                </a:rPr>
                <a:t>返回</a:t>
              </a:r>
              <a:endParaRPr kumimoji="1"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utoShape 6"/>
            <p:cNvSpPr>
              <a:spLocks noChangeArrowheads="1"/>
            </p:cNvSpPr>
            <p:nvPr/>
          </p:nvSpPr>
          <p:spPr bwMode="auto">
            <a:xfrm>
              <a:off x="4787900" y="30019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(A&gt;1)&amp;&amp;(B==0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utoShape 7"/>
            <p:cNvSpPr>
              <a:spLocks noChangeArrowheads="1"/>
            </p:cNvSpPr>
            <p:nvPr/>
          </p:nvSpPr>
          <p:spPr bwMode="auto">
            <a:xfrm>
              <a:off x="4787900" y="40687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(A==2)||(X&gt;1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5626100" y="26971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5626100" y="3687763"/>
              <a:ext cx="0" cy="3810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5626100" y="4754563"/>
              <a:ext cx="0" cy="2286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5" name="AutoShape 11"/>
            <p:cNvSpPr>
              <a:spLocks noChangeArrowheads="1"/>
            </p:cNvSpPr>
            <p:nvPr/>
          </p:nvSpPr>
          <p:spPr bwMode="auto">
            <a:xfrm>
              <a:off x="6921500" y="2925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/ A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AutoShape 12"/>
            <p:cNvSpPr>
              <a:spLocks noChangeArrowheads="1"/>
            </p:cNvSpPr>
            <p:nvPr/>
          </p:nvSpPr>
          <p:spPr bwMode="auto">
            <a:xfrm>
              <a:off x="6921500" y="4068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+ 1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7607300" y="35353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H="1">
              <a:off x="5626100" y="38401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>
              <a:off x="7607300" y="4678363"/>
              <a:ext cx="0" cy="1524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 flipH="1">
              <a:off x="5626100" y="48307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>
              <a:off x="6540500" y="33067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6540500" y="43735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4893954" y="2205038"/>
              <a:ext cx="211757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>
              <a:off x="4884659" y="2814638"/>
              <a:ext cx="246222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1"/>
            <p:cNvSpPr txBox="1">
              <a:spLocks noChangeArrowheads="1"/>
            </p:cNvSpPr>
            <p:nvPr/>
          </p:nvSpPr>
          <p:spPr bwMode="auto">
            <a:xfrm>
              <a:off x="4874968" y="38052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2"/>
            <p:cNvSpPr txBox="1">
              <a:spLocks noChangeArrowheads="1"/>
            </p:cNvSpPr>
            <p:nvPr/>
          </p:nvSpPr>
          <p:spPr bwMode="auto">
            <a:xfrm>
              <a:off x="4884573" y="48720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23"/>
            <p:cNvSpPr txBox="1">
              <a:spLocks noChangeArrowheads="1"/>
            </p:cNvSpPr>
            <p:nvPr/>
          </p:nvSpPr>
          <p:spPr bwMode="auto">
            <a:xfrm>
              <a:off x="8093875" y="2536726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24"/>
            <p:cNvSpPr txBox="1">
              <a:spLocks noChangeArrowheads="1"/>
            </p:cNvSpPr>
            <p:nvPr/>
          </p:nvSpPr>
          <p:spPr bwMode="auto">
            <a:xfrm>
              <a:off x="8093875" y="3751852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Freeform: Shape 4"/>
          <p:cNvSpPr/>
          <p:nvPr/>
        </p:nvSpPr>
        <p:spPr>
          <a:xfrm>
            <a:off x="14241045" y="4126622"/>
            <a:ext cx="5855083" cy="8020878"/>
          </a:xfrm>
          <a:custGeom>
            <a:avLst/>
            <a:gdLst>
              <a:gd name="connsiteX0" fmla="*/ 208722 w 5855083"/>
              <a:gd name="connsiteY0" fmla="*/ 0 h 8020878"/>
              <a:gd name="connsiteX1" fmla="*/ 178905 w 5855083"/>
              <a:gd name="connsiteY1" fmla="*/ 79513 h 8020878"/>
              <a:gd name="connsiteX2" fmla="*/ 159027 w 5855083"/>
              <a:gd name="connsiteY2" fmla="*/ 119269 h 8020878"/>
              <a:gd name="connsiteX3" fmla="*/ 89453 w 5855083"/>
              <a:gd name="connsiteY3" fmla="*/ 437321 h 8020878"/>
              <a:gd name="connsiteX4" fmla="*/ 69574 w 5855083"/>
              <a:gd name="connsiteY4" fmla="*/ 685800 h 8020878"/>
              <a:gd name="connsiteX5" fmla="*/ 39757 w 5855083"/>
              <a:gd name="connsiteY5" fmla="*/ 795130 h 8020878"/>
              <a:gd name="connsiteX6" fmla="*/ 0 w 5855083"/>
              <a:gd name="connsiteY6" fmla="*/ 1073426 h 8020878"/>
              <a:gd name="connsiteX7" fmla="*/ 29818 w 5855083"/>
              <a:gd name="connsiteY7" fmla="*/ 1461052 h 8020878"/>
              <a:gd name="connsiteX8" fmla="*/ 79513 w 5855083"/>
              <a:gd name="connsiteY8" fmla="*/ 1769165 h 8020878"/>
              <a:gd name="connsiteX9" fmla="*/ 99392 w 5855083"/>
              <a:gd name="connsiteY9" fmla="*/ 1997765 h 8020878"/>
              <a:gd name="connsiteX10" fmla="*/ 139148 w 5855083"/>
              <a:gd name="connsiteY10" fmla="*/ 2126973 h 8020878"/>
              <a:gd name="connsiteX11" fmla="*/ 159027 w 5855083"/>
              <a:gd name="connsiteY11" fmla="*/ 2206487 h 8020878"/>
              <a:gd name="connsiteX12" fmla="*/ 188844 w 5855083"/>
              <a:gd name="connsiteY12" fmla="*/ 2276060 h 8020878"/>
              <a:gd name="connsiteX13" fmla="*/ 248479 w 5855083"/>
              <a:gd name="connsiteY13" fmla="*/ 2375452 h 8020878"/>
              <a:gd name="connsiteX14" fmla="*/ 288235 w 5855083"/>
              <a:gd name="connsiteY14" fmla="*/ 2425147 h 8020878"/>
              <a:gd name="connsiteX15" fmla="*/ 447261 w 5855083"/>
              <a:gd name="connsiteY15" fmla="*/ 2484782 h 8020878"/>
              <a:gd name="connsiteX16" fmla="*/ 695740 w 5855083"/>
              <a:gd name="connsiteY16" fmla="*/ 2534478 h 8020878"/>
              <a:gd name="connsiteX17" fmla="*/ 1848679 w 5855083"/>
              <a:gd name="connsiteY17" fmla="*/ 2514600 h 8020878"/>
              <a:gd name="connsiteX18" fmla="*/ 1958009 w 5855083"/>
              <a:gd name="connsiteY18" fmla="*/ 2494721 h 8020878"/>
              <a:gd name="connsiteX19" fmla="*/ 2186609 w 5855083"/>
              <a:gd name="connsiteY19" fmla="*/ 2464904 h 8020878"/>
              <a:gd name="connsiteX20" fmla="*/ 2723322 w 5855083"/>
              <a:gd name="connsiteY20" fmla="*/ 2415208 h 8020878"/>
              <a:gd name="connsiteX21" fmla="*/ 3568148 w 5855083"/>
              <a:gd name="connsiteY21" fmla="*/ 2395330 h 8020878"/>
              <a:gd name="connsiteX22" fmla="*/ 3687418 w 5855083"/>
              <a:gd name="connsiteY22" fmla="*/ 2375452 h 8020878"/>
              <a:gd name="connsiteX23" fmla="*/ 3896140 w 5855083"/>
              <a:gd name="connsiteY23" fmla="*/ 2355573 h 8020878"/>
              <a:gd name="connsiteX24" fmla="*/ 4075044 w 5855083"/>
              <a:gd name="connsiteY24" fmla="*/ 2315817 h 8020878"/>
              <a:gd name="connsiteX25" fmla="*/ 4631635 w 5855083"/>
              <a:gd name="connsiteY25" fmla="*/ 2355573 h 8020878"/>
              <a:gd name="connsiteX26" fmla="*/ 4919870 w 5855083"/>
              <a:gd name="connsiteY26" fmla="*/ 2395330 h 8020878"/>
              <a:gd name="connsiteX27" fmla="*/ 5009322 w 5855083"/>
              <a:gd name="connsiteY27" fmla="*/ 2425147 h 8020878"/>
              <a:gd name="connsiteX28" fmla="*/ 5029200 w 5855083"/>
              <a:gd name="connsiteY28" fmla="*/ 2474843 h 8020878"/>
              <a:gd name="connsiteX29" fmla="*/ 5118653 w 5855083"/>
              <a:gd name="connsiteY29" fmla="*/ 2494721 h 8020878"/>
              <a:gd name="connsiteX30" fmla="*/ 5138531 w 5855083"/>
              <a:gd name="connsiteY30" fmla="*/ 2514600 h 8020878"/>
              <a:gd name="connsiteX31" fmla="*/ 5198166 w 5855083"/>
              <a:gd name="connsiteY31" fmla="*/ 2534478 h 8020878"/>
              <a:gd name="connsiteX32" fmla="*/ 5218044 w 5855083"/>
              <a:gd name="connsiteY32" fmla="*/ 2584173 h 8020878"/>
              <a:gd name="connsiteX33" fmla="*/ 5237922 w 5855083"/>
              <a:gd name="connsiteY33" fmla="*/ 2623930 h 8020878"/>
              <a:gd name="connsiteX34" fmla="*/ 5257800 w 5855083"/>
              <a:gd name="connsiteY34" fmla="*/ 2683565 h 8020878"/>
              <a:gd name="connsiteX35" fmla="*/ 5307496 w 5855083"/>
              <a:gd name="connsiteY35" fmla="*/ 2703443 h 8020878"/>
              <a:gd name="connsiteX36" fmla="*/ 5347253 w 5855083"/>
              <a:gd name="connsiteY36" fmla="*/ 2872408 h 8020878"/>
              <a:gd name="connsiteX37" fmla="*/ 5367131 w 5855083"/>
              <a:gd name="connsiteY37" fmla="*/ 2892287 h 8020878"/>
              <a:gd name="connsiteX38" fmla="*/ 5406887 w 5855083"/>
              <a:gd name="connsiteY38" fmla="*/ 3061252 h 8020878"/>
              <a:gd name="connsiteX39" fmla="*/ 5377070 w 5855083"/>
              <a:gd name="connsiteY39" fmla="*/ 3170582 h 8020878"/>
              <a:gd name="connsiteX40" fmla="*/ 5337313 w 5855083"/>
              <a:gd name="connsiteY40" fmla="*/ 3269973 h 8020878"/>
              <a:gd name="connsiteX41" fmla="*/ 5317435 w 5855083"/>
              <a:gd name="connsiteY41" fmla="*/ 3289852 h 8020878"/>
              <a:gd name="connsiteX42" fmla="*/ 5267740 w 5855083"/>
              <a:gd name="connsiteY42" fmla="*/ 3309730 h 8020878"/>
              <a:gd name="connsiteX43" fmla="*/ 5208105 w 5855083"/>
              <a:gd name="connsiteY43" fmla="*/ 3399182 h 8020878"/>
              <a:gd name="connsiteX44" fmla="*/ 5148470 w 5855083"/>
              <a:gd name="connsiteY44" fmla="*/ 3419060 h 8020878"/>
              <a:gd name="connsiteX45" fmla="*/ 5059018 w 5855083"/>
              <a:gd name="connsiteY45" fmla="*/ 3488634 h 8020878"/>
              <a:gd name="connsiteX46" fmla="*/ 4562061 w 5855083"/>
              <a:gd name="connsiteY46" fmla="*/ 3568147 h 8020878"/>
              <a:gd name="connsiteX47" fmla="*/ 4283766 w 5855083"/>
              <a:gd name="connsiteY47" fmla="*/ 3597965 h 8020878"/>
              <a:gd name="connsiteX48" fmla="*/ 3945835 w 5855083"/>
              <a:gd name="connsiteY48" fmla="*/ 3687417 h 8020878"/>
              <a:gd name="connsiteX49" fmla="*/ 3896140 w 5855083"/>
              <a:gd name="connsiteY49" fmla="*/ 3707295 h 8020878"/>
              <a:gd name="connsiteX50" fmla="*/ 3597966 w 5855083"/>
              <a:gd name="connsiteY50" fmla="*/ 3727173 h 8020878"/>
              <a:gd name="connsiteX51" fmla="*/ 3339548 w 5855083"/>
              <a:gd name="connsiteY51" fmla="*/ 3747052 h 8020878"/>
              <a:gd name="connsiteX52" fmla="*/ 2912166 w 5855083"/>
              <a:gd name="connsiteY52" fmla="*/ 3806687 h 8020878"/>
              <a:gd name="connsiteX53" fmla="*/ 1252331 w 5855083"/>
              <a:gd name="connsiteY53" fmla="*/ 3826565 h 8020878"/>
              <a:gd name="connsiteX54" fmla="*/ 1083366 w 5855083"/>
              <a:gd name="connsiteY54" fmla="*/ 3846443 h 8020878"/>
              <a:gd name="connsiteX55" fmla="*/ 884583 w 5855083"/>
              <a:gd name="connsiteY55" fmla="*/ 3866321 h 8020878"/>
              <a:gd name="connsiteX56" fmla="*/ 824948 w 5855083"/>
              <a:gd name="connsiteY56" fmla="*/ 3916017 h 8020878"/>
              <a:gd name="connsiteX57" fmla="*/ 675861 w 5855083"/>
              <a:gd name="connsiteY57" fmla="*/ 3935895 h 8020878"/>
              <a:gd name="connsiteX58" fmla="*/ 566531 w 5855083"/>
              <a:gd name="connsiteY58" fmla="*/ 3955773 h 8020878"/>
              <a:gd name="connsiteX59" fmla="*/ 387627 w 5855083"/>
              <a:gd name="connsiteY59" fmla="*/ 4025347 h 8020878"/>
              <a:gd name="connsiteX60" fmla="*/ 347870 w 5855083"/>
              <a:gd name="connsiteY60" fmla="*/ 4045226 h 8020878"/>
              <a:gd name="connsiteX61" fmla="*/ 278296 w 5855083"/>
              <a:gd name="connsiteY61" fmla="*/ 4104860 h 8020878"/>
              <a:gd name="connsiteX62" fmla="*/ 258418 w 5855083"/>
              <a:gd name="connsiteY62" fmla="*/ 4124739 h 8020878"/>
              <a:gd name="connsiteX63" fmla="*/ 238540 w 5855083"/>
              <a:gd name="connsiteY63" fmla="*/ 4164495 h 8020878"/>
              <a:gd name="connsiteX64" fmla="*/ 218661 w 5855083"/>
              <a:gd name="connsiteY64" fmla="*/ 4214191 h 8020878"/>
              <a:gd name="connsiteX65" fmla="*/ 178905 w 5855083"/>
              <a:gd name="connsiteY65" fmla="*/ 4323521 h 8020878"/>
              <a:gd name="connsiteX66" fmla="*/ 159027 w 5855083"/>
              <a:gd name="connsiteY66" fmla="*/ 4343400 h 8020878"/>
              <a:gd name="connsiteX67" fmla="*/ 149087 w 5855083"/>
              <a:gd name="connsiteY67" fmla="*/ 4860234 h 8020878"/>
              <a:gd name="connsiteX68" fmla="*/ 208722 w 5855083"/>
              <a:gd name="connsiteY68" fmla="*/ 4969565 h 8020878"/>
              <a:gd name="connsiteX69" fmla="*/ 228600 w 5855083"/>
              <a:gd name="connsiteY69" fmla="*/ 5019260 h 8020878"/>
              <a:gd name="connsiteX70" fmla="*/ 278296 w 5855083"/>
              <a:gd name="connsiteY70" fmla="*/ 5059017 h 8020878"/>
              <a:gd name="connsiteX71" fmla="*/ 337931 w 5855083"/>
              <a:gd name="connsiteY71" fmla="*/ 5118652 h 8020878"/>
              <a:gd name="connsiteX72" fmla="*/ 377687 w 5855083"/>
              <a:gd name="connsiteY72" fmla="*/ 5138530 h 8020878"/>
              <a:gd name="connsiteX73" fmla="*/ 427383 w 5855083"/>
              <a:gd name="connsiteY73" fmla="*/ 5158408 h 8020878"/>
              <a:gd name="connsiteX74" fmla="*/ 506896 w 5855083"/>
              <a:gd name="connsiteY74" fmla="*/ 5208104 h 8020878"/>
              <a:gd name="connsiteX75" fmla="*/ 1679713 w 5855083"/>
              <a:gd name="connsiteY75" fmla="*/ 5168347 h 8020878"/>
              <a:gd name="connsiteX76" fmla="*/ 2057400 w 5855083"/>
              <a:gd name="connsiteY76" fmla="*/ 5118652 h 8020878"/>
              <a:gd name="connsiteX77" fmla="*/ 2256183 w 5855083"/>
              <a:gd name="connsiteY77" fmla="*/ 5098773 h 8020878"/>
              <a:gd name="connsiteX78" fmla="*/ 2395331 w 5855083"/>
              <a:gd name="connsiteY78" fmla="*/ 5049078 h 8020878"/>
              <a:gd name="connsiteX79" fmla="*/ 2554357 w 5855083"/>
              <a:gd name="connsiteY79" fmla="*/ 5029200 h 8020878"/>
              <a:gd name="connsiteX80" fmla="*/ 2693505 w 5855083"/>
              <a:gd name="connsiteY80" fmla="*/ 5009321 h 8020878"/>
              <a:gd name="connsiteX81" fmla="*/ 3101009 w 5855083"/>
              <a:gd name="connsiteY81" fmla="*/ 4939747 h 8020878"/>
              <a:gd name="connsiteX82" fmla="*/ 3438940 w 5855083"/>
              <a:gd name="connsiteY82" fmla="*/ 4890052 h 8020878"/>
              <a:gd name="connsiteX83" fmla="*/ 3756992 w 5855083"/>
              <a:gd name="connsiteY83" fmla="*/ 4840356 h 8020878"/>
              <a:gd name="connsiteX84" fmla="*/ 4959627 w 5855083"/>
              <a:gd name="connsiteY84" fmla="*/ 4880113 h 8020878"/>
              <a:gd name="connsiteX85" fmla="*/ 5088835 w 5855083"/>
              <a:gd name="connsiteY85" fmla="*/ 4919869 h 8020878"/>
              <a:gd name="connsiteX86" fmla="*/ 5168348 w 5855083"/>
              <a:gd name="connsiteY86" fmla="*/ 4939747 h 8020878"/>
              <a:gd name="connsiteX87" fmla="*/ 5188227 w 5855083"/>
              <a:gd name="connsiteY87" fmla="*/ 4989443 h 8020878"/>
              <a:gd name="connsiteX88" fmla="*/ 5257800 w 5855083"/>
              <a:gd name="connsiteY88" fmla="*/ 5009321 h 8020878"/>
              <a:gd name="connsiteX89" fmla="*/ 5277679 w 5855083"/>
              <a:gd name="connsiteY89" fmla="*/ 5029200 h 8020878"/>
              <a:gd name="connsiteX90" fmla="*/ 5367131 w 5855083"/>
              <a:gd name="connsiteY90" fmla="*/ 5088834 h 8020878"/>
              <a:gd name="connsiteX91" fmla="*/ 5446644 w 5855083"/>
              <a:gd name="connsiteY91" fmla="*/ 5128591 h 8020878"/>
              <a:gd name="connsiteX92" fmla="*/ 5486400 w 5855083"/>
              <a:gd name="connsiteY92" fmla="*/ 5178287 h 8020878"/>
              <a:gd name="connsiteX93" fmla="*/ 5536096 w 5855083"/>
              <a:gd name="connsiteY93" fmla="*/ 5198165 h 8020878"/>
              <a:gd name="connsiteX94" fmla="*/ 5575853 w 5855083"/>
              <a:gd name="connsiteY94" fmla="*/ 5218043 h 8020878"/>
              <a:gd name="connsiteX95" fmla="*/ 5595731 w 5855083"/>
              <a:gd name="connsiteY95" fmla="*/ 5277678 h 8020878"/>
              <a:gd name="connsiteX96" fmla="*/ 5685183 w 5855083"/>
              <a:gd name="connsiteY96" fmla="*/ 5327373 h 8020878"/>
              <a:gd name="connsiteX97" fmla="*/ 5744818 w 5855083"/>
              <a:gd name="connsiteY97" fmla="*/ 5426765 h 8020878"/>
              <a:gd name="connsiteX98" fmla="*/ 5764696 w 5855083"/>
              <a:gd name="connsiteY98" fmla="*/ 5496339 h 8020878"/>
              <a:gd name="connsiteX99" fmla="*/ 5854148 w 5855083"/>
              <a:gd name="connsiteY99" fmla="*/ 5705060 h 8020878"/>
              <a:gd name="connsiteX100" fmla="*/ 5794513 w 5855083"/>
              <a:gd name="connsiteY100" fmla="*/ 6003234 h 8020878"/>
              <a:gd name="connsiteX101" fmla="*/ 5774635 w 5855083"/>
              <a:gd name="connsiteY101" fmla="*/ 6042991 h 8020878"/>
              <a:gd name="connsiteX102" fmla="*/ 5754757 w 5855083"/>
              <a:gd name="connsiteY102" fmla="*/ 6092687 h 8020878"/>
              <a:gd name="connsiteX103" fmla="*/ 5705061 w 5855083"/>
              <a:gd name="connsiteY103" fmla="*/ 6112565 h 8020878"/>
              <a:gd name="connsiteX104" fmla="*/ 5665305 w 5855083"/>
              <a:gd name="connsiteY104" fmla="*/ 6132443 h 8020878"/>
              <a:gd name="connsiteX105" fmla="*/ 5635487 w 5855083"/>
              <a:gd name="connsiteY105" fmla="*/ 6172200 h 8020878"/>
              <a:gd name="connsiteX106" fmla="*/ 5406887 w 5855083"/>
              <a:gd name="connsiteY106" fmla="*/ 6221895 h 8020878"/>
              <a:gd name="connsiteX107" fmla="*/ 4383157 w 5855083"/>
              <a:gd name="connsiteY107" fmla="*/ 6211956 h 8020878"/>
              <a:gd name="connsiteX108" fmla="*/ 4214192 w 5855083"/>
              <a:gd name="connsiteY108" fmla="*/ 6192078 h 8020878"/>
              <a:gd name="connsiteX109" fmla="*/ 4065105 w 5855083"/>
              <a:gd name="connsiteY109" fmla="*/ 6142382 h 8020878"/>
              <a:gd name="connsiteX110" fmla="*/ 3200400 w 5855083"/>
              <a:gd name="connsiteY110" fmla="*/ 6182139 h 8020878"/>
              <a:gd name="connsiteX111" fmla="*/ 2902227 w 5855083"/>
              <a:gd name="connsiteY111" fmla="*/ 6202017 h 8020878"/>
              <a:gd name="connsiteX112" fmla="*/ 2782957 w 5855083"/>
              <a:gd name="connsiteY112" fmla="*/ 6221895 h 8020878"/>
              <a:gd name="connsiteX113" fmla="*/ 2594113 w 5855083"/>
              <a:gd name="connsiteY113" fmla="*/ 6241773 h 8020878"/>
              <a:gd name="connsiteX114" fmla="*/ 1888435 w 5855083"/>
              <a:gd name="connsiteY114" fmla="*/ 6311347 h 8020878"/>
              <a:gd name="connsiteX115" fmla="*/ 934279 w 5855083"/>
              <a:gd name="connsiteY115" fmla="*/ 6331226 h 8020878"/>
              <a:gd name="connsiteX116" fmla="*/ 725557 w 5855083"/>
              <a:gd name="connsiteY116" fmla="*/ 6351104 h 8020878"/>
              <a:gd name="connsiteX117" fmla="*/ 586409 w 5855083"/>
              <a:gd name="connsiteY117" fmla="*/ 6400800 h 8020878"/>
              <a:gd name="connsiteX118" fmla="*/ 357809 w 5855083"/>
              <a:gd name="connsiteY118" fmla="*/ 6430617 h 8020878"/>
              <a:gd name="connsiteX119" fmla="*/ 178905 w 5855083"/>
              <a:gd name="connsiteY119" fmla="*/ 6490252 h 8020878"/>
              <a:gd name="connsiteX120" fmla="*/ 238540 w 5855083"/>
              <a:gd name="connsiteY120" fmla="*/ 6619460 h 8020878"/>
              <a:gd name="connsiteX121" fmla="*/ 258418 w 5855083"/>
              <a:gd name="connsiteY121" fmla="*/ 6698973 h 8020878"/>
              <a:gd name="connsiteX122" fmla="*/ 298174 w 5855083"/>
              <a:gd name="connsiteY122" fmla="*/ 6957391 h 8020878"/>
              <a:gd name="connsiteX123" fmla="*/ 347870 w 5855083"/>
              <a:gd name="connsiteY123" fmla="*/ 7394713 h 8020878"/>
              <a:gd name="connsiteX124" fmla="*/ 367748 w 5855083"/>
              <a:gd name="connsiteY124" fmla="*/ 7732643 h 8020878"/>
              <a:gd name="connsiteX125" fmla="*/ 387627 w 5855083"/>
              <a:gd name="connsiteY125" fmla="*/ 7871791 h 8020878"/>
              <a:gd name="connsiteX126" fmla="*/ 407505 w 5855083"/>
              <a:gd name="connsiteY126" fmla="*/ 8020878 h 8020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5855083" h="8020878">
                <a:moveTo>
                  <a:pt x="208722" y="0"/>
                </a:moveTo>
                <a:cubicBezTo>
                  <a:pt x="198783" y="26504"/>
                  <a:pt x="189792" y="53384"/>
                  <a:pt x="178905" y="79513"/>
                </a:cubicBezTo>
                <a:cubicBezTo>
                  <a:pt x="173207" y="93189"/>
                  <a:pt x="163176" y="105045"/>
                  <a:pt x="159027" y="119269"/>
                </a:cubicBezTo>
                <a:cubicBezTo>
                  <a:pt x="112771" y="277861"/>
                  <a:pt x="112761" y="297472"/>
                  <a:pt x="89453" y="437321"/>
                </a:cubicBezTo>
                <a:cubicBezTo>
                  <a:pt x="82827" y="520147"/>
                  <a:pt x="81005" y="603499"/>
                  <a:pt x="69574" y="685800"/>
                </a:cubicBezTo>
                <a:cubicBezTo>
                  <a:pt x="64377" y="723215"/>
                  <a:pt x="46430" y="757950"/>
                  <a:pt x="39757" y="795130"/>
                </a:cubicBezTo>
                <a:cubicBezTo>
                  <a:pt x="23202" y="887363"/>
                  <a:pt x="13252" y="980661"/>
                  <a:pt x="0" y="1073426"/>
                </a:cubicBezTo>
                <a:cubicBezTo>
                  <a:pt x="9939" y="1202635"/>
                  <a:pt x="16707" y="1332127"/>
                  <a:pt x="29818" y="1461052"/>
                </a:cubicBezTo>
                <a:cubicBezTo>
                  <a:pt x="39325" y="1554537"/>
                  <a:pt x="61915" y="1672376"/>
                  <a:pt x="79513" y="1769165"/>
                </a:cubicBezTo>
                <a:cubicBezTo>
                  <a:pt x="86139" y="1845365"/>
                  <a:pt x="86817" y="1922318"/>
                  <a:pt x="99392" y="1997765"/>
                </a:cubicBezTo>
                <a:cubicBezTo>
                  <a:pt x="106800" y="2042214"/>
                  <a:pt x="126768" y="2083645"/>
                  <a:pt x="139148" y="2126973"/>
                </a:cubicBezTo>
                <a:cubicBezTo>
                  <a:pt x="146654" y="2153242"/>
                  <a:pt x="150387" y="2180569"/>
                  <a:pt x="159027" y="2206487"/>
                </a:cubicBezTo>
                <a:cubicBezTo>
                  <a:pt x="167006" y="2230423"/>
                  <a:pt x="180865" y="2252124"/>
                  <a:pt x="188844" y="2276060"/>
                </a:cubicBezTo>
                <a:cubicBezTo>
                  <a:pt x="221704" y="2374642"/>
                  <a:pt x="179194" y="2340809"/>
                  <a:pt x="248479" y="2375452"/>
                </a:cubicBezTo>
                <a:cubicBezTo>
                  <a:pt x="261731" y="2392017"/>
                  <a:pt x="270793" y="2413072"/>
                  <a:pt x="288235" y="2425147"/>
                </a:cubicBezTo>
                <a:cubicBezTo>
                  <a:pt x="324571" y="2450303"/>
                  <a:pt x="401867" y="2473974"/>
                  <a:pt x="447261" y="2484782"/>
                </a:cubicBezTo>
                <a:cubicBezTo>
                  <a:pt x="548449" y="2508874"/>
                  <a:pt x="597663" y="2516646"/>
                  <a:pt x="695740" y="2534478"/>
                </a:cubicBezTo>
                <a:lnTo>
                  <a:pt x="1848679" y="2514600"/>
                </a:lnTo>
                <a:cubicBezTo>
                  <a:pt x="1885701" y="2513434"/>
                  <a:pt x="1921362" y="2500110"/>
                  <a:pt x="1958009" y="2494721"/>
                </a:cubicBezTo>
                <a:cubicBezTo>
                  <a:pt x="2034037" y="2483540"/>
                  <a:pt x="2110175" y="2472845"/>
                  <a:pt x="2186609" y="2464904"/>
                </a:cubicBezTo>
                <a:cubicBezTo>
                  <a:pt x="2365317" y="2446337"/>
                  <a:pt x="2543880" y="2424245"/>
                  <a:pt x="2723322" y="2415208"/>
                </a:cubicBezTo>
                <a:cubicBezTo>
                  <a:pt x="3004652" y="2401040"/>
                  <a:pt x="3286539" y="2401956"/>
                  <a:pt x="3568148" y="2395330"/>
                </a:cubicBezTo>
                <a:cubicBezTo>
                  <a:pt x="3607905" y="2388704"/>
                  <a:pt x="3647406" y="2380302"/>
                  <a:pt x="3687418" y="2375452"/>
                </a:cubicBezTo>
                <a:cubicBezTo>
                  <a:pt x="3756799" y="2367042"/>
                  <a:pt x="3827064" y="2366200"/>
                  <a:pt x="3896140" y="2355573"/>
                </a:cubicBezTo>
                <a:cubicBezTo>
                  <a:pt x="3956519" y="2346284"/>
                  <a:pt x="4015409" y="2329069"/>
                  <a:pt x="4075044" y="2315817"/>
                </a:cubicBezTo>
                <a:lnTo>
                  <a:pt x="4631635" y="2355573"/>
                </a:lnTo>
                <a:cubicBezTo>
                  <a:pt x="4752898" y="2365540"/>
                  <a:pt x="4807014" y="2376521"/>
                  <a:pt x="4919870" y="2395330"/>
                </a:cubicBezTo>
                <a:cubicBezTo>
                  <a:pt x="4949687" y="2405269"/>
                  <a:pt x="4983903" y="2406661"/>
                  <a:pt x="5009322" y="2425147"/>
                </a:cubicBezTo>
                <a:cubicBezTo>
                  <a:pt x="5023751" y="2435641"/>
                  <a:pt x="5014148" y="2465264"/>
                  <a:pt x="5029200" y="2474843"/>
                </a:cubicBezTo>
                <a:cubicBezTo>
                  <a:pt x="5054970" y="2491242"/>
                  <a:pt x="5088835" y="2488095"/>
                  <a:pt x="5118653" y="2494721"/>
                </a:cubicBezTo>
                <a:cubicBezTo>
                  <a:pt x="5125279" y="2501347"/>
                  <a:pt x="5130150" y="2510409"/>
                  <a:pt x="5138531" y="2514600"/>
                </a:cubicBezTo>
                <a:cubicBezTo>
                  <a:pt x="5157272" y="2523971"/>
                  <a:pt x="5182397" y="2520680"/>
                  <a:pt x="5198166" y="2534478"/>
                </a:cubicBezTo>
                <a:cubicBezTo>
                  <a:pt x="5211593" y="2546226"/>
                  <a:pt x="5210798" y="2567870"/>
                  <a:pt x="5218044" y="2584173"/>
                </a:cubicBezTo>
                <a:cubicBezTo>
                  <a:pt x="5224061" y="2597712"/>
                  <a:pt x="5232419" y="2610173"/>
                  <a:pt x="5237922" y="2623930"/>
                </a:cubicBezTo>
                <a:cubicBezTo>
                  <a:pt x="5245704" y="2643385"/>
                  <a:pt x="5244002" y="2667796"/>
                  <a:pt x="5257800" y="2683565"/>
                </a:cubicBezTo>
                <a:cubicBezTo>
                  <a:pt x="5269549" y="2696992"/>
                  <a:pt x="5290931" y="2696817"/>
                  <a:pt x="5307496" y="2703443"/>
                </a:cubicBezTo>
                <a:cubicBezTo>
                  <a:pt x="5310422" y="2716611"/>
                  <a:pt x="5340429" y="2855347"/>
                  <a:pt x="5347253" y="2872408"/>
                </a:cubicBezTo>
                <a:cubicBezTo>
                  <a:pt x="5350733" y="2881109"/>
                  <a:pt x="5360505" y="2885661"/>
                  <a:pt x="5367131" y="2892287"/>
                </a:cubicBezTo>
                <a:cubicBezTo>
                  <a:pt x="5380383" y="2948609"/>
                  <a:pt x="5404822" y="3003429"/>
                  <a:pt x="5406887" y="3061252"/>
                </a:cubicBezTo>
                <a:cubicBezTo>
                  <a:pt x="5408235" y="3099002"/>
                  <a:pt x="5387729" y="3134343"/>
                  <a:pt x="5377070" y="3170582"/>
                </a:cubicBezTo>
                <a:cubicBezTo>
                  <a:pt x="5368561" y="3199512"/>
                  <a:pt x="5355211" y="3243126"/>
                  <a:pt x="5337313" y="3269973"/>
                </a:cubicBezTo>
                <a:cubicBezTo>
                  <a:pt x="5332115" y="3277770"/>
                  <a:pt x="5325571" y="3285203"/>
                  <a:pt x="5317435" y="3289852"/>
                </a:cubicBezTo>
                <a:cubicBezTo>
                  <a:pt x="5301945" y="3298704"/>
                  <a:pt x="5284305" y="3303104"/>
                  <a:pt x="5267740" y="3309730"/>
                </a:cubicBezTo>
                <a:cubicBezTo>
                  <a:pt x="5251397" y="3350585"/>
                  <a:pt x="5249451" y="3374375"/>
                  <a:pt x="5208105" y="3399182"/>
                </a:cubicBezTo>
                <a:cubicBezTo>
                  <a:pt x="5190137" y="3409962"/>
                  <a:pt x="5168348" y="3412434"/>
                  <a:pt x="5148470" y="3419060"/>
                </a:cubicBezTo>
                <a:cubicBezTo>
                  <a:pt x="5122508" y="3470985"/>
                  <a:pt x="5133356" y="3470690"/>
                  <a:pt x="5059018" y="3488634"/>
                </a:cubicBezTo>
                <a:cubicBezTo>
                  <a:pt x="4949897" y="3514974"/>
                  <a:pt x="4658517" y="3556090"/>
                  <a:pt x="4562061" y="3568147"/>
                </a:cubicBezTo>
                <a:cubicBezTo>
                  <a:pt x="4469485" y="3579719"/>
                  <a:pt x="4376531" y="3588026"/>
                  <a:pt x="4283766" y="3597965"/>
                </a:cubicBezTo>
                <a:cubicBezTo>
                  <a:pt x="4171122" y="3627782"/>
                  <a:pt x="4054024" y="3644141"/>
                  <a:pt x="3945835" y="3687417"/>
                </a:cubicBezTo>
                <a:cubicBezTo>
                  <a:pt x="3929270" y="3694043"/>
                  <a:pt x="3913866" y="3705269"/>
                  <a:pt x="3896140" y="3707295"/>
                </a:cubicBezTo>
                <a:cubicBezTo>
                  <a:pt x="3797172" y="3718605"/>
                  <a:pt x="3697325" y="3720076"/>
                  <a:pt x="3597966" y="3727173"/>
                </a:cubicBezTo>
                <a:cubicBezTo>
                  <a:pt x="3511792" y="3733328"/>
                  <a:pt x="3425367" y="3737102"/>
                  <a:pt x="3339548" y="3747052"/>
                </a:cubicBezTo>
                <a:cubicBezTo>
                  <a:pt x="3196664" y="3763618"/>
                  <a:pt x="3055903" y="3801211"/>
                  <a:pt x="2912166" y="3806687"/>
                </a:cubicBezTo>
                <a:cubicBezTo>
                  <a:pt x="2359249" y="3827750"/>
                  <a:pt x="1805609" y="3819939"/>
                  <a:pt x="1252331" y="3826565"/>
                </a:cubicBezTo>
                <a:lnTo>
                  <a:pt x="1083366" y="3846443"/>
                </a:lnTo>
                <a:cubicBezTo>
                  <a:pt x="1017160" y="3853600"/>
                  <a:pt x="948885" y="3849009"/>
                  <a:pt x="884583" y="3866321"/>
                </a:cubicBezTo>
                <a:cubicBezTo>
                  <a:pt x="859597" y="3873048"/>
                  <a:pt x="849496" y="3907834"/>
                  <a:pt x="824948" y="3916017"/>
                </a:cubicBezTo>
                <a:cubicBezTo>
                  <a:pt x="777385" y="3931871"/>
                  <a:pt x="725413" y="3928272"/>
                  <a:pt x="675861" y="3935895"/>
                </a:cubicBezTo>
                <a:cubicBezTo>
                  <a:pt x="639251" y="3941527"/>
                  <a:pt x="602974" y="3949147"/>
                  <a:pt x="566531" y="3955773"/>
                </a:cubicBezTo>
                <a:cubicBezTo>
                  <a:pt x="469563" y="4004258"/>
                  <a:pt x="584471" y="3948796"/>
                  <a:pt x="387627" y="4025347"/>
                </a:cubicBezTo>
                <a:cubicBezTo>
                  <a:pt x="373818" y="4030717"/>
                  <a:pt x="359853" y="4036511"/>
                  <a:pt x="347870" y="4045226"/>
                </a:cubicBezTo>
                <a:cubicBezTo>
                  <a:pt x="323167" y="4063191"/>
                  <a:pt x="301125" y="4084567"/>
                  <a:pt x="278296" y="4104860"/>
                </a:cubicBezTo>
                <a:cubicBezTo>
                  <a:pt x="271292" y="4111086"/>
                  <a:pt x="263616" y="4116942"/>
                  <a:pt x="258418" y="4124739"/>
                </a:cubicBezTo>
                <a:cubicBezTo>
                  <a:pt x="250200" y="4137067"/>
                  <a:pt x="244557" y="4150956"/>
                  <a:pt x="238540" y="4164495"/>
                </a:cubicBezTo>
                <a:cubicBezTo>
                  <a:pt x="231294" y="4180799"/>
                  <a:pt x="224926" y="4197486"/>
                  <a:pt x="218661" y="4214191"/>
                </a:cubicBezTo>
                <a:cubicBezTo>
                  <a:pt x="205045" y="4250500"/>
                  <a:pt x="195155" y="4288312"/>
                  <a:pt x="178905" y="4323521"/>
                </a:cubicBezTo>
                <a:cubicBezTo>
                  <a:pt x="174978" y="4332029"/>
                  <a:pt x="165653" y="4336774"/>
                  <a:pt x="159027" y="4343400"/>
                </a:cubicBezTo>
                <a:cubicBezTo>
                  <a:pt x="121092" y="4571001"/>
                  <a:pt x="125846" y="4496139"/>
                  <a:pt x="149087" y="4860234"/>
                </a:cubicBezTo>
                <a:cubicBezTo>
                  <a:pt x="153353" y="4927066"/>
                  <a:pt x="168044" y="4928886"/>
                  <a:pt x="208722" y="4969565"/>
                </a:cubicBezTo>
                <a:cubicBezTo>
                  <a:pt x="215348" y="4986130"/>
                  <a:pt x="219748" y="5003770"/>
                  <a:pt x="228600" y="5019260"/>
                </a:cubicBezTo>
                <a:cubicBezTo>
                  <a:pt x="239870" y="5038983"/>
                  <a:pt x="262422" y="5044907"/>
                  <a:pt x="278296" y="5059017"/>
                </a:cubicBezTo>
                <a:cubicBezTo>
                  <a:pt x="299307" y="5077694"/>
                  <a:pt x="312787" y="5106080"/>
                  <a:pt x="337931" y="5118652"/>
                </a:cubicBezTo>
                <a:cubicBezTo>
                  <a:pt x="351183" y="5125278"/>
                  <a:pt x="364148" y="5132513"/>
                  <a:pt x="377687" y="5138530"/>
                </a:cubicBezTo>
                <a:cubicBezTo>
                  <a:pt x="393991" y="5145776"/>
                  <a:pt x="411674" y="5149949"/>
                  <a:pt x="427383" y="5158408"/>
                </a:cubicBezTo>
                <a:cubicBezTo>
                  <a:pt x="454902" y="5173226"/>
                  <a:pt x="480392" y="5191539"/>
                  <a:pt x="506896" y="5208104"/>
                </a:cubicBezTo>
                <a:lnTo>
                  <a:pt x="1679713" y="5168347"/>
                </a:lnTo>
                <a:cubicBezTo>
                  <a:pt x="1974442" y="5155716"/>
                  <a:pt x="1809965" y="5153018"/>
                  <a:pt x="2057400" y="5118652"/>
                </a:cubicBezTo>
                <a:cubicBezTo>
                  <a:pt x="2123358" y="5109491"/>
                  <a:pt x="2189922" y="5105399"/>
                  <a:pt x="2256183" y="5098773"/>
                </a:cubicBezTo>
                <a:cubicBezTo>
                  <a:pt x="2302566" y="5082208"/>
                  <a:pt x="2347367" y="5060269"/>
                  <a:pt x="2395331" y="5049078"/>
                </a:cubicBezTo>
                <a:cubicBezTo>
                  <a:pt x="2447355" y="5036939"/>
                  <a:pt x="2501404" y="5036260"/>
                  <a:pt x="2554357" y="5029200"/>
                </a:cubicBezTo>
                <a:cubicBezTo>
                  <a:pt x="2600800" y="5023008"/>
                  <a:pt x="2647734" y="5019333"/>
                  <a:pt x="2693505" y="5009321"/>
                </a:cubicBezTo>
                <a:cubicBezTo>
                  <a:pt x="3059237" y="4929317"/>
                  <a:pt x="2670941" y="4977146"/>
                  <a:pt x="3101009" y="4939747"/>
                </a:cubicBezTo>
                <a:cubicBezTo>
                  <a:pt x="3320579" y="4879865"/>
                  <a:pt x="3098910" y="4933329"/>
                  <a:pt x="3438940" y="4890052"/>
                </a:cubicBezTo>
                <a:cubicBezTo>
                  <a:pt x="3545385" y="4876504"/>
                  <a:pt x="3650975" y="4856921"/>
                  <a:pt x="3756992" y="4840356"/>
                </a:cubicBezTo>
                <a:lnTo>
                  <a:pt x="4959627" y="4880113"/>
                </a:lnTo>
                <a:cubicBezTo>
                  <a:pt x="5080088" y="4885673"/>
                  <a:pt x="5013733" y="4894835"/>
                  <a:pt x="5088835" y="4919869"/>
                </a:cubicBezTo>
                <a:cubicBezTo>
                  <a:pt x="5114753" y="4928508"/>
                  <a:pt x="5141844" y="4933121"/>
                  <a:pt x="5168348" y="4939747"/>
                </a:cubicBezTo>
                <a:cubicBezTo>
                  <a:pt x="5174974" y="4956312"/>
                  <a:pt x="5174144" y="4978489"/>
                  <a:pt x="5188227" y="4989443"/>
                </a:cubicBezTo>
                <a:cubicBezTo>
                  <a:pt x="5207265" y="5004251"/>
                  <a:pt x="5235760" y="4999525"/>
                  <a:pt x="5257800" y="5009321"/>
                </a:cubicBezTo>
                <a:cubicBezTo>
                  <a:pt x="5266363" y="5013127"/>
                  <a:pt x="5270100" y="5023688"/>
                  <a:pt x="5277679" y="5029200"/>
                </a:cubicBezTo>
                <a:cubicBezTo>
                  <a:pt x="5306661" y="5050278"/>
                  <a:pt x="5335079" y="5072808"/>
                  <a:pt x="5367131" y="5088834"/>
                </a:cubicBezTo>
                <a:lnTo>
                  <a:pt x="5446644" y="5128591"/>
                </a:lnTo>
                <a:cubicBezTo>
                  <a:pt x="5459896" y="5145156"/>
                  <a:pt x="5469655" y="5165263"/>
                  <a:pt x="5486400" y="5178287"/>
                </a:cubicBezTo>
                <a:cubicBezTo>
                  <a:pt x="5500483" y="5189241"/>
                  <a:pt x="5519792" y="5190919"/>
                  <a:pt x="5536096" y="5198165"/>
                </a:cubicBezTo>
                <a:cubicBezTo>
                  <a:pt x="5549636" y="5204182"/>
                  <a:pt x="5562601" y="5211417"/>
                  <a:pt x="5575853" y="5218043"/>
                </a:cubicBezTo>
                <a:cubicBezTo>
                  <a:pt x="5582479" y="5237921"/>
                  <a:pt x="5582867" y="5261138"/>
                  <a:pt x="5595731" y="5277678"/>
                </a:cubicBezTo>
                <a:cubicBezTo>
                  <a:pt x="5603672" y="5287888"/>
                  <a:pt x="5669916" y="5319740"/>
                  <a:pt x="5685183" y="5327373"/>
                </a:cubicBezTo>
                <a:cubicBezTo>
                  <a:pt x="5754568" y="5535530"/>
                  <a:pt x="5651265" y="5255251"/>
                  <a:pt x="5744818" y="5426765"/>
                </a:cubicBezTo>
                <a:cubicBezTo>
                  <a:pt x="5756368" y="5447939"/>
                  <a:pt x="5755564" y="5474015"/>
                  <a:pt x="5764696" y="5496339"/>
                </a:cubicBezTo>
                <a:cubicBezTo>
                  <a:pt x="5885711" y="5792155"/>
                  <a:pt x="5800659" y="5544593"/>
                  <a:pt x="5854148" y="5705060"/>
                </a:cubicBezTo>
                <a:cubicBezTo>
                  <a:pt x="5840958" y="6008439"/>
                  <a:pt x="5889294" y="5854292"/>
                  <a:pt x="5794513" y="6003234"/>
                </a:cubicBezTo>
                <a:cubicBezTo>
                  <a:pt x="5786558" y="6015734"/>
                  <a:pt x="5780652" y="6029451"/>
                  <a:pt x="5774635" y="6042991"/>
                </a:cubicBezTo>
                <a:cubicBezTo>
                  <a:pt x="5767389" y="6059295"/>
                  <a:pt x="5767373" y="6080071"/>
                  <a:pt x="5754757" y="6092687"/>
                </a:cubicBezTo>
                <a:cubicBezTo>
                  <a:pt x="5742141" y="6105303"/>
                  <a:pt x="5721365" y="6105319"/>
                  <a:pt x="5705061" y="6112565"/>
                </a:cubicBezTo>
                <a:cubicBezTo>
                  <a:pt x="5691522" y="6118582"/>
                  <a:pt x="5678557" y="6125817"/>
                  <a:pt x="5665305" y="6132443"/>
                </a:cubicBezTo>
                <a:cubicBezTo>
                  <a:pt x="5655366" y="6145695"/>
                  <a:pt x="5649463" y="6163306"/>
                  <a:pt x="5635487" y="6172200"/>
                </a:cubicBezTo>
                <a:cubicBezTo>
                  <a:pt x="5574735" y="6210860"/>
                  <a:pt x="5467659" y="6213792"/>
                  <a:pt x="5406887" y="6221895"/>
                </a:cubicBezTo>
                <a:lnTo>
                  <a:pt x="4383157" y="6211956"/>
                </a:lnTo>
                <a:cubicBezTo>
                  <a:pt x="4326465" y="6210539"/>
                  <a:pt x="4269592" y="6204197"/>
                  <a:pt x="4214192" y="6192078"/>
                </a:cubicBezTo>
                <a:cubicBezTo>
                  <a:pt x="4163018" y="6180884"/>
                  <a:pt x="4114801" y="6158947"/>
                  <a:pt x="4065105" y="6142382"/>
                </a:cubicBezTo>
                <a:lnTo>
                  <a:pt x="3200400" y="6182139"/>
                </a:lnTo>
                <a:cubicBezTo>
                  <a:pt x="3100919" y="6187241"/>
                  <a:pt x="3001390" y="6192573"/>
                  <a:pt x="2902227" y="6202017"/>
                </a:cubicBezTo>
                <a:cubicBezTo>
                  <a:pt x="2862104" y="6205838"/>
                  <a:pt x="2822931" y="6216737"/>
                  <a:pt x="2782957" y="6221895"/>
                </a:cubicBezTo>
                <a:cubicBezTo>
                  <a:pt x="2720182" y="6229995"/>
                  <a:pt x="2657061" y="6235147"/>
                  <a:pt x="2594113" y="6241773"/>
                </a:cubicBezTo>
                <a:cubicBezTo>
                  <a:pt x="2238782" y="6326377"/>
                  <a:pt x="2422857" y="6296705"/>
                  <a:pt x="1888435" y="6311347"/>
                </a:cubicBezTo>
                <a:lnTo>
                  <a:pt x="934279" y="6331226"/>
                </a:lnTo>
                <a:cubicBezTo>
                  <a:pt x="864705" y="6337852"/>
                  <a:pt x="794089" y="6337398"/>
                  <a:pt x="725557" y="6351104"/>
                </a:cubicBezTo>
                <a:cubicBezTo>
                  <a:pt x="677261" y="6360763"/>
                  <a:pt x="634549" y="6390391"/>
                  <a:pt x="586409" y="6400800"/>
                </a:cubicBezTo>
                <a:cubicBezTo>
                  <a:pt x="511299" y="6417040"/>
                  <a:pt x="434009" y="6420678"/>
                  <a:pt x="357809" y="6430617"/>
                </a:cubicBezTo>
                <a:cubicBezTo>
                  <a:pt x="324092" y="6440250"/>
                  <a:pt x="193306" y="6475851"/>
                  <a:pt x="178905" y="6490252"/>
                </a:cubicBezTo>
                <a:cubicBezTo>
                  <a:pt x="150874" y="6518283"/>
                  <a:pt x="237453" y="6617939"/>
                  <a:pt x="238540" y="6619460"/>
                </a:cubicBezTo>
                <a:cubicBezTo>
                  <a:pt x="245166" y="6645964"/>
                  <a:pt x="252790" y="6672239"/>
                  <a:pt x="258418" y="6698973"/>
                </a:cubicBezTo>
                <a:cubicBezTo>
                  <a:pt x="276763" y="6786113"/>
                  <a:pt x="287614" y="6868388"/>
                  <a:pt x="298174" y="6957391"/>
                </a:cubicBezTo>
                <a:cubicBezTo>
                  <a:pt x="315459" y="7103081"/>
                  <a:pt x="334756" y="7248588"/>
                  <a:pt x="347870" y="7394713"/>
                </a:cubicBezTo>
                <a:cubicBezTo>
                  <a:pt x="357956" y="7507099"/>
                  <a:pt x="358377" y="7620195"/>
                  <a:pt x="367748" y="7732643"/>
                </a:cubicBezTo>
                <a:cubicBezTo>
                  <a:pt x="371639" y="7779335"/>
                  <a:pt x="380224" y="7825526"/>
                  <a:pt x="387627" y="7871791"/>
                </a:cubicBezTo>
                <a:cubicBezTo>
                  <a:pt x="409876" y="8010843"/>
                  <a:pt x="407505" y="7938111"/>
                  <a:pt x="407505" y="8020878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fromWordArt="0" anchor="t" anchorCtr="0" forceAA="0" compatLnSpc="1">
            <a:noAutofit/>
          </a:bodyPr>
          <a:lstStyle/>
          <a:p>
            <a:pPr algn="l" defTabSz="914400" latinLnBrk="1"/>
            <a:endParaRPr lang="zh-CN" altLang="en-US" sz="1800" b="0"/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747200" y="2959079"/>
            <a:ext cx="7423546" cy="238817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测试用例</a:t>
            </a:r>
            <a:endParaRPr lang="en-US" altLang="zh-CN" sz="4800" b="1" dirty="0"/>
          </a:p>
          <a:p>
            <a:pPr marL="1270000" lvl="2" indent="0">
              <a:buNone/>
            </a:pPr>
            <a:endParaRPr lang="en-US" altLang="zh-CN" sz="4800" dirty="0">
              <a:solidFill>
                <a:srgbClr val="FF0000"/>
              </a:solidFill>
            </a:endParaRPr>
          </a:p>
          <a:p>
            <a:pPr marL="1270000" lvl="2" indent="0">
              <a:buNone/>
            </a:pPr>
            <a:endParaRPr lang="zh-CN" altLang="en-US" sz="4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6822" y="7160575"/>
            <a:ext cx="8215049" cy="4833194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37970" y="5275266"/>
          <a:ext cx="6709964" cy="12801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77491"/>
                <a:gridCol w="1677491"/>
                <a:gridCol w="1677491"/>
                <a:gridCol w="1677491"/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ID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A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B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X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0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4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2349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grpSp>
        <p:nvGrpSpPr>
          <p:cNvPr id="7" name="组合 2"/>
          <p:cNvGrpSpPr/>
          <p:nvPr/>
        </p:nvGrpSpPr>
        <p:grpSpPr bwMode="auto">
          <a:xfrm>
            <a:off x="11967659" y="3606518"/>
            <a:ext cx="10228267" cy="8442252"/>
            <a:chOff x="4787900" y="2205038"/>
            <a:chExt cx="3581400" cy="3235325"/>
          </a:xfrm>
          <a:solidFill>
            <a:schemeClr val="bg1">
              <a:lumMod val="95000"/>
            </a:schemeClr>
          </a:solidFill>
        </p:grpSpPr>
        <p:sp>
          <p:nvSpPr>
            <p:cNvPr id="8" name="AutoShape 4"/>
            <p:cNvSpPr>
              <a:spLocks noChangeArrowheads="1"/>
            </p:cNvSpPr>
            <p:nvPr/>
          </p:nvSpPr>
          <p:spPr bwMode="auto">
            <a:xfrm>
              <a:off x="5245100" y="22399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入口</a:t>
              </a:r>
              <a:endParaRPr kumimoji="1"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/>
          </p:nvSpPr>
          <p:spPr bwMode="auto">
            <a:xfrm>
              <a:off x="5245100" y="49831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>
                  <a:latin typeface="Times New Roman" panose="02020603050405020304" pitchFamily="18" charset="0"/>
                  <a:cs typeface="Times New Roman" panose="02020603050405020304" pitchFamily="18" charset="0"/>
                </a:rPr>
                <a:t>返回</a:t>
              </a:r>
              <a:endParaRPr kumimoji="1"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utoShape 6"/>
            <p:cNvSpPr>
              <a:spLocks noChangeArrowheads="1"/>
            </p:cNvSpPr>
            <p:nvPr/>
          </p:nvSpPr>
          <p:spPr bwMode="auto">
            <a:xfrm>
              <a:off x="4787900" y="30019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(A&gt;1)&amp;&amp;(B==0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utoShape 7"/>
            <p:cNvSpPr>
              <a:spLocks noChangeArrowheads="1"/>
            </p:cNvSpPr>
            <p:nvPr/>
          </p:nvSpPr>
          <p:spPr bwMode="auto">
            <a:xfrm>
              <a:off x="4787900" y="40687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(A==2)||(X&gt;1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5626100" y="26971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5626100" y="3687763"/>
              <a:ext cx="0" cy="3810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5626100" y="4754563"/>
              <a:ext cx="0" cy="2286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5" name="AutoShape 11"/>
            <p:cNvSpPr>
              <a:spLocks noChangeArrowheads="1"/>
            </p:cNvSpPr>
            <p:nvPr/>
          </p:nvSpPr>
          <p:spPr bwMode="auto">
            <a:xfrm>
              <a:off x="6921500" y="2925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/ A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AutoShape 12"/>
            <p:cNvSpPr>
              <a:spLocks noChangeArrowheads="1"/>
            </p:cNvSpPr>
            <p:nvPr/>
          </p:nvSpPr>
          <p:spPr bwMode="auto">
            <a:xfrm>
              <a:off x="6921500" y="4068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+ 1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7607300" y="35353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H="1">
              <a:off x="5626100" y="38401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>
              <a:off x="7607300" y="4678363"/>
              <a:ext cx="0" cy="1524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 flipH="1">
              <a:off x="5626100" y="48307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>
              <a:off x="6540500" y="33067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6540500" y="43735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4893954" y="2205038"/>
              <a:ext cx="211757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>
              <a:off x="4884659" y="2814638"/>
              <a:ext cx="246222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1"/>
            <p:cNvSpPr txBox="1">
              <a:spLocks noChangeArrowheads="1"/>
            </p:cNvSpPr>
            <p:nvPr/>
          </p:nvSpPr>
          <p:spPr bwMode="auto">
            <a:xfrm>
              <a:off x="4875842" y="38052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2"/>
            <p:cNvSpPr txBox="1">
              <a:spLocks noChangeArrowheads="1"/>
            </p:cNvSpPr>
            <p:nvPr/>
          </p:nvSpPr>
          <p:spPr bwMode="auto">
            <a:xfrm>
              <a:off x="4884573" y="48720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23"/>
            <p:cNvSpPr txBox="1">
              <a:spLocks noChangeArrowheads="1"/>
            </p:cNvSpPr>
            <p:nvPr/>
          </p:nvSpPr>
          <p:spPr bwMode="auto">
            <a:xfrm>
              <a:off x="8093875" y="2536726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24"/>
            <p:cNvSpPr txBox="1">
              <a:spLocks noChangeArrowheads="1"/>
            </p:cNvSpPr>
            <p:nvPr/>
          </p:nvSpPr>
          <p:spPr bwMode="auto">
            <a:xfrm>
              <a:off x="8093875" y="3751852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Freeform: Shape 4"/>
          <p:cNvSpPr/>
          <p:nvPr/>
        </p:nvSpPr>
        <p:spPr>
          <a:xfrm>
            <a:off x="14241045" y="4126622"/>
            <a:ext cx="5855083" cy="8020878"/>
          </a:xfrm>
          <a:custGeom>
            <a:avLst/>
            <a:gdLst>
              <a:gd name="connsiteX0" fmla="*/ 208722 w 5855083"/>
              <a:gd name="connsiteY0" fmla="*/ 0 h 8020878"/>
              <a:gd name="connsiteX1" fmla="*/ 178905 w 5855083"/>
              <a:gd name="connsiteY1" fmla="*/ 79513 h 8020878"/>
              <a:gd name="connsiteX2" fmla="*/ 159027 w 5855083"/>
              <a:gd name="connsiteY2" fmla="*/ 119269 h 8020878"/>
              <a:gd name="connsiteX3" fmla="*/ 89453 w 5855083"/>
              <a:gd name="connsiteY3" fmla="*/ 437321 h 8020878"/>
              <a:gd name="connsiteX4" fmla="*/ 69574 w 5855083"/>
              <a:gd name="connsiteY4" fmla="*/ 685800 h 8020878"/>
              <a:gd name="connsiteX5" fmla="*/ 39757 w 5855083"/>
              <a:gd name="connsiteY5" fmla="*/ 795130 h 8020878"/>
              <a:gd name="connsiteX6" fmla="*/ 0 w 5855083"/>
              <a:gd name="connsiteY6" fmla="*/ 1073426 h 8020878"/>
              <a:gd name="connsiteX7" fmla="*/ 29818 w 5855083"/>
              <a:gd name="connsiteY7" fmla="*/ 1461052 h 8020878"/>
              <a:gd name="connsiteX8" fmla="*/ 79513 w 5855083"/>
              <a:gd name="connsiteY8" fmla="*/ 1769165 h 8020878"/>
              <a:gd name="connsiteX9" fmla="*/ 99392 w 5855083"/>
              <a:gd name="connsiteY9" fmla="*/ 1997765 h 8020878"/>
              <a:gd name="connsiteX10" fmla="*/ 139148 w 5855083"/>
              <a:gd name="connsiteY10" fmla="*/ 2126973 h 8020878"/>
              <a:gd name="connsiteX11" fmla="*/ 159027 w 5855083"/>
              <a:gd name="connsiteY11" fmla="*/ 2206487 h 8020878"/>
              <a:gd name="connsiteX12" fmla="*/ 188844 w 5855083"/>
              <a:gd name="connsiteY12" fmla="*/ 2276060 h 8020878"/>
              <a:gd name="connsiteX13" fmla="*/ 248479 w 5855083"/>
              <a:gd name="connsiteY13" fmla="*/ 2375452 h 8020878"/>
              <a:gd name="connsiteX14" fmla="*/ 288235 w 5855083"/>
              <a:gd name="connsiteY14" fmla="*/ 2425147 h 8020878"/>
              <a:gd name="connsiteX15" fmla="*/ 447261 w 5855083"/>
              <a:gd name="connsiteY15" fmla="*/ 2484782 h 8020878"/>
              <a:gd name="connsiteX16" fmla="*/ 695740 w 5855083"/>
              <a:gd name="connsiteY16" fmla="*/ 2534478 h 8020878"/>
              <a:gd name="connsiteX17" fmla="*/ 1848679 w 5855083"/>
              <a:gd name="connsiteY17" fmla="*/ 2514600 h 8020878"/>
              <a:gd name="connsiteX18" fmla="*/ 1958009 w 5855083"/>
              <a:gd name="connsiteY18" fmla="*/ 2494721 h 8020878"/>
              <a:gd name="connsiteX19" fmla="*/ 2186609 w 5855083"/>
              <a:gd name="connsiteY19" fmla="*/ 2464904 h 8020878"/>
              <a:gd name="connsiteX20" fmla="*/ 2723322 w 5855083"/>
              <a:gd name="connsiteY20" fmla="*/ 2415208 h 8020878"/>
              <a:gd name="connsiteX21" fmla="*/ 3568148 w 5855083"/>
              <a:gd name="connsiteY21" fmla="*/ 2395330 h 8020878"/>
              <a:gd name="connsiteX22" fmla="*/ 3687418 w 5855083"/>
              <a:gd name="connsiteY22" fmla="*/ 2375452 h 8020878"/>
              <a:gd name="connsiteX23" fmla="*/ 3896140 w 5855083"/>
              <a:gd name="connsiteY23" fmla="*/ 2355573 h 8020878"/>
              <a:gd name="connsiteX24" fmla="*/ 4075044 w 5855083"/>
              <a:gd name="connsiteY24" fmla="*/ 2315817 h 8020878"/>
              <a:gd name="connsiteX25" fmla="*/ 4631635 w 5855083"/>
              <a:gd name="connsiteY25" fmla="*/ 2355573 h 8020878"/>
              <a:gd name="connsiteX26" fmla="*/ 4919870 w 5855083"/>
              <a:gd name="connsiteY26" fmla="*/ 2395330 h 8020878"/>
              <a:gd name="connsiteX27" fmla="*/ 5009322 w 5855083"/>
              <a:gd name="connsiteY27" fmla="*/ 2425147 h 8020878"/>
              <a:gd name="connsiteX28" fmla="*/ 5029200 w 5855083"/>
              <a:gd name="connsiteY28" fmla="*/ 2474843 h 8020878"/>
              <a:gd name="connsiteX29" fmla="*/ 5118653 w 5855083"/>
              <a:gd name="connsiteY29" fmla="*/ 2494721 h 8020878"/>
              <a:gd name="connsiteX30" fmla="*/ 5138531 w 5855083"/>
              <a:gd name="connsiteY30" fmla="*/ 2514600 h 8020878"/>
              <a:gd name="connsiteX31" fmla="*/ 5198166 w 5855083"/>
              <a:gd name="connsiteY31" fmla="*/ 2534478 h 8020878"/>
              <a:gd name="connsiteX32" fmla="*/ 5218044 w 5855083"/>
              <a:gd name="connsiteY32" fmla="*/ 2584173 h 8020878"/>
              <a:gd name="connsiteX33" fmla="*/ 5237922 w 5855083"/>
              <a:gd name="connsiteY33" fmla="*/ 2623930 h 8020878"/>
              <a:gd name="connsiteX34" fmla="*/ 5257800 w 5855083"/>
              <a:gd name="connsiteY34" fmla="*/ 2683565 h 8020878"/>
              <a:gd name="connsiteX35" fmla="*/ 5307496 w 5855083"/>
              <a:gd name="connsiteY35" fmla="*/ 2703443 h 8020878"/>
              <a:gd name="connsiteX36" fmla="*/ 5347253 w 5855083"/>
              <a:gd name="connsiteY36" fmla="*/ 2872408 h 8020878"/>
              <a:gd name="connsiteX37" fmla="*/ 5367131 w 5855083"/>
              <a:gd name="connsiteY37" fmla="*/ 2892287 h 8020878"/>
              <a:gd name="connsiteX38" fmla="*/ 5406887 w 5855083"/>
              <a:gd name="connsiteY38" fmla="*/ 3061252 h 8020878"/>
              <a:gd name="connsiteX39" fmla="*/ 5377070 w 5855083"/>
              <a:gd name="connsiteY39" fmla="*/ 3170582 h 8020878"/>
              <a:gd name="connsiteX40" fmla="*/ 5337313 w 5855083"/>
              <a:gd name="connsiteY40" fmla="*/ 3269973 h 8020878"/>
              <a:gd name="connsiteX41" fmla="*/ 5317435 w 5855083"/>
              <a:gd name="connsiteY41" fmla="*/ 3289852 h 8020878"/>
              <a:gd name="connsiteX42" fmla="*/ 5267740 w 5855083"/>
              <a:gd name="connsiteY42" fmla="*/ 3309730 h 8020878"/>
              <a:gd name="connsiteX43" fmla="*/ 5208105 w 5855083"/>
              <a:gd name="connsiteY43" fmla="*/ 3399182 h 8020878"/>
              <a:gd name="connsiteX44" fmla="*/ 5148470 w 5855083"/>
              <a:gd name="connsiteY44" fmla="*/ 3419060 h 8020878"/>
              <a:gd name="connsiteX45" fmla="*/ 5059018 w 5855083"/>
              <a:gd name="connsiteY45" fmla="*/ 3488634 h 8020878"/>
              <a:gd name="connsiteX46" fmla="*/ 4562061 w 5855083"/>
              <a:gd name="connsiteY46" fmla="*/ 3568147 h 8020878"/>
              <a:gd name="connsiteX47" fmla="*/ 4283766 w 5855083"/>
              <a:gd name="connsiteY47" fmla="*/ 3597965 h 8020878"/>
              <a:gd name="connsiteX48" fmla="*/ 3945835 w 5855083"/>
              <a:gd name="connsiteY48" fmla="*/ 3687417 h 8020878"/>
              <a:gd name="connsiteX49" fmla="*/ 3896140 w 5855083"/>
              <a:gd name="connsiteY49" fmla="*/ 3707295 h 8020878"/>
              <a:gd name="connsiteX50" fmla="*/ 3597966 w 5855083"/>
              <a:gd name="connsiteY50" fmla="*/ 3727173 h 8020878"/>
              <a:gd name="connsiteX51" fmla="*/ 3339548 w 5855083"/>
              <a:gd name="connsiteY51" fmla="*/ 3747052 h 8020878"/>
              <a:gd name="connsiteX52" fmla="*/ 2912166 w 5855083"/>
              <a:gd name="connsiteY52" fmla="*/ 3806687 h 8020878"/>
              <a:gd name="connsiteX53" fmla="*/ 1252331 w 5855083"/>
              <a:gd name="connsiteY53" fmla="*/ 3826565 h 8020878"/>
              <a:gd name="connsiteX54" fmla="*/ 1083366 w 5855083"/>
              <a:gd name="connsiteY54" fmla="*/ 3846443 h 8020878"/>
              <a:gd name="connsiteX55" fmla="*/ 884583 w 5855083"/>
              <a:gd name="connsiteY55" fmla="*/ 3866321 h 8020878"/>
              <a:gd name="connsiteX56" fmla="*/ 824948 w 5855083"/>
              <a:gd name="connsiteY56" fmla="*/ 3916017 h 8020878"/>
              <a:gd name="connsiteX57" fmla="*/ 675861 w 5855083"/>
              <a:gd name="connsiteY57" fmla="*/ 3935895 h 8020878"/>
              <a:gd name="connsiteX58" fmla="*/ 566531 w 5855083"/>
              <a:gd name="connsiteY58" fmla="*/ 3955773 h 8020878"/>
              <a:gd name="connsiteX59" fmla="*/ 387627 w 5855083"/>
              <a:gd name="connsiteY59" fmla="*/ 4025347 h 8020878"/>
              <a:gd name="connsiteX60" fmla="*/ 347870 w 5855083"/>
              <a:gd name="connsiteY60" fmla="*/ 4045226 h 8020878"/>
              <a:gd name="connsiteX61" fmla="*/ 278296 w 5855083"/>
              <a:gd name="connsiteY61" fmla="*/ 4104860 h 8020878"/>
              <a:gd name="connsiteX62" fmla="*/ 258418 w 5855083"/>
              <a:gd name="connsiteY62" fmla="*/ 4124739 h 8020878"/>
              <a:gd name="connsiteX63" fmla="*/ 238540 w 5855083"/>
              <a:gd name="connsiteY63" fmla="*/ 4164495 h 8020878"/>
              <a:gd name="connsiteX64" fmla="*/ 218661 w 5855083"/>
              <a:gd name="connsiteY64" fmla="*/ 4214191 h 8020878"/>
              <a:gd name="connsiteX65" fmla="*/ 178905 w 5855083"/>
              <a:gd name="connsiteY65" fmla="*/ 4323521 h 8020878"/>
              <a:gd name="connsiteX66" fmla="*/ 159027 w 5855083"/>
              <a:gd name="connsiteY66" fmla="*/ 4343400 h 8020878"/>
              <a:gd name="connsiteX67" fmla="*/ 149087 w 5855083"/>
              <a:gd name="connsiteY67" fmla="*/ 4860234 h 8020878"/>
              <a:gd name="connsiteX68" fmla="*/ 208722 w 5855083"/>
              <a:gd name="connsiteY68" fmla="*/ 4969565 h 8020878"/>
              <a:gd name="connsiteX69" fmla="*/ 228600 w 5855083"/>
              <a:gd name="connsiteY69" fmla="*/ 5019260 h 8020878"/>
              <a:gd name="connsiteX70" fmla="*/ 278296 w 5855083"/>
              <a:gd name="connsiteY70" fmla="*/ 5059017 h 8020878"/>
              <a:gd name="connsiteX71" fmla="*/ 337931 w 5855083"/>
              <a:gd name="connsiteY71" fmla="*/ 5118652 h 8020878"/>
              <a:gd name="connsiteX72" fmla="*/ 377687 w 5855083"/>
              <a:gd name="connsiteY72" fmla="*/ 5138530 h 8020878"/>
              <a:gd name="connsiteX73" fmla="*/ 427383 w 5855083"/>
              <a:gd name="connsiteY73" fmla="*/ 5158408 h 8020878"/>
              <a:gd name="connsiteX74" fmla="*/ 506896 w 5855083"/>
              <a:gd name="connsiteY74" fmla="*/ 5208104 h 8020878"/>
              <a:gd name="connsiteX75" fmla="*/ 1679713 w 5855083"/>
              <a:gd name="connsiteY75" fmla="*/ 5168347 h 8020878"/>
              <a:gd name="connsiteX76" fmla="*/ 2057400 w 5855083"/>
              <a:gd name="connsiteY76" fmla="*/ 5118652 h 8020878"/>
              <a:gd name="connsiteX77" fmla="*/ 2256183 w 5855083"/>
              <a:gd name="connsiteY77" fmla="*/ 5098773 h 8020878"/>
              <a:gd name="connsiteX78" fmla="*/ 2395331 w 5855083"/>
              <a:gd name="connsiteY78" fmla="*/ 5049078 h 8020878"/>
              <a:gd name="connsiteX79" fmla="*/ 2554357 w 5855083"/>
              <a:gd name="connsiteY79" fmla="*/ 5029200 h 8020878"/>
              <a:gd name="connsiteX80" fmla="*/ 2693505 w 5855083"/>
              <a:gd name="connsiteY80" fmla="*/ 5009321 h 8020878"/>
              <a:gd name="connsiteX81" fmla="*/ 3101009 w 5855083"/>
              <a:gd name="connsiteY81" fmla="*/ 4939747 h 8020878"/>
              <a:gd name="connsiteX82" fmla="*/ 3438940 w 5855083"/>
              <a:gd name="connsiteY82" fmla="*/ 4890052 h 8020878"/>
              <a:gd name="connsiteX83" fmla="*/ 3756992 w 5855083"/>
              <a:gd name="connsiteY83" fmla="*/ 4840356 h 8020878"/>
              <a:gd name="connsiteX84" fmla="*/ 4959627 w 5855083"/>
              <a:gd name="connsiteY84" fmla="*/ 4880113 h 8020878"/>
              <a:gd name="connsiteX85" fmla="*/ 5088835 w 5855083"/>
              <a:gd name="connsiteY85" fmla="*/ 4919869 h 8020878"/>
              <a:gd name="connsiteX86" fmla="*/ 5168348 w 5855083"/>
              <a:gd name="connsiteY86" fmla="*/ 4939747 h 8020878"/>
              <a:gd name="connsiteX87" fmla="*/ 5188227 w 5855083"/>
              <a:gd name="connsiteY87" fmla="*/ 4989443 h 8020878"/>
              <a:gd name="connsiteX88" fmla="*/ 5257800 w 5855083"/>
              <a:gd name="connsiteY88" fmla="*/ 5009321 h 8020878"/>
              <a:gd name="connsiteX89" fmla="*/ 5277679 w 5855083"/>
              <a:gd name="connsiteY89" fmla="*/ 5029200 h 8020878"/>
              <a:gd name="connsiteX90" fmla="*/ 5367131 w 5855083"/>
              <a:gd name="connsiteY90" fmla="*/ 5088834 h 8020878"/>
              <a:gd name="connsiteX91" fmla="*/ 5446644 w 5855083"/>
              <a:gd name="connsiteY91" fmla="*/ 5128591 h 8020878"/>
              <a:gd name="connsiteX92" fmla="*/ 5486400 w 5855083"/>
              <a:gd name="connsiteY92" fmla="*/ 5178287 h 8020878"/>
              <a:gd name="connsiteX93" fmla="*/ 5536096 w 5855083"/>
              <a:gd name="connsiteY93" fmla="*/ 5198165 h 8020878"/>
              <a:gd name="connsiteX94" fmla="*/ 5575853 w 5855083"/>
              <a:gd name="connsiteY94" fmla="*/ 5218043 h 8020878"/>
              <a:gd name="connsiteX95" fmla="*/ 5595731 w 5855083"/>
              <a:gd name="connsiteY95" fmla="*/ 5277678 h 8020878"/>
              <a:gd name="connsiteX96" fmla="*/ 5685183 w 5855083"/>
              <a:gd name="connsiteY96" fmla="*/ 5327373 h 8020878"/>
              <a:gd name="connsiteX97" fmla="*/ 5744818 w 5855083"/>
              <a:gd name="connsiteY97" fmla="*/ 5426765 h 8020878"/>
              <a:gd name="connsiteX98" fmla="*/ 5764696 w 5855083"/>
              <a:gd name="connsiteY98" fmla="*/ 5496339 h 8020878"/>
              <a:gd name="connsiteX99" fmla="*/ 5854148 w 5855083"/>
              <a:gd name="connsiteY99" fmla="*/ 5705060 h 8020878"/>
              <a:gd name="connsiteX100" fmla="*/ 5794513 w 5855083"/>
              <a:gd name="connsiteY100" fmla="*/ 6003234 h 8020878"/>
              <a:gd name="connsiteX101" fmla="*/ 5774635 w 5855083"/>
              <a:gd name="connsiteY101" fmla="*/ 6042991 h 8020878"/>
              <a:gd name="connsiteX102" fmla="*/ 5754757 w 5855083"/>
              <a:gd name="connsiteY102" fmla="*/ 6092687 h 8020878"/>
              <a:gd name="connsiteX103" fmla="*/ 5705061 w 5855083"/>
              <a:gd name="connsiteY103" fmla="*/ 6112565 h 8020878"/>
              <a:gd name="connsiteX104" fmla="*/ 5665305 w 5855083"/>
              <a:gd name="connsiteY104" fmla="*/ 6132443 h 8020878"/>
              <a:gd name="connsiteX105" fmla="*/ 5635487 w 5855083"/>
              <a:gd name="connsiteY105" fmla="*/ 6172200 h 8020878"/>
              <a:gd name="connsiteX106" fmla="*/ 5406887 w 5855083"/>
              <a:gd name="connsiteY106" fmla="*/ 6221895 h 8020878"/>
              <a:gd name="connsiteX107" fmla="*/ 4383157 w 5855083"/>
              <a:gd name="connsiteY107" fmla="*/ 6211956 h 8020878"/>
              <a:gd name="connsiteX108" fmla="*/ 4214192 w 5855083"/>
              <a:gd name="connsiteY108" fmla="*/ 6192078 h 8020878"/>
              <a:gd name="connsiteX109" fmla="*/ 4065105 w 5855083"/>
              <a:gd name="connsiteY109" fmla="*/ 6142382 h 8020878"/>
              <a:gd name="connsiteX110" fmla="*/ 3200400 w 5855083"/>
              <a:gd name="connsiteY110" fmla="*/ 6182139 h 8020878"/>
              <a:gd name="connsiteX111" fmla="*/ 2902227 w 5855083"/>
              <a:gd name="connsiteY111" fmla="*/ 6202017 h 8020878"/>
              <a:gd name="connsiteX112" fmla="*/ 2782957 w 5855083"/>
              <a:gd name="connsiteY112" fmla="*/ 6221895 h 8020878"/>
              <a:gd name="connsiteX113" fmla="*/ 2594113 w 5855083"/>
              <a:gd name="connsiteY113" fmla="*/ 6241773 h 8020878"/>
              <a:gd name="connsiteX114" fmla="*/ 1888435 w 5855083"/>
              <a:gd name="connsiteY114" fmla="*/ 6311347 h 8020878"/>
              <a:gd name="connsiteX115" fmla="*/ 934279 w 5855083"/>
              <a:gd name="connsiteY115" fmla="*/ 6331226 h 8020878"/>
              <a:gd name="connsiteX116" fmla="*/ 725557 w 5855083"/>
              <a:gd name="connsiteY116" fmla="*/ 6351104 h 8020878"/>
              <a:gd name="connsiteX117" fmla="*/ 586409 w 5855083"/>
              <a:gd name="connsiteY117" fmla="*/ 6400800 h 8020878"/>
              <a:gd name="connsiteX118" fmla="*/ 357809 w 5855083"/>
              <a:gd name="connsiteY118" fmla="*/ 6430617 h 8020878"/>
              <a:gd name="connsiteX119" fmla="*/ 178905 w 5855083"/>
              <a:gd name="connsiteY119" fmla="*/ 6490252 h 8020878"/>
              <a:gd name="connsiteX120" fmla="*/ 238540 w 5855083"/>
              <a:gd name="connsiteY120" fmla="*/ 6619460 h 8020878"/>
              <a:gd name="connsiteX121" fmla="*/ 258418 w 5855083"/>
              <a:gd name="connsiteY121" fmla="*/ 6698973 h 8020878"/>
              <a:gd name="connsiteX122" fmla="*/ 298174 w 5855083"/>
              <a:gd name="connsiteY122" fmla="*/ 6957391 h 8020878"/>
              <a:gd name="connsiteX123" fmla="*/ 347870 w 5855083"/>
              <a:gd name="connsiteY123" fmla="*/ 7394713 h 8020878"/>
              <a:gd name="connsiteX124" fmla="*/ 367748 w 5855083"/>
              <a:gd name="connsiteY124" fmla="*/ 7732643 h 8020878"/>
              <a:gd name="connsiteX125" fmla="*/ 387627 w 5855083"/>
              <a:gd name="connsiteY125" fmla="*/ 7871791 h 8020878"/>
              <a:gd name="connsiteX126" fmla="*/ 407505 w 5855083"/>
              <a:gd name="connsiteY126" fmla="*/ 8020878 h 8020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5855083" h="8020878">
                <a:moveTo>
                  <a:pt x="208722" y="0"/>
                </a:moveTo>
                <a:cubicBezTo>
                  <a:pt x="198783" y="26504"/>
                  <a:pt x="189792" y="53384"/>
                  <a:pt x="178905" y="79513"/>
                </a:cubicBezTo>
                <a:cubicBezTo>
                  <a:pt x="173207" y="93189"/>
                  <a:pt x="163176" y="105045"/>
                  <a:pt x="159027" y="119269"/>
                </a:cubicBezTo>
                <a:cubicBezTo>
                  <a:pt x="112771" y="277861"/>
                  <a:pt x="112761" y="297472"/>
                  <a:pt x="89453" y="437321"/>
                </a:cubicBezTo>
                <a:cubicBezTo>
                  <a:pt x="82827" y="520147"/>
                  <a:pt x="81005" y="603499"/>
                  <a:pt x="69574" y="685800"/>
                </a:cubicBezTo>
                <a:cubicBezTo>
                  <a:pt x="64377" y="723215"/>
                  <a:pt x="46430" y="757950"/>
                  <a:pt x="39757" y="795130"/>
                </a:cubicBezTo>
                <a:cubicBezTo>
                  <a:pt x="23202" y="887363"/>
                  <a:pt x="13252" y="980661"/>
                  <a:pt x="0" y="1073426"/>
                </a:cubicBezTo>
                <a:cubicBezTo>
                  <a:pt x="9939" y="1202635"/>
                  <a:pt x="16707" y="1332127"/>
                  <a:pt x="29818" y="1461052"/>
                </a:cubicBezTo>
                <a:cubicBezTo>
                  <a:pt x="39325" y="1554537"/>
                  <a:pt x="61915" y="1672376"/>
                  <a:pt x="79513" y="1769165"/>
                </a:cubicBezTo>
                <a:cubicBezTo>
                  <a:pt x="86139" y="1845365"/>
                  <a:pt x="86817" y="1922318"/>
                  <a:pt x="99392" y="1997765"/>
                </a:cubicBezTo>
                <a:cubicBezTo>
                  <a:pt x="106800" y="2042214"/>
                  <a:pt x="126768" y="2083645"/>
                  <a:pt x="139148" y="2126973"/>
                </a:cubicBezTo>
                <a:cubicBezTo>
                  <a:pt x="146654" y="2153242"/>
                  <a:pt x="150387" y="2180569"/>
                  <a:pt x="159027" y="2206487"/>
                </a:cubicBezTo>
                <a:cubicBezTo>
                  <a:pt x="167006" y="2230423"/>
                  <a:pt x="180865" y="2252124"/>
                  <a:pt x="188844" y="2276060"/>
                </a:cubicBezTo>
                <a:cubicBezTo>
                  <a:pt x="221704" y="2374642"/>
                  <a:pt x="179194" y="2340809"/>
                  <a:pt x="248479" y="2375452"/>
                </a:cubicBezTo>
                <a:cubicBezTo>
                  <a:pt x="261731" y="2392017"/>
                  <a:pt x="270793" y="2413072"/>
                  <a:pt x="288235" y="2425147"/>
                </a:cubicBezTo>
                <a:cubicBezTo>
                  <a:pt x="324571" y="2450303"/>
                  <a:pt x="401867" y="2473974"/>
                  <a:pt x="447261" y="2484782"/>
                </a:cubicBezTo>
                <a:cubicBezTo>
                  <a:pt x="548449" y="2508874"/>
                  <a:pt x="597663" y="2516646"/>
                  <a:pt x="695740" y="2534478"/>
                </a:cubicBezTo>
                <a:lnTo>
                  <a:pt x="1848679" y="2514600"/>
                </a:lnTo>
                <a:cubicBezTo>
                  <a:pt x="1885701" y="2513434"/>
                  <a:pt x="1921362" y="2500110"/>
                  <a:pt x="1958009" y="2494721"/>
                </a:cubicBezTo>
                <a:cubicBezTo>
                  <a:pt x="2034037" y="2483540"/>
                  <a:pt x="2110175" y="2472845"/>
                  <a:pt x="2186609" y="2464904"/>
                </a:cubicBezTo>
                <a:cubicBezTo>
                  <a:pt x="2365317" y="2446337"/>
                  <a:pt x="2543880" y="2424245"/>
                  <a:pt x="2723322" y="2415208"/>
                </a:cubicBezTo>
                <a:cubicBezTo>
                  <a:pt x="3004652" y="2401040"/>
                  <a:pt x="3286539" y="2401956"/>
                  <a:pt x="3568148" y="2395330"/>
                </a:cubicBezTo>
                <a:cubicBezTo>
                  <a:pt x="3607905" y="2388704"/>
                  <a:pt x="3647406" y="2380302"/>
                  <a:pt x="3687418" y="2375452"/>
                </a:cubicBezTo>
                <a:cubicBezTo>
                  <a:pt x="3756799" y="2367042"/>
                  <a:pt x="3827064" y="2366200"/>
                  <a:pt x="3896140" y="2355573"/>
                </a:cubicBezTo>
                <a:cubicBezTo>
                  <a:pt x="3956519" y="2346284"/>
                  <a:pt x="4015409" y="2329069"/>
                  <a:pt x="4075044" y="2315817"/>
                </a:cubicBezTo>
                <a:lnTo>
                  <a:pt x="4631635" y="2355573"/>
                </a:lnTo>
                <a:cubicBezTo>
                  <a:pt x="4752898" y="2365540"/>
                  <a:pt x="4807014" y="2376521"/>
                  <a:pt x="4919870" y="2395330"/>
                </a:cubicBezTo>
                <a:cubicBezTo>
                  <a:pt x="4949687" y="2405269"/>
                  <a:pt x="4983903" y="2406661"/>
                  <a:pt x="5009322" y="2425147"/>
                </a:cubicBezTo>
                <a:cubicBezTo>
                  <a:pt x="5023751" y="2435641"/>
                  <a:pt x="5014148" y="2465264"/>
                  <a:pt x="5029200" y="2474843"/>
                </a:cubicBezTo>
                <a:cubicBezTo>
                  <a:pt x="5054970" y="2491242"/>
                  <a:pt x="5088835" y="2488095"/>
                  <a:pt x="5118653" y="2494721"/>
                </a:cubicBezTo>
                <a:cubicBezTo>
                  <a:pt x="5125279" y="2501347"/>
                  <a:pt x="5130150" y="2510409"/>
                  <a:pt x="5138531" y="2514600"/>
                </a:cubicBezTo>
                <a:cubicBezTo>
                  <a:pt x="5157272" y="2523971"/>
                  <a:pt x="5182397" y="2520680"/>
                  <a:pt x="5198166" y="2534478"/>
                </a:cubicBezTo>
                <a:cubicBezTo>
                  <a:pt x="5211593" y="2546226"/>
                  <a:pt x="5210798" y="2567870"/>
                  <a:pt x="5218044" y="2584173"/>
                </a:cubicBezTo>
                <a:cubicBezTo>
                  <a:pt x="5224061" y="2597712"/>
                  <a:pt x="5232419" y="2610173"/>
                  <a:pt x="5237922" y="2623930"/>
                </a:cubicBezTo>
                <a:cubicBezTo>
                  <a:pt x="5245704" y="2643385"/>
                  <a:pt x="5244002" y="2667796"/>
                  <a:pt x="5257800" y="2683565"/>
                </a:cubicBezTo>
                <a:cubicBezTo>
                  <a:pt x="5269549" y="2696992"/>
                  <a:pt x="5290931" y="2696817"/>
                  <a:pt x="5307496" y="2703443"/>
                </a:cubicBezTo>
                <a:cubicBezTo>
                  <a:pt x="5310422" y="2716611"/>
                  <a:pt x="5340429" y="2855347"/>
                  <a:pt x="5347253" y="2872408"/>
                </a:cubicBezTo>
                <a:cubicBezTo>
                  <a:pt x="5350733" y="2881109"/>
                  <a:pt x="5360505" y="2885661"/>
                  <a:pt x="5367131" y="2892287"/>
                </a:cubicBezTo>
                <a:cubicBezTo>
                  <a:pt x="5380383" y="2948609"/>
                  <a:pt x="5404822" y="3003429"/>
                  <a:pt x="5406887" y="3061252"/>
                </a:cubicBezTo>
                <a:cubicBezTo>
                  <a:pt x="5408235" y="3099002"/>
                  <a:pt x="5387729" y="3134343"/>
                  <a:pt x="5377070" y="3170582"/>
                </a:cubicBezTo>
                <a:cubicBezTo>
                  <a:pt x="5368561" y="3199512"/>
                  <a:pt x="5355211" y="3243126"/>
                  <a:pt x="5337313" y="3269973"/>
                </a:cubicBezTo>
                <a:cubicBezTo>
                  <a:pt x="5332115" y="3277770"/>
                  <a:pt x="5325571" y="3285203"/>
                  <a:pt x="5317435" y="3289852"/>
                </a:cubicBezTo>
                <a:cubicBezTo>
                  <a:pt x="5301945" y="3298704"/>
                  <a:pt x="5284305" y="3303104"/>
                  <a:pt x="5267740" y="3309730"/>
                </a:cubicBezTo>
                <a:cubicBezTo>
                  <a:pt x="5251397" y="3350585"/>
                  <a:pt x="5249451" y="3374375"/>
                  <a:pt x="5208105" y="3399182"/>
                </a:cubicBezTo>
                <a:cubicBezTo>
                  <a:pt x="5190137" y="3409962"/>
                  <a:pt x="5168348" y="3412434"/>
                  <a:pt x="5148470" y="3419060"/>
                </a:cubicBezTo>
                <a:cubicBezTo>
                  <a:pt x="5122508" y="3470985"/>
                  <a:pt x="5133356" y="3470690"/>
                  <a:pt x="5059018" y="3488634"/>
                </a:cubicBezTo>
                <a:cubicBezTo>
                  <a:pt x="4949897" y="3514974"/>
                  <a:pt x="4658517" y="3556090"/>
                  <a:pt x="4562061" y="3568147"/>
                </a:cubicBezTo>
                <a:cubicBezTo>
                  <a:pt x="4469485" y="3579719"/>
                  <a:pt x="4376531" y="3588026"/>
                  <a:pt x="4283766" y="3597965"/>
                </a:cubicBezTo>
                <a:cubicBezTo>
                  <a:pt x="4171122" y="3627782"/>
                  <a:pt x="4054024" y="3644141"/>
                  <a:pt x="3945835" y="3687417"/>
                </a:cubicBezTo>
                <a:cubicBezTo>
                  <a:pt x="3929270" y="3694043"/>
                  <a:pt x="3913866" y="3705269"/>
                  <a:pt x="3896140" y="3707295"/>
                </a:cubicBezTo>
                <a:cubicBezTo>
                  <a:pt x="3797172" y="3718605"/>
                  <a:pt x="3697325" y="3720076"/>
                  <a:pt x="3597966" y="3727173"/>
                </a:cubicBezTo>
                <a:cubicBezTo>
                  <a:pt x="3511792" y="3733328"/>
                  <a:pt x="3425367" y="3737102"/>
                  <a:pt x="3339548" y="3747052"/>
                </a:cubicBezTo>
                <a:cubicBezTo>
                  <a:pt x="3196664" y="3763618"/>
                  <a:pt x="3055903" y="3801211"/>
                  <a:pt x="2912166" y="3806687"/>
                </a:cubicBezTo>
                <a:cubicBezTo>
                  <a:pt x="2359249" y="3827750"/>
                  <a:pt x="1805609" y="3819939"/>
                  <a:pt x="1252331" y="3826565"/>
                </a:cubicBezTo>
                <a:lnTo>
                  <a:pt x="1083366" y="3846443"/>
                </a:lnTo>
                <a:cubicBezTo>
                  <a:pt x="1017160" y="3853600"/>
                  <a:pt x="948885" y="3849009"/>
                  <a:pt x="884583" y="3866321"/>
                </a:cubicBezTo>
                <a:cubicBezTo>
                  <a:pt x="859597" y="3873048"/>
                  <a:pt x="849496" y="3907834"/>
                  <a:pt x="824948" y="3916017"/>
                </a:cubicBezTo>
                <a:cubicBezTo>
                  <a:pt x="777385" y="3931871"/>
                  <a:pt x="725413" y="3928272"/>
                  <a:pt x="675861" y="3935895"/>
                </a:cubicBezTo>
                <a:cubicBezTo>
                  <a:pt x="639251" y="3941527"/>
                  <a:pt x="602974" y="3949147"/>
                  <a:pt x="566531" y="3955773"/>
                </a:cubicBezTo>
                <a:cubicBezTo>
                  <a:pt x="469563" y="4004258"/>
                  <a:pt x="584471" y="3948796"/>
                  <a:pt x="387627" y="4025347"/>
                </a:cubicBezTo>
                <a:cubicBezTo>
                  <a:pt x="373818" y="4030717"/>
                  <a:pt x="359853" y="4036511"/>
                  <a:pt x="347870" y="4045226"/>
                </a:cubicBezTo>
                <a:cubicBezTo>
                  <a:pt x="323167" y="4063191"/>
                  <a:pt x="301125" y="4084567"/>
                  <a:pt x="278296" y="4104860"/>
                </a:cubicBezTo>
                <a:cubicBezTo>
                  <a:pt x="271292" y="4111086"/>
                  <a:pt x="263616" y="4116942"/>
                  <a:pt x="258418" y="4124739"/>
                </a:cubicBezTo>
                <a:cubicBezTo>
                  <a:pt x="250200" y="4137067"/>
                  <a:pt x="244557" y="4150956"/>
                  <a:pt x="238540" y="4164495"/>
                </a:cubicBezTo>
                <a:cubicBezTo>
                  <a:pt x="231294" y="4180799"/>
                  <a:pt x="224926" y="4197486"/>
                  <a:pt x="218661" y="4214191"/>
                </a:cubicBezTo>
                <a:cubicBezTo>
                  <a:pt x="205045" y="4250500"/>
                  <a:pt x="195155" y="4288312"/>
                  <a:pt x="178905" y="4323521"/>
                </a:cubicBezTo>
                <a:cubicBezTo>
                  <a:pt x="174978" y="4332029"/>
                  <a:pt x="165653" y="4336774"/>
                  <a:pt x="159027" y="4343400"/>
                </a:cubicBezTo>
                <a:cubicBezTo>
                  <a:pt x="121092" y="4571001"/>
                  <a:pt x="125846" y="4496139"/>
                  <a:pt x="149087" y="4860234"/>
                </a:cubicBezTo>
                <a:cubicBezTo>
                  <a:pt x="153353" y="4927066"/>
                  <a:pt x="168044" y="4928886"/>
                  <a:pt x="208722" y="4969565"/>
                </a:cubicBezTo>
                <a:cubicBezTo>
                  <a:pt x="215348" y="4986130"/>
                  <a:pt x="219748" y="5003770"/>
                  <a:pt x="228600" y="5019260"/>
                </a:cubicBezTo>
                <a:cubicBezTo>
                  <a:pt x="239870" y="5038983"/>
                  <a:pt x="262422" y="5044907"/>
                  <a:pt x="278296" y="5059017"/>
                </a:cubicBezTo>
                <a:cubicBezTo>
                  <a:pt x="299307" y="5077694"/>
                  <a:pt x="312787" y="5106080"/>
                  <a:pt x="337931" y="5118652"/>
                </a:cubicBezTo>
                <a:cubicBezTo>
                  <a:pt x="351183" y="5125278"/>
                  <a:pt x="364148" y="5132513"/>
                  <a:pt x="377687" y="5138530"/>
                </a:cubicBezTo>
                <a:cubicBezTo>
                  <a:pt x="393991" y="5145776"/>
                  <a:pt x="411674" y="5149949"/>
                  <a:pt x="427383" y="5158408"/>
                </a:cubicBezTo>
                <a:cubicBezTo>
                  <a:pt x="454902" y="5173226"/>
                  <a:pt x="480392" y="5191539"/>
                  <a:pt x="506896" y="5208104"/>
                </a:cubicBezTo>
                <a:lnTo>
                  <a:pt x="1679713" y="5168347"/>
                </a:lnTo>
                <a:cubicBezTo>
                  <a:pt x="1974442" y="5155716"/>
                  <a:pt x="1809965" y="5153018"/>
                  <a:pt x="2057400" y="5118652"/>
                </a:cubicBezTo>
                <a:cubicBezTo>
                  <a:pt x="2123358" y="5109491"/>
                  <a:pt x="2189922" y="5105399"/>
                  <a:pt x="2256183" y="5098773"/>
                </a:cubicBezTo>
                <a:cubicBezTo>
                  <a:pt x="2302566" y="5082208"/>
                  <a:pt x="2347367" y="5060269"/>
                  <a:pt x="2395331" y="5049078"/>
                </a:cubicBezTo>
                <a:cubicBezTo>
                  <a:pt x="2447355" y="5036939"/>
                  <a:pt x="2501404" y="5036260"/>
                  <a:pt x="2554357" y="5029200"/>
                </a:cubicBezTo>
                <a:cubicBezTo>
                  <a:pt x="2600800" y="5023008"/>
                  <a:pt x="2647734" y="5019333"/>
                  <a:pt x="2693505" y="5009321"/>
                </a:cubicBezTo>
                <a:cubicBezTo>
                  <a:pt x="3059237" y="4929317"/>
                  <a:pt x="2670941" y="4977146"/>
                  <a:pt x="3101009" y="4939747"/>
                </a:cubicBezTo>
                <a:cubicBezTo>
                  <a:pt x="3320579" y="4879865"/>
                  <a:pt x="3098910" y="4933329"/>
                  <a:pt x="3438940" y="4890052"/>
                </a:cubicBezTo>
                <a:cubicBezTo>
                  <a:pt x="3545385" y="4876504"/>
                  <a:pt x="3650975" y="4856921"/>
                  <a:pt x="3756992" y="4840356"/>
                </a:cubicBezTo>
                <a:lnTo>
                  <a:pt x="4959627" y="4880113"/>
                </a:lnTo>
                <a:cubicBezTo>
                  <a:pt x="5080088" y="4885673"/>
                  <a:pt x="5013733" y="4894835"/>
                  <a:pt x="5088835" y="4919869"/>
                </a:cubicBezTo>
                <a:cubicBezTo>
                  <a:pt x="5114753" y="4928508"/>
                  <a:pt x="5141844" y="4933121"/>
                  <a:pt x="5168348" y="4939747"/>
                </a:cubicBezTo>
                <a:cubicBezTo>
                  <a:pt x="5174974" y="4956312"/>
                  <a:pt x="5174144" y="4978489"/>
                  <a:pt x="5188227" y="4989443"/>
                </a:cubicBezTo>
                <a:cubicBezTo>
                  <a:pt x="5207265" y="5004251"/>
                  <a:pt x="5235760" y="4999525"/>
                  <a:pt x="5257800" y="5009321"/>
                </a:cubicBezTo>
                <a:cubicBezTo>
                  <a:pt x="5266363" y="5013127"/>
                  <a:pt x="5270100" y="5023688"/>
                  <a:pt x="5277679" y="5029200"/>
                </a:cubicBezTo>
                <a:cubicBezTo>
                  <a:pt x="5306661" y="5050278"/>
                  <a:pt x="5335079" y="5072808"/>
                  <a:pt x="5367131" y="5088834"/>
                </a:cubicBezTo>
                <a:lnTo>
                  <a:pt x="5446644" y="5128591"/>
                </a:lnTo>
                <a:cubicBezTo>
                  <a:pt x="5459896" y="5145156"/>
                  <a:pt x="5469655" y="5165263"/>
                  <a:pt x="5486400" y="5178287"/>
                </a:cubicBezTo>
                <a:cubicBezTo>
                  <a:pt x="5500483" y="5189241"/>
                  <a:pt x="5519792" y="5190919"/>
                  <a:pt x="5536096" y="5198165"/>
                </a:cubicBezTo>
                <a:cubicBezTo>
                  <a:pt x="5549636" y="5204182"/>
                  <a:pt x="5562601" y="5211417"/>
                  <a:pt x="5575853" y="5218043"/>
                </a:cubicBezTo>
                <a:cubicBezTo>
                  <a:pt x="5582479" y="5237921"/>
                  <a:pt x="5582867" y="5261138"/>
                  <a:pt x="5595731" y="5277678"/>
                </a:cubicBezTo>
                <a:cubicBezTo>
                  <a:pt x="5603672" y="5287888"/>
                  <a:pt x="5669916" y="5319740"/>
                  <a:pt x="5685183" y="5327373"/>
                </a:cubicBezTo>
                <a:cubicBezTo>
                  <a:pt x="5754568" y="5535530"/>
                  <a:pt x="5651265" y="5255251"/>
                  <a:pt x="5744818" y="5426765"/>
                </a:cubicBezTo>
                <a:cubicBezTo>
                  <a:pt x="5756368" y="5447939"/>
                  <a:pt x="5755564" y="5474015"/>
                  <a:pt x="5764696" y="5496339"/>
                </a:cubicBezTo>
                <a:cubicBezTo>
                  <a:pt x="5885711" y="5792155"/>
                  <a:pt x="5800659" y="5544593"/>
                  <a:pt x="5854148" y="5705060"/>
                </a:cubicBezTo>
                <a:cubicBezTo>
                  <a:pt x="5840958" y="6008439"/>
                  <a:pt x="5889294" y="5854292"/>
                  <a:pt x="5794513" y="6003234"/>
                </a:cubicBezTo>
                <a:cubicBezTo>
                  <a:pt x="5786558" y="6015734"/>
                  <a:pt x="5780652" y="6029451"/>
                  <a:pt x="5774635" y="6042991"/>
                </a:cubicBezTo>
                <a:cubicBezTo>
                  <a:pt x="5767389" y="6059295"/>
                  <a:pt x="5767373" y="6080071"/>
                  <a:pt x="5754757" y="6092687"/>
                </a:cubicBezTo>
                <a:cubicBezTo>
                  <a:pt x="5742141" y="6105303"/>
                  <a:pt x="5721365" y="6105319"/>
                  <a:pt x="5705061" y="6112565"/>
                </a:cubicBezTo>
                <a:cubicBezTo>
                  <a:pt x="5691522" y="6118582"/>
                  <a:pt x="5678557" y="6125817"/>
                  <a:pt x="5665305" y="6132443"/>
                </a:cubicBezTo>
                <a:cubicBezTo>
                  <a:pt x="5655366" y="6145695"/>
                  <a:pt x="5649463" y="6163306"/>
                  <a:pt x="5635487" y="6172200"/>
                </a:cubicBezTo>
                <a:cubicBezTo>
                  <a:pt x="5574735" y="6210860"/>
                  <a:pt x="5467659" y="6213792"/>
                  <a:pt x="5406887" y="6221895"/>
                </a:cubicBezTo>
                <a:lnTo>
                  <a:pt x="4383157" y="6211956"/>
                </a:lnTo>
                <a:cubicBezTo>
                  <a:pt x="4326465" y="6210539"/>
                  <a:pt x="4269592" y="6204197"/>
                  <a:pt x="4214192" y="6192078"/>
                </a:cubicBezTo>
                <a:cubicBezTo>
                  <a:pt x="4163018" y="6180884"/>
                  <a:pt x="4114801" y="6158947"/>
                  <a:pt x="4065105" y="6142382"/>
                </a:cubicBezTo>
                <a:lnTo>
                  <a:pt x="3200400" y="6182139"/>
                </a:lnTo>
                <a:cubicBezTo>
                  <a:pt x="3100919" y="6187241"/>
                  <a:pt x="3001390" y="6192573"/>
                  <a:pt x="2902227" y="6202017"/>
                </a:cubicBezTo>
                <a:cubicBezTo>
                  <a:pt x="2862104" y="6205838"/>
                  <a:pt x="2822931" y="6216737"/>
                  <a:pt x="2782957" y="6221895"/>
                </a:cubicBezTo>
                <a:cubicBezTo>
                  <a:pt x="2720182" y="6229995"/>
                  <a:pt x="2657061" y="6235147"/>
                  <a:pt x="2594113" y="6241773"/>
                </a:cubicBezTo>
                <a:cubicBezTo>
                  <a:pt x="2238782" y="6326377"/>
                  <a:pt x="2422857" y="6296705"/>
                  <a:pt x="1888435" y="6311347"/>
                </a:cubicBezTo>
                <a:lnTo>
                  <a:pt x="934279" y="6331226"/>
                </a:lnTo>
                <a:cubicBezTo>
                  <a:pt x="864705" y="6337852"/>
                  <a:pt x="794089" y="6337398"/>
                  <a:pt x="725557" y="6351104"/>
                </a:cubicBezTo>
                <a:cubicBezTo>
                  <a:pt x="677261" y="6360763"/>
                  <a:pt x="634549" y="6390391"/>
                  <a:pt x="586409" y="6400800"/>
                </a:cubicBezTo>
                <a:cubicBezTo>
                  <a:pt x="511299" y="6417040"/>
                  <a:pt x="434009" y="6420678"/>
                  <a:pt x="357809" y="6430617"/>
                </a:cubicBezTo>
                <a:cubicBezTo>
                  <a:pt x="324092" y="6440250"/>
                  <a:pt x="193306" y="6475851"/>
                  <a:pt x="178905" y="6490252"/>
                </a:cubicBezTo>
                <a:cubicBezTo>
                  <a:pt x="150874" y="6518283"/>
                  <a:pt x="237453" y="6617939"/>
                  <a:pt x="238540" y="6619460"/>
                </a:cubicBezTo>
                <a:cubicBezTo>
                  <a:pt x="245166" y="6645964"/>
                  <a:pt x="252790" y="6672239"/>
                  <a:pt x="258418" y="6698973"/>
                </a:cubicBezTo>
                <a:cubicBezTo>
                  <a:pt x="276763" y="6786113"/>
                  <a:pt x="287614" y="6868388"/>
                  <a:pt x="298174" y="6957391"/>
                </a:cubicBezTo>
                <a:cubicBezTo>
                  <a:pt x="315459" y="7103081"/>
                  <a:pt x="334756" y="7248588"/>
                  <a:pt x="347870" y="7394713"/>
                </a:cubicBezTo>
                <a:cubicBezTo>
                  <a:pt x="357956" y="7507099"/>
                  <a:pt x="358377" y="7620195"/>
                  <a:pt x="367748" y="7732643"/>
                </a:cubicBezTo>
                <a:cubicBezTo>
                  <a:pt x="371639" y="7779335"/>
                  <a:pt x="380224" y="7825526"/>
                  <a:pt x="387627" y="7871791"/>
                </a:cubicBezTo>
                <a:cubicBezTo>
                  <a:pt x="409876" y="8010843"/>
                  <a:pt x="407505" y="7938111"/>
                  <a:pt x="407505" y="8020878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fromWordArt="0" anchor="t" anchorCtr="0" forceAA="0" compatLnSpc="1">
            <a:noAutofit/>
          </a:bodyPr>
          <a:lstStyle/>
          <a:p>
            <a:pPr algn="l" defTabSz="914400" latinLnBrk="1"/>
            <a:endParaRPr lang="zh-CN" altLang="en-US" sz="1800" b="0"/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747200" y="2959079"/>
            <a:ext cx="7423546" cy="238817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测试用例</a:t>
            </a:r>
            <a:endParaRPr lang="en-US" altLang="zh-CN" sz="4800" b="1" dirty="0"/>
          </a:p>
          <a:p>
            <a:pPr marL="1270000" lvl="2" indent="0">
              <a:buNone/>
            </a:pPr>
            <a:endParaRPr lang="en-US" altLang="zh-CN" sz="4800" dirty="0">
              <a:solidFill>
                <a:srgbClr val="FF0000"/>
              </a:solidFill>
            </a:endParaRPr>
          </a:p>
          <a:p>
            <a:pPr marL="1270000" lvl="2" indent="0">
              <a:buNone/>
            </a:pPr>
            <a:endParaRPr lang="zh-CN" altLang="en-US" sz="4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37970" y="5358403"/>
          <a:ext cx="6709964" cy="12801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77491"/>
                <a:gridCol w="1677491"/>
                <a:gridCol w="1677491"/>
                <a:gridCol w="1677491"/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ID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A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B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X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0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4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2747200" y="7559204"/>
            <a:ext cx="7423546" cy="190417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测试用例执行路径</a:t>
            </a:r>
            <a:endParaRPr lang="en-US" altLang="zh-CN" sz="4800" b="1" dirty="0"/>
          </a:p>
          <a:p>
            <a:pPr lvl="2"/>
            <a:r>
              <a:rPr lang="en-US" altLang="zh-CN" sz="4800" dirty="0" err="1">
                <a:solidFill>
                  <a:srgbClr val="FF0000"/>
                </a:solidFill>
              </a:rPr>
              <a:t>sacbed</a:t>
            </a:r>
            <a:endParaRPr lang="en-US" altLang="zh-CN" sz="4800" dirty="0">
              <a:solidFill>
                <a:srgbClr val="FF0000"/>
              </a:solidFill>
            </a:endParaRPr>
          </a:p>
          <a:p>
            <a:pPr marL="1270000" lvl="2" indent="0">
              <a:buNone/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7460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70" y="2278596"/>
            <a:ext cx="19868961" cy="429232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语句覆盖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选取足够多的测试数据，使被测试程序中每个语句至少执行一次。</a:t>
            </a:r>
            <a:endParaRPr lang="en-US" altLang="zh-CN" sz="4800" dirty="0"/>
          </a:p>
          <a:p>
            <a:pPr lvl="2"/>
            <a:r>
              <a:rPr lang="zh-CN" altLang="en-US" sz="4800" dirty="0">
                <a:solidFill>
                  <a:schemeClr val="tx1"/>
                </a:solidFill>
              </a:rPr>
              <a:t>使用尽可能少的测试用例！</a:t>
            </a:r>
            <a:endParaRPr lang="en-US" altLang="zh-CN" sz="4800" dirty="0">
              <a:solidFill>
                <a:schemeClr val="tx1"/>
              </a:solidFill>
            </a:endParaRPr>
          </a:p>
          <a:p>
            <a:pPr marL="1270000" lvl="2" indent="0">
              <a:buNone/>
            </a:pPr>
            <a:endParaRPr lang="en-US" altLang="zh-CN" sz="4800" dirty="0"/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484" y="6240721"/>
            <a:ext cx="11832987" cy="7475279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3109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grpSp>
        <p:nvGrpSpPr>
          <p:cNvPr id="2" name="Group 1"/>
          <p:cNvGrpSpPr/>
          <p:nvPr/>
        </p:nvGrpSpPr>
        <p:grpSpPr>
          <a:xfrm>
            <a:off x="12327780" y="1029737"/>
            <a:ext cx="10228267" cy="11058094"/>
            <a:chOff x="12327780" y="1029737"/>
            <a:chExt cx="10228267" cy="11058094"/>
          </a:xfrm>
        </p:grpSpPr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>
              <a:off x="13633516" y="10833406"/>
              <a:ext cx="2176227" cy="1254425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返回</a:t>
              </a:r>
              <a:endParaRPr kumimoji="1"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utoShape 6"/>
            <p:cNvSpPr>
              <a:spLocks noChangeArrowheads="1"/>
            </p:cNvSpPr>
            <p:nvPr/>
          </p:nvSpPr>
          <p:spPr bwMode="auto">
            <a:xfrm>
              <a:off x="12327780" y="5397564"/>
              <a:ext cx="5005322" cy="1881637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y&lt;min</a:t>
              </a:r>
              <a:endParaRPr kumimoji="1"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utoShape 7"/>
            <p:cNvSpPr>
              <a:spLocks noChangeArrowheads="1"/>
            </p:cNvSpPr>
            <p:nvPr/>
          </p:nvSpPr>
          <p:spPr bwMode="auto">
            <a:xfrm>
              <a:off x="12327780" y="8324556"/>
              <a:ext cx="5005322" cy="1881637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z&lt;min</a:t>
              </a:r>
              <a:endParaRPr kumimoji="1"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14721629" y="4561281"/>
              <a:ext cx="0" cy="836283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14721630" y="7279202"/>
              <a:ext cx="0" cy="1045354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14721630" y="10206194"/>
              <a:ext cx="0" cy="627212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4" name="AutoShape 11"/>
            <p:cNvSpPr>
              <a:spLocks noChangeArrowheads="1"/>
            </p:cNvSpPr>
            <p:nvPr/>
          </p:nvSpPr>
          <p:spPr bwMode="auto">
            <a:xfrm>
              <a:off x="18421216" y="5188494"/>
              <a:ext cx="4134831" cy="1672567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min=y</a:t>
              </a:r>
              <a:endPara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AutoShape 12"/>
            <p:cNvSpPr>
              <a:spLocks noChangeArrowheads="1"/>
            </p:cNvSpPr>
            <p:nvPr/>
          </p:nvSpPr>
          <p:spPr bwMode="auto">
            <a:xfrm>
              <a:off x="18421216" y="8324556"/>
              <a:ext cx="4134831" cy="1672567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min=z</a:t>
              </a:r>
              <a:endPara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20379820" y="6861060"/>
              <a:ext cx="0" cy="836283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>
              <a:off x="14721630" y="7697344"/>
              <a:ext cx="5658190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20379820" y="9997123"/>
              <a:ext cx="0" cy="418142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 flipH="1">
              <a:off x="14721630" y="10415264"/>
              <a:ext cx="5658190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17333102" y="6233848"/>
              <a:ext cx="1088114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17333102" y="9160839"/>
              <a:ext cx="1088114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5" name="Text Box 19"/>
            <p:cNvSpPr txBox="1">
              <a:spLocks noChangeArrowheads="1"/>
            </p:cNvSpPr>
            <p:nvPr/>
          </p:nvSpPr>
          <p:spPr bwMode="auto">
            <a:xfrm>
              <a:off x="12519112" y="1171313"/>
              <a:ext cx="604765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20"/>
            <p:cNvSpPr txBox="1">
              <a:spLocks noChangeArrowheads="1"/>
            </p:cNvSpPr>
            <p:nvPr/>
          </p:nvSpPr>
          <p:spPr bwMode="auto">
            <a:xfrm>
              <a:off x="12469896" y="4883599"/>
              <a:ext cx="703195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21"/>
            <p:cNvSpPr txBox="1">
              <a:spLocks noChangeArrowheads="1"/>
            </p:cNvSpPr>
            <p:nvPr/>
          </p:nvSpPr>
          <p:spPr bwMode="auto">
            <a:xfrm>
              <a:off x="12444716" y="7601519"/>
              <a:ext cx="75355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2"/>
            <p:cNvSpPr txBox="1">
              <a:spLocks noChangeArrowheads="1"/>
            </p:cNvSpPr>
            <p:nvPr/>
          </p:nvSpPr>
          <p:spPr bwMode="auto">
            <a:xfrm>
              <a:off x="12444716" y="10528511"/>
              <a:ext cx="75355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3"/>
            <p:cNvSpPr txBox="1">
              <a:spLocks noChangeArrowheads="1"/>
            </p:cNvSpPr>
            <p:nvPr/>
          </p:nvSpPr>
          <p:spPr bwMode="auto">
            <a:xfrm>
              <a:off x="21769449" y="4121088"/>
              <a:ext cx="65283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4"/>
            <p:cNvSpPr txBox="1">
              <a:spLocks noChangeArrowheads="1"/>
            </p:cNvSpPr>
            <p:nvPr/>
          </p:nvSpPr>
          <p:spPr bwMode="auto">
            <a:xfrm>
              <a:off x="21769449" y="7455044"/>
              <a:ext cx="65283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utoShape 4"/>
            <p:cNvSpPr>
              <a:spLocks noChangeArrowheads="1"/>
            </p:cNvSpPr>
            <p:nvPr/>
          </p:nvSpPr>
          <p:spPr bwMode="auto">
            <a:xfrm>
              <a:off x="13575049" y="1029737"/>
              <a:ext cx="2176227" cy="1270953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入口</a:t>
              </a:r>
              <a:endParaRPr kumimoji="1"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Line 8"/>
            <p:cNvSpPr>
              <a:spLocks noChangeShapeType="1"/>
            </p:cNvSpPr>
            <p:nvPr/>
          </p:nvSpPr>
          <p:spPr bwMode="auto">
            <a:xfrm flipH="1">
              <a:off x="14721629" y="2364117"/>
              <a:ext cx="1" cy="846915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33" name="Text Box 19"/>
            <p:cNvSpPr txBox="1">
              <a:spLocks noChangeArrowheads="1"/>
            </p:cNvSpPr>
            <p:nvPr/>
          </p:nvSpPr>
          <p:spPr bwMode="auto">
            <a:xfrm>
              <a:off x="12472680" y="3356676"/>
              <a:ext cx="697628" cy="83099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  <p:sp>
        <p:nvSpPr>
          <p:cNvPr id="34" name="AutoShape 12"/>
          <p:cNvSpPr>
            <a:spLocks noChangeArrowheads="1"/>
          </p:cNvSpPr>
          <p:nvPr/>
        </p:nvSpPr>
        <p:spPr bwMode="auto">
          <a:xfrm>
            <a:off x="13170308" y="3226901"/>
            <a:ext cx="3348233" cy="1270953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min=x</a:t>
            </a:r>
            <a:endParaRPr kumimoji="1"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26" y="4561281"/>
            <a:ext cx="10184058" cy="6433597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9268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"/>
          <p:cNvGrpSpPr/>
          <p:nvPr/>
        </p:nvGrpSpPr>
        <p:grpSpPr>
          <a:xfrm>
            <a:off x="12327780" y="1029737"/>
            <a:ext cx="10228267" cy="11058094"/>
            <a:chOff x="12327780" y="1029737"/>
            <a:chExt cx="10228267" cy="11058094"/>
          </a:xfrm>
        </p:grpSpPr>
        <p:sp>
          <p:nvSpPr>
            <p:cNvPr id="11" name="AutoShape 5"/>
            <p:cNvSpPr>
              <a:spLocks noChangeArrowheads="1"/>
            </p:cNvSpPr>
            <p:nvPr/>
          </p:nvSpPr>
          <p:spPr bwMode="auto">
            <a:xfrm>
              <a:off x="13633516" y="10833406"/>
              <a:ext cx="2176227" cy="1254425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返回</a:t>
              </a:r>
              <a:endParaRPr kumimoji="1"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AutoShape 6"/>
            <p:cNvSpPr>
              <a:spLocks noChangeArrowheads="1"/>
            </p:cNvSpPr>
            <p:nvPr/>
          </p:nvSpPr>
          <p:spPr bwMode="auto">
            <a:xfrm>
              <a:off x="12327780" y="5397564"/>
              <a:ext cx="5005322" cy="1881637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y&lt;min</a:t>
              </a:r>
              <a:endParaRPr kumimoji="1"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AutoShape 7"/>
            <p:cNvSpPr>
              <a:spLocks noChangeArrowheads="1"/>
            </p:cNvSpPr>
            <p:nvPr/>
          </p:nvSpPr>
          <p:spPr bwMode="auto">
            <a:xfrm>
              <a:off x="12327780" y="8324556"/>
              <a:ext cx="5005322" cy="1881637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z&lt;min</a:t>
              </a:r>
              <a:endParaRPr kumimoji="1"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14721630" y="4561281"/>
              <a:ext cx="0" cy="836283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14721630" y="7279202"/>
              <a:ext cx="0" cy="1045354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6" name="Line 10"/>
            <p:cNvSpPr>
              <a:spLocks noChangeShapeType="1"/>
            </p:cNvSpPr>
            <p:nvPr/>
          </p:nvSpPr>
          <p:spPr bwMode="auto">
            <a:xfrm>
              <a:off x="14721630" y="10206194"/>
              <a:ext cx="0" cy="627212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7" name="AutoShape 11"/>
            <p:cNvSpPr>
              <a:spLocks noChangeArrowheads="1"/>
            </p:cNvSpPr>
            <p:nvPr/>
          </p:nvSpPr>
          <p:spPr bwMode="auto">
            <a:xfrm>
              <a:off x="18421216" y="5188494"/>
              <a:ext cx="4134831" cy="1672567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min=y</a:t>
              </a:r>
              <a:endPara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AutoShape 12"/>
            <p:cNvSpPr>
              <a:spLocks noChangeArrowheads="1"/>
            </p:cNvSpPr>
            <p:nvPr/>
          </p:nvSpPr>
          <p:spPr bwMode="auto">
            <a:xfrm>
              <a:off x="18421216" y="8324556"/>
              <a:ext cx="4134831" cy="1672567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min=z</a:t>
              </a:r>
              <a:endPara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20379820" y="6861060"/>
              <a:ext cx="0" cy="836283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 flipH="1">
              <a:off x="14721630" y="7697344"/>
              <a:ext cx="5658190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>
              <a:off x="20379820" y="9997123"/>
              <a:ext cx="0" cy="418142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 flipH="1">
              <a:off x="14721630" y="10415264"/>
              <a:ext cx="5658190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>
              <a:off x="17333102" y="6233848"/>
              <a:ext cx="1088114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17333102" y="9160839"/>
              <a:ext cx="1088114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12519112" y="1171313"/>
              <a:ext cx="604765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>
              <a:off x="12469896" y="4883599"/>
              <a:ext cx="703195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1"/>
            <p:cNvSpPr txBox="1">
              <a:spLocks noChangeArrowheads="1"/>
            </p:cNvSpPr>
            <p:nvPr/>
          </p:nvSpPr>
          <p:spPr bwMode="auto">
            <a:xfrm>
              <a:off x="12444716" y="7601519"/>
              <a:ext cx="75355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2"/>
            <p:cNvSpPr txBox="1">
              <a:spLocks noChangeArrowheads="1"/>
            </p:cNvSpPr>
            <p:nvPr/>
          </p:nvSpPr>
          <p:spPr bwMode="auto">
            <a:xfrm>
              <a:off x="12444716" y="10528511"/>
              <a:ext cx="75355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23"/>
            <p:cNvSpPr txBox="1">
              <a:spLocks noChangeArrowheads="1"/>
            </p:cNvSpPr>
            <p:nvPr/>
          </p:nvSpPr>
          <p:spPr bwMode="auto">
            <a:xfrm>
              <a:off x="21769449" y="4121088"/>
              <a:ext cx="65283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24"/>
            <p:cNvSpPr txBox="1">
              <a:spLocks noChangeArrowheads="1"/>
            </p:cNvSpPr>
            <p:nvPr/>
          </p:nvSpPr>
          <p:spPr bwMode="auto">
            <a:xfrm>
              <a:off x="21769449" y="7455044"/>
              <a:ext cx="65283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AutoShape 4"/>
            <p:cNvSpPr>
              <a:spLocks noChangeArrowheads="1"/>
            </p:cNvSpPr>
            <p:nvPr/>
          </p:nvSpPr>
          <p:spPr bwMode="auto">
            <a:xfrm>
              <a:off x="13575049" y="1029737"/>
              <a:ext cx="2176227" cy="1270953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入口</a:t>
              </a:r>
              <a:endParaRPr kumimoji="1"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Line 8"/>
            <p:cNvSpPr>
              <a:spLocks noChangeShapeType="1"/>
            </p:cNvSpPr>
            <p:nvPr/>
          </p:nvSpPr>
          <p:spPr bwMode="auto">
            <a:xfrm>
              <a:off x="14721629" y="2374749"/>
              <a:ext cx="0" cy="836283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37" name="Text Box 19"/>
            <p:cNvSpPr txBox="1">
              <a:spLocks noChangeArrowheads="1"/>
            </p:cNvSpPr>
            <p:nvPr/>
          </p:nvSpPr>
          <p:spPr bwMode="auto">
            <a:xfrm>
              <a:off x="12472680" y="3356676"/>
              <a:ext cx="697628" cy="83099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747200" y="2959079"/>
            <a:ext cx="7423546" cy="238817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测试用例</a:t>
            </a:r>
            <a:endParaRPr lang="en-US" altLang="zh-CN" sz="4800" b="1" dirty="0"/>
          </a:p>
          <a:p>
            <a:pPr marL="1270000" lvl="2" indent="0">
              <a:buNone/>
            </a:pPr>
            <a:endParaRPr lang="en-US" altLang="zh-CN" sz="4800" dirty="0">
              <a:solidFill>
                <a:srgbClr val="FF0000"/>
              </a:solidFill>
            </a:endParaRPr>
          </a:p>
          <a:p>
            <a:pPr marL="1270000" lvl="2" indent="0">
              <a:buNone/>
            </a:pPr>
            <a:endParaRPr lang="zh-CN" altLang="en-US" sz="4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37970" y="5173068"/>
          <a:ext cx="6709964" cy="12801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77491"/>
                <a:gridCol w="1677491"/>
                <a:gridCol w="1677491"/>
                <a:gridCol w="1677491"/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ID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2747200" y="7559204"/>
            <a:ext cx="7423546" cy="190417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测试用例执行路径</a:t>
            </a:r>
            <a:endParaRPr lang="en-US" altLang="zh-CN" sz="4800" b="1" dirty="0"/>
          </a:p>
          <a:p>
            <a:pPr lvl="2"/>
            <a:r>
              <a:rPr lang="en-US" altLang="zh-CN" sz="4800" dirty="0" err="1">
                <a:solidFill>
                  <a:srgbClr val="FF0000"/>
                </a:solidFill>
              </a:rPr>
              <a:t>smacbed</a:t>
            </a:r>
            <a:endParaRPr lang="en-US" altLang="zh-CN" sz="4800" dirty="0">
              <a:solidFill>
                <a:srgbClr val="FF0000"/>
              </a:solidFill>
            </a:endParaRPr>
          </a:p>
          <a:p>
            <a:pPr marL="1270000" lvl="2" indent="0">
              <a:buNone/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  <p:sp>
        <p:nvSpPr>
          <p:cNvPr id="38" name="AutoShape 12"/>
          <p:cNvSpPr>
            <a:spLocks noChangeArrowheads="1"/>
          </p:cNvSpPr>
          <p:nvPr/>
        </p:nvSpPr>
        <p:spPr bwMode="auto">
          <a:xfrm>
            <a:off x="13170308" y="3226901"/>
            <a:ext cx="3348233" cy="1270953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min=x</a:t>
            </a:r>
            <a:endParaRPr kumimoji="1"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: Shape 3"/>
          <p:cNvSpPr/>
          <p:nvPr/>
        </p:nvSpPr>
        <p:spPr>
          <a:xfrm>
            <a:off x="15184466" y="2052084"/>
            <a:ext cx="5678953" cy="10132828"/>
          </a:xfrm>
          <a:custGeom>
            <a:avLst/>
            <a:gdLst>
              <a:gd name="connsiteX0" fmla="*/ 360334 w 5678953"/>
              <a:gd name="connsiteY0" fmla="*/ 0 h 10132828"/>
              <a:gd name="connsiteX1" fmla="*/ 339069 w 5678953"/>
              <a:gd name="connsiteY1" fmla="*/ 2519916 h 10132828"/>
              <a:gd name="connsiteX2" fmla="*/ 434762 w 5678953"/>
              <a:gd name="connsiteY2" fmla="*/ 3253563 h 10132828"/>
              <a:gd name="connsiteX3" fmla="*/ 456027 w 5678953"/>
              <a:gd name="connsiteY3" fmla="*/ 3413051 h 10132828"/>
              <a:gd name="connsiteX4" fmla="*/ 530455 w 5678953"/>
              <a:gd name="connsiteY4" fmla="*/ 3955311 h 10132828"/>
              <a:gd name="connsiteX5" fmla="*/ 583618 w 5678953"/>
              <a:gd name="connsiteY5" fmla="*/ 4157330 h 10132828"/>
              <a:gd name="connsiteX6" fmla="*/ 647413 w 5678953"/>
              <a:gd name="connsiteY6" fmla="*/ 4178595 h 10132828"/>
              <a:gd name="connsiteX7" fmla="*/ 966390 w 5678953"/>
              <a:gd name="connsiteY7" fmla="*/ 4199860 h 10132828"/>
              <a:gd name="connsiteX8" fmla="*/ 1274734 w 5678953"/>
              <a:gd name="connsiteY8" fmla="*/ 4253023 h 10132828"/>
              <a:gd name="connsiteX9" fmla="*/ 3252390 w 5678953"/>
              <a:gd name="connsiteY9" fmla="*/ 4189228 h 10132828"/>
              <a:gd name="connsiteX10" fmla="*/ 4081729 w 5678953"/>
              <a:gd name="connsiteY10" fmla="*/ 4136065 h 10132828"/>
              <a:gd name="connsiteX11" fmla="*/ 5336371 w 5678953"/>
              <a:gd name="connsiteY11" fmla="*/ 4146697 h 10132828"/>
              <a:gd name="connsiteX12" fmla="*/ 5378901 w 5678953"/>
              <a:gd name="connsiteY12" fmla="*/ 4167963 h 10132828"/>
              <a:gd name="connsiteX13" fmla="*/ 5442697 w 5678953"/>
              <a:gd name="connsiteY13" fmla="*/ 4189228 h 10132828"/>
              <a:gd name="connsiteX14" fmla="*/ 5474594 w 5678953"/>
              <a:gd name="connsiteY14" fmla="*/ 4231758 h 10132828"/>
              <a:gd name="connsiteX15" fmla="*/ 5517125 w 5678953"/>
              <a:gd name="connsiteY15" fmla="*/ 4253023 h 10132828"/>
              <a:gd name="connsiteX16" fmla="*/ 5538390 w 5678953"/>
              <a:gd name="connsiteY16" fmla="*/ 4284921 h 10132828"/>
              <a:gd name="connsiteX17" fmla="*/ 5580920 w 5678953"/>
              <a:gd name="connsiteY17" fmla="*/ 4369981 h 10132828"/>
              <a:gd name="connsiteX18" fmla="*/ 5634083 w 5678953"/>
              <a:gd name="connsiteY18" fmla="*/ 4391246 h 10132828"/>
              <a:gd name="connsiteX19" fmla="*/ 5655348 w 5678953"/>
              <a:gd name="connsiteY19" fmla="*/ 4455042 h 10132828"/>
              <a:gd name="connsiteX20" fmla="*/ 5676613 w 5678953"/>
              <a:gd name="connsiteY20" fmla="*/ 4508204 h 10132828"/>
              <a:gd name="connsiteX21" fmla="*/ 5644715 w 5678953"/>
              <a:gd name="connsiteY21" fmla="*/ 4901609 h 10132828"/>
              <a:gd name="connsiteX22" fmla="*/ 5591553 w 5678953"/>
              <a:gd name="connsiteY22" fmla="*/ 5603358 h 10132828"/>
              <a:gd name="connsiteX23" fmla="*/ 5230046 w 5678953"/>
              <a:gd name="connsiteY23" fmla="*/ 5635256 h 10132828"/>
              <a:gd name="connsiteX24" fmla="*/ 4634622 w 5678953"/>
              <a:gd name="connsiteY24" fmla="*/ 5656521 h 10132828"/>
              <a:gd name="connsiteX25" fmla="*/ 4336911 w 5678953"/>
              <a:gd name="connsiteY25" fmla="*/ 5688418 h 10132828"/>
              <a:gd name="connsiteX26" fmla="*/ 3986036 w 5678953"/>
              <a:gd name="connsiteY26" fmla="*/ 5762846 h 10132828"/>
              <a:gd name="connsiteX27" fmla="*/ 3815915 w 5678953"/>
              <a:gd name="connsiteY27" fmla="*/ 5784111 h 10132828"/>
              <a:gd name="connsiteX28" fmla="*/ 3092901 w 5678953"/>
              <a:gd name="connsiteY28" fmla="*/ 5890437 h 10132828"/>
              <a:gd name="connsiteX29" fmla="*/ 2922781 w 5678953"/>
              <a:gd name="connsiteY29" fmla="*/ 5911702 h 10132828"/>
              <a:gd name="connsiteX30" fmla="*/ 2667599 w 5678953"/>
              <a:gd name="connsiteY30" fmla="*/ 5964865 h 10132828"/>
              <a:gd name="connsiteX31" fmla="*/ 2433683 w 5678953"/>
              <a:gd name="connsiteY31" fmla="*/ 5986130 h 10132828"/>
              <a:gd name="connsiteX32" fmla="*/ 1848892 w 5678953"/>
              <a:gd name="connsiteY32" fmla="*/ 6039293 h 10132828"/>
              <a:gd name="connsiteX33" fmla="*/ 1636241 w 5678953"/>
              <a:gd name="connsiteY33" fmla="*/ 6103088 h 10132828"/>
              <a:gd name="connsiteX34" fmla="*/ 796269 w 5678953"/>
              <a:gd name="connsiteY34" fmla="*/ 6166883 h 10132828"/>
              <a:gd name="connsiteX35" fmla="*/ 105153 w 5678953"/>
              <a:gd name="connsiteY35" fmla="*/ 6241311 h 10132828"/>
              <a:gd name="connsiteX36" fmla="*/ 147683 w 5678953"/>
              <a:gd name="connsiteY36" fmla="*/ 6305107 h 10132828"/>
              <a:gd name="connsiteX37" fmla="*/ 168948 w 5678953"/>
              <a:gd name="connsiteY37" fmla="*/ 6400800 h 10132828"/>
              <a:gd name="connsiteX38" fmla="*/ 200846 w 5678953"/>
              <a:gd name="connsiteY38" fmla="*/ 6560288 h 10132828"/>
              <a:gd name="connsiteX39" fmla="*/ 285906 w 5678953"/>
              <a:gd name="connsiteY39" fmla="*/ 6730409 h 10132828"/>
              <a:gd name="connsiteX40" fmla="*/ 328436 w 5678953"/>
              <a:gd name="connsiteY40" fmla="*/ 6847367 h 10132828"/>
              <a:gd name="connsiteX41" fmla="*/ 349701 w 5678953"/>
              <a:gd name="connsiteY41" fmla="*/ 6889897 h 10132828"/>
              <a:gd name="connsiteX42" fmla="*/ 402864 w 5678953"/>
              <a:gd name="connsiteY42" fmla="*/ 6911163 h 10132828"/>
              <a:gd name="connsiteX43" fmla="*/ 445394 w 5678953"/>
              <a:gd name="connsiteY43" fmla="*/ 7006856 h 10132828"/>
              <a:gd name="connsiteX44" fmla="*/ 541087 w 5678953"/>
              <a:gd name="connsiteY44" fmla="*/ 7070651 h 10132828"/>
              <a:gd name="connsiteX45" fmla="*/ 1997748 w 5678953"/>
              <a:gd name="connsiteY45" fmla="*/ 6974958 h 10132828"/>
              <a:gd name="connsiteX46" fmla="*/ 2178501 w 5678953"/>
              <a:gd name="connsiteY46" fmla="*/ 6953693 h 10132828"/>
              <a:gd name="connsiteX47" fmla="*/ 2550641 w 5678953"/>
              <a:gd name="connsiteY47" fmla="*/ 6879265 h 10132828"/>
              <a:gd name="connsiteX48" fmla="*/ 3092901 w 5678953"/>
              <a:gd name="connsiteY48" fmla="*/ 6826102 h 10132828"/>
              <a:gd name="connsiteX49" fmla="*/ 3667060 w 5678953"/>
              <a:gd name="connsiteY49" fmla="*/ 6751674 h 10132828"/>
              <a:gd name="connsiteX50" fmla="*/ 4060464 w 5678953"/>
              <a:gd name="connsiteY50" fmla="*/ 6687879 h 10132828"/>
              <a:gd name="connsiteX51" fmla="*/ 4326278 w 5678953"/>
              <a:gd name="connsiteY51" fmla="*/ 6624083 h 10132828"/>
              <a:gd name="connsiteX52" fmla="*/ 4538929 w 5678953"/>
              <a:gd name="connsiteY52" fmla="*/ 6602818 h 10132828"/>
              <a:gd name="connsiteX53" fmla="*/ 4847274 w 5678953"/>
              <a:gd name="connsiteY53" fmla="*/ 6613451 h 10132828"/>
              <a:gd name="connsiteX54" fmla="*/ 5028027 w 5678953"/>
              <a:gd name="connsiteY54" fmla="*/ 6709144 h 10132828"/>
              <a:gd name="connsiteX55" fmla="*/ 5123720 w 5678953"/>
              <a:gd name="connsiteY55" fmla="*/ 6730409 h 10132828"/>
              <a:gd name="connsiteX56" fmla="*/ 5144985 w 5678953"/>
              <a:gd name="connsiteY56" fmla="*/ 6794204 h 10132828"/>
              <a:gd name="connsiteX57" fmla="*/ 5208781 w 5678953"/>
              <a:gd name="connsiteY57" fmla="*/ 6815469 h 10132828"/>
              <a:gd name="connsiteX58" fmla="*/ 5230046 w 5678953"/>
              <a:gd name="connsiteY58" fmla="*/ 6836735 h 10132828"/>
              <a:gd name="connsiteX59" fmla="*/ 5251311 w 5678953"/>
              <a:gd name="connsiteY59" fmla="*/ 6911163 h 10132828"/>
              <a:gd name="connsiteX60" fmla="*/ 5304474 w 5678953"/>
              <a:gd name="connsiteY60" fmla="*/ 6932428 h 10132828"/>
              <a:gd name="connsiteX61" fmla="*/ 5432064 w 5678953"/>
              <a:gd name="connsiteY61" fmla="*/ 7145079 h 10132828"/>
              <a:gd name="connsiteX62" fmla="*/ 5474594 w 5678953"/>
              <a:gd name="connsiteY62" fmla="*/ 7283302 h 10132828"/>
              <a:gd name="connsiteX63" fmla="*/ 5442697 w 5678953"/>
              <a:gd name="connsiteY63" fmla="*/ 7953153 h 10132828"/>
              <a:gd name="connsiteX64" fmla="*/ 5400167 w 5678953"/>
              <a:gd name="connsiteY64" fmla="*/ 8027581 h 10132828"/>
              <a:gd name="connsiteX65" fmla="*/ 5378901 w 5678953"/>
              <a:gd name="connsiteY65" fmla="*/ 8048846 h 10132828"/>
              <a:gd name="connsiteX66" fmla="*/ 5325739 w 5678953"/>
              <a:gd name="connsiteY66" fmla="*/ 8123274 h 10132828"/>
              <a:gd name="connsiteX67" fmla="*/ 5187515 w 5678953"/>
              <a:gd name="connsiteY67" fmla="*/ 8165804 h 10132828"/>
              <a:gd name="connsiteX68" fmla="*/ 4964232 w 5678953"/>
              <a:gd name="connsiteY68" fmla="*/ 8261497 h 10132828"/>
              <a:gd name="connsiteX69" fmla="*/ 4698418 w 5678953"/>
              <a:gd name="connsiteY69" fmla="*/ 8335925 h 10132828"/>
              <a:gd name="connsiteX70" fmla="*/ 4347543 w 5678953"/>
              <a:gd name="connsiteY70" fmla="*/ 8378456 h 10132828"/>
              <a:gd name="connsiteX71" fmla="*/ 3677692 w 5678953"/>
              <a:gd name="connsiteY71" fmla="*/ 8463516 h 10132828"/>
              <a:gd name="connsiteX72" fmla="*/ 3039739 w 5678953"/>
              <a:gd name="connsiteY72" fmla="*/ 8559209 h 10132828"/>
              <a:gd name="connsiteX73" fmla="*/ 2603804 w 5678953"/>
              <a:gd name="connsiteY73" fmla="*/ 8580474 h 10132828"/>
              <a:gd name="connsiteX74" fmla="*/ 1412957 w 5678953"/>
              <a:gd name="connsiteY74" fmla="*/ 8633637 h 10132828"/>
              <a:gd name="connsiteX75" fmla="*/ 1157776 w 5678953"/>
              <a:gd name="connsiteY75" fmla="*/ 8686800 h 10132828"/>
              <a:gd name="connsiteX76" fmla="*/ 923860 w 5678953"/>
              <a:gd name="connsiteY76" fmla="*/ 8708065 h 10132828"/>
              <a:gd name="connsiteX77" fmla="*/ 806901 w 5678953"/>
              <a:gd name="connsiteY77" fmla="*/ 8729330 h 10132828"/>
              <a:gd name="connsiteX78" fmla="*/ 477292 w 5678953"/>
              <a:gd name="connsiteY78" fmla="*/ 8750595 h 10132828"/>
              <a:gd name="connsiteX79" fmla="*/ 370967 w 5678953"/>
              <a:gd name="connsiteY79" fmla="*/ 8803758 h 10132828"/>
              <a:gd name="connsiteX80" fmla="*/ 62622 w 5678953"/>
              <a:gd name="connsiteY80" fmla="*/ 8856921 h 10132828"/>
              <a:gd name="connsiteX81" fmla="*/ 30725 w 5678953"/>
              <a:gd name="connsiteY81" fmla="*/ 9080204 h 10132828"/>
              <a:gd name="connsiteX82" fmla="*/ 51990 w 5678953"/>
              <a:gd name="connsiteY82" fmla="*/ 9154632 h 10132828"/>
              <a:gd name="connsiteX83" fmla="*/ 105153 w 5678953"/>
              <a:gd name="connsiteY83" fmla="*/ 9197163 h 10132828"/>
              <a:gd name="connsiteX84" fmla="*/ 168948 w 5678953"/>
              <a:gd name="connsiteY84" fmla="*/ 9388549 h 10132828"/>
              <a:gd name="connsiteX85" fmla="*/ 222111 w 5678953"/>
              <a:gd name="connsiteY85" fmla="*/ 9452344 h 10132828"/>
              <a:gd name="connsiteX86" fmla="*/ 243376 w 5678953"/>
              <a:gd name="connsiteY86" fmla="*/ 9526772 h 10132828"/>
              <a:gd name="connsiteX87" fmla="*/ 264641 w 5678953"/>
              <a:gd name="connsiteY87" fmla="*/ 9611832 h 10132828"/>
              <a:gd name="connsiteX88" fmla="*/ 317804 w 5678953"/>
              <a:gd name="connsiteY88" fmla="*/ 9707525 h 10132828"/>
              <a:gd name="connsiteX89" fmla="*/ 339069 w 5678953"/>
              <a:gd name="connsiteY89" fmla="*/ 9771321 h 10132828"/>
              <a:gd name="connsiteX90" fmla="*/ 360334 w 5678953"/>
              <a:gd name="connsiteY90" fmla="*/ 9813851 h 10132828"/>
              <a:gd name="connsiteX91" fmla="*/ 381599 w 5678953"/>
              <a:gd name="connsiteY91" fmla="*/ 9888279 h 10132828"/>
              <a:gd name="connsiteX92" fmla="*/ 424129 w 5678953"/>
              <a:gd name="connsiteY92" fmla="*/ 9930809 h 10132828"/>
              <a:gd name="connsiteX93" fmla="*/ 445394 w 5678953"/>
              <a:gd name="connsiteY93" fmla="*/ 10132828 h 10132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5678953" h="10132828">
                <a:moveTo>
                  <a:pt x="360334" y="0"/>
                </a:moveTo>
                <a:cubicBezTo>
                  <a:pt x="326120" y="1083426"/>
                  <a:pt x="305790" y="1315225"/>
                  <a:pt x="339069" y="2519916"/>
                </a:cubicBezTo>
                <a:cubicBezTo>
                  <a:pt x="346451" y="2787157"/>
                  <a:pt x="394554" y="2995085"/>
                  <a:pt x="434762" y="3253563"/>
                </a:cubicBezTo>
                <a:cubicBezTo>
                  <a:pt x="443006" y="3306559"/>
                  <a:pt x="448939" y="3359888"/>
                  <a:pt x="456027" y="3413051"/>
                </a:cubicBezTo>
                <a:cubicBezTo>
                  <a:pt x="485509" y="3884766"/>
                  <a:pt x="445999" y="3605422"/>
                  <a:pt x="530455" y="3955311"/>
                </a:cubicBezTo>
                <a:cubicBezTo>
                  <a:pt x="538140" y="3987150"/>
                  <a:pt x="559057" y="4127311"/>
                  <a:pt x="583618" y="4157330"/>
                </a:cubicBezTo>
                <a:cubicBezTo>
                  <a:pt x="597812" y="4174678"/>
                  <a:pt x="625135" y="4176120"/>
                  <a:pt x="647413" y="4178595"/>
                </a:cubicBezTo>
                <a:cubicBezTo>
                  <a:pt x="753323" y="4190363"/>
                  <a:pt x="860064" y="4192772"/>
                  <a:pt x="966390" y="4199860"/>
                </a:cubicBezTo>
                <a:cubicBezTo>
                  <a:pt x="1069171" y="4217581"/>
                  <a:pt x="1170438" y="4252406"/>
                  <a:pt x="1274734" y="4253023"/>
                </a:cubicBezTo>
                <a:cubicBezTo>
                  <a:pt x="1773183" y="4255973"/>
                  <a:pt x="2646494" y="4215571"/>
                  <a:pt x="3252390" y="4189228"/>
                </a:cubicBezTo>
                <a:cubicBezTo>
                  <a:pt x="3581796" y="4138550"/>
                  <a:pt x="3525865" y="4142140"/>
                  <a:pt x="4081729" y="4136065"/>
                </a:cubicBezTo>
                <a:lnTo>
                  <a:pt x="5336371" y="4146697"/>
                </a:lnTo>
                <a:cubicBezTo>
                  <a:pt x="5350548" y="4153786"/>
                  <a:pt x="5364185" y="4162076"/>
                  <a:pt x="5378901" y="4167963"/>
                </a:cubicBezTo>
                <a:cubicBezTo>
                  <a:pt x="5399713" y="4176288"/>
                  <a:pt x="5424046" y="4176794"/>
                  <a:pt x="5442697" y="4189228"/>
                </a:cubicBezTo>
                <a:cubicBezTo>
                  <a:pt x="5457442" y="4199058"/>
                  <a:pt x="5461139" y="4220226"/>
                  <a:pt x="5474594" y="4231758"/>
                </a:cubicBezTo>
                <a:cubicBezTo>
                  <a:pt x="5486628" y="4242073"/>
                  <a:pt x="5502948" y="4245935"/>
                  <a:pt x="5517125" y="4253023"/>
                </a:cubicBezTo>
                <a:cubicBezTo>
                  <a:pt x="5524213" y="4263656"/>
                  <a:pt x="5532271" y="4273703"/>
                  <a:pt x="5538390" y="4284921"/>
                </a:cubicBezTo>
                <a:cubicBezTo>
                  <a:pt x="5553570" y="4312750"/>
                  <a:pt x="5551487" y="4358208"/>
                  <a:pt x="5580920" y="4369981"/>
                </a:cubicBezTo>
                <a:lnTo>
                  <a:pt x="5634083" y="4391246"/>
                </a:lnTo>
                <a:cubicBezTo>
                  <a:pt x="5641171" y="4412511"/>
                  <a:pt x="5647688" y="4433976"/>
                  <a:pt x="5655348" y="4455042"/>
                </a:cubicBezTo>
                <a:cubicBezTo>
                  <a:pt x="5661870" y="4472979"/>
                  <a:pt x="5675932" y="4489130"/>
                  <a:pt x="5676613" y="4508204"/>
                </a:cubicBezTo>
                <a:cubicBezTo>
                  <a:pt x="5686371" y="4781429"/>
                  <a:pt x="5663657" y="4685125"/>
                  <a:pt x="5644715" y="4901609"/>
                </a:cubicBezTo>
                <a:cubicBezTo>
                  <a:pt x="5624267" y="5135303"/>
                  <a:pt x="5706983" y="5399135"/>
                  <a:pt x="5591553" y="5603358"/>
                </a:cubicBezTo>
                <a:cubicBezTo>
                  <a:pt x="5532029" y="5708671"/>
                  <a:pt x="5350830" y="5628546"/>
                  <a:pt x="5230046" y="5635256"/>
                </a:cubicBezTo>
                <a:cubicBezTo>
                  <a:pt x="5031751" y="5646272"/>
                  <a:pt x="4833097" y="5649433"/>
                  <a:pt x="4634622" y="5656521"/>
                </a:cubicBezTo>
                <a:cubicBezTo>
                  <a:pt x="4535385" y="5667153"/>
                  <a:pt x="4435401" y="5672272"/>
                  <a:pt x="4336911" y="5688418"/>
                </a:cubicBezTo>
                <a:cubicBezTo>
                  <a:pt x="4218925" y="5707760"/>
                  <a:pt x="4104673" y="5748016"/>
                  <a:pt x="3986036" y="5762846"/>
                </a:cubicBezTo>
                <a:lnTo>
                  <a:pt x="3815915" y="5784111"/>
                </a:lnTo>
                <a:cubicBezTo>
                  <a:pt x="3365586" y="5912778"/>
                  <a:pt x="3812950" y="5800431"/>
                  <a:pt x="3092901" y="5890437"/>
                </a:cubicBezTo>
                <a:cubicBezTo>
                  <a:pt x="3036194" y="5897525"/>
                  <a:pt x="2979073" y="5901851"/>
                  <a:pt x="2922781" y="5911702"/>
                </a:cubicBezTo>
                <a:cubicBezTo>
                  <a:pt x="2837195" y="5926680"/>
                  <a:pt x="2753497" y="5951794"/>
                  <a:pt x="2667599" y="5964865"/>
                </a:cubicBezTo>
                <a:cubicBezTo>
                  <a:pt x="2590197" y="5976644"/>
                  <a:pt x="2511655" y="5979042"/>
                  <a:pt x="2433683" y="5986130"/>
                </a:cubicBezTo>
                <a:cubicBezTo>
                  <a:pt x="1807761" y="6103492"/>
                  <a:pt x="3088270" y="5871243"/>
                  <a:pt x="1848892" y="6039293"/>
                </a:cubicBezTo>
                <a:cubicBezTo>
                  <a:pt x="1775558" y="6049236"/>
                  <a:pt x="1708869" y="6088878"/>
                  <a:pt x="1636241" y="6103088"/>
                </a:cubicBezTo>
                <a:cubicBezTo>
                  <a:pt x="1426143" y="6144194"/>
                  <a:pt x="938746" y="6154809"/>
                  <a:pt x="796269" y="6166883"/>
                </a:cubicBezTo>
                <a:cubicBezTo>
                  <a:pt x="565393" y="6186449"/>
                  <a:pt x="335525" y="6216502"/>
                  <a:pt x="105153" y="6241311"/>
                </a:cubicBezTo>
                <a:cubicBezTo>
                  <a:pt x="119330" y="6262576"/>
                  <a:pt x="138191" y="6281377"/>
                  <a:pt x="147683" y="6305107"/>
                </a:cubicBezTo>
                <a:cubicBezTo>
                  <a:pt x="159818" y="6335446"/>
                  <a:pt x="162284" y="6368811"/>
                  <a:pt x="168948" y="6400800"/>
                </a:cubicBezTo>
                <a:cubicBezTo>
                  <a:pt x="180006" y="6453876"/>
                  <a:pt x="187161" y="6507828"/>
                  <a:pt x="200846" y="6560288"/>
                </a:cubicBezTo>
                <a:cubicBezTo>
                  <a:pt x="223840" y="6648433"/>
                  <a:pt x="239486" y="6650833"/>
                  <a:pt x="285906" y="6730409"/>
                </a:cubicBezTo>
                <a:cubicBezTo>
                  <a:pt x="321057" y="6790667"/>
                  <a:pt x="298997" y="6766408"/>
                  <a:pt x="328436" y="6847367"/>
                </a:cubicBezTo>
                <a:cubicBezTo>
                  <a:pt x="333853" y="6862263"/>
                  <a:pt x="337667" y="6879582"/>
                  <a:pt x="349701" y="6889897"/>
                </a:cubicBezTo>
                <a:cubicBezTo>
                  <a:pt x="364192" y="6902318"/>
                  <a:pt x="385143" y="6904074"/>
                  <a:pt x="402864" y="6911163"/>
                </a:cubicBezTo>
                <a:cubicBezTo>
                  <a:pt x="407351" y="6922380"/>
                  <a:pt x="434416" y="6994310"/>
                  <a:pt x="445394" y="7006856"/>
                </a:cubicBezTo>
                <a:cubicBezTo>
                  <a:pt x="475978" y="7041810"/>
                  <a:pt x="502673" y="7051444"/>
                  <a:pt x="541087" y="7070651"/>
                </a:cubicBezTo>
                <a:cubicBezTo>
                  <a:pt x="1027036" y="7046946"/>
                  <a:pt x="1513835" y="7027273"/>
                  <a:pt x="1997748" y="6974958"/>
                </a:cubicBezTo>
                <a:cubicBezTo>
                  <a:pt x="2058063" y="6968437"/>
                  <a:pt x="2118743" y="6964151"/>
                  <a:pt x="2178501" y="6953693"/>
                </a:cubicBezTo>
                <a:cubicBezTo>
                  <a:pt x="2312328" y="6930273"/>
                  <a:pt x="2419770" y="6894137"/>
                  <a:pt x="2550641" y="6879265"/>
                </a:cubicBezTo>
                <a:cubicBezTo>
                  <a:pt x="2807600" y="6850065"/>
                  <a:pt x="2867176" y="6853931"/>
                  <a:pt x="3092901" y="6826102"/>
                </a:cubicBezTo>
                <a:lnTo>
                  <a:pt x="3667060" y="6751674"/>
                </a:lnTo>
                <a:cubicBezTo>
                  <a:pt x="3897730" y="6688763"/>
                  <a:pt x="3688278" y="6739571"/>
                  <a:pt x="4060464" y="6687879"/>
                </a:cubicBezTo>
                <a:cubicBezTo>
                  <a:pt x="4293527" y="6655510"/>
                  <a:pt x="4021068" y="6676405"/>
                  <a:pt x="4326278" y="6624083"/>
                </a:cubicBezTo>
                <a:cubicBezTo>
                  <a:pt x="4396491" y="6612046"/>
                  <a:pt x="4468045" y="6609906"/>
                  <a:pt x="4538929" y="6602818"/>
                </a:cubicBezTo>
                <a:lnTo>
                  <a:pt x="4847274" y="6613451"/>
                </a:lnTo>
                <a:cubicBezTo>
                  <a:pt x="5016915" y="6642414"/>
                  <a:pt x="4923848" y="6671937"/>
                  <a:pt x="5028027" y="6709144"/>
                </a:cubicBezTo>
                <a:cubicBezTo>
                  <a:pt x="5058799" y="6720134"/>
                  <a:pt x="5091822" y="6723321"/>
                  <a:pt x="5123720" y="6730409"/>
                </a:cubicBezTo>
                <a:cubicBezTo>
                  <a:pt x="5130808" y="6751674"/>
                  <a:pt x="5129135" y="6778354"/>
                  <a:pt x="5144985" y="6794204"/>
                </a:cubicBezTo>
                <a:cubicBezTo>
                  <a:pt x="5160835" y="6810054"/>
                  <a:pt x="5188732" y="6805444"/>
                  <a:pt x="5208781" y="6815469"/>
                </a:cubicBezTo>
                <a:cubicBezTo>
                  <a:pt x="5217747" y="6819952"/>
                  <a:pt x="5222958" y="6829646"/>
                  <a:pt x="5230046" y="6836735"/>
                </a:cubicBezTo>
                <a:cubicBezTo>
                  <a:pt x="5237134" y="6861544"/>
                  <a:pt x="5235470" y="6890796"/>
                  <a:pt x="5251311" y="6911163"/>
                </a:cubicBezTo>
                <a:cubicBezTo>
                  <a:pt x="5263029" y="6926229"/>
                  <a:pt x="5293299" y="6916955"/>
                  <a:pt x="5304474" y="6932428"/>
                </a:cubicBezTo>
                <a:cubicBezTo>
                  <a:pt x="5548943" y="7270924"/>
                  <a:pt x="5297129" y="7010144"/>
                  <a:pt x="5432064" y="7145079"/>
                </a:cubicBezTo>
                <a:cubicBezTo>
                  <a:pt x="5447666" y="7184085"/>
                  <a:pt x="5473992" y="7242956"/>
                  <a:pt x="5474594" y="7283302"/>
                </a:cubicBezTo>
                <a:cubicBezTo>
                  <a:pt x="5479980" y="7644176"/>
                  <a:pt x="5556257" y="7744960"/>
                  <a:pt x="5442697" y="7953153"/>
                </a:cubicBezTo>
                <a:cubicBezTo>
                  <a:pt x="5429014" y="7978238"/>
                  <a:pt x="5416017" y="8003806"/>
                  <a:pt x="5400167" y="8027581"/>
                </a:cubicBezTo>
                <a:cubicBezTo>
                  <a:pt x="5394606" y="8035922"/>
                  <a:pt x="5385056" y="8040933"/>
                  <a:pt x="5378901" y="8048846"/>
                </a:cubicBezTo>
                <a:cubicBezTo>
                  <a:pt x="5360183" y="8072912"/>
                  <a:pt x="5349335" y="8103968"/>
                  <a:pt x="5325739" y="8123274"/>
                </a:cubicBezTo>
                <a:cubicBezTo>
                  <a:pt x="5317845" y="8129733"/>
                  <a:pt x="5190972" y="8164816"/>
                  <a:pt x="5187515" y="8165804"/>
                </a:cubicBezTo>
                <a:cubicBezTo>
                  <a:pt x="5140973" y="8282160"/>
                  <a:pt x="5183917" y="8217559"/>
                  <a:pt x="4964232" y="8261497"/>
                </a:cubicBezTo>
                <a:cubicBezTo>
                  <a:pt x="4622061" y="8329932"/>
                  <a:pt x="5115121" y="8219250"/>
                  <a:pt x="4698418" y="8335925"/>
                </a:cubicBezTo>
                <a:cubicBezTo>
                  <a:pt x="4602318" y="8362833"/>
                  <a:pt x="4427507" y="8370126"/>
                  <a:pt x="4347543" y="8378456"/>
                </a:cubicBezTo>
                <a:cubicBezTo>
                  <a:pt x="4140876" y="8399984"/>
                  <a:pt x="3875951" y="8434360"/>
                  <a:pt x="3677692" y="8463516"/>
                </a:cubicBezTo>
                <a:cubicBezTo>
                  <a:pt x="3527597" y="8485589"/>
                  <a:pt x="3195474" y="8545860"/>
                  <a:pt x="3039739" y="8559209"/>
                </a:cubicBezTo>
                <a:cubicBezTo>
                  <a:pt x="2894786" y="8571633"/>
                  <a:pt x="2749144" y="8573986"/>
                  <a:pt x="2603804" y="8580474"/>
                </a:cubicBezTo>
                <a:cubicBezTo>
                  <a:pt x="1183665" y="8643873"/>
                  <a:pt x="2400752" y="8585452"/>
                  <a:pt x="1412957" y="8633637"/>
                </a:cubicBezTo>
                <a:cubicBezTo>
                  <a:pt x="1327897" y="8651358"/>
                  <a:pt x="1243674" y="8673729"/>
                  <a:pt x="1157776" y="8686800"/>
                </a:cubicBezTo>
                <a:cubicBezTo>
                  <a:pt x="1080374" y="8698579"/>
                  <a:pt x="1001585" y="8698644"/>
                  <a:pt x="923860" y="8708065"/>
                </a:cubicBezTo>
                <a:cubicBezTo>
                  <a:pt x="884522" y="8712833"/>
                  <a:pt x="846348" y="8725573"/>
                  <a:pt x="806901" y="8729330"/>
                </a:cubicBezTo>
                <a:cubicBezTo>
                  <a:pt x="697299" y="8739768"/>
                  <a:pt x="587162" y="8743507"/>
                  <a:pt x="477292" y="8750595"/>
                </a:cubicBezTo>
                <a:cubicBezTo>
                  <a:pt x="441850" y="8768316"/>
                  <a:pt x="408840" y="8792105"/>
                  <a:pt x="370967" y="8803758"/>
                </a:cubicBezTo>
                <a:cubicBezTo>
                  <a:pt x="323727" y="8818294"/>
                  <a:pt x="121565" y="8847853"/>
                  <a:pt x="62622" y="8856921"/>
                </a:cubicBezTo>
                <a:cubicBezTo>
                  <a:pt x="-37184" y="8906824"/>
                  <a:pt x="6334" y="8868820"/>
                  <a:pt x="30725" y="9080204"/>
                </a:cubicBezTo>
                <a:cubicBezTo>
                  <a:pt x="33683" y="9105836"/>
                  <a:pt x="38138" y="9132864"/>
                  <a:pt x="51990" y="9154632"/>
                </a:cubicBezTo>
                <a:cubicBezTo>
                  <a:pt x="64174" y="9173778"/>
                  <a:pt x="87432" y="9182986"/>
                  <a:pt x="105153" y="9197163"/>
                </a:cubicBezTo>
                <a:cubicBezTo>
                  <a:pt x="112209" y="9221860"/>
                  <a:pt x="136839" y="9342679"/>
                  <a:pt x="168948" y="9388549"/>
                </a:cubicBezTo>
                <a:cubicBezTo>
                  <a:pt x="184822" y="9411226"/>
                  <a:pt x="204390" y="9431079"/>
                  <a:pt x="222111" y="9452344"/>
                </a:cubicBezTo>
                <a:cubicBezTo>
                  <a:pt x="229199" y="9477153"/>
                  <a:pt x="236728" y="9501841"/>
                  <a:pt x="243376" y="9526772"/>
                </a:cubicBezTo>
                <a:cubicBezTo>
                  <a:pt x="250906" y="9555011"/>
                  <a:pt x="253513" y="9584807"/>
                  <a:pt x="264641" y="9611832"/>
                </a:cubicBezTo>
                <a:cubicBezTo>
                  <a:pt x="278534" y="9645573"/>
                  <a:pt x="302373" y="9674459"/>
                  <a:pt x="317804" y="9707525"/>
                </a:cubicBezTo>
                <a:cubicBezTo>
                  <a:pt x="327283" y="9727838"/>
                  <a:pt x="330744" y="9750509"/>
                  <a:pt x="339069" y="9771321"/>
                </a:cubicBezTo>
                <a:cubicBezTo>
                  <a:pt x="344955" y="9786037"/>
                  <a:pt x="354917" y="9798955"/>
                  <a:pt x="360334" y="9813851"/>
                </a:cubicBezTo>
                <a:cubicBezTo>
                  <a:pt x="369152" y="9838100"/>
                  <a:pt x="369244" y="9865627"/>
                  <a:pt x="381599" y="9888279"/>
                </a:cubicBezTo>
                <a:cubicBezTo>
                  <a:pt x="391199" y="9905880"/>
                  <a:pt x="409952" y="9916632"/>
                  <a:pt x="424129" y="9930809"/>
                </a:cubicBezTo>
                <a:cubicBezTo>
                  <a:pt x="451650" y="10068413"/>
                  <a:pt x="445394" y="10000991"/>
                  <a:pt x="445394" y="10132828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fromWordArt="0" anchor="t" anchorCtr="0" forceAA="0" compatLnSpc="1">
            <a:noAutofit/>
          </a:bodyPr>
          <a:lstStyle/>
          <a:p>
            <a:pPr algn="l" defTabSz="914400" latinLnBrk="1"/>
            <a:endParaRPr lang="zh-CN" altLang="en-US" sz="1800" b="0"/>
          </a:p>
        </p:txBody>
      </p:sp>
    </p:spTree>
    <p:custDataLst>
      <p:tags r:id="rId4"/>
    </p:custDataLst>
  </p:cSld>
  <p:clrMapOvr>
    <a:masterClrMapping/>
  </p:clrMapOvr>
  <p:transition spd="med" advTm="17780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7056" y="2822713"/>
            <a:ext cx="13557564" cy="9922566"/>
          </a:xfrm>
          <a:prstGeom prst="rect">
            <a:avLst/>
          </a:prstGeom>
        </p:spPr>
      </p:pic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22531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108" name="AutoShape 4"/>
          <p:cNvSpPr>
            <a:spLocks noChangeArrowheads="1"/>
          </p:cNvSpPr>
          <p:nvPr/>
        </p:nvSpPr>
        <p:spPr bwMode="auto">
          <a:xfrm>
            <a:off x="7280408" y="2264804"/>
            <a:ext cx="1396110" cy="822975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入口</a:t>
            </a:r>
            <a:endParaRPr kumimoji="1" lang="zh-CN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AutoShape 6"/>
          <p:cNvSpPr>
            <a:spLocks noChangeArrowheads="1"/>
          </p:cNvSpPr>
          <p:nvPr/>
        </p:nvSpPr>
        <p:spPr bwMode="auto">
          <a:xfrm>
            <a:off x="6372938" y="3512107"/>
            <a:ext cx="3211055" cy="810133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>
                <a:latin typeface="Courier New" panose="02070309020205020404" pitchFamily="49" charset="0"/>
                <a:cs typeface="Times New Roman" panose="02020603050405020304" pitchFamily="18" charset="0"/>
              </a:rPr>
              <a:t>(x &lt; </a:t>
            </a:r>
            <a:r>
              <a:rPr kumimoji="1" lang="en-US" altLang="zh-CN" sz="28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y+z</a:t>
            </a:r>
            <a:r>
              <a:rPr kumimoji="1" lang="en-US" altLang="zh-CN" sz="2800" dirty="0"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  <a:endParaRPr kumimoji="1" lang="zh-CN" altLang="en-US" sz="3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111" name="Line 10"/>
          <p:cNvSpPr>
            <a:spLocks noChangeShapeType="1"/>
          </p:cNvSpPr>
          <p:nvPr/>
        </p:nvSpPr>
        <p:spPr bwMode="auto">
          <a:xfrm>
            <a:off x="7989672" y="5578099"/>
            <a:ext cx="0" cy="411487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112" name="AutoShape 11"/>
          <p:cNvSpPr>
            <a:spLocks noChangeArrowheads="1"/>
          </p:cNvSpPr>
          <p:nvPr/>
        </p:nvSpPr>
        <p:spPr bwMode="auto">
          <a:xfrm>
            <a:off x="10429978" y="3500441"/>
            <a:ext cx="3210817" cy="846593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TriType.</a:t>
            </a:r>
            <a:r>
              <a:rPr kumimoji="1"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noTriangle</a:t>
            </a:r>
            <a:endParaRPr kumimoji="1"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Line 17"/>
          <p:cNvSpPr>
            <a:spLocks noChangeShapeType="1"/>
          </p:cNvSpPr>
          <p:nvPr/>
        </p:nvSpPr>
        <p:spPr bwMode="auto">
          <a:xfrm flipV="1">
            <a:off x="9617018" y="3910262"/>
            <a:ext cx="792278" cy="6910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114" name="Text Box 19"/>
          <p:cNvSpPr txBox="1">
            <a:spLocks noChangeArrowheads="1"/>
          </p:cNvSpPr>
          <p:nvPr/>
        </p:nvSpPr>
        <p:spPr bwMode="auto">
          <a:xfrm>
            <a:off x="6626924" y="2121761"/>
            <a:ext cx="423514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Text Box 20"/>
          <p:cNvSpPr txBox="1">
            <a:spLocks noChangeArrowheads="1"/>
          </p:cNvSpPr>
          <p:nvPr/>
        </p:nvSpPr>
        <p:spPr bwMode="auto">
          <a:xfrm>
            <a:off x="6580451" y="2992953"/>
            <a:ext cx="492444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 Box 21"/>
          <p:cNvSpPr txBox="1">
            <a:spLocks noChangeArrowheads="1"/>
          </p:cNvSpPr>
          <p:nvPr/>
        </p:nvSpPr>
        <p:spPr bwMode="auto">
          <a:xfrm>
            <a:off x="6555969" y="4209461"/>
            <a:ext cx="527709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 Box 22"/>
          <p:cNvSpPr txBox="1">
            <a:spLocks noChangeArrowheads="1"/>
          </p:cNvSpPr>
          <p:nvPr/>
        </p:nvSpPr>
        <p:spPr bwMode="auto">
          <a:xfrm>
            <a:off x="6550834" y="5469680"/>
            <a:ext cx="527709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 Box 24"/>
          <p:cNvSpPr txBox="1">
            <a:spLocks noChangeArrowheads="1"/>
          </p:cNvSpPr>
          <p:nvPr/>
        </p:nvSpPr>
        <p:spPr bwMode="auto">
          <a:xfrm>
            <a:off x="6610093" y="6686482"/>
            <a:ext cx="457177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Line 10"/>
          <p:cNvSpPr>
            <a:spLocks noChangeShapeType="1"/>
          </p:cNvSpPr>
          <p:nvPr/>
        </p:nvSpPr>
        <p:spPr bwMode="auto">
          <a:xfrm>
            <a:off x="7984824" y="6812571"/>
            <a:ext cx="0" cy="411488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121" name="Line 17"/>
          <p:cNvSpPr>
            <a:spLocks noChangeShapeType="1"/>
          </p:cNvSpPr>
          <p:nvPr/>
        </p:nvSpPr>
        <p:spPr bwMode="auto">
          <a:xfrm>
            <a:off x="9607087" y="7636515"/>
            <a:ext cx="804854" cy="456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122" name="Line 18"/>
          <p:cNvSpPr>
            <a:spLocks noChangeShapeType="1"/>
          </p:cNvSpPr>
          <p:nvPr/>
        </p:nvSpPr>
        <p:spPr bwMode="auto">
          <a:xfrm>
            <a:off x="13464847" y="7632947"/>
            <a:ext cx="698056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123" name="AutoShape 12"/>
          <p:cNvSpPr>
            <a:spLocks noChangeArrowheads="1"/>
          </p:cNvSpPr>
          <p:nvPr/>
        </p:nvSpPr>
        <p:spPr bwMode="auto">
          <a:xfrm>
            <a:off x="14159595" y="7233619"/>
            <a:ext cx="4135396" cy="846592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TriType.</a:t>
            </a:r>
            <a:r>
              <a:rPr kumimoji="1"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equlateralTriangle</a:t>
            </a:r>
            <a:endParaRPr kumimoji="1"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Line 10"/>
          <p:cNvSpPr>
            <a:spLocks noChangeShapeType="1"/>
          </p:cNvSpPr>
          <p:nvPr/>
        </p:nvSpPr>
        <p:spPr bwMode="auto">
          <a:xfrm>
            <a:off x="7978456" y="10377346"/>
            <a:ext cx="0" cy="411488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125" name="AutoShape 12"/>
          <p:cNvSpPr>
            <a:spLocks noChangeArrowheads="1"/>
          </p:cNvSpPr>
          <p:nvPr/>
        </p:nvSpPr>
        <p:spPr bwMode="auto">
          <a:xfrm>
            <a:off x="10649682" y="11721747"/>
            <a:ext cx="2771408" cy="846592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TriType.</a:t>
            </a:r>
            <a:r>
              <a:rPr kumimoji="1"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triangle</a:t>
            </a:r>
            <a:endParaRPr kumimoji="1"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Line 10"/>
          <p:cNvSpPr>
            <a:spLocks noChangeShapeType="1"/>
          </p:cNvSpPr>
          <p:nvPr/>
        </p:nvSpPr>
        <p:spPr bwMode="auto">
          <a:xfrm>
            <a:off x="7984826" y="4326363"/>
            <a:ext cx="0" cy="411488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127" name="Line 10"/>
          <p:cNvSpPr>
            <a:spLocks noChangeShapeType="1"/>
          </p:cNvSpPr>
          <p:nvPr/>
        </p:nvSpPr>
        <p:spPr bwMode="auto">
          <a:xfrm>
            <a:off x="7978462" y="3100619"/>
            <a:ext cx="0" cy="411488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128" name="Line 17"/>
          <p:cNvSpPr>
            <a:spLocks noChangeShapeType="1"/>
          </p:cNvSpPr>
          <p:nvPr/>
        </p:nvSpPr>
        <p:spPr bwMode="auto">
          <a:xfrm flipV="1">
            <a:off x="9617239" y="9967718"/>
            <a:ext cx="418970" cy="9640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129" name="AutoShape 11"/>
          <p:cNvSpPr>
            <a:spLocks noChangeArrowheads="1"/>
          </p:cNvSpPr>
          <p:nvPr/>
        </p:nvSpPr>
        <p:spPr bwMode="auto">
          <a:xfrm>
            <a:off x="10040697" y="9561300"/>
            <a:ext cx="3989378" cy="846592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TriType.</a:t>
            </a:r>
            <a:r>
              <a:rPr kumimoji="1"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isoscelesTriangle</a:t>
            </a:r>
            <a:endParaRPr kumimoji="1"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Line 10"/>
          <p:cNvSpPr>
            <a:spLocks noChangeShapeType="1"/>
          </p:cNvSpPr>
          <p:nvPr/>
        </p:nvSpPr>
        <p:spPr bwMode="auto">
          <a:xfrm>
            <a:off x="12035386" y="8042037"/>
            <a:ext cx="0" cy="408780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132" name="Text Box 24"/>
          <p:cNvSpPr txBox="1">
            <a:spLocks noChangeArrowheads="1"/>
          </p:cNvSpPr>
          <p:nvPr/>
        </p:nvSpPr>
        <p:spPr bwMode="auto">
          <a:xfrm>
            <a:off x="12917369" y="6711272"/>
            <a:ext cx="389850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 Box 24"/>
          <p:cNvSpPr txBox="1">
            <a:spLocks noChangeArrowheads="1"/>
          </p:cNvSpPr>
          <p:nvPr/>
        </p:nvSpPr>
        <p:spPr bwMode="auto">
          <a:xfrm>
            <a:off x="14113607" y="10420907"/>
            <a:ext cx="748923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Line 10"/>
          <p:cNvSpPr>
            <a:spLocks noChangeShapeType="1"/>
          </p:cNvSpPr>
          <p:nvPr/>
        </p:nvSpPr>
        <p:spPr bwMode="auto">
          <a:xfrm flipH="1">
            <a:off x="7970556" y="8042037"/>
            <a:ext cx="9537" cy="1536986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135" name="Text Box 24"/>
          <p:cNvSpPr txBox="1">
            <a:spLocks noChangeArrowheads="1"/>
          </p:cNvSpPr>
          <p:nvPr/>
        </p:nvSpPr>
        <p:spPr bwMode="auto">
          <a:xfrm>
            <a:off x="17992411" y="6436276"/>
            <a:ext cx="527709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 Box 24"/>
          <p:cNvSpPr txBox="1">
            <a:spLocks noChangeArrowheads="1"/>
          </p:cNvSpPr>
          <p:nvPr/>
        </p:nvSpPr>
        <p:spPr bwMode="auto">
          <a:xfrm>
            <a:off x="6674784" y="8859926"/>
            <a:ext cx="356187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 Box 24"/>
          <p:cNvSpPr txBox="1">
            <a:spLocks noChangeArrowheads="1"/>
          </p:cNvSpPr>
          <p:nvPr/>
        </p:nvSpPr>
        <p:spPr bwMode="auto">
          <a:xfrm>
            <a:off x="6657952" y="10183473"/>
            <a:ext cx="389850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 Box 24"/>
          <p:cNvSpPr txBox="1">
            <a:spLocks noChangeArrowheads="1"/>
          </p:cNvSpPr>
          <p:nvPr/>
        </p:nvSpPr>
        <p:spPr bwMode="auto">
          <a:xfrm>
            <a:off x="11771532" y="10788835"/>
            <a:ext cx="527709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Line 15"/>
          <p:cNvSpPr>
            <a:spLocks noChangeShapeType="1"/>
          </p:cNvSpPr>
          <p:nvPr/>
        </p:nvSpPr>
        <p:spPr bwMode="auto">
          <a:xfrm flipV="1">
            <a:off x="13626474" y="3910261"/>
            <a:ext cx="5090984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144" name="Line 15"/>
          <p:cNvSpPr>
            <a:spLocks noChangeShapeType="1"/>
          </p:cNvSpPr>
          <p:nvPr/>
        </p:nvSpPr>
        <p:spPr bwMode="auto">
          <a:xfrm flipH="1">
            <a:off x="7970556" y="11619833"/>
            <a:ext cx="14268" cy="535802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145" name="Line 17"/>
          <p:cNvSpPr>
            <a:spLocks noChangeShapeType="1"/>
          </p:cNvSpPr>
          <p:nvPr/>
        </p:nvSpPr>
        <p:spPr bwMode="auto">
          <a:xfrm flipV="1">
            <a:off x="7970559" y="12154488"/>
            <a:ext cx="2663258" cy="1146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 dirty="0"/>
          </a:p>
        </p:txBody>
      </p:sp>
      <p:sp>
        <p:nvSpPr>
          <p:cNvPr id="146" name="Line 17"/>
          <p:cNvSpPr>
            <a:spLocks noChangeShapeType="1"/>
          </p:cNvSpPr>
          <p:nvPr/>
        </p:nvSpPr>
        <p:spPr bwMode="auto">
          <a:xfrm flipV="1">
            <a:off x="13405226" y="12075438"/>
            <a:ext cx="4487289" cy="69185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 dirty="0"/>
          </a:p>
        </p:txBody>
      </p:sp>
      <p:sp>
        <p:nvSpPr>
          <p:cNvPr id="148" name="Line 15"/>
          <p:cNvSpPr>
            <a:spLocks noChangeShapeType="1"/>
          </p:cNvSpPr>
          <p:nvPr/>
        </p:nvSpPr>
        <p:spPr bwMode="auto">
          <a:xfrm flipV="1">
            <a:off x="14047812" y="9993909"/>
            <a:ext cx="4640382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149" name="AutoShape 6"/>
          <p:cNvSpPr>
            <a:spLocks noChangeArrowheads="1"/>
          </p:cNvSpPr>
          <p:nvPr/>
        </p:nvSpPr>
        <p:spPr bwMode="auto">
          <a:xfrm>
            <a:off x="6379299" y="4748360"/>
            <a:ext cx="3211054" cy="810134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kumimoji="1" lang="en-US" altLang="zh-CN" sz="2800" dirty="0">
                <a:latin typeface="Courier New" panose="02070309020205020404" pitchFamily="49" charset="0"/>
                <a:cs typeface="Times New Roman" panose="02020603050405020304" pitchFamily="18" charset="0"/>
              </a:rPr>
              <a:t>(y &gt;= </a:t>
            </a:r>
            <a:r>
              <a:rPr kumimoji="1" lang="en-US" altLang="zh-CN" sz="28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x+z</a:t>
            </a:r>
            <a:r>
              <a:rPr kumimoji="1" lang="en-US" altLang="zh-CN" sz="2800" dirty="0"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  <a:endParaRPr kumimoji="1" lang="zh-CN" altLang="en-US" sz="3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150" name="AutoShape 6"/>
          <p:cNvSpPr>
            <a:spLocks noChangeArrowheads="1"/>
          </p:cNvSpPr>
          <p:nvPr/>
        </p:nvSpPr>
        <p:spPr bwMode="auto">
          <a:xfrm>
            <a:off x="6379299" y="5994644"/>
            <a:ext cx="3211054" cy="810134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kumimoji="1" lang="en-US" altLang="zh-CN" sz="2800" dirty="0">
                <a:latin typeface="Courier New" panose="02070309020205020404" pitchFamily="49" charset="0"/>
                <a:cs typeface="Times New Roman" panose="02020603050405020304" pitchFamily="18" charset="0"/>
              </a:rPr>
              <a:t>(z &gt;= </a:t>
            </a:r>
            <a:r>
              <a:rPr kumimoji="1" lang="en-US" altLang="zh-CN" sz="28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x+y</a:t>
            </a:r>
            <a:r>
              <a:rPr kumimoji="1" lang="en-US" altLang="zh-CN" sz="2800" dirty="0"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  <a:endParaRPr kumimoji="1" lang="zh-CN" altLang="en-US" sz="3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151" name="AutoShape 6"/>
          <p:cNvSpPr>
            <a:spLocks noChangeArrowheads="1"/>
          </p:cNvSpPr>
          <p:nvPr/>
        </p:nvSpPr>
        <p:spPr bwMode="auto">
          <a:xfrm>
            <a:off x="6379299" y="7231904"/>
            <a:ext cx="3211054" cy="810134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kumimoji="1" lang="en-US" altLang="zh-CN" sz="2800" dirty="0">
                <a:latin typeface="Courier New" panose="02070309020205020404" pitchFamily="49" charset="0"/>
                <a:cs typeface="Times New Roman" panose="02020603050405020304" pitchFamily="18" charset="0"/>
              </a:rPr>
              <a:t>(x == y)</a:t>
            </a:r>
            <a:endParaRPr kumimoji="1" lang="zh-CN" altLang="en-US" sz="3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152" name="AutoShape 6"/>
          <p:cNvSpPr>
            <a:spLocks noChangeArrowheads="1"/>
          </p:cNvSpPr>
          <p:nvPr/>
        </p:nvSpPr>
        <p:spPr bwMode="auto">
          <a:xfrm>
            <a:off x="6372931" y="9572297"/>
            <a:ext cx="3211054" cy="810134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kumimoji="1" lang="en-US" altLang="zh-CN" sz="2800" dirty="0">
                <a:latin typeface="Courier New" panose="02070309020205020404" pitchFamily="49" charset="0"/>
                <a:cs typeface="Times New Roman" panose="02020603050405020304" pitchFamily="18" charset="0"/>
              </a:rPr>
              <a:t>(y == z)</a:t>
            </a:r>
            <a:endParaRPr kumimoji="1" lang="zh-CN" altLang="en-US" sz="3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153" name="AutoShape 6"/>
          <p:cNvSpPr>
            <a:spLocks noChangeArrowheads="1"/>
          </p:cNvSpPr>
          <p:nvPr/>
        </p:nvSpPr>
        <p:spPr bwMode="auto">
          <a:xfrm>
            <a:off x="6369499" y="10790171"/>
            <a:ext cx="3211054" cy="810134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kumimoji="1" lang="en-US" altLang="zh-CN" sz="2800" dirty="0">
                <a:latin typeface="Courier New" panose="02070309020205020404" pitchFamily="49" charset="0"/>
                <a:cs typeface="Times New Roman" panose="02020603050405020304" pitchFamily="18" charset="0"/>
              </a:rPr>
              <a:t>(x == z)</a:t>
            </a:r>
            <a:endParaRPr kumimoji="1" lang="zh-CN" altLang="en-US" sz="3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154" name="AutoShape 6"/>
          <p:cNvSpPr>
            <a:spLocks noChangeArrowheads="1"/>
          </p:cNvSpPr>
          <p:nvPr/>
        </p:nvSpPr>
        <p:spPr bwMode="auto">
          <a:xfrm>
            <a:off x="10429859" y="7227882"/>
            <a:ext cx="3211054" cy="810134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kumimoji="1" lang="en-US" altLang="zh-CN" sz="2800" dirty="0">
                <a:latin typeface="Courier New" panose="02070309020205020404" pitchFamily="49" charset="0"/>
                <a:cs typeface="Times New Roman" panose="02020603050405020304" pitchFamily="18" charset="0"/>
              </a:rPr>
              <a:t>(x == z)</a:t>
            </a:r>
            <a:endParaRPr kumimoji="1" lang="zh-CN" altLang="en-US" sz="3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156" name="Line 15"/>
          <p:cNvSpPr>
            <a:spLocks noChangeShapeType="1"/>
          </p:cNvSpPr>
          <p:nvPr/>
        </p:nvSpPr>
        <p:spPr bwMode="auto">
          <a:xfrm>
            <a:off x="18689566" y="3967749"/>
            <a:ext cx="25701" cy="7632556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56" name="AutoShape 5"/>
          <p:cNvSpPr>
            <a:spLocks noChangeArrowheads="1"/>
          </p:cNvSpPr>
          <p:nvPr/>
        </p:nvSpPr>
        <p:spPr bwMode="auto">
          <a:xfrm>
            <a:off x="17892515" y="11689063"/>
            <a:ext cx="1396110" cy="822975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返回</a:t>
            </a:r>
            <a:endParaRPr kumimoji="1"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AutoShape 6"/>
          <p:cNvSpPr>
            <a:spLocks noChangeArrowheads="1"/>
          </p:cNvSpPr>
          <p:nvPr/>
        </p:nvSpPr>
        <p:spPr bwMode="auto">
          <a:xfrm>
            <a:off x="6408559" y="3518833"/>
            <a:ext cx="3211055" cy="810133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>
                <a:latin typeface="Courier New" panose="02070309020205020404" pitchFamily="49" charset="0"/>
                <a:cs typeface="Times New Roman" panose="02020603050405020304" pitchFamily="18" charset="0"/>
              </a:rPr>
              <a:t>(x &gt;= </a:t>
            </a:r>
            <a:r>
              <a:rPr kumimoji="1" lang="en-US" altLang="zh-CN" sz="28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y+z</a:t>
            </a:r>
            <a:r>
              <a:rPr kumimoji="1" lang="en-US" altLang="zh-CN" sz="2800" dirty="0"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  <a:endParaRPr kumimoji="1" lang="zh-CN" altLang="en-US" sz="3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58" name="Line 10"/>
          <p:cNvSpPr>
            <a:spLocks noChangeShapeType="1"/>
          </p:cNvSpPr>
          <p:nvPr/>
        </p:nvSpPr>
        <p:spPr bwMode="auto">
          <a:xfrm>
            <a:off x="8025293" y="5584825"/>
            <a:ext cx="0" cy="411487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60" name="Line 17"/>
          <p:cNvSpPr>
            <a:spLocks noChangeShapeType="1"/>
          </p:cNvSpPr>
          <p:nvPr/>
        </p:nvSpPr>
        <p:spPr bwMode="auto">
          <a:xfrm flipV="1">
            <a:off x="9652638" y="3916988"/>
            <a:ext cx="792278" cy="6910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61" name="Text Box 19"/>
          <p:cNvSpPr txBox="1">
            <a:spLocks noChangeArrowheads="1"/>
          </p:cNvSpPr>
          <p:nvPr/>
        </p:nvSpPr>
        <p:spPr bwMode="auto">
          <a:xfrm>
            <a:off x="6641120" y="2128487"/>
            <a:ext cx="423514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6606655" y="2999679"/>
            <a:ext cx="492444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Box 21"/>
          <p:cNvSpPr txBox="1">
            <a:spLocks noChangeArrowheads="1"/>
          </p:cNvSpPr>
          <p:nvPr/>
        </p:nvSpPr>
        <p:spPr bwMode="auto">
          <a:xfrm>
            <a:off x="6589023" y="4216187"/>
            <a:ext cx="527709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Box 22"/>
          <p:cNvSpPr txBox="1">
            <a:spLocks noChangeArrowheads="1"/>
          </p:cNvSpPr>
          <p:nvPr/>
        </p:nvSpPr>
        <p:spPr bwMode="auto">
          <a:xfrm>
            <a:off x="6589023" y="5476406"/>
            <a:ext cx="527709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Box 23"/>
          <p:cNvSpPr txBox="1">
            <a:spLocks noChangeArrowheads="1"/>
          </p:cNvSpPr>
          <p:nvPr/>
        </p:nvSpPr>
        <p:spPr bwMode="auto">
          <a:xfrm>
            <a:off x="13569908" y="2960945"/>
            <a:ext cx="713657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Box 24"/>
          <p:cNvSpPr txBox="1">
            <a:spLocks noChangeArrowheads="1"/>
          </p:cNvSpPr>
          <p:nvPr/>
        </p:nvSpPr>
        <p:spPr bwMode="auto">
          <a:xfrm>
            <a:off x="6624289" y="6693208"/>
            <a:ext cx="457177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Line 15"/>
          <p:cNvSpPr>
            <a:spLocks noChangeShapeType="1"/>
          </p:cNvSpPr>
          <p:nvPr/>
        </p:nvSpPr>
        <p:spPr bwMode="auto">
          <a:xfrm flipV="1">
            <a:off x="13662095" y="3916987"/>
            <a:ext cx="5090984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68" name="AutoShape 11"/>
          <p:cNvSpPr>
            <a:spLocks noChangeArrowheads="1"/>
          </p:cNvSpPr>
          <p:nvPr/>
        </p:nvSpPr>
        <p:spPr bwMode="auto">
          <a:xfrm>
            <a:off x="10429978" y="4732992"/>
            <a:ext cx="3210816" cy="846593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TriType.</a:t>
            </a:r>
            <a:r>
              <a:rPr kumimoji="1"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noTriangle</a:t>
            </a:r>
            <a:endParaRPr kumimoji="1"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Line 17"/>
          <p:cNvSpPr>
            <a:spLocks noChangeShapeType="1"/>
          </p:cNvSpPr>
          <p:nvPr/>
        </p:nvSpPr>
        <p:spPr bwMode="auto">
          <a:xfrm flipV="1">
            <a:off x="9616197" y="5142813"/>
            <a:ext cx="792278" cy="6910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70" name="Text Box 23"/>
          <p:cNvSpPr txBox="1">
            <a:spLocks noChangeArrowheads="1"/>
          </p:cNvSpPr>
          <p:nvPr/>
        </p:nvSpPr>
        <p:spPr bwMode="auto">
          <a:xfrm>
            <a:off x="13569908" y="4166188"/>
            <a:ext cx="713657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Line 15"/>
          <p:cNvSpPr>
            <a:spLocks noChangeShapeType="1"/>
          </p:cNvSpPr>
          <p:nvPr/>
        </p:nvSpPr>
        <p:spPr bwMode="auto">
          <a:xfrm flipV="1">
            <a:off x="13625654" y="5142812"/>
            <a:ext cx="5090984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72" name="AutoShape 11"/>
          <p:cNvSpPr>
            <a:spLocks noChangeArrowheads="1"/>
          </p:cNvSpPr>
          <p:nvPr/>
        </p:nvSpPr>
        <p:spPr bwMode="auto">
          <a:xfrm>
            <a:off x="10429978" y="6005199"/>
            <a:ext cx="3210816" cy="846593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TriType.</a:t>
            </a:r>
            <a:r>
              <a:rPr kumimoji="1"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noTriangle</a:t>
            </a:r>
            <a:endParaRPr kumimoji="1"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Line 17"/>
          <p:cNvSpPr>
            <a:spLocks noChangeShapeType="1"/>
          </p:cNvSpPr>
          <p:nvPr/>
        </p:nvSpPr>
        <p:spPr bwMode="auto">
          <a:xfrm flipV="1">
            <a:off x="9636075" y="6415020"/>
            <a:ext cx="792278" cy="6910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74" name="Text Box 23"/>
          <p:cNvSpPr txBox="1">
            <a:spLocks noChangeArrowheads="1"/>
          </p:cNvSpPr>
          <p:nvPr/>
        </p:nvSpPr>
        <p:spPr bwMode="auto">
          <a:xfrm>
            <a:off x="13544259" y="5392013"/>
            <a:ext cx="764954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Line 15"/>
          <p:cNvSpPr>
            <a:spLocks noChangeShapeType="1"/>
          </p:cNvSpPr>
          <p:nvPr/>
        </p:nvSpPr>
        <p:spPr bwMode="auto">
          <a:xfrm flipV="1">
            <a:off x="13645532" y="6415019"/>
            <a:ext cx="5090984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76" name="Line 17"/>
          <p:cNvSpPr>
            <a:spLocks noChangeShapeType="1"/>
          </p:cNvSpPr>
          <p:nvPr/>
        </p:nvSpPr>
        <p:spPr bwMode="auto">
          <a:xfrm flipV="1">
            <a:off x="9612962" y="11181119"/>
            <a:ext cx="418970" cy="9640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77" name="AutoShape 11"/>
          <p:cNvSpPr>
            <a:spLocks noChangeArrowheads="1"/>
          </p:cNvSpPr>
          <p:nvPr/>
        </p:nvSpPr>
        <p:spPr bwMode="auto">
          <a:xfrm>
            <a:off x="10040697" y="10774701"/>
            <a:ext cx="3989378" cy="846592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TriType.</a:t>
            </a:r>
            <a:r>
              <a:rPr kumimoji="1"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isoscelesTriangle</a:t>
            </a:r>
            <a:endParaRPr kumimoji="1"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Line 15"/>
          <p:cNvSpPr>
            <a:spLocks noChangeShapeType="1"/>
          </p:cNvSpPr>
          <p:nvPr/>
        </p:nvSpPr>
        <p:spPr bwMode="auto">
          <a:xfrm flipV="1">
            <a:off x="14043535" y="11138126"/>
            <a:ext cx="4624782" cy="69184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79" name="AutoShape 11"/>
          <p:cNvSpPr>
            <a:spLocks noChangeArrowheads="1"/>
          </p:cNvSpPr>
          <p:nvPr/>
        </p:nvSpPr>
        <p:spPr bwMode="auto">
          <a:xfrm>
            <a:off x="10040697" y="8451430"/>
            <a:ext cx="3989378" cy="846592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TriType.</a:t>
            </a:r>
            <a:r>
              <a:rPr kumimoji="1"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isoscelesTriangle</a:t>
            </a:r>
            <a:endParaRPr kumimoji="1" lang="en-US" altLang="zh-C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Line 15"/>
          <p:cNvSpPr>
            <a:spLocks noChangeShapeType="1"/>
          </p:cNvSpPr>
          <p:nvPr/>
        </p:nvSpPr>
        <p:spPr bwMode="auto">
          <a:xfrm flipV="1">
            <a:off x="14061065" y="8884039"/>
            <a:ext cx="4627129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81" name="Text Box 24"/>
          <p:cNvSpPr txBox="1">
            <a:spLocks noChangeArrowheads="1"/>
          </p:cNvSpPr>
          <p:nvPr/>
        </p:nvSpPr>
        <p:spPr bwMode="auto">
          <a:xfrm>
            <a:off x="14113607" y="9324155"/>
            <a:ext cx="748923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 Box 24"/>
          <p:cNvSpPr txBox="1">
            <a:spLocks noChangeArrowheads="1"/>
          </p:cNvSpPr>
          <p:nvPr/>
        </p:nvSpPr>
        <p:spPr bwMode="auto">
          <a:xfrm>
            <a:off x="14100783" y="8364881"/>
            <a:ext cx="774571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Line 18"/>
          <p:cNvSpPr>
            <a:spLocks noChangeShapeType="1"/>
          </p:cNvSpPr>
          <p:nvPr/>
        </p:nvSpPr>
        <p:spPr bwMode="auto">
          <a:xfrm flipV="1">
            <a:off x="18341218" y="7623184"/>
            <a:ext cx="341934" cy="12913"/>
          </a:xfrm>
          <a:prstGeom prst="line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6000"/>
          </a:p>
        </p:txBody>
      </p:sp>
      <p:sp>
        <p:nvSpPr>
          <p:cNvPr id="84" name="Text Box 24"/>
          <p:cNvSpPr txBox="1">
            <a:spLocks noChangeArrowheads="1"/>
          </p:cNvSpPr>
          <p:nvPr/>
        </p:nvSpPr>
        <p:spPr bwMode="auto">
          <a:xfrm>
            <a:off x="14160289" y="11313626"/>
            <a:ext cx="527709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kumimoji="1" lang="en-US" altLang="zh-C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3909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语句覆盖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747200" y="2959079"/>
            <a:ext cx="7423546" cy="238817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测试用例</a:t>
            </a:r>
            <a:endParaRPr lang="en-US" altLang="zh-CN" sz="4800" b="1" dirty="0"/>
          </a:p>
          <a:p>
            <a:pPr marL="1270000" lvl="2" indent="0">
              <a:buNone/>
            </a:pPr>
            <a:endParaRPr lang="en-US" altLang="zh-CN" sz="4800" dirty="0">
              <a:solidFill>
                <a:srgbClr val="FF0000"/>
              </a:solidFill>
            </a:endParaRPr>
          </a:p>
          <a:p>
            <a:pPr marL="1270000" lvl="2" indent="0">
              <a:buNone/>
            </a:pPr>
            <a:endParaRPr lang="zh-CN" altLang="en-US" sz="4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0659" y="2801074"/>
            <a:ext cx="10245110" cy="8338711"/>
          </a:xfrm>
          <a:prstGeom prst="rect">
            <a:avLst/>
          </a:prstGeom>
        </p:spPr>
      </p:pic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7200" y="4957629"/>
          <a:ext cx="6709964" cy="5760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77491"/>
                <a:gridCol w="1677491"/>
                <a:gridCol w="1677491"/>
                <a:gridCol w="1677491"/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ID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8255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36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Helvetica Neue Light"/>
                        </a:rPr>
                        <a:t>7</a:t>
                      </a:r>
                      <a:endParaRPr lang="zh-CN" altLang="en-US" sz="3600" b="1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8255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36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Helvetica Neue Light"/>
                        </a:rPr>
                        <a:t>2</a:t>
                      </a:r>
                      <a:endParaRPr lang="zh-CN" altLang="en-US" sz="3600" b="1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8255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36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Helvetica Neue Light"/>
                        </a:rPr>
                        <a:t>3</a:t>
                      </a:r>
                      <a:endParaRPr lang="zh-CN" altLang="en-US" sz="3600" b="1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8255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36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Helvetica Neue Light"/>
                        </a:rPr>
                        <a:t>2</a:t>
                      </a:r>
                      <a:endParaRPr lang="zh-CN" altLang="en-US" sz="3600" b="1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5"/>
    </p:custDataLst>
  </p:cSld>
  <p:clrMapOvr>
    <a:masterClrMapping/>
  </p:clrMapOvr>
  <p:transition spd="med" advTm="16255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088558" y="98791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白盒测试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088558" y="2535059"/>
            <a:ext cx="7717602" cy="1343465"/>
            <a:chOff x="9218067" y="3086516"/>
            <a:chExt cx="7717602" cy="1343465"/>
          </a:xfrm>
        </p:grpSpPr>
        <p:sp>
          <p:nvSpPr>
            <p:cNvPr id="134" name="矩形 5"/>
            <p:cNvSpPr txBox="1"/>
            <p:nvPr/>
          </p:nvSpPr>
          <p:spPr>
            <a:xfrm>
              <a:off x="11344964" y="335970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语句覆盖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9341182" y="314029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9218067" y="323530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088558" y="4082204"/>
            <a:ext cx="7717601" cy="1343465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03</a:t>
              </a:r>
              <a:endParaRPr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54697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判定覆盖</a:t>
              </a:r>
              <a:endParaRPr sz="4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088558" y="5629349"/>
            <a:ext cx="7717602" cy="1343465"/>
            <a:chOff x="9184939" y="6856761"/>
            <a:chExt cx="7717602" cy="1343465"/>
          </a:xfrm>
        </p:grpSpPr>
        <p:sp>
          <p:nvSpPr>
            <p:cNvPr id="19" name="矩形 5"/>
            <p:cNvSpPr txBox="1"/>
            <p:nvPr/>
          </p:nvSpPr>
          <p:spPr>
            <a:xfrm>
              <a:off x="11311836" y="7129950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条件覆盖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20" name="Freeform 5"/>
            <p:cNvSpPr/>
            <p:nvPr/>
          </p:nvSpPr>
          <p:spPr>
            <a:xfrm rot="5400000">
              <a:off x="9308054" y="6910542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1" name="矩形 11"/>
            <p:cNvSpPr txBox="1"/>
            <p:nvPr/>
          </p:nvSpPr>
          <p:spPr>
            <a:xfrm>
              <a:off x="9184939" y="7005549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4</a:t>
              </a:r>
              <a:endParaRPr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088558" y="7176494"/>
            <a:ext cx="7717601" cy="1343465"/>
            <a:chOff x="9184939" y="8710808"/>
            <a:chExt cx="7717601" cy="1343465"/>
          </a:xfrm>
        </p:grpSpPr>
        <p:sp>
          <p:nvSpPr>
            <p:cNvPr id="22" name="Freeform 5"/>
            <p:cNvSpPr/>
            <p:nvPr/>
          </p:nvSpPr>
          <p:spPr>
            <a:xfrm rot="5400000">
              <a:off x="9308054" y="8764589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3" name="矩形 11"/>
            <p:cNvSpPr txBox="1"/>
            <p:nvPr/>
          </p:nvSpPr>
          <p:spPr>
            <a:xfrm>
              <a:off x="9184939" y="8900541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5</a:t>
              </a:r>
              <a:endParaRPr dirty="0"/>
            </a:p>
          </p:txBody>
        </p:sp>
        <p:sp>
          <p:nvSpPr>
            <p:cNvPr id="24" name="矩形 5"/>
            <p:cNvSpPr txBox="1"/>
            <p:nvPr/>
          </p:nvSpPr>
          <p:spPr>
            <a:xfrm>
              <a:off x="11311835" y="9024942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条件</a:t>
              </a:r>
              <a:r>
                <a:rPr lang="en-US" altLang="zh-CN" sz="4400" dirty="0">
                  <a:solidFill>
                    <a:srgbClr val="000000"/>
                  </a:solidFill>
                </a:rPr>
                <a:t>/</a:t>
              </a:r>
              <a:r>
                <a:rPr lang="zh-CN" altLang="en-US" sz="4400" dirty="0">
                  <a:solidFill>
                    <a:srgbClr val="000000"/>
                  </a:solidFill>
                </a:rPr>
                <a:t>判定覆盖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9088558" y="8723639"/>
            <a:ext cx="7717600" cy="1343465"/>
            <a:chOff x="9125303" y="10241433"/>
            <a:chExt cx="7717600" cy="1343465"/>
          </a:xfrm>
        </p:grpSpPr>
        <p:sp>
          <p:nvSpPr>
            <p:cNvPr id="25" name="Freeform 5"/>
            <p:cNvSpPr/>
            <p:nvPr/>
          </p:nvSpPr>
          <p:spPr>
            <a:xfrm rot="5400000">
              <a:off x="9248418" y="1029521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6" name="矩形 11"/>
            <p:cNvSpPr txBox="1"/>
            <p:nvPr/>
          </p:nvSpPr>
          <p:spPr>
            <a:xfrm>
              <a:off x="9125303" y="1043116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6</a:t>
              </a:r>
              <a:endParaRPr dirty="0"/>
            </a:p>
          </p:txBody>
        </p:sp>
        <p:sp>
          <p:nvSpPr>
            <p:cNvPr id="27" name="矩形 5"/>
            <p:cNvSpPr txBox="1"/>
            <p:nvPr/>
          </p:nvSpPr>
          <p:spPr>
            <a:xfrm>
              <a:off x="11252198" y="10555567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条件组合覆盖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9088558" y="10270784"/>
            <a:ext cx="7717599" cy="1343465"/>
            <a:chOff x="9184939" y="11246596"/>
            <a:chExt cx="7717599" cy="1343465"/>
          </a:xfrm>
        </p:grpSpPr>
        <p:sp>
          <p:nvSpPr>
            <p:cNvPr id="28" name="Freeform 5"/>
            <p:cNvSpPr/>
            <p:nvPr/>
          </p:nvSpPr>
          <p:spPr>
            <a:xfrm rot="5400000">
              <a:off x="9308054" y="1130037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29" name="矩形 11"/>
            <p:cNvSpPr txBox="1"/>
            <p:nvPr/>
          </p:nvSpPr>
          <p:spPr>
            <a:xfrm>
              <a:off x="9184939" y="11436329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7</a:t>
              </a:r>
              <a:endParaRPr dirty="0"/>
            </a:p>
          </p:txBody>
        </p:sp>
        <p:sp>
          <p:nvSpPr>
            <p:cNvPr id="30" name="矩形 5"/>
            <p:cNvSpPr txBox="1"/>
            <p:nvPr/>
          </p:nvSpPr>
          <p:spPr>
            <a:xfrm>
              <a:off x="11311833" y="11560730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路径覆盖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9088558" y="11817929"/>
            <a:ext cx="7717599" cy="1343465"/>
            <a:chOff x="9125303" y="12777221"/>
            <a:chExt cx="7717599" cy="1343465"/>
          </a:xfrm>
        </p:grpSpPr>
        <p:sp>
          <p:nvSpPr>
            <p:cNvPr id="31" name="Freeform 5"/>
            <p:cNvSpPr/>
            <p:nvPr/>
          </p:nvSpPr>
          <p:spPr>
            <a:xfrm rot="5400000">
              <a:off x="9248418" y="12831002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32" name="矩形 11"/>
            <p:cNvSpPr txBox="1"/>
            <p:nvPr/>
          </p:nvSpPr>
          <p:spPr>
            <a:xfrm>
              <a:off x="9125303" y="1296695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altLang="zh-CN" dirty="0"/>
                <a:t>8</a:t>
              </a:r>
              <a:endParaRPr dirty="0"/>
            </a:p>
          </p:txBody>
        </p:sp>
        <p:sp>
          <p:nvSpPr>
            <p:cNvPr id="33" name="矩形 5"/>
            <p:cNvSpPr txBox="1"/>
            <p:nvPr/>
          </p:nvSpPr>
          <p:spPr>
            <a:xfrm>
              <a:off x="11252197" y="1309135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4792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47199" y="2959080"/>
            <a:ext cx="19868961" cy="634440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分支</a:t>
            </a:r>
            <a:r>
              <a:rPr lang="en-US" altLang="zh-CN" sz="4800" b="1" dirty="0"/>
              <a:t>/</a:t>
            </a:r>
            <a:r>
              <a:rPr lang="zh-CN" altLang="en-US" sz="4800" b="1" dirty="0"/>
              <a:t>判定覆盖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选取足够多的测试数据，使被测试程序中不仅</a:t>
            </a:r>
            <a:r>
              <a:rPr lang="zh-CN" altLang="en-US" sz="4800" u="sng" dirty="0"/>
              <a:t>每个语句至少执行一次</a:t>
            </a:r>
            <a:r>
              <a:rPr lang="zh-CN" altLang="en-US" sz="4800" dirty="0"/>
              <a:t>，而且</a:t>
            </a:r>
            <a:r>
              <a:rPr lang="zh-CN" altLang="en-US" sz="4800" u="sng" dirty="0"/>
              <a:t>每个判定的每种可能的结果都至少执行一次</a:t>
            </a:r>
            <a:r>
              <a:rPr lang="zh-CN" altLang="en-US" sz="4800" dirty="0"/>
              <a:t>。</a:t>
            </a:r>
            <a:endParaRPr lang="zh-CN" altLang="en-US" sz="4800" dirty="0"/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分支</a:t>
            </a:r>
            <a:r>
              <a:rPr lang="en-US" altLang="zh-CN" dirty="0"/>
              <a:t>/</a:t>
            </a:r>
            <a:r>
              <a:rPr lang="zh-CN" altLang="en-US" dirty="0"/>
              <a:t>判定覆盖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332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04567" y="6613451"/>
            <a:ext cx="5837275" cy="122274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6262831" y="3984172"/>
            <a:ext cx="14016445" cy="8260080"/>
          </a:xfrm>
          <a:prstGeom prst="rect">
            <a:avLst/>
          </a:prstGeom>
        </p:spPr>
        <p:txBody>
          <a:bodyPr/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Tx/>
              <a:buNone/>
            </a:pPr>
            <a:r>
              <a:rPr lang="en-US" altLang="zh-CN" dirty="0">
                <a:latin typeface="Courier New" panose="02070309020205020404" pitchFamily="49" charset="0"/>
              </a:rPr>
              <a:t>float Compute(float </a:t>
            </a:r>
            <a:r>
              <a:rPr lang="en-US" altLang="zh-CN" dirty="0" err="1">
                <a:latin typeface="Courier New" panose="02070309020205020404" pitchFamily="49" charset="0"/>
              </a:rPr>
              <a:t>A,float</a:t>
            </a:r>
            <a:r>
              <a:rPr lang="en-US" altLang="zh-CN" dirty="0"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</a:rPr>
              <a:t>B,float</a:t>
            </a:r>
            <a:r>
              <a:rPr lang="en-US" altLang="zh-CN" dirty="0">
                <a:latin typeface="Courier New" panose="02070309020205020404" pitchFamily="49" charset="0"/>
              </a:rPr>
              <a:t> X)</a:t>
            </a:r>
            <a:endParaRPr lang="en-US" altLang="zh-CN" dirty="0">
              <a:latin typeface="Courier New" panose="02070309020205020404" pitchFamily="49" charset="0"/>
            </a:endParaRPr>
          </a:p>
          <a:p>
            <a:pPr hangingPunct="1">
              <a:buFontTx/>
              <a:buNone/>
            </a:pPr>
            <a:r>
              <a:rPr lang="en-US" altLang="zh-CN" dirty="0">
                <a:latin typeface="Courier New" panose="02070309020205020404" pitchFamily="49" charset="0"/>
              </a:rPr>
              <a:t>{</a:t>
            </a:r>
            <a:endParaRPr lang="en-US" altLang="zh-CN" dirty="0">
              <a:latin typeface="Courier New" panose="02070309020205020404" pitchFamily="49" charset="0"/>
            </a:endParaRPr>
          </a:p>
          <a:p>
            <a:pPr hangingPunct="1">
              <a:buFontTx/>
              <a:buNone/>
            </a:pPr>
            <a:r>
              <a:rPr lang="en-US" altLang="zh-CN" dirty="0">
                <a:latin typeface="Courier New" panose="02070309020205020404" pitchFamily="49" charset="0"/>
              </a:rPr>
              <a:t>    if (A&gt;1)&amp;&amp;(B==0) X=X/A;</a:t>
            </a:r>
            <a:endParaRPr lang="en-US" altLang="zh-CN" dirty="0">
              <a:latin typeface="Courier New" panose="02070309020205020404" pitchFamily="49" charset="0"/>
            </a:endParaRPr>
          </a:p>
          <a:p>
            <a:pPr hangingPunct="1">
              <a:buFontTx/>
              <a:buNone/>
            </a:pPr>
            <a:r>
              <a:rPr lang="en-US" altLang="zh-CN" dirty="0">
                <a:latin typeface="Courier New" panose="02070309020205020404" pitchFamily="49" charset="0"/>
              </a:rPr>
              <a:t>    if (A==2)||(X&gt;1) X=X+1;</a:t>
            </a:r>
            <a:endParaRPr lang="en-US" altLang="zh-CN" dirty="0">
              <a:latin typeface="Courier New" panose="02070309020205020404" pitchFamily="49" charset="0"/>
            </a:endParaRPr>
          </a:p>
          <a:p>
            <a:pPr hangingPunct="1">
              <a:buFontTx/>
              <a:buNone/>
            </a:pPr>
            <a:r>
              <a:rPr lang="en-US" altLang="zh-CN" dirty="0">
                <a:latin typeface="Courier New" panose="02070309020205020404" pitchFamily="49" charset="0"/>
              </a:rPr>
              <a:t>    return X;</a:t>
            </a:r>
            <a:endParaRPr lang="en-US" altLang="zh-CN" dirty="0">
              <a:latin typeface="Courier New" panose="02070309020205020404" pitchFamily="49" charset="0"/>
            </a:endParaRPr>
          </a:p>
          <a:p>
            <a:pPr hangingPunct="1">
              <a:buFontTx/>
              <a:buNone/>
            </a:pPr>
            <a:r>
              <a:rPr lang="en-US" altLang="zh-CN" dirty="0">
                <a:latin typeface="Courier New" panose="02070309020205020404" pitchFamily="49" charset="0"/>
              </a:rPr>
              <a:t>}</a:t>
            </a:r>
            <a:endParaRPr lang="en-US" altLang="zh-CN" dirty="0">
              <a:latin typeface="Courier New" panose="02070309020205020404" pitchFamily="49" charset="0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分支</a:t>
            </a:r>
            <a:r>
              <a:rPr lang="en-US" altLang="zh-CN" dirty="0"/>
              <a:t>/</a:t>
            </a:r>
            <a:r>
              <a:rPr lang="zh-CN" altLang="en-US" dirty="0"/>
              <a:t>判定覆盖</a:t>
            </a:r>
            <a:endParaRPr lang="zh-CN" altLang="en-US" dirty="0"/>
          </a:p>
        </p:txBody>
      </p:sp>
      <p:sp>
        <p:nvSpPr>
          <p:cNvPr id="9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7658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分支</a:t>
            </a:r>
            <a:r>
              <a:rPr lang="en-US" altLang="zh-CN" dirty="0"/>
              <a:t>/</a:t>
            </a:r>
            <a:r>
              <a:rPr lang="zh-CN" altLang="en-US" dirty="0"/>
              <a:t>判定覆盖</a:t>
            </a:r>
            <a:endParaRPr lang="zh-CN" altLang="en-US" dirty="0"/>
          </a:p>
        </p:txBody>
      </p:sp>
      <p:sp>
        <p:nvSpPr>
          <p:cNvPr id="9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grpSp>
        <p:nvGrpSpPr>
          <p:cNvPr id="6" name="组合 2"/>
          <p:cNvGrpSpPr/>
          <p:nvPr/>
        </p:nvGrpSpPr>
        <p:grpSpPr bwMode="auto">
          <a:xfrm>
            <a:off x="7637626" y="3196085"/>
            <a:ext cx="10228267" cy="8442252"/>
            <a:chOff x="4787900" y="2205038"/>
            <a:chExt cx="3581400" cy="3235325"/>
          </a:xfrm>
          <a:solidFill>
            <a:schemeClr val="bg1">
              <a:lumMod val="95000"/>
            </a:schemeClr>
          </a:solidFill>
        </p:grpSpPr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>
              <a:off x="5245100" y="22399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入口</a:t>
              </a:r>
              <a:endParaRPr kumimoji="1"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utoShape 5"/>
            <p:cNvSpPr>
              <a:spLocks noChangeArrowheads="1"/>
            </p:cNvSpPr>
            <p:nvPr/>
          </p:nvSpPr>
          <p:spPr bwMode="auto">
            <a:xfrm>
              <a:off x="5245100" y="49831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>
                  <a:latin typeface="Times New Roman" panose="02020603050405020304" pitchFamily="18" charset="0"/>
                  <a:cs typeface="Times New Roman" panose="02020603050405020304" pitchFamily="18" charset="0"/>
                </a:rPr>
                <a:t>返回</a:t>
              </a:r>
              <a:endParaRPr kumimoji="1"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utoShape 6"/>
            <p:cNvSpPr>
              <a:spLocks noChangeArrowheads="1"/>
            </p:cNvSpPr>
            <p:nvPr/>
          </p:nvSpPr>
          <p:spPr bwMode="auto">
            <a:xfrm>
              <a:off x="4787900" y="30019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dirty="0">
                  <a:latin typeface="Courier New" panose="02070309020205020404" pitchFamily="49" charset="0"/>
                  <a:cs typeface="Times New Roman" panose="02020603050405020304" pitchFamily="18" charset="0"/>
                </a:rPr>
                <a:t>(A&gt;1)&amp;&amp;(B==0</a:t>
              </a:r>
              <a:r>
                <a:rPr kumimoji="1" lang="zh-CN" altLang="en-US" sz="2800" dirty="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 dirty="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AutoShape 7"/>
            <p:cNvSpPr>
              <a:spLocks noChangeArrowheads="1"/>
            </p:cNvSpPr>
            <p:nvPr/>
          </p:nvSpPr>
          <p:spPr bwMode="auto">
            <a:xfrm>
              <a:off x="4787900" y="40687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(A==2)||(X&gt;1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5626100" y="26971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5626100" y="3687763"/>
              <a:ext cx="0" cy="3810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5626100" y="4754563"/>
              <a:ext cx="0" cy="2286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6" name="AutoShape 11"/>
            <p:cNvSpPr>
              <a:spLocks noChangeArrowheads="1"/>
            </p:cNvSpPr>
            <p:nvPr/>
          </p:nvSpPr>
          <p:spPr bwMode="auto">
            <a:xfrm>
              <a:off x="6921500" y="2925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/ A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AutoShape 12"/>
            <p:cNvSpPr>
              <a:spLocks noChangeArrowheads="1"/>
            </p:cNvSpPr>
            <p:nvPr/>
          </p:nvSpPr>
          <p:spPr bwMode="auto">
            <a:xfrm>
              <a:off x="6921500" y="4068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+ 1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7607300" y="35353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H="1">
              <a:off x="5626100" y="38401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7607300" y="4678363"/>
              <a:ext cx="0" cy="1524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H="1">
              <a:off x="5626100" y="48307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6540500" y="33067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>
              <a:off x="6540500" y="43735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4" name="Text Box 19"/>
            <p:cNvSpPr txBox="1">
              <a:spLocks noChangeArrowheads="1"/>
            </p:cNvSpPr>
            <p:nvPr/>
          </p:nvSpPr>
          <p:spPr bwMode="auto">
            <a:xfrm>
              <a:off x="4893954" y="2205038"/>
              <a:ext cx="211757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4884659" y="2814638"/>
              <a:ext cx="246222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21"/>
            <p:cNvSpPr txBox="1">
              <a:spLocks noChangeArrowheads="1"/>
            </p:cNvSpPr>
            <p:nvPr/>
          </p:nvSpPr>
          <p:spPr bwMode="auto">
            <a:xfrm>
              <a:off x="4883962" y="38052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4884573" y="48720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3"/>
            <p:cNvSpPr txBox="1">
              <a:spLocks noChangeArrowheads="1"/>
            </p:cNvSpPr>
            <p:nvPr/>
          </p:nvSpPr>
          <p:spPr bwMode="auto">
            <a:xfrm>
              <a:off x="8093875" y="2536726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4"/>
            <p:cNvSpPr txBox="1">
              <a:spLocks noChangeArrowheads="1"/>
            </p:cNvSpPr>
            <p:nvPr/>
          </p:nvSpPr>
          <p:spPr bwMode="auto">
            <a:xfrm>
              <a:off x="8093875" y="3751852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Oval 2"/>
          <p:cNvSpPr/>
          <p:nvPr/>
        </p:nvSpPr>
        <p:spPr>
          <a:xfrm>
            <a:off x="7704963" y="5271327"/>
            <a:ext cx="4742808" cy="1840613"/>
          </a:xfrm>
          <a:prstGeom prst="ellipse">
            <a:avLst/>
          </a:prstGeom>
          <a:noFill/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084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2"/>
          <p:cNvGrpSpPr/>
          <p:nvPr/>
        </p:nvGrpSpPr>
        <p:grpSpPr bwMode="auto">
          <a:xfrm>
            <a:off x="11930388" y="2790155"/>
            <a:ext cx="10228267" cy="8442252"/>
            <a:chOff x="4787900" y="2205038"/>
            <a:chExt cx="3581400" cy="3235325"/>
          </a:xfrm>
          <a:solidFill>
            <a:schemeClr val="bg1">
              <a:lumMod val="95000"/>
            </a:schemeClr>
          </a:solidFill>
        </p:grpSpPr>
        <p:sp>
          <p:nvSpPr>
            <p:cNvPr id="8" name="AutoShape 4"/>
            <p:cNvSpPr>
              <a:spLocks noChangeArrowheads="1"/>
            </p:cNvSpPr>
            <p:nvPr/>
          </p:nvSpPr>
          <p:spPr bwMode="auto">
            <a:xfrm>
              <a:off x="5245100" y="22399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入口</a:t>
              </a:r>
              <a:endParaRPr kumimoji="1"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/>
          </p:nvSpPr>
          <p:spPr bwMode="auto">
            <a:xfrm>
              <a:off x="5245100" y="49831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>
                  <a:latin typeface="Times New Roman" panose="02020603050405020304" pitchFamily="18" charset="0"/>
                  <a:cs typeface="Times New Roman" panose="02020603050405020304" pitchFamily="18" charset="0"/>
                </a:rPr>
                <a:t>返回</a:t>
              </a:r>
              <a:endParaRPr kumimoji="1"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utoShape 6"/>
            <p:cNvSpPr>
              <a:spLocks noChangeArrowheads="1"/>
            </p:cNvSpPr>
            <p:nvPr/>
          </p:nvSpPr>
          <p:spPr bwMode="auto">
            <a:xfrm>
              <a:off x="4787900" y="30019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dirty="0">
                  <a:latin typeface="Courier New" panose="02070309020205020404" pitchFamily="49" charset="0"/>
                  <a:cs typeface="Times New Roman" panose="02020603050405020304" pitchFamily="18" charset="0"/>
                </a:rPr>
                <a:t>(A&gt;1)&amp;&amp;(B==0</a:t>
              </a:r>
              <a:r>
                <a:rPr kumimoji="1" lang="zh-CN" altLang="en-US" sz="2800" dirty="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 dirty="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utoShape 7"/>
            <p:cNvSpPr>
              <a:spLocks noChangeArrowheads="1"/>
            </p:cNvSpPr>
            <p:nvPr/>
          </p:nvSpPr>
          <p:spPr bwMode="auto">
            <a:xfrm>
              <a:off x="4787900" y="40687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(A==2)||(X&gt;1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5626100" y="26971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5626100" y="3687763"/>
              <a:ext cx="0" cy="3810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5626100" y="4754563"/>
              <a:ext cx="0" cy="2286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5" name="AutoShape 11"/>
            <p:cNvSpPr>
              <a:spLocks noChangeArrowheads="1"/>
            </p:cNvSpPr>
            <p:nvPr/>
          </p:nvSpPr>
          <p:spPr bwMode="auto">
            <a:xfrm>
              <a:off x="6921500" y="2925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/ A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AutoShape 12"/>
            <p:cNvSpPr>
              <a:spLocks noChangeArrowheads="1"/>
            </p:cNvSpPr>
            <p:nvPr/>
          </p:nvSpPr>
          <p:spPr bwMode="auto">
            <a:xfrm>
              <a:off x="6921500" y="4068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+ 1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7607300" y="35353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H="1">
              <a:off x="5626100" y="38401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>
              <a:off x="7607300" y="4678363"/>
              <a:ext cx="0" cy="1524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 flipH="1">
              <a:off x="5626100" y="48307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>
              <a:off x="6540500" y="33067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6540500" y="43735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4893954" y="2205038"/>
              <a:ext cx="211757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>
              <a:off x="4884659" y="2814638"/>
              <a:ext cx="246222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1"/>
            <p:cNvSpPr txBox="1">
              <a:spLocks noChangeArrowheads="1"/>
            </p:cNvSpPr>
            <p:nvPr/>
          </p:nvSpPr>
          <p:spPr bwMode="auto">
            <a:xfrm>
              <a:off x="4870010" y="38052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2"/>
            <p:cNvSpPr txBox="1">
              <a:spLocks noChangeArrowheads="1"/>
            </p:cNvSpPr>
            <p:nvPr/>
          </p:nvSpPr>
          <p:spPr bwMode="auto">
            <a:xfrm>
              <a:off x="4875842" y="48720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23"/>
            <p:cNvSpPr txBox="1">
              <a:spLocks noChangeArrowheads="1"/>
            </p:cNvSpPr>
            <p:nvPr/>
          </p:nvSpPr>
          <p:spPr bwMode="auto">
            <a:xfrm>
              <a:off x="8093875" y="2536726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24"/>
            <p:cNvSpPr txBox="1">
              <a:spLocks noChangeArrowheads="1"/>
            </p:cNvSpPr>
            <p:nvPr/>
          </p:nvSpPr>
          <p:spPr bwMode="auto">
            <a:xfrm>
              <a:off x="8093875" y="3751852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085" y="4172863"/>
            <a:ext cx="10868915" cy="6391294"/>
          </a:xfrm>
          <a:prstGeom prst="rect">
            <a:avLst/>
          </a:prstGeom>
        </p:spPr>
      </p:pic>
      <p:sp>
        <p:nvSpPr>
          <p:cNvPr id="36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分支</a:t>
            </a:r>
            <a:r>
              <a:rPr lang="en-US" altLang="zh-CN" dirty="0"/>
              <a:t>/</a:t>
            </a:r>
            <a:r>
              <a:rPr lang="zh-CN" altLang="en-US" dirty="0"/>
              <a:t>判定覆盖</a:t>
            </a:r>
            <a:endParaRPr lang="zh-CN" altLang="en-US" dirty="0"/>
          </a:p>
        </p:txBody>
      </p:sp>
      <p:sp>
        <p:nvSpPr>
          <p:cNvPr id="37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752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2"/>
          <p:cNvGrpSpPr/>
          <p:nvPr/>
        </p:nvGrpSpPr>
        <p:grpSpPr bwMode="auto">
          <a:xfrm>
            <a:off x="11967659" y="3006443"/>
            <a:ext cx="10228267" cy="8442252"/>
            <a:chOff x="4787900" y="2205038"/>
            <a:chExt cx="3581400" cy="3235325"/>
          </a:xfrm>
          <a:solidFill>
            <a:schemeClr val="bg1">
              <a:lumMod val="95000"/>
            </a:schemeClr>
          </a:solidFill>
        </p:grpSpPr>
        <p:sp>
          <p:nvSpPr>
            <p:cNvPr id="8" name="AutoShape 4"/>
            <p:cNvSpPr>
              <a:spLocks noChangeArrowheads="1"/>
            </p:cNvSpPr>
            <p:nvPr/>
          </p:nvSpPr>
          <p:spPr bwMode="auto">
            <a:xfrm>
              <a:off x="5245100" y="22399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入口</a:t>
              </a:r>
              <a:endParaRPr kumimoji="1"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/>
          </p:nvSpPr>
          <p:spPr bwMode="auto">
            <a:xfrm>
              <a:off x="5245100" y="49831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>
                  <a:latin typeface="Times New Roman" panose="02020603050405020304" pitchFamily="18" charset="0"/>
                  <a:cs typeface="Times New Roman" panose="02020603050405020304" pitchFamily="18" charset="0"/>
                </a:rPr>
                <a:t>返回</a:t>
              </a:r>
              <a:endParaRPr kumimoji="1"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utoShape 6"/>
            <p:cNvSpPr>
              <a:spLocks noChangeArrowheads="1"/>
            </p:cNvSpPr>
            <p:nvPr/>
          </p:nvSpPr>
          <p:spPr bwMode="auto">
            <a:xfrm>
              <a:off x="4787900" y="30019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(A&gt;1)&amp;&amp;(B==0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utoShape 7"/>
            <p:cNvSpPr>
              <a:spLocks noChangeArrowheads="1"/>
            </p:cNvSpPr>
            <p:nvPr/>
          </p:nvSpPr>
          <p:spPr bwMode="auto">
            <a:xfrm>
              <a:off x="4787900" y="40687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(A==2)||(X&gt;1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5626100" y="26971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5626100" y="3687763"/>
              <a:ext cx="0" cy="3810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5626100" y="4754563"/>
              <a:ext cx="0" cy="2286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5" name="AutoShape 11"/>
            <p:cNvSpPr>
              <a:spLocks noChangeArrowheads="1"/>
            </p:cNvSpPr>
            <p:nvPr/>
          </p:nvSpPr>
          <p:spPr bwMode="auto">
            <a:xfrm>
              <a:off x="6921500" y="2925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/ A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AutoShape 12"/>
            <p:cNvSpPr>
              <a:spLocks noChangeArrowheads="1"/>
            </p:cNvSpPr>
            <p:nvPr/>
          </p:nvSpPr>
          <p:spPr bwMode="auto">
            <a:xfrm>
              <a:off x="6921500" y="4068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+ 1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7607300" y="35353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H="1">
              <a:off x="5626100" y="38401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>
              <a:off x="7607300" y="4678363"/>
              <a:ext cx="0" cy="1524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 flipH="1">
              <a:off x="5626100" y="48307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>
              <a:off x="6540500" y="33067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6540500" y="43735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4893954" y="2205038"/>
              <a:ext cx="211757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>
              <a:off x="4884659" y="2814638"/>
              <a:ext cx="246222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1"/>
            <p:cNvSpPr txBox="1">
              <a:spLocks noChangeArrowheads="1"/>
            </p:cNvSpPr>
            <p:nvPr/>
          </p:nvSpPr>
          <p:spPr bwMode="auto">
            <a:xfrm>
              <a:off x="4878709" y="38052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2"/>
            <p:cNvSpPr txBox="1">
              <a:spLocks noChangeArrowheads="1"/>
            </p:cNvSpPr>
            <p:nvPr/>
          </p:nvSpPr>
          <p:spPr bwMode="auto">
            <a:xfrm>
              <a:off x="4884573" y="48720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23"/>
            <p:cNvSpPr txBox="1">
              <a:spLocks noChangeArrowheads="1"/>
            </p:cNvSpPr>
            <p:nvPr/>
          </p:nvSpPr>
          <p:spPr bwMode="auto">
            <a:xfrm>
              <a:off x="8093875" y="2536726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24"/>
            <p:cNvSpPr txBox="1">
              <a:spLocks noChangeArrowheads="1"/>
            </p:cNvSpPr>
            <p:nvPr/>
          </p:nvSpPr>
          <p:spPr bwMode="auto">
            <a:xfrm>
              <a:off x="8093875" y="3751852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Freeform: Shape 4"/>
          <p:cNvSpPr/>
          <p:nvPr/>
        </p:nvSpPr>
        <p:spPr>
          <a:xfrm>
            <a:off x="14241045" y="3526547"/>
            <a:ext cx="5855083" cy="8020878"/>
          </a:xfrm>
          <a:custGeom>
            <a:avLst/>
            <a:gdLst>
              <a:gd name="connsiteX0" fmla="*/ 208722 w 5855083"/>
              <a:gd name="connsiteY0" fmla="*/ 0 h 8020878"/>
              <a:gd name="connsiteX1" fmla="*/ 178905 w 5855083"/>
              <a:gd name="connsiteY1" fmla="*/ 79513 h 8020878"/>
              <a:gd name="connsiteX2" fmla="*/ 159027 w 5855083"/>
              <a:gd name="connsiteY2" fmla="*/ 119269 h 8020878"/>
              <a:gd name="connsiteX3" fmla="*/ 89453 w 5855083"/>
              <a:gd name="connsiteY3" fmla="*/ 437321 h 8020878"/>
              <a:gd name="connsiteX4" fmla="*/ 69574 w 5855083"/>
              <a:gd name="connsiteY4" fmla="*/ 685800 h 8020878"/>
              <a:gd name="connsiteX5" fmla="*/ 39757 w 5855083"/>
              <a:gd name="connsiteY5" fmla="*/ 795130 h 8020878"/>
              <a:gd name="connsiteX6" fmla="*/ 0 w 5855083"/>
              <a:gd name="connsiteY6" fmla="*/ 1073426 h 8020878"/>
              <a:gd name="connsiteX7" fmla="*/ 29818 w 5855083"/>
              <a:gd name="connsiteY7" fmla="*/ 1461052 h 8020878"/>
              <a:gd name="connsiteX8" fmla="*/ 79513 w 5855083"/>
              <a:gd name="connsiteY8" fmla="*/ 1769165 h 8020878"/>
              <a:gd name="connsiteX9" fmla="*/ 99392 w 5855083"/>
              <a:gd name="connsiteY9" fmla="*/ 1997765 h 8020878"/>
              <a:gd name="connsiteX10" fmla="*/ 139148 w 5855083"/>
              <a:gd name="connsiteY10" fmla="*/ 2126973 h 8020878"/>
              <a:gd name="connsiteX11" fmla="*/ 159027 w 5855083"/>
              <a:gd name="connsiteY11" fmla="*/ 2206487 h 8020878"/>
              <a:gd name="connsiteX12" fmla="*/ 188844 w 5855083"/>
              <a:gd name="connsiteY12" fmla="*/ 2276060 h 8020878"/>
              <a:gd name="connsiteX13" fmla="*/ 248479 w 5855083"/>
              <a:gd name="connsiteY13" fmla="*/ 2375452 h 8020878"/>
              <a:gd name="connsiteX14" fmla="*/ 288235 w 5855083"/>
              <a:gd name="connsiteY14" fmla="*/ 2425147 h 8020878"/>
              <a:gd name="connsiteX15" fmla="*/ 447261 w 5855083"/>
              <a:gd name="connsiteY15" fmla="*/ 2484782 h 8020878"/>
              <a:gd name="connsiteX16" fmla="*/ 695740 w 5855083"/>
              <a:gd name="connsiteY16" fmla="*/ 2534478 h 8020878"/>
              <a:gd name="connsiteX17" fmla="*/ 1848679 w 5855083"/>
              <a:gd name="connsiteY17" fmla="*/ 2514600 h 8020878"/>
              <a:gd name="connsiteX18" fmla="*/ 1958009 w 5855083"/>
              <a:gd name="connsiteY18" fmla="*/ 2494721 h 8020878"/>
              <a:gd name="connsiteX19" fmla="*/ 2186609 w 5855083"/>
              <a:gd name="connsiteY19" fmla="*/ 2464904 h 8020878"/>
              <a:gd name="connsiteX20" fmla="*/ 2723322 w 5855083"/>
              <a:gd name="connsiteY20" fmla="*/ 2415208 h 8020878"/>
              <a:gd name="connsiteX21" fmla="*/ 3568148 w 5855083"/>
              <a:gd name="connsiteY21" fmla="*/ 2395330 h 8020878"/>
              <a:gd name="connsiteX22" fmla="*/ 3687418 w 5855083"/>
              <a:gd name="connsiteY22" fmla="*/ 2375452 h 8020878"/>
              <a:gd name="connsiteX23" fmla="*/ 3896140 w 5855083"/>
              <a:gd name="connsiteY23" fmla="*/ 2355573 h 8020878"/>
              <a:gd name="connsiteX24" fmla="*/ 4075044 w 5855083"/>
              <a:gd name="connsiteY24" fmla="*/ 2315817 h 8020878"/>
              <a:gd name="connsiteX25" fmla="*/ 4631635 w 5855083"/>
              <a:gd name="connsiteY25" fmla="*/ 2355573 h 8020878"/>
              <a:gd name="connsiteX26" fmla="*/ 4919870 w 5855083"/>
              <a:gd name="connsiteY26" fmla="*/ 2395330 h 8020878"/>
              <a:gd name="connsiteX27" fmla="*/ 5009322 w 5855083"/>
              <a:gd name="connsiteY27" fmla="*/ 2425147 h 8020878"/>
              <a:gd name="connsiteX28" fmla="*/ 5029200 w 5855083"/>
              <a:gd name="connsiteY28" fmla="*/ 2474843 h 8020878"/>
              <a:gd name="connsiteX29" fmla="*/ 5118653 w 5855083"/>
              <a:gd name="connsiteY29" fmla="*/ 2494721 h 8020878"/>
              <a:gd name="connsiteX30" fmla="*/ 5138531 w 5855083"/>
              <a:gd name="connsiteY30" fmla="*/ 2514600 h 8020878"/>
              <a:gd name="connsiteX31" fmla="*/ 5198166 w 5855083"/>
              <a:gd name="connsiteY31" fmla="*/ 2534478 h 8020878"/>
              <a:gd name="connsiteX32" fmla="*/ 5218044 w 5855083"/>
              <a:gd name="connsiteY32" fmla="*/ 2584173 h 8020878"/>
              <a:gd name="connsiteX33" fmla="*/ 5237922 w 5855083"/>
              <a:gd name="connsiteY33" fmla="*/ 2623930 h 8020878"/>
              <a:gd name="connsiteX34" fmla="*/ 5257800 w 5855083"/>
              <a:gd name="connsiteY34" fmla="*/ 2683565 h 8020878"/>
              <a:gd name="connsiteX35" fmla="*/ 5307496 w 5855083"/>
              <a:gd name="connsiteY35" fmla="*/ 2703443 h 8020878"/>
              <a:gd name="connsiteX36" fmla="*/ 5347253 w 5855083"/>
              <a:gd name="connsiteY36" fmla="*/ 2872408 h 8020878"/>
              <a:gd name="connsiteX37" fmla="*/ 5367131 w 5855083"/>
              <a:gd name="connsiteY37" fmla="*/ 2892287 h 8020878"/>
              <a:gd name="connsiteX38" fmla="*/ 5406887 w 5855083"/>
              <a:gd name="connsiteY38" fmla="*/ 3061252 h 8020878"/>
              <a:gd name="connsiteX39" fmla="*/ 5377070 w 5855083"/>
              <a:gd name="connsiteY39" fmla="*/ 3170582 h 8020878"/>
              <a:gd name="connsiteX40" fmla="*/ 5337313 w 5855083"/>
              <a:gd name="connsiteY40" fmla="*/ 3269973 h 8020878"/>
              <a:gd name="connsiteX41" fmla="*/ 5317435 w 5855083"/>
              <a:gd name="connsiteY41" fmla="*/ 3289852 h 8020878"/>
              <a:gd name="connsiteX42" fmla="*/ 5267740 w 5855083"/>
              <a:gd name="connsiteY42" fmla="*/ 3309730 h 8020878"/>
              <a:gd name="connsiteX43" fmla="*/ 5208105 w 5855083"/>
              <a:gd name="connsiteY43" fmla="*/ 3399182 h 8020878"/>
              <a:gd name="connsiteX44" fmla="*/ 5148470 w 5855083"/>
              <a:gd name="connsiteY44" fmla="*/ 3419060 h 8020878"/>
              <a:gd name="connsiteX45" fmla="*/ 5059018 w 5855083"/>
              <a:gd name="connsiteY45" fmla="*/ 3488634 h 8020878"/>
              <a:gd name="connsiteX46" fmla="*/ 4562061 w 5855083"/>
              <a:gd name="connsiteY46" fmla="*/ 3568147 h 8020878"/>
              <a:gd name="connsiteX47" fmla="*/ 4283766 w 5855083"/>
              <a:gd name="connsiteY47" fmla="*/ 3597965 h 8020878"/>
              <a:gd name="connsiteX48" fmla="*/ 3945835 w 5855083"/>
              <a:gd name="connsiteY48" fmla="*/ 3687417 h 8020878"/>
              <a:gd name="connsiteX49" fmla="*/ 3896140 w 5855083"/>
              <a:gd name="connsiteY49" fmla="*/ 3707295 h 8020878"/>
              <a:gd name="connsiteX50" fmla="*/ 3597966 w 5855083"/>
              <a:gd name="connsiteY50" fmla="*/ 3727173 h 8020878"/>
              <a:gd name="connsiteX51" fmla="*/ 3339548 w 5855083"/>
              <a:gd name="connsiteY51" fmla="*/ 3747052 h 8020878"/>
              <a:gd name="connsiteX52" fmla="*/ 2912166 w 5855083"/>
              <a:gd name="connsiteY52" fmla="*/ 3806687 h 8020878"/>
              <a:gd name="connsiteX53" fmla="*/ 1252331 w 5855083"/>
              <a:gd name="connsiteY53" fmla="*/ 3826565 h 8020878"/>
              <a:gd name="connsiteX54" fmla="*/ 1083366 w 5855083"/>
              <a:gd name="connsiteY54" fmla="*/ 3846443 h 8020878"/>
              <a:gd name="connsiteX55" fmla="*/ 884583 w 5855083"/>
              <a:gd name="connsiteY55" fmla="*/ 3866321 h 8020878"/>
              <a:gd name="connsiteX56" fmla="*/ 824948 w 5855083"/>
              <a:gd name="connsiteY56" fmla="*/ 3916017 h 8020878"/>
              <a:gd name="connsiteX57" fmla="*/ 675861 w 5855083"/>
              <a:gd name="connsiteY57" fmla="*/ 3935895 h 8020878"/>
              <a:gd name="connsiteX58" fmla="*/ 566531 w 5855083"/>
              <a:gd name="connsiteY58" fmla="*/ 3955773 h 8020878"/>
              <a:gd name="connsiteX59" fmla="*/ 387627 w 5855083"/>
              <a:gd name="connsiteY59" fmla="*/ 4025347 h 8020878"/>
              <a:gd name="connsiteX60" fmla="*/ 347870 w 5855083"/>
              <a:gd name="connsiteY60" fmla="*/ 4045226 h 8020878"/>
              <a:gd name="connsiteX61" fmla="*/ 278296 w 5855083"/>
              <a:gd name="connsiteY61" fmla="*/ 4104860 h 8020878"/>
              <a:gd name="connsiteX62" fmla="*/ 258418 w 5855083"/>
              <a:gd name="connsiteY62" fmla="*/ 4124739 h 8020878"/>
              <a:gd name="connsiteX63" fmla="*/ 238540 w 5855083"/>
              <a:gd name="connsiteY63" fmla="*/ 4164495 h 8020878"/>
              <a:gd name="connsiteX64" fmla="*/ 218661 w 5855083"/>
              <a:gd name="connsiteY64" fmla="*/ 4214191 h 8020878"/>
              <a:gd name="connsiteX65" fmla="*/ 178905 w 5855083"/>
              <a:gd name="connsiteY65" fmla="*/ 4323521 h 8020878"/>
              <a:gd name="connsiteX66" fmla="*/ 159027 w 5855083"/>
              <a:gd name="connsiteY66" fmla="*/ 4343400 h 8020878"/>
              <a:gd name="connsiteX67" fmla="*/ 149087 w 5855083"/>
              <a:gd name="connsiteY67" fmla="*/ 4860234 h 8020878"/>
              <a:gd name="connsiteX68" fmla="*/ 208722 w 5855083"/>
              <a:gd name="connsiteY68" fmla="*/ 4969565 h 8020878"/>
              <a:gd name="connsiteX69" fmla="*/ 228600 w 5855083"/>
              <a:gd name="connsiteY69" fmla="*/ 5019260 h 8020878"/>
              <a:gd name="connsiteX70" fmla="*/ 278296 w 5855083"/>
              <a:gd name="connsiteY70" fmla="*/ 5059017 h 8020878"/>
              <a:gd name="connsiteX71" fmla="*/ 337931 w 5855083"/>
              <a:gd name="connsiteY71" fmla="*/ 5118652 h 8020878"/>
              <a:gd name="connsiteX72" fmla="*/ 377687 w 5855083"/>
              <a:gd name="connsiteY72" fmla="*/ 5138530 h 8020878"/>
              <a:gd name="connsiteX73" fmla="*/ 427383 w 5855083"/>
              <a:gd name="connsiteY73" fmla="*/ 5158408 h 8020878"/>
              <a:gd name="connsiteX74" fmla="*/ 506896 w 5855083"/>
              <a:gd name="connsiteY74" fmla="*/ 5208104 h 8020878"/>
              <a:gd name="connsiteX75" fmla="*/ 1679713 w 5855083"/>
              <a:gd name="connsiteY75" fmla="*/ 5168347 h 8020878"/>
              <a:gd name="connsiteX76" fmla="*/ 2057400 w 5855083"/>
              <a:gd name="connsiteY76" fmla="*/ 5118652 h 8020878"/>
              <a:gd name="connsiteX77" fmla="*/ 2256183 w 5855083"/>
              <a:gd name="connsiteY77" fmla="*/ 5098773 h 8020878"/>
              <a:gd name="connsiteX78" fmla="*/ 2395331 w 5855083"/>
              <a:gd name="connsiteY78" fmla="*/ 5049078 h 8020878"/>
              <a:gd name="connsiteX79" fmla="*/ 2554357 w 5855083"/>
              <a:gd name="connsiteY79" fmla="*/ 5029200 h 8020878"/>
              <a:gd name="connsiteX80" fmla="*/ 2693505 w 5855083"/>
              <a:gd name="connsiteY80" fmla="*/ 5009321 h 8020878"/>
              <a:gd name="connsiteX81" fmla="*/ 3101009 w 5855083"/>
              <a:gd name="connsiteY81" fmla="*/ 4939747 h 8020878"/>
              <a:gd name="connsiteX82" fmla="*/ 3438940 w 5855083"/>
              <a:gd name="connsiteY82" fmla="*/ 4890052 h 8020878"/>
              <a:gd name="connsiteX83" fmla="*/ 3756992 w 5855083"/>
              <a:gd name="connsiteY83" fmla="*/ 4840356 h 8020878"/>
              <a:gd name="connsiteX84" fmla="*/ 4959627 w 5855083"/>
              <a:gd name="connsiteY84" fmla="*/ 4880113 h 8020878"/>
              <a:gd name="connsiteX85" fmla="*/ 5088835 w 5855083"/>
              <a:gd name="connsiteY85" fmla="*/ 4919869 h 8020878"/>
              <a:gd name="connsiteX86" fmla="*/ 5168348 w 5855083"/>
              <a:gd name="connsiteY86" fmla="*/ 4939747 h 8020878"/>
              <a:gd name="connsiteX87" fmla="*/ 5188227 w 5855083"/>
              <a:gd name="connsiteY87" fmla="*/ 4989443 h 8020878"/>
              <a:gd name="connsiteX88" fmla="*/ 5257800 w 5855083"/>
              <a:gd name="connsiteY88" fmla="*/ 5009321 h 8020878"/>
              <a:gd name="connsiteX89" fmla="*/ 5277679 w 5855083"/>
              <a:gd name="connsiteY89" fmla="*/ 5029200 h 8020878"/>
              <a:gd name="connsiteX90" fmla="*/ 5367131 w 5855083"/>
              <a:gd name="connsiteY90" fmla="*/ 5088834 h 8020878"/>
              <a:gd name="connsiteX91" fmla="*/ 5446644 w 5855083"/>
              <a:gd name="connsiteY91" fmla="*/ 5128591 h 8020878"/>
              <a:gd name="connsiteX92" fmla="*/ 5486400 w 5855083"/>
              <a:gd name="connsiteY92" fmla="*/ 5178287 h 8020878"/>
              <a:gd name="connsiteX93" fmla="*/ 5536096 w 5855083"/>
              <a:gd name="connsiteY93" fmla="*/ 5198165 h 8020878"/>
              <a:gd name="connsiteX94" fmla="*/ 5575853 w 5855083"/>
              <a:gd name="connsiteY94" fmla="*/ 5218043 h 8020878"/>
              <a:gd name="connsiteX95" fmla="*/ 5595731 w 5855083"/>
              <a:gd name="connsiteY95" fmla="*/ 5277678 h 8020878"/>
              <a:gd name="connsiteX96" fmla="*/ 5685183 w 5855083"/>
              <a:gd name="connsiteY96" fmla="*/ 5327373 h 8020878"/>
              <a:gd name="connsiteX97" fmla="*/ 5744818 w 5855083"/>
              <a:gd name="connsiteY97" fmla="*/ 5426765 h 8020878"/>
              <a:gd name="connsiteX98" fmla="*/ 5764696 w 5855083"/>
              <a:gd name="connsiteY98" fmla="*/ 5496339 h 8020878"/>
              <a:gd name="connsiteX99" fmla="*/ 5854148 w 5855083"/>
              <a:gd name="connsiteY99" fmla="*/ 5705060 h 8020878"/>
              <a:gd name="connsiteX100" fmla="*/ 5794513 w 5855083"/>
              <a:gd name="connsiteY100" fmla="*/ 6003234 h 8020878"/>
              <a:gd name="connsiteX101" fmla="*/ 5774635 w 5855083"/>
              <a:gd name="connsiteY101" fmla="*/ 6042991 h 8020878"/>
              <a:gd name="connsiteX102" fmla="*/ 5754757 w 5855083"/>
              <a:gd name="connsiteY102" fmla="*/ 6092687 h 8020878"/>
              <a:gd name="connsiteX103" fmla="*/ 5705061 w 5855083"/>
              <a:gd name="connsiteY103" fmla="*/ 6112565 h 8020878"/>
              <a:gd name="connsiteX104" fmla="*/ 5665305 w 5855083"/>
              <a:gd name="connsiteY104" fmla="*/ 6132443 h 8020878"/>
              <a:gd name="connsiteX105" fmla="*/ 5635487 w 5855083"/>
              <a:gd name="connsiteY105" fmla="*/ 6172200 h 8020878"/>
              <a:gd name="connsiteX106" fmla="*/ 5406887 w 5855083"/>
              <a:gd name="connsiteY106" fmla="*/ 6221895 h 8020878"/>
              <a:gd name="connsiteX107" fmla="*/ 4383157 w 5855083"/>
              <a:gd name="connsiteY107" fmla="*/ 6211956 h 8020878"/>
              <a:gd name="connsiteX108" fmla="*/ 4214192 w 5855083"/>
              <a:gd name="connsiteY108" fmla="*/ 6192078 h 8020878"/>
              <a:gd name="connsiteX109" fmla="*/ 4065105 w 5855083"/>
              <a:gd name="connsiteY109" fmla="*/ 6142382 h 8020878"/>
              <a:gd name="connsiteX110" fmla="*/ 3200400 w 5855083"/>
              <a:gd name="connsiteY110" fmla="*/ 6182139 h 8020878"/>
              <a:gd name="connsiteX111" fmla="*/ 2902227 w 5855083"/>
              <a:gd name="connsiteY111" fmla="*/ 6202017 h 8020878"/>
              <a:gd name="connsiteX112" fmla="*/ 2782957 w 5855083"/>
              <a:gd name="connsiteY112" fmla="*/ 6221895 h 8020878"/>
              <a:gd name="connsiteX113" fmla="*/ 2594113 w 5855083"/>
              <a:gd name="connsiteY113" fmla="*/ 6241773 h 8020878"/>
              <a:gd name="connsiteX114" fmla="*/ 1888435 w 5855083"/>
              <a:gd name="connsiteY114" fmla="*/ 6311347 h 8020878"/>
              <a:gd name="connsiteX115" fmla="*/ 934279 w 5855083"/>
              <a:gd name="connsiteY115" fmla="*/ 6331226 h 8020878"/>
              <a:gd name="connsiteX116" fmla="*/ 725557 w 5855083"/>
              <a:gd name="connsiteY116" fmla="*/ 6351104 h 8020878"/>
              <a:gd name="connsiteX117" fmla="*/ 586409 w 5855083"/>
              <a:gd name="connsiteY117" fmla="*/ 6400800 h 8020878"/>
              <a:gd name="connsiteX118" fmla="*/ 357809 w 5855083"/>
              <a:gd name="connsiteY118" fmla="*/ 6430617 h 8020878"/>
              <a:gd name="connsiteX119" fmla="*/ 178905 w 5855083"/>
              <a:gd name="connsiteY119" fmla="*/ 6490252 h 8020878"/>
              <a:gd name="connsiteX120" fmla="*/ 238540 w 5855083"/>
              <a:gd name="connsiteY120" fmla="*/ 6619460 h 8020878"/>
              <a:gd name="connsiteX121" fmla="*/ 258418 w 5855083"/>
              <a:gd name="connsiteY121" fmla="*/ 6698973 h 8020878"/>
              <a:gd name="connsiteX122" fmla="*/ 298174 w 5855083"/>
              <a:gd name="connsiteY122" fmla="*/ 6957391 h 8020878"/>
              <a:gd name="connsiteX123" fmla="*/ 347870 w 5855083"/>
              <a:gd name="connsiteY123" fmla="*/ 7394713 h 8020878"/>
              <a:gd name="connsiteX124" fmla="*/ 367748 w 5855083"/>
              <a:gd name="connsiteY124" fmla="*/ 7732643 h 8020878"/>
              <a:gd name="connsiteX125" fmla="*/ 387627 w 5855083"/>
              <a:gd name="connsiteY125" fmla="*/ 7871791 h 8020878"/>
              <a:gd name="connsiteX126" fmla="*/ 407505 w 5855083"/>
              <a:gd name="connsiteY126" fmla="*/ 8020878 h 8020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5855083" h="8020878">
                <a:moveTo>
                  <a:pt x="208722" y="0"/>
                </a:moveTo>
                <a:cubicBezTo>
                  <a:pt x="198783" y="26504"/>
                  <a:pt x="189792" y="53384"/>
                  <a:pt x="178905" y="79513"/>
                </a:cubicBezTo>
                <a:cubicBezTo>
                  <a:pt x="173207" y="93189"/>
                  <a:pt x="163176" y="105045"/>
                  <a:pt x="159027" y="119269"/>
                </a:cubicBezTo>
                <a:cubicBezTo>
                  <a:pt x="112771" y="277861"/>
                  <a:pt x="112761" y="297472"/>
                  <a:pt x="89453" y="437321"/>
                </a:cubicBezTo>
                <a:cubicBezTo>
                  <a:pt x="82827" y="520147"/>
                  <a:pt x="81005" y="603499"/>
                  <a:pt x="69574" y="685800"/>
                </a:cubicBezTo>
                <a:cubicBezTo>
                  <a:pt x="64377" y="723215"/>
                  <a:pt x="46430" y="757950"/>
                  <a:pt x="39757" y="795130"/>
                </a:cubicBezTo>
                <a:cubicBezTo>
                  <a:pt x="23202" y="887363"/>
                  <a:pt x="13252" y="980661"/>
                  <a:pt x="0" y="1073426"/>
                </a:cubicBezTo>
                <a:cubicBezTo>
                  <a:pt x="9939" y="1202635"/>
                  <a:pt x="16707" y="1332127"/>
                  <a:pt x="29818" y="1461052"/>
                </a:cubicBezTo>
                <a:cubicBezTo>
                  <a:pt x="39325" y="1554537"/>
                  <a:pt x="61915" y="1672376"/>
                  <a:pt x="79513" y="1769165"/>
                </a:cubicBezTo>
                <a:cubicBezTo>
                  <a:pt x="86139" y="1845365"/>
                  <a:pt x="86817" y="1922318"/>
                  <a:pt x="99392" y="1997765"/>
                </a:cubicBezTo>
                <a:cubicBezTo>
                  <a:pt x="106800" y="2042214"/>
                  <a:pt x="126768" y="2083645"/>
                  <a:pt x="139148" y="2126973"/>
                </a:cubicBezTo>
                <a:cubicBezTo>
                  <a:pt x="146654" y="2153242"/>
                  <a:pt x="150387" y="2180569"/>
                  <a:pt x="159027" y="2206487"/>
                </a:cubicBezTo>
                <a:cubicBezTo>
                  <a:pt x="167006" y="2230423"/>
                  <a:pt x="180865" y="2252124"/>
                  <a:pt x="188844" y="2276060"/>
                </a:cubicBezTo>
                <a:cubicBezTo>
                  <a:pt x="221704" y="2374642"/>
                  <a:pt x="179194" y="2340809"/>
                  <a:pt x="248479" y="2375452"/>
                </a:cubicBezTo>
                <a:cubicBezTo>
                  <a:pt x="261731" y="2392017"/>
                  <a:pt x="270793" y="2413072"/>
                  <a:pt x="288235" y="2425147"/>
                </a:cubicBezTo>
                <a:cubicBezTo>
                  <a:pt x="324571" y="2450303"/>
                  <a:pt x="401867" y="2473974"/>
                  <a:pt x="447261" y="2484782"/>
                </a:cubicBezTo>
                <a:cubicBezTo>
                  <a:pt x="548449" y="2508874"/>
                  <a:pt x="597663" y="2516646"/>
                  <a:pt x="695740" y="2534478"/>
                </a:cubicBezTo>
                <a:lnTo>
                  <a:pt x="1848679" y="2514600"/>
                </a:lnTo>
                <a:cubicBezTo>
                  <a:pt x="1885701" y="2513434"/>
                  <a:pt x="1921362" y="2500110"/>
                  <a:pt x="1958009" y="2494721"/>
                </a:cubicBezTo>
                <a:cubicBezTo>
                  <a:pt x="2034037" y="2483540"/>
                  <a:pt x="2110175" y="2472845"/>
                  <a:pt x="2186609" y="2464904"/>
                </a:cubicBezTo>
                <a:cubicBezTo>
                  <a:pt x="2365317" y="2446337"/>
                  <a:pt x="2543880" y="2424245"/>
                  <a:pt x="2723322" y="2415208"/>
                </a:cubicBezTo>
                <a:cubicBezTo>
                  <a:pt x="3004652" y="2401040"/>
                  <a:pt x="3286539" y="2401956"/>
                  <a:pt x="3568148" y="2395330"/>
                </a:cubicBezTo>
                <a:cubicBezTo>
                  <a:pt x="3607905" y="2388704"/>
                  <a:pt x="3647406" y="2380302"/>
                  <a:pt x="3687418" y="2375452"/>
                </a:cubicBezTo>
                <a:cubicBezTo>
                  <a:pt x="3756799" y="2367042"/>
                  <a:pt x="3827064" y="2366200"/>
                  <a:pt x="3896140" y="2355573"/>
                </a:cubicBezTo>
                <a:cubicBezTo>
                  <a:pt x="3956519" y="2346284"/>
                  <a:pt x="4015409" y="2329069"/>
                  <a:pt x="4075044" y="2315817"/>
                </a:cubicBezTo>
                <a:lnTo>
                  <a:pt x="4631635" y="2355573"/>
                </a:lnTo>
                <a:cubicBezTo>
                  <a:pt x="4752898" y="2365540"/>
                  <a:pt x="4807014" y="2376521"/>
                  <a:pt x="4919870" y="2395330"/>
                </a:cubicBezTo>
                <a:cubicBezTo>
                  <a:pt x="4949687" y="2405269"/>
                  <a:pt x="4983903" y="2406661"/>
                  <a:pt x="5009322" y="2425147"/>
                </a:cubicBezTo>
                <a:cubicBezTo>
                  <a:pt x="5023751" y="2435641"/>
                  <a:pt x="5014148" y="2465264"/>
                  <a:pt x="5029200" y="2474843"/>
                </a:cubicBezTo>
                <a:cubicBezTo>
                  <a:pt x="5054970" y="2491242"/>
                  <a:pt x="5088835" y="2488095"/>
                  <a:pt x="5118653" y="2494721"/>
                </a:cubicBezTo>
                <a:cubicBezTo>
                  <a:pt x="5125279" y="2501347"/>
                  <a:pt x="5130150" y="2510409"/>
                  <a:pt x="5138531" y="2514600"/>
                </a:cubicBezTo>
                <a:cubicBezTo>
                  <a:pt x="5157272" y="2523971"/>
                  <a:pt x="5182397" y="2520680"/>
                  <a:pt x="5198166" y="2534478"/>
                </a:cubicBezTo>
                <a:cubicBezTo>
                  <a:pt x="5211593" y="2546226"/>
                  <a:pt x="5210798" y="2567870"/>
                  <a:pt x="5218044" y="2584173"/>
                </a:cubicBezTo>
                <a:cubicBezTo>
                  <a:pt x="5224061" y="2597712"/>
                  <a:pt x="5232419" y="2610173"/>
                  <a:pt x="5237922" y="2623930"/>
                </a:cubicBezTo>
                <a:cubicBezTo>
                  <a:pt x="5245704" y="2643385"/>
                  <a:pt x="5244002" y="2667796"/>
                  <a:pt x="5257800" y="2683565"/>
                </a:cubicBezTo>
                <a:cubicBezTo>
                  <a:pt x="5269549" y="2696992"/>
                  <a:pt x="5290931" y="2696817"/>
                  <a:pt x="5307496" y="2703443"/>
                </a:cubicBezTo>
                <a:cubicBezTo>
                  <a:pt x="5310422" y="2716611"/>
                  <a:pt x="5340429" y="2855347"/>
                  <a:pt x="5347253" y="2872408"/>
                </a:cubicBezTo>
                <a:cubicBezTo>
                  <a:pt x="5350733" y="2881109"/>
                  <a:pt x="5360505" y="2885661"/>
                  <a:pt x="5367131" y="2892287"/>
                </a:cubicBezTo>
                <a:cubicBezTo>
                  <a:pt x="5380383" y="2948609"/>
                  <a:pt x="5404822" y="3003429"/>
                  <a:pt x="5406887" y="3061252"/>
                </a:cubicBezTo>
                <a:cubicBezTo>
                  <a:pt x="5408235" y="3099002"/>
                  <a:pt x="5387729" y="3134343"/>
                  <a:pt x="5377070" y="3170582"/>
                </a:cubicBezTo>
                <a:cubicBezTo>
                  <a:pt x="5368561" y="3199512"/>
                  <a:pt x="5355211" y="3243126"/>
                  <a:pt x="5337313" y="3269973"/>
                </a:cubicBezTo>
                <a:cubicBezTo>
                  <a:pt x="5332115" y="3277770"/>
                  <a:pt x="5325571" y="3285203"/>
                  <a:pt x="5317435" y="3289852"/>
                </a:cubicBezTo>
                <a:cubicBezTo>
                  <a:pt x="5301945" y="3298704"/>
                  <a:pt x="5284305" y="3303104"/>
                  <a:pt x="5267740" y="3309730"/>
                </a:cubicBezTo>
                <a:cubicBezTo>
                  <a:pt x="5251397" y="3350585"/>
                  <a:pt x="5249451" y="3374375"/>
                  <a:pt x="5208105" y="3399182"/>
                </a:cubicBezTo>
                <a:cubicBezTo>
                  <a:pt x="5190137" y="3409962"/>
                  <a:pt x="5168348" y="3412434"/>
                  <a:pt x="5148470" y="3419060"/>
                </a:cubicBezTo>
                <a:cubicBezTo>
                  <a:pt x="5122508" y="3470985"/>
                  <a:pt x="5133356" y="3470690"/>
                  <a:pt x="5059018" y="3488634"/>
                </a:cubicBezTo>
                <a:cubicBezTo>
                  <a:pt x="4949897" y="3514974"/>
                  <a:pt x="4658517" y="3556090"/>
                  <a:pt x="4562061" y="3568147"/>
                </a:cubicBezTo>
                <a:cubicBezTo>
                  <a:pt x="4469485" y="3579719"/>
                  <a:pt x="4376531" y="3588026"/>
                  <a:pt x="4283766" y="3597965"/>
                </a:cubicBezTo>
                <a:cubicBezTo>
                  <a:pt x="4171122" y="3627782"/>
                  <a:pt x="4054024" y="3644141"/>
                  <a:pt x="3945835" y="3687417"/>
                </a:cubicBezTo>
                <a:cubicBezTo>
                  <a:pt x="3929270" y="3694043"/>
                  <a:pt x="3913866" y="3705269"/>
                  <a:pt x="3896140" y="3707295"/>
                </a:cubicBezTo>
                <a:cubicBezTo>
                  <a:pt x="3797172" y="3718605"/>
                  <a:pt x="3697325" y="3720076"/>
                  <a:pt x="3597966" y="3727173"/>
                </a:cubicBezTo>
                <a:cubicBezTo>
                  <a:pt x="3511792" y="3733328"/>
                  <a:pt x="3425367" y="3737102"/>
                  <a:pt x="3339548" y="3747052"/>
                </a:cubicBezTo>
                <a:cubicBezTo>
                  <a:pt x="3196664" y="3763618"/>
                  <a:pt x="3055903" y="3801211"/>
                  <a:pt x="2912166" y="3806687"/>
                </a:cubicBezTo>
                <a:cubicBezTo>
                  <a:pt x="2359249" y="3827750"/>
                  <a:pt x="1805609" y="3819939"/>
                  <a:pt x="1252331" y="3826565"/>
                </a:cubicBezTo>
                <a:lnTo>
                  <a:pt x="1083366" y="3846443"/>
                </a:lnTo>
                <a:cubicBezTo>
                  <a:pt x="1017160" y="3853600"/>
                  <a:pt x="948885" y="3849009"/>
                  <a:pt x="884583" y="3866321"/>
                </a:cubicBezTo>
                <a:cubicBezTo>
                  <a:pt x="859597" y="3873048"/>
                  <a:pt x="849496" y="3907834"/>
                  <a:pt x="824948" y="3916017"/>
                </a:cubicBezTo>
                <a:cubicBezTo>
                  <a:pt x="777385" y="3931871"/>
                  <a:pt x="725413" y="3928272"/>
                  <a:pt x="675861" y="3935895"/>
                </a:cubicBezTo>
                <a:cubicBezTo>
                  <a:pt x="639251" y="3941527"/>
                  <a:pt x="602974" y="3949147"/>
                  <a:pt x="566531" y="3955773"/>
                </a:cubicBezTo>
                <a:cubicBezTo>
                  <a:pt x="469563" y="4004258"/>
                  <a:pt x="584471" y="3948796"/>
                  <a:pt x="387627" y="4025347"/>
                </a:cubicBezTo>
                <a:cubicBezTo>
                  <a:pt x="373818" y="4030717"/>
                  <a:pt x="359853" y="4036511"/>
                  <a:pt x="347870" y="4045226"/>
                </a:cubicBezTo>
                <a:cubicBezTo>
                  <a:pt x="323167" y="4063191"/>
                  <a:pt x="301125" y="4084567"/>
                  <a:pt x="278296" y="4104860"/>
                </a:cubicBezTo>
                <a:cubicBezTo>
                  <a:pt x="271292" y="4111086"/>
                  <a:pt x="263616" y="4116942"/>
                  <a:pt x="258418" y="4124739"/>
                </a:cubicBezTo>
                <a:cubicBezTo>
                  <a:pt x="250200" y="4137067"/>
                  <a:pt x="244557" y="4150956"/>
                  <a:pt x="238540" y="4164495"/>
                </a:cubicBezTo>
                <a:cubicBezTo>
                  <a:pt x="231294" y="4180799"/>
                  <a:pt x="224926" y="4197486"/>
                  <a:pt x="218661" y="4214191"/>
                </a:cubicBezTo>
                <a:cubicBezTo>
                  <a:pt x="205045" y="4250500"/>
                  <a:pt x="195155" y="4288312"/>
                  <a:pt x="178905" y="4323521"/>
                </a:cubicBezTo>
                <a:cubicBezTo>
                  <a:pt x="174978" y="4332029"/>
                  <a:pt x="165653" y="4336774"/>
                  <a:pt x="159027" y="4343400"/>
                </a:cubicBezTo>
                <a:cubicBezTo>
                  <a:pt x="121092" y="4571001"/>
                  <a:pt x="125846" y="4496139"/>
                  <a:pt x="149087" y="4860234"/>
                </a:cubicBezTo>
                <a:cubicBezTo>
                  <a:pt x="153353" y="4927066"/>
                  <a:pt x="168044" y="4928886"/>
                  <a:pt x="208722" y="4969565"/>
                </a:cubicBezTo>
                <a:cubicBezTo>
                  <a:pt x="215348" y="4986130"/>
                  <a:pt x="219748" y="5003770"/>
                  <a:pt x="228600" y="5019260"/>
                </a:cubicBezTo>
                <a:cubicBezTo>
                  <a:pt x="239870" y="5038983"/>
                  <a:pt x="262422" y="5044907"/>
                  <a:pt x="278296" y="5059017"/>
                </a:cubicBezTo>
                <a:cubicBezTo>
                  <a:pt x="299307" y="5077694"/>
                  <a:pt x="312787" y="5106080"/>
                  <a:pt x="337931" y="5118652"/>
                </a:cubicBezTo>
                <a:cubicBezTo>
                  <a:pt x="351183" y="5125278"/>
                  <a:pt x="364148" y="5132513"/>
                  <a:pt x="377687" y="5138530"/>
                </a:cubicBezTo>
                <a:cubicBezTo>
                  <a:pt x="393991" y="5145776"/>
                  <a:pt x="411674" y="5149949"/>
                  <a:pt x="427383" y="5158408"/>
                </a:cubicBezTo>
                <a:cubicBezTo>
                  <a:pt x="454902" y="5173226"/>
                  <a:pt x="480392" y="5191539"/>
                  <a:pt x="506896" y="5208104"/>
                </a:cubicBezTo>
                <a:lnTo>
                  <a:pt x="1679713" y="5168347"/>
                </a:lnTo>
                <a:cubicBezTo>
                  <a:pt x="1974442" y="5155716"/>
                  <a:pt x="1809965" y="5153018"/>
                  <a:pt x="2057400" y="5118652"/>
                </a:cubicBezTo>
                <a:cubicBezTo>
                  <a:pt x="2123358" y="5109491"/>
                  <a:pt x="2189922" y="5105399"/>
                  <a:pt x="2256183" y="5098773"/>
                </a:cubicBezTo>
                <a:cubicBezTo>
                  <a:pt x="2302566" y="5082208"/>
                  <a:pt x="2347367" y="5060269"/>
                  <a:pt x="2395331" y="5049078"/>
                </a:cubicBezTo>
                <a:cubicBezTo>
                  <a:pt x="2447355" y="5036939"/>
                  <a:pt x="2501404" y="5036260"/>
                  <a:pt x="2554357" y="5029200"/>
                </a:cubicBezTo>
                <a:cubicBezTo>
                  <a:pt x="2600800" y="5023008"/>
                  <a:pt x="2647734" y="5019333"/>
                  <a:pt x="2693505" y="5009321"/>
                </a:cubicBezTo>
                <a:cubicBezTo>
                  <a:pt x="3059237" y="4929317"/>
                  <a:pt x="2670941" y="4977146"/>
                  <a:pt x="3101009" y="4939747"/>
                </a:cubicBezTo>
                <a:cubicBezTo>
                  <a:pt x="3320579" y="4879865"/>
                  <a:pt x="3098910" y="4933329"/>
                  <a:pt x="3438940" y="4890052"/>
                </a:cubicBezTo>
                <a:cubicBezTo>
                  <a:pt x="3545385" y="4876504"/>
                  <a:pt x="3650975" y="4856921"/>
                  <a:pt x="3756992" y="4840356"/>
                </a:cubicBezTo>
                <a:lnTo>
                  <a:pt x="4959627" y="4880113"/>
                </a:lnTo>
                <a:cubicBezTo>
                  <a:pt x="5080088" y="4885673"/>
                  <a:pt x="5013733" y="4894835"/>
                  <a:pt x="5088835" y="4919869"/>
                </a:cubicBezTo>
                <a:cubicBezTo>
                  <a:pt x="5114753" y="4928508"/>
                  <a:pt x="5141844" y="4933121"/>
                  <a:pt x="5168348" y="4939747"/>
                </a:cubicBezTo>
                <a:cubicBezTo>
                  <a:pt x="5174974" y="4956312"/>
                  <a:pt x="5174144" y="4978489"/>
                  <a:pt x="5188227" y="4989443"/>
                </a:cubicBezTo>
                <a:cubicBezTo>
                  <a:pt x="5207265" y="5004251"/>
                  <a:pt x="5235760" y="4999525"/>
                  <a:pt x="5257800" y="5009321"/>
                </a:cubicBezTo>
                <a:cubicBezTo>
                  <a:pt x="5266363" y="5013127"/>
                  <a:pt x="5270100" y="5023688"/>
                  <a:pt x="5277679" y="5029200"/>
                </a:cubicBezTo>
                <a:cubicBezTo>
                  <a:pt x="5306661" y="5050278"/>
                  <a:pt x="5335079" y="5072808"/>
                  <a:pt x="5367131" y="5088834"/>
                </a:cubicBezTo>
                <a:lnTo>
                  <a:pt x="5446644" y="5128591"/>
                </a:lnTo>
                <a:cubicBezTo>
                  <a:pt x="5459896" y="5145156"/>
                  <a:pt x="5469655" y="5165263"/>
                  <a:pt x="5486400" y="5178287"/>
                </a:cubicBezTo>
                <a:cubicBezTo>
                  <a:pt x="5500483" y="5189241"/>
                  <a:pt x="5519792" y="5190919"/>
                  <a:pt x="5536096" y="5198165"/>
                </a:cubicBezTo>
                <a:cubicBezTo>
                  <a:pt x="5549636" y="5204182"/>
                  <a:pt x="5562601" y="5211417"/>
                  <a:pt x="5575853" y="5218043"/>
                </a:cubicBezTo>
                <a:cubicBezTo>
                  <a:pt x="5582479" y="5237921"/>
                  <a:pt x="5582867" y="5261138"/>
                  <a:pt x="5595731" y="5277678"/>
                </a:cubicBezTo>
                <a:cubicBezTo>
                  <a:pt x="5603672" y="5287888"/>
                  <a:pt x="5669916" y="5319740"/>
                  <a:pt x="5685183" y="5327373"/>
                </a:cubicBezTo>
                <a:cubicBezTo>
                  <a:pt x="5754568" y="5535530"/>
                  <a:pt x="5651265" y="5255251"/>
                  <a:pt x="5744818" y="5426765"/>
                </a:cubicBezTo>
                <a:cubicBezTo>
                  <a:pt x="5756368" y="5447939"/>
                  <a:pt x="5755564" y="5474015"/>
                  <a:pt x="5764696" y="5496339"/>
                </a:cubicBezTo>
                <a:cubicBezTo>
                  <a:pt x="5885711" y="5792155"/>
                  <a:pt x="5800659" y="5544593"/>
                  <a:pt x="5854148" y="5705060"/>
                </a:cubicBezTo>
                <a:cubicBezTo>
                  <a:pt x="5840958" y="6008439"/>
                  <a:pt x="5889294" y="5854292"/>
                  <a:pt x="5794513" y="6003234"/>
                </a:cubicBezTo>
                <a:cubicBezTo>
                  <a:pt x="5786558" y="6015734"/>
                  <a:pt x="5780652" y="6029451"/>
                  <a:pt x="5774635" y="6042991"/>
                </a:cubicBezTo>
                <a:cubicBezTo>
                  <a:pt x="5767389" y="6059295"/>
                  <a:pt x="5767373" y="6080071"/>
                  <a:pt x="5754757" y="6092687"/>
                </a:cubicBezTo>
                <a:cubicBezTo>
                  <a:pt x="5742141" y="6105303"/>
                  <a:pt x="5721365" y="6105319"/>
                  <a:pt x="5705061" y="6112565"/>
                </a:cubicBezTo>
                <a:cubicBezTo>
                  <a:pt x="5691522" y="6118582"/>
                  <a:pt x="5678557" y="6125817"/>
                  <a:pt x="5665305" y="6132443"/>
                </a:cubicBezTo>
                <a:cubicBezTo>
                  <a:pt x="5655366" y="6145695"/>
                  <a:pt x="5649463" y="6163306"/>
                  <a:pt x="5635487" y="6172200"/>
                </a:cubicBezTo>
                <a:cubicBezTo>
                  <a:pt x="5574735" y="6210860"/>
                  <a:pt x="5467659" y="6213792"/>
                  <a:pt x="5406887" y="6221895"/>
                </a:cubicBezTo>
                <a:lnTo>
                  <a:pt x="4383157" y="6211956"/>
                </a:lnTo>
                <a:cubicBezTo>
                  <a:pt x="4326465" y="6210539"/>
                  <a:pt x="4269592" y="6204197"/>
                  <a:pt x="4214192" y="6192078"/>
                </a:cubicBezTo>
                <a:cubicBezTo>
                  <a:pt x="4163018" y="6180884"/>
                  <a:pt x="4114801" y="6158947"/>
                  <a:pt x="4065105" y="6142382"/>
                </a:cubicBezTo>
                <a:lnTo>
                  <a:pt x="3200400" y="6182139"/>
                </a:lnTo>
                <a:cubicBezTo>
                  <a:pt x="3100919" y="6187241"/>
                  <a:pt x="3001390" y="6192573"/>
                  <a:pt x="2902227" y="6202017"/>
                </a:cubicBezTo>
                <a:cubicBezTo>
                  <a:pt x="2862104" y="6205838"/>
                  <a:pt x="2822931" y="6216737"/>
                  <a:pt x="2782957" y="6221895"/>
                </a:cubicBezTo>
                <a:cubicBezTo>
                  <a:pt x="2720182" y="6229995"/>
                  <a:pt x="2657061" y="6235147"/>
                  <a:pt x="2594113" y="6241773"/>
                </a:cubicBezTo>
                <a:cubicBezTo>
                  <a:pt x="2238782" y="6326377"/>
                  <a:pt x="2422857" y="6296705"/>
                  <a:pt x="1888435" y="6311347"/>
                </a:cubicBezTo>
                <a:lnTo>
                  <a:pt x="934279" y="6331226"/>
                </a:lnTo>
                <a:cubicBezTo>
                  <a:pt x="864705" y="6337852"/>
                  <a:pt x="794089" y="6337398"/>
                  <a:pt x="725557" y="6351104"/>
                </a:cubicBezTo>
                <a:cubicBezTo>
                  <a:pt x="677261" y="6360763"/>
                  <a:pt x="634549" y="6390391"/>
                  <a:pt x="586409" y="6400800"/>
                </a:cubicBezTo>
                <a:cubicBezTo>
                  <a:pt x="511299" y="6417040"/>
                  <a:pt x="434009" y="6420678"/>
                  <a:pt x="357809" y="6430617"/>
                </a:cubicBezTo>
                <a:cubicBezTo>
                  <a:pt x="324092" y="6440250"/>
                  <a:pt x="193306" y="6475851"/>
                  <a:pt x="178905" y="6490252"/>
                </a:cubicBezTo>
                <a:cubicBezTo>
                  <a:pt x="150874" y="6518283"/>
                  <a:pt x="237453" y="6617939"/>
                  <a:pt x="238540" y="6619460"/>
                </a:cubicBezTo>
                <a:cubicBezTo>
                  <a:pt x="245166" y="6645964"/>
                  <a:pt x="252790" y="6672239"/>
                  <a:pt x="258418" y="6698973"/>
                </a:cubicBezTo>
                <a:cubicBezTo>
                  <a:pt x="276763" y="6786113"/>
                  <a:pt x="287614" y="6868388"/>
                  <a:pt x="298174" y="6957391"/>
                </a:cubicBezTo>
                <a:cubicBezTo>
                  <a:pt x="315459" y="7103081"/>
                  <a:pt x="334756" y="7248588"/>
                  <a:pt x="347870" y="7394713"/>
                </a:cubicBezTo>
                <a:cubicBezTo>
                  <a:pt x="357956" y="7507099"/>
                  <a:pt x="358377" y="7620195"/>
                  <a:pt x="367748" y="7732643"/>
                </a:cubicBezTo>
                <a:cubicBezTo>
                  <a:pt x="371639" y="7779335"/>
                  <a:pt x="380224" y="7825526"/>
                  <a:pt x="387627" y="7871791"/>
                </a:cubicBezTo>
                <a:cubicBezTo>
                  <a:pt x="409876" y="8010843"/>
                  <a:pt x="407505" y="7938111"/>
                  <a:pt x="407505" y="8020878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fromWordArt="0" anchor="t" anchorCtr="0" forceAA="0" compatLnSpc="1">
            <a:noAutofit/>
          </a:bodyPr>
          <a:lstStyle/>
          <a:p>
            <a:pPr algn="l" defTabSz="914400" latinLnBrk="1"/>
            <a:endParaRPr lang="zh-CN" altLang="en-US" sz="1800" b="0"/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747200" y="2359004"/>
            <a:ext cx="7423546" cy="238817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测试用例</a:t>
            </a:r>
            <a:endParaRPr lang="en-US" altLang="zh-CN" sz="4800" b="1" dirty="0"/>
          </a:p>
          <a:p>
            <a:pPr marL="1270000" lvl="2" indent="0">
              <a:buNone/>
            </a:pPr>
            <a:endParaRPr lang="en-US" altLang="zh-CN" sz="4800" dirty="0">
              <a:solidFill>
                <a:srgbClr val="FF0000"/>
              </a:solidFill>
            </a:endParaRPr>
          </a:p>
          <a:p>
            <a:pPr marL="1270000" lvl="2" indent="0">
              <a:buNone/>
            </a:pPr>
            <a:endParaRPr lang="zh-CN" altLang="en-US" sz="4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7200" y="7242572"/>
            <a:ext cx="8215049" cy="4833194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19296" y="4660739"/>
          <a:ext cx="6709964" cy="1920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77491"/>
                <a:gridCol w="1677491"/>
                <a:gridCol w="1677491"/>
                <a:gridCol w="1677491"/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ID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A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B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X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0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4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分支</a:t>
            </a:r>
            <a:r>
              <a:rPr lang="en-US" altLang="zh-CN" dirty="0"/>
              <a:t>/</a:t>
            </a:r>
            <a:r>
              <a:rPr lang="zh-CN" altLang="en-US" dirty="0"/>
              <a:t>判定覆盖</a:t>
            </a:r>
            <a:endParaRPr lang="zh-CN" altLang="en-US" dirty="0"/>
          </a:p>
        </p:txBody>
      </p:sp>
      <p:sp>
        <p:nvSpPr>
          <p:cNvPr id="3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14110073" y="3526547"/>
            <a:ext cx="4556" cy="731017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7405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2"/>
          <p:cNvGrpSpPr/>
          <p:nvPr/>
        </p:nvGrpSpPr>
        <p:grpSpPr bwMode="auto">
          <a:xfrm>
            <a:off x="11967659" y="3120743"/>
            <a:ext cx="10228267" cy="8442252"/>
            <a:chOff x="4787900" y="2205038"/>
            <a:chExt cx="3581400" cy="3235325"/>
          </a:xfrm>
          <a:solidFill>
            <a:schemeClr val="bg1">
              <a:lumMod val="95000"/>
            </a:schemeClr>
          </a:solidFill>
        </p:grpSpPr>
        <p:sp>
          <p:nvSpPr>
            <p:cNvPr id="8" name="AutoShape 4"/>
            <p:cNvSpPr>
              <a:spLocks noChangeArrowheads="1"/>
            </p:cNvSpPr>
            <p:nvPr/>
          </p:nvSpPr>
          <p:spPr bwMode="auto">
            <a:xfrm>
              <a:off x="5245100" y="22399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入口</a:t>
              </a:r>
              <a:endParaRPr kumimoji="1"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/>
          </p:nvSpPr>
          <p:spPr bwMode="auto">
            <a:xfrm>
              <a:off x="5245100" y="4983163"/>
              <a:ext cx="762000" cy="457200"/>
            </a:xfrm>
            <a:prstGeom prst="flowChartAlternate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>
                  <a:latin typeface="Times New Roman" panose="02020603050405020304" pitchFamily="18" charset="0"/>
                  <a:cs typeface="Times New Roman" panose="02020603050405020304" pitchFamily="18" charset="0"/>
                </a:rPr>
                <a:t>返回</a:t>
              </a:r>
              <a:endParaRPr kumimoji="1"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utoShape 6"/>
            <p:cNvSpPr>
              <a:spLocks noChangeArrowheads="1"/>
            </p:cNvSpPr>
            <p:nvPr/>
          </p:nvSpPr>
          <p:spPr bwMode="auto">
            <a:xfrm>
              <a:off x="4787900" y="30019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(A&gt;1)&amp;&amp;(B==0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utoShape 7"/>
            <p:cNvSpPr>
              <a:spLocks noChangeArrowheads="1"/>
            </p:cNvSpPr>
            <p:nvPr/>
          </p:nvSpPr>
          <p:spPr bwMode="auto">
            <a:xfrm>
              <a:off x="4787900" y="4068763"/>
              <a:ext cx="1752600" cy="685800"/>
            </a:xfrm>
            <a:prstGeom prst="flowChartDecision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(A==2)||(X&gt;1</a:t>
              </a:r>
              <a:r>
                <a:rPr kumimoji="1" lang="zh-CN" altLang="en-US" sz="2800">
                  <a:latin typeface="Courier New" panose="02070309020205020404" pitchFamily="49" charset="0"/>
                  <a:cs typeface="Times New Roman" panose="02020603050405020304" pitchFamily="18" charset="0"/>
                </a:rPr>
                <a:t>）</a:t>
              </a:r>
              <a:endParaRPr kumimoji="1" lang="zh-CN" altLang="en-US" sz="3600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5626100" y="26971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5626100" y="3687763"/>
              <a:ext cx="0" cy="3810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5626100" y="4754563"/>
              <a:ext cx="0" cy="2286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5" name="AutoShape 11"/>
            <p:cNvSpPr>
              <a:spLocks noChangeArrowheads="1"/>
            </p:cNvSpPr>
            <p:nvPr/>
          </p:nvSpPr>
          <p:spPr bwMode="auto">
            <a:xfrm>
              <a:off x="6921500" y="2925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/ A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AutoShape 12"/>
            <p:cNvSpPr>
              <a:spLocks noChangeArrowheads="1"/>
            </p:cNvSpPr>
            <p:nvPr/>
          </p:nvSpPr>
          <p:spPr bwMode="auto">
            <a:xfrm>
              <a:off x="6921500" y="4068763"/>
              <a:ext cx="1447800" cy="609600"/>
            </a:xfrm>
            <a:prstGeom prst="flowChartProcess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X + 1</a:t>
              </a:r>
              <a:endParaRPr kumimoji="1" lang="en-US" altLang="zh-CN" sz="3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7607300" y="3535363"/>
              <a:ext cx="0" cy="3048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H="1">
              <a:off x="5626100" y="38401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>
              <a:off x="7607300" y="4678363"/>
              <a:ext cx="0" cy="15240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 flipH="1">
              <a:off x="5626100" y="4830763"/>
              <a:ext cx="19812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>
              <a:off x="6540500" y="33067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6540500" y="4373563"/>
              <a:ext cx="381000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4893954" y="2205038"/>
              <a:ext cx="211757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>
              <a:off x="4884659" y="2814638"/>
              <a:ext cx="246222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1"/>
            <p:cNvSpPr txBox="1">
              <a:spLocks noChangeArrowheads="1"/>
            </p:cNvSpPr>
            <p:nvPr/>
          </p:nvSpPr>
          <p:spPr bwMode="auto">
            <a:xfrm>
              <a:off x="4867905" y="38052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2"/>
            <p:cNvSpPr txBox="1">
              <a:spLocks noChangeArrowheads="1"/>
            </p:cNvSpPr>
            <p:nvPr/>
          </p:nvSpPr>
          <p:spPr bwMode="auto">
            <a:xfrm>
              <a:off x="4864232" y="4872038"/>
              <a:ext cx="263855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23"/>
            <p:cNvSpPr txBox="1">
              <a:spLocks noChangeArrowheads="1"/>
            </p:cNvSpPr>
            <p:nvPr/>
          </p:nvSpPr>
          <p:spPr bwMode="auto">
            <a:xfrm>
              <a:off x="8093875" y="2536726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24"/>
            <p:cNvSpPr txBox="1">
              <a:spLocks noChangeArrowheads="1"/>
            </p:cNvSpPr>
            <p:nvPr/>
          </p:nvSpPr>
          <p:spPr bwMode="auto">
            <a:xfrm>
              <a:off x="8093875" y="3751852"/>
              <a:ext cx="228588" cy="41549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Freeform: Shape 4"/>
          <p:cNvSpPr/>
          <p:nvPr/>
        </p:nvSpPr>
        <p:spPr>
          <a:xfrm>
            <a:off x="14241045" y="3640847"/>
            <a:ext cx="5855083" cy="8020878"/>
          </a:xfrm>
          <a:custGeom>
            <a:avLst/>
            <a:gdLst>
              <a:gd name="connsiteX0" fmla="*/ 208722 w 5855083"/>
              <a:gd name="connsiteY0" fmla="*/ 0 h 8020878"/>
              <a:gd name="connsiteX1" fmla="*/ 178905 w 5855083"/>
              <a:gd name="connsiteY1" fmla="*/ 79513 h 8020878"/>
              <a:gd name="connsiteX2" fmla="*/ 159027 w 5855083"/>
              <a:gd name="connsiteY2" fmla="*/ 119269 h 8020878"/>
              <a:gd name="connsiteX3" fmla="*/ 89453 w 5855083"/>
              <a:gd name="connsiteY3" fmla="*/ 437321 h 8020878"/>
              <a:gd name="connsiteX4" fmla="*/ 69574 w 5855083"/>
              <a:gd name="connsiteY4" fmla="*/ 685800 h 8020878"/>
              <a:gd name="connsiteX5" fmla="*/ 39757 w 5855083"/>
              <a:gd name="connsiteY5" fmla="*/ 795130 h 8020878"/>
              <a:gd name="connsiteX6" fmla="*/ 0 w 5855083"/>
              <a:gd name="connsiteY6" fmla="*/ 1073426 h 8020878"/>
              <a:gd name="connsiteX7" fmla="*/ 29818 w 5855083"/>
              <a:gd name="connsiteY7" fmla="*/ 1461052 h 8020878"/>
              <a:gd name="connsiteX8" fmla="*/ 79513 w 5855083"/>
              <a:gd name="connsiteY8" fmla="*/ 1769165 h 8020878"/>
              <a:gd name="connsiteX9" fmla="*/ 99392 w 5855083"/>
              <a:gd name="connsiteY9" fmla="*/ 1997765 h 8020878"/>
              <a:gd name="connsiteX10" fmla="*/ 139148 w 5855083"/>
              <a:gd name="connsiteY10" fmla="*/ 2126973 h 8020878"/>
              <a:gd name="connsiteX11" fmla="*/ 159027 w 5855083"/>
              <a:gd name="connsiteY11" fmla="*/ 2206487 h 8020878"/>
              <a:gd name="connsiteX12" fmla="*/ 188844 w 5855083"/>
              <a:gd name="connsiteY12" fmla="*/ 2276060 h 8020878"/>
              <a:gd name="connsiteX13" fmla="*/ 248479 w 5855083"/>
              <a:gd name="connsiteY13" fmla="*/ 2375452 h 8020878"/>
              <a:gd name="connsiteX14" fmla="*/ 288235 w 5855083"/>
              <a:gd name="connsiteY14" fmla="*/ 2425147 h 8020878"/>
              <a:gd name="connsiteX15" fmla="*/ 447261 w 5855083"/>
              <a:gd name="connsiteY15" fmla="*/ 2484782 h 8020878"/>
              <a:gd name="connsiteX16" fmla="*/ 695740 w 5855083"/>
              <a:gd name="connsiteY16" fmla="*/ 2534478 h 8020878"/>
              <a:gd name="connsiteX17" fmla="*/ 1848679 w 5855083"/>
              <a:gd name="connsiteY17" fmla="*/ 2514600 h 8020878"/>
              <a:gd name="connsiteX18" fmla="*/ 1958009 w 5855083"/>
              <a:gd name="connsiteY18" fmla="*/ 2494721 h 8020878"/>
              <a:gd name="connsiteX19" fmla="*/ 2186609 w 5855083"/>
              <a:gd name="connsiteY19" fmla="*/ 2464904 h 8020878"/>
              <a:gd name="connsiteX20" fmla="*/ 2723322 w 5855083"/>
              <a:gd name="connsiteY20" fmla="*/ 2415208 h 8020878"/>
              <a:gd name="connsiteX21" fmla="*/ 3568148 w 5855083"/>
              <a:gd name="connsiteY21" fmla="*/ 2395330 h 8020878"/>
              <a:gd name="connsiteX22" fmla="*/ 3687418 w 5855083"/>
              <a:gd name="connsiteY22" fmla="*/ 2375452 h 8020878"/>
              <a:gd name="connsiteX23" fmla="*/ 3896140 w 5855083"/>
              <a:gd name="connsiteY23" fmla="*/ 2355573 h 8020878"/>
              <a:gd name="connsiteX24" fmla="*/ 4075044 w 5855083"/>
              <a:gd name="connsiteY24" fmla="*/ 2315817 h 8020878"/>
              <a:gd name="connsiteX25" fmla="*/ 4631635 w 5855083"/>
              <a:gd name="connsiteY25" fmla="*/ 2355573 h 8020878"/>
              <a:gd name="connsiteX26" fmla="*/ 4919870 w 5855083"/>
              <a:gd name="connsiteY26" fmla="*/ 2395330 h 8020878"/>
              <a:gd name="connsiteX27" fmla="*/ 5009322 w 5855083"/>
              <a:gd name="connsiteY27" fmla="*/ 2425147 h 8020878"/>
              <a:gd name="connsiteX28" fmla="*/ 5029200 w 5855083"/>
              <a:gd name="connsiteY28" fmla="*/ 2474843 h 8020878"/>
              <a:gd name="connsiteX29" fmla="*/ 5118653 w 5855083"/>
              <a:gd name="connsiteY29" fmla="*/ 2494721 h 8020878"/>
              <a:gd name="connsiteX30" fmla="*/ 5138531 w 5855083"/>
              <a:gd name="connsiteY30" fmla="*/ 2514600 h 8020878"/>
              <a:gd name="connsiteX31" fmla="*/ 5198166 w 5855083"/>
              <a:gd name="connsiteY31" fmla="*/ 2534478 h 8020878"/>
              <a:gd name="connsiteX32" fmla="*/ 5218044 w 5855083"/>
              <a:gd name="connsiteY32" fmla="*/ 2584173 h 8020878"/>
              <a:gd name="connsiteX33" fmla="*/ 5237922 w 5855083"/>
              <a:gd name="connsiteY33" fmla="*/ 2623930 h 8020878"/>
              <a:gd name="connsiteX34" fmla="*/ 5257800 w 5855083"/>
              <a:gd name="connsiteY34" fmla="*/ 2683565 h 8020878"/>
              <a:gd name="connsiteX35" fmla="*/ 5307496 w 5855083"/>
              <a:gd name="connsiteY35" fmla="*/ 2703443 h 8020878"/>
              <a:gd name="connsiteX36" fmla="*/ 5347253 w 5855083"/>
              <a:gd name="connsiteY36" fmla="*/ 2872408 h 8020878"/>
              <a:gd name="connsiteX37" fmla="*/ 5367131 w 5855083"/>
              <a:gd name="connsiteY37" fmla="*/ 2892287 h 8020878"/>
              <a:gd name="connsiteX38" fmla="*/ 5406887 w 5855083"/>
              <a:gd name="connsiteY38" fmla="*/ 3061252 h 8020878"/>
              <a:gd name="connsiteX39" fmla="*/ 5377070 w 5855083"/>
              <a:gd name="connsiteY39" fmla="*/ 3170582 h 8020878"/>
              <a:gd name="connsiteX40" fmla="*/ 5337313 w 5855083"/>
              <a:gd name="connsiteY40" fmla="*/ 3269973 h 8020878"/>
              <a:gd name="connsiteX41" fmla="*/ 5317435 w 5855083"/>
              <a:gd name="connsiteY41" fmla="*/ 3289852 h 8020878"/>
              <a:gd name="connsiteX42" fmla="*/ 5267740 w 5855083"/>
              <a:gd name="connsiteY42" fmla="*/ 3309730 h 8020878"/>
              <a:gd name="connsiteX43" fmla="*/ 5208105 w 5855083"/>
              <a:gd name="connsiteY43" fmla="*/ 3399182 h 8020878"/>
              <a:gd name="connsiteX44" fmla="*/ 5148470 w 5855083"/>
              <a:gd name="connsiteY44" fmla="*/ 3419060 h 8020878"/>
              <a:gd name="connsiteX45" fmla="*/ 5059018 w 5855083"/>
              <a:gd name="connsiteY45" fmla="*/ 3488634 h 8020878"/>
              <a:gd name="connsiteX46" fmla="*/ 4562061 w 5855083"/>
              <a:gd name="connsiteY46" fmla="*/ 3568147 h 8020878"/>
              <a:gd name="connsiteX47" fmla="*/ 4283766 w 5855083"/>
              <a:gd name="connsiteY47" fmla="*/ 3597965 h 8020878"/>
              <a:gd name="connsiteX48" fmla="*/ 3945835 w 5855083"/>
              <a:gd name="connsiteY48" fmla="*/ 3687417 h 8020878"/>
              <a:gd name="connsiteX49" fmla="*/ 3896140 w 5855083"/>
              <a:gd name="connsiteY49" fmla="*/ 3707295 h 8020878"/>
              <a:gd name="connsiteX50" fmla="*/ 3597966 w 5855083"/>
              <a:gd name="connsiteY50" fmla="*/ 3727173 h 8020878"/>
              <a:gd name="connsiteX51" fmla="*/ 3339548 w 5855083"/>
              <a:gd name="connsiteY51" fmla="*/ 3747052 h 8020878"/>
              <a:gd name="connsiteX52" fmla="*/ 2912166 w 5855083"/>
              <a:gd name="connsiteY52" fmla="*/ 3806687 h 8020878"/>
              <a:gd name="connsiteX53" fmla="*/ 1252331 w 5855083"/>
              <a:gd name="connsiteY53" fmla="*/ 3826565 h 8020878"/>
              <a:gd name="connsiteX54" fmla="*/ 1083366 w 5855083"/>
              <a:gd name="connsiteY54" fmla="*/ 3846443 h 8020878"/>
              <a:gd name="connsiteX55" fmla="*/ 884583 w 5855083"/>
              <a:gd name="connsiteY55" fmla="*/ 3866321 h 8020878"/>
              <a:gd name="connsiteX56" fmla="*/ 824948 w 5855083"/>
              <a:gd name="connsiteY56" fmla="*/ 3916017 h 8020878"/>
              <a:gd name="connsiteX57" fmla="*/ 675861 w 5855083"/>
              <a:gd name="connsiteY57" fmla="*/ 3935895 h 8020878"/>
              <a:gd name="connsiteX58" fmla="*/ 566531 w 5855083"/>
              <a:gd name="connsiteY58" fmla="*/ 3955773 h 8020878"/>
              <a:gd name="connsiteX59" fmla="*/ 387627 w 5855083"/>
              <a:gd name="connsiteY59" fmla="*/ 4025347 h 8020878"/>
              <a:gd name="connsiteX60" fmla="*/ 347870 w 5855083"/>
              <a:gd name="connsiteY60" fmla="*/ 4045226 h 8020878"/>
              <a:gd name="connsiteX61" fmla="*/ 278296 w 5855083"/>
              <a:gd name="connsiteY61" fmla="*/ 4104860 h 8020878"/>
              <a:gd name="connsiteX62" fmla="*/ 258418 w 5855083"/>
              <a:gd name="connsiteY62" fmla="*/ 4124739 h 8020878"/>
              <a:gd name="connsiteX63" fmla="*/ 238540 w 5855083"/>
              <a:gd name="connsiteY63" fmla="*/ 4164495 h 8020878"/>
              <a:gd name="connsiteX64" fmla="*/ 218661 w 5855083"/>
              <a:gd name="connsiteY64" fmla="*/ 4214191 h 8020878"/>
              <a:gd name="connsiteX65" fmla="*/ 178905 w 5855083"/>
              <a:gd name="connsiteY65" fmla="*/ 4323521 h 8020878"/>
              <a:gd name="connsiteX66" fmla="*/ 159027 w 5855083"/>
              <a:gd name="connsiteY66" fmla="*/ 4343400 h 8020878"/>
              <a:gd name="connsiteX67" fmla="*/ 149087 w 5855083"/>
              <a:gd name="connsiteY67" fmla="*/ 4860234 h 8020878"/>
              <a:gd name="connsiteX68" fmla="*/ 208722 w 5855083"/>
              <a:gd name="connsiteY68" fmla="*/ 4969565 h 8020878"/>
              <a:gd name="connsiteX69" fmla="*/ 228600 w 5855083"/>
              <a:gd name="connsiteY69" fmla="*/ 5019260 h 8020878"/>
              <a:gd name="connsiteX70" fmla="*/ 278296 w 5855083"/>
              <a:gd name="connsiteY70" fmla="*/ 5059017 h 8020878"/>
              <a:gd name="connsiteX71" fmla="*/ 337931 w 5855083"/>
              <a:gd name="connsiteY71" fmla="*/ 5118652 h 8020878"/>
              <a:gd name="connsiteX72" fmla="*/ 377687 w 5855083"/>
              <a:gd name="connsiteY72" fmla="*/ 5138530 h 8020878"/>
              <a:gd name="connsiteX73" fmla="*/ 427383 w 5855083"/>
              <a:gd name="connsiteY73" fmla="*/ 5158408 h 8020878"/>
              <a:gd name="connsiteX74" fmla="*/ 506896 w 5855083"/>
              <a:gd name="connsiteY74" fmla="*/ 5208104 h 8020878"/>
              <a:gd name="connsiteX75" fmla="*/ 1679713 w 5855083"/>
              <a:gd name="connsiteY75" fmla="*/ 5168347 h 8020878"/>
              <a:gd name="connsiteX76" fmla="*/ 2057400 w 5855083"/>
              <a:gd name="connsiteY76" fmla="*/ 5118652 h 8020878"/>
              <a:gd name="connsiteX77" fmla="*/ 2256183 w 5855083"/>
              <a:gd name="connsiteY77" fmla="*/ 5098773 h 8020878"/>
              <a:gd name="connsiteX78" fmla="*/ 2395331 w 5855083"/>
              <a:gd name="connsiteY78" fmla="*/ 5049078 h 8020878"/>
              <a:gd name="connsiteX79" fmla="*/ 2554357 w 5855083"/>
              <a:gd name="connsiteY79" fmla="*/ 5029200 h 8020878"/>
              <a:gd name="connsiteX80" fmla="*/ 2693505 w 5855083"/>
              <a:gd name="connsiteY80" fmla="*/ 5009321 h 8020878"/>
              <a:gd name="connsiteX81" fmla="*/ 3101009 w 5855083"/>
              <a:gd name="connsiteY81" fmla="*/ 4939747 h 8020878"/>
              <a:gd name="connsiteX82" fmla="*/ 3438940 w 5855083"/>
              <a:gd name="connsiteY82" fmla="*/ 4890052 h 8020878"/>
              <a:gd name="connsiteX83" fmla="*/ 3756992 w 5855083"/>
              <a:gd name="connsiteY83" fmla="*/ 4840356 h 8020878"/>
              <a:gd name="connsiteX84" fmla="*/ 4959627 w 5855083"/>
              <a:gd name="connsiteY84" fmla="*/ 4880113 h 8020878"/>
              <a:gd name="connsiteX85" fmla="*/ 5088835 w 5855083"/>
              <a:gd name="connsiteY85" fmla="*/ 4919869 h 8020878"/>
              <a:gd name="connsiteX86" fmla="*/ 5168348 w 5855083"/>
              <a:gd name="connsiteY86" fmla="*/ 4939747 h 8020878"/>
              <a:gd name="connsiteX87" fmla="*/ 5188227 w 5855083"/>
              <a:gd name="connsiteY87" fmla="*/ 4989443 h 8020878"/>
              <a:gd name="connsiteX88" fmla="*/ 5257800 w 5855083"/>
              <a:gd name="connsiteY88" fmla="*/ 5009321 h 8020878"/>
              <a:gd name="connsiteX89" fmla="*/ 5277679 w 5855083"/>
              <a:gd name="connsiteY89" fmla="*/ 5029200 h 8020878"/>
              <a:gd name="connsiteX90" fmla="*/ 5367131 w 5855083"/>
              <a:gd name="connsiteY90" fmla="*/ 5088834 h 8020878"/>
              <a:gd name="connsiteX91" fmla="*/ 5446644 w 5855083"/>
              <a:gd name="connsiteY91" fmla="*/ 5128591 h 8020878"/>
              <a:gd name="connsiteX92" fmla="*/ 5486400 w 5855083"/>
              <a:gd name="connsiteY92" fmla="*/ 5178287 h 8020878"/>
              <a:gd name="connsiteX93" fmla="*/ 5536096 w 5855083"/>
              <a:gd name="connsiteY93" fmla="*/ 5198165 h 8020878"/>
              <a:gd name="connsiteX94" fmla="*/ 5575853 w 5855083"/>
              <a:gd name="connsiteY94" fmla="*/ 5218043 h 8020878"/>
              <a:gd name="connsiteX95" fmla="*/ 5595731 w 5855083"/>
              <a:gd name="connsiteY95" fmla="*/ 5277678 h 8020878"/>
              <a:gd name="connsiteX96" fmla="*/ 5685183 w 5855083"/>
              <a:gd name="connsiteY96" fmla="*/ 5327373 h 8020878"/>
              <a:gd name="connsiteX97" fmla="*/ 5744818 w 5855083"/>
              <a:gd name="connsiteY97" fmla="*/ 5426765 h 8020878"/>
              <a:gd name="connsiteX98" fmla="*/ 5764696 w 5855083"/>
              <a:gd name="connsiteY98" fmla="*/ 5496339 h 8020878"/>
              <a:gd name="connsiteX99" fmla="*/ 5854148 w 5855083"/>
              <a:gd name="connsiteY99" fmla="*/ 5705060 h 8020878"/>
              <a:gd name="connsiteX100" fmla="*/ 5794513 w 5855083"/>
              <a:gd name="connsiteY100" fmla="*/ 6003234 h 8020878"/>
              <a:gd name="connsiteX101" fmla="*/ 5774635 w 5855083"/>
              <a:gd name="connsiteY101" fmla="*/ 6042991 h 8020878"/>
              <a:gd name="connsiteX102" fmla="*/ 5754757 w 5855083"/>
              <a:gd name="connsiteY102" fmla="*/ 6092687 h 8020878"/>
              <a:gd name="connsiteX103" fmla="*/ 5705061 w 5855083"/>
              <a:gd name="connsiteY103" fmla="*/ 6112565 h 8020878"/>
              <a:gd name="connsiteX104" fmla="*/ 5665305 w 5855083"/>
              <a:gd name="connsiteY104" fmla="*/ 6132443 h 8020878"/>
              <a:gd name="connsiteX105" fmla="*/ 5635487 w 5855083"/>
              <a:gd name="connsiteY105" fmla="*/ 6172200 h 8020878"/>
              <a:gd name="connsiteX106" fmla="*/ 5406887 w 5855083"/>
              <a:gd name="connsiteY106" fmla="*/ 6221895 h 8020878"/>
              <a:gd name="connsiteX107" fmla="*/ 4383157 w 5855083"/>
              <a:gd name="connsiteY107" fmla="*/ 6211956 h 8020878"/>
              <a:gd name="connsiteX108" fmla="*/ 4214192 w 5855083"/>
              <a:gd name="connsiteY108" fmla="*/ 6192078 h 8020878"/>
              <a:gd name="connsiteX109" fmla="*/ 4065105 w 5855083"/>
              <a:gd name="connsiteY109" fmla="*/ 6142382 h 8020878"/>
              <a:gd name="connsiteX110" fmla="*/ 3200400 w 5855083"/>
              <a:gd name="connsiteY110" fmla="*/ 6182139 h 8020878"/>
              <a:gd name="connsiteX111" fmla="*/ 2902227 w 5855083"/>
              <a:gd name="connsiteY111" fmla="*/ 6202017 h 8020878"/>
              <a:gd name="connsiteX112" fmla="*/ 2782957 w 5855083"/>
              <a:gd name="connsiteY112" fmla="*/ 6221895 h 8020878"/>
              <a:gd name="connsiteX113" fmla="*/ 2594113 w 5855083"/>
              <a:gd name="connsiteY113" fmla="*/ 6241773 h 8020878"/>
              <a:gd name="connsiteX114" fmla="*/ 1888435 w 5855083"/>
              <a:gd name="connsiteY114" fmla="*/ 6311347 h 8020878"/>
              <a:gd name="connsiteX115" fmla="*/ 934279 w 5855083"/>
              <a:gd name="connsiteY115" fmla="*/ 6331226 h 8020878"/>
              <a:gd name="connsiteX116" fmla="*/ 725557 w 5855083"/>
              <a:gd name="connsiteY116" fmla="*/ 6351104 h 8020878"/>
              <a:gd name="connsiteX117" fmla="*/ 586409 w 5855083"/>
              <a:gd name="connsiteY117" fmla="*/ 6400800 h 8020878"/>
              <a:gd name="connsiteX118" fmla="*/ 357809 w 5855083"/>
              <a:gd name="connsiteY118" fmla="*/ 6430617 h 8020878"/>
              <a:gd name="connsiteX119" fmla="*/ 178905 w 5855083"/>
              <a:gd name="connsiteY119" fmla="*/ 6490252 h 8020878"/>
              <a:gd name="connsiteX120" fmla="*/ 238540 w 5855083"/>
              <a:gd name="connsiteY120" fmla="*/ 6619460 h 8020878"/>
              <a:gd name="connsiteX121" fmla="*/ 258418 w 5855083"/>
              <a:gd name="connsiteY121" fmla="*/ 6698973 h 8020878"/>
              <a:gd name="connsiteX122" fmla="*/ 298174 w 5855083"/>
              <a:gd name="connsiteY122" fmla="*/ 6957391 h 8020878"/>
              <a:gd name="connsiteX123" fmla="*/ 347870 w 5855083"/>
              <a:gd name="connsiteY123" fmla="*/ 7394713 h 8020878"/>
              <a:gd name="connsiteX124" fmla="*/ 367748 w 5855083"/>
              <a:gd name="connsiteY124" fmla="*/ 7732643 h 8020878"/>
              <a:gd name="connsiteX125" fmla="*/ 387627 w 5855083"/>
              <a:gd name="connsiteY125" fmla="*/ 7871791 h 8020878"/>
              <a:gd name="connsiteX126" fmla="*/ 407505 w 5855083"/>
              <a:gd name="connsiteY126" fmla="*/ 8020878 h 8020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5855083" h="8020878">
                <a:moveTo>
                  <a:pt x="208722" y="0"/>
                </a:moveTo>
                <a:cubicBezTo>
                  <a:pt x="198783" y="26504"/>
                  <a:pt x="189792" y="53384"/>
                  <a:pt x="178905" y="79513"/>
                </a:cubicBezTo>
                <a:cubicBezTo>
                  <a:pt x="173207" y="93189"/>
                  <a:pt x="163176" y="105045"/>
                  <a:pt x="159027" y="119269"/>
                </a:cubicBezTo>
                <a:cubicBezTo>
                  <a:pt x="112771" y="277861"/>
                  <a:pt x="112761" y="297472"/>
                  <a:pt x="89453" y="437321"/>
                </a:cubicBezTo>
                <a:cubicBezTo>
                  <a:pt x="82827" y="520147"/>
                  <a:pt x="81005" y="603499"/>
                  <a:pt x="69574" y="685800"/>
                </a:cubicBezTo>
                <a:cubicBezTo>
                  <a:pt x="64377" y="723215"/>
                  <a:pt x="46430" y="757950"/>
                  <a:pt x="39757" y="795130"/>
                </a:cubicBezTo>
                <a:cubicBezTo>
                  <a:pt x="23202" y="887363"/>
                  <a:pt x="13252" y="980661"/>
                  <a:pt x="0" y="1073426"/>
                </a:cubicBezTo>
                <a:cubicBezTo>
                  <a:pt x="9939" y="1202635"/>
                  <a:pt x="16707" y="1332127"/>
                  <a:pt x="29818" y="1461052"/>
                </a:cubicBezTo>
                <a:cubicBezTo>
                  <a:pt x="39325" y="1554537"/>
                  <a:pt x="61915" y="1672376"/>
                  <a:pt x="79513" y="1769165"/>
                </a:cubicBezTo>
                <a:cubicBezTo>
                  <a:pt x="86139" y="1845365"/>
                  <a:pt x="86817" y="1922318"/>
                  <a:pt x="99392" y="1997765"/>
                </a:cubicBezTo>
                <a:cubicBezTo>
                  <a:pt x="106800" y="2042214"/>
                  <a:pt x="126768" y="2083645"/>
                  <a:pt x="139148" y="2126973"/>
                </a:cubicBezTo>
                <a:cubicBezTo>
                  <a:pt x="146654" y="2153242"/>
                  <a:pt x="150387" y="2180569"/>
                  <a:pt x="159027" y="2206487"/>
                </a:cubicBezTo>
                <a:cubicBezTo>
                  <a:pt x="167006" y="2230423"/>
                  <a:pt x="180865" y="2252124"/>
                  <a:pt x="188844" y="2276060"/>
                </a:cubicBezTo>
                <a:cubicBezTo>
                  <a:pt x="221704" y="2374642"/>
                  <a:pt x="179194" y="2340809"/>
                  <a:pt x="248479" y="2375452"/>
                </a:cubicBezTo>
                <a:cubicBezTo>
                  <a:pt x="261731" y="2392017"/>
                  <a:pt x="270793" y="2413072"/>
                  <a:pt x="288235" y="2425147"/>
                </a:cubicBezTo>
                <a:cubicBezTo>
                  <a:pt x="324571" y="2450303"/>
                  <a:pt x="401867" y="2473974"/>
                  <a:pt x="447261" y="2484782"/>
                </a:cubicBezTo>
                <a:cubicBezTo>
                  <a:pt x="548449" y="2508874"/>
                  <a:pt x="597663" y="2516646"/>
                  <a:pt x="695740" y="2534478"/>
                </a:cubicBezTo>
                <a:lnTo>
                  <a:pt x="1848679" y="2514600"/>
                </a:lnTo>
                <a:cubicBezTo>
                  <a:pt x="1885701" y="2513434"/>
                  <a:pt x="1921362" y="2500110"/>
                  <a:pt x="1958009" y="2494721"/>
                </a:cubicBezTo>
                <a:cubicBezTo>
                  <a:pt x="2034037" y="2483540"/>
                  <a:pt x="2110175" y="2472845"/>
                  <a:pt x="2186609" y="2464904"/>
                </a:cubicBezTo>
                <a:cubicBezTo>
                  <a:pt x="2365317" y="2446337"/>
                  <a:pt x="2543880" y="2424245"/>
                  <a:pt x="2723322" y="2415208"/>
                </a:cubicBezTo>
                <a:cubicBezTo>
                  <a:pt x="3004652" y="2401040"/>
                  <a:pt x="3286539" y="2401956"/>
                  <a:pt x="3568148" y="2395330"/>
                </a:cubicBezTo>
                <a:cubicBezTo>
                  <a:pt x="3607905" y="2388704"/>
                  <a:pt x="3647406" y="2380302"/>
                  <a:pt x="3687418" y="2375452"/>
                </a:cubicBezTo>
                <a:cubicBezTo>
                  <a:pt x="3756799" y="2367042"/>
                  <a:pt x="3827064" y="2366200"/>
                  <a:pt x="3896140" y="2355573"/>
                </a:cubicBezTo>
                <a:cubicBezTo>
                  <a:pt x="3956519" y="2346284"/>
                  <a:pt x="4015409" y="2329069"/>
                  <a:pt x="4075044" y="2315817"/>
                </a:cubicBezTo>
                <a:lnTo>
                  <a:pt x="4631635" y="2355573"/>
                </a:lnTo>
                <a:cubicBezTo>
                  <a:pt x="4752898" y="2365540"/>
                  <a:pt x="4807014" y="2376521"/>
                  <a:pt x="4919870" y="2395330"/>
                </a:cubicBezTo>
                <a:cubicBezTo>
                  <a:pt x="4949687" y="2405269"/>
                  <a:pt x="4983903" y="2406661"/>
                  <a:pt x="5009322" y="2425147"/>
                </a:cubicBezTo>
                <a:cubicBezTo>
                  <a:pt x="5023751" y="2435641"/>
                  <a:pt x="5014148" y="2465264"/>
                  <a:pt x="5029200" y="2474843"/>
                </a:cubicBezTo>
                <a:cubicBezTo>
                  <a:pt x="5054970" y="2491242"/>
                  <a:pt x="5088835" y="2488095"/>
                  <a:pt x="5118653" y="2494721"/>
                </a:cubicBezTo>
                <a:cubicBezTo>
                  <a:pt x="5125279" y="2501347"/>
                  <a:pt x="5130150" y="2510409"/>
                  <a:pt x="5138531" y="2514600"/>
                </a:cubicBezTo>
                <a:cubicBezTo>
                  <a:pt x="5157272" y="2523971"/>
                  <a:pt x="5182397" y="2520680"/>
                  <a:pt x="5198166" y="2534478"/>
                </a:cubicBezTo>
                <a:cubicBezTo>
                  <a:pt x="5211593" y="2546226"/>
                  <a:pt x="5210798" y="2567870"/>
                  <a:pt x="5218044" y="2584173"/>
                </a:cubicBezTo>
                <a:cubicBezTo>
                  <a:pt x="5224061" y="2597712"/>
                  <a:pt x="5232419" y="2610173"/>
                  <a:pt x="5237922" y="2623930"/>
                </a:cubicBezTo>
                <a:cubicBezTo>
                  <a:pt x="5245704" y="2643385"/>
                  <a:pt x="5244002" y="2667796"/>
                  <a:pt x="5257800" y="2683565"/>
                </a:cubicBezTo>
                <a:cubicBezTo>
                  <a:pt x="5269549" y="2696992"/>
                  <a:pt x="5290931" y="2696817"/>
                  <a:pt x="5307496" y="2703443"/>
                </a:cubicBezTo>
                <a:cubicBezTo>
                  <a:pt x="5310422" y="2716611"/>
                  <a:pt x="5340429" y="2855347"/>
                  <a:pt x="5347253" y="2872408"/>
                </a:cubicBezTo>
                <a:cubicBezTo>
                  <a:pt x="5350733" y="2881109"/>
                  <a:pt x="5360505" y="2885661"/>
                  <a:pt x="5367131" y="2892287"/>
                </a:cubicBezTo>
                <a:cubicBezTo>
                  <a:pt x="5380383" y="2948609"/>
                  <a:pt x="5404822" y="3003429"/>
                  <a:pt x="5406887" y="3061252"/>
                </a:cubicBezTo>
                <a:cubicBezTo>
                  <a:pt x="5408235" y="3099002"/>
                  <a:pt x="5387729" y="3134343"/>
                  <a:pt x="5377070" y="3170582"/>
                </a:cubicBezTo>
                <a:cubicBezTo>
                  <a:pt x="5368561" y="3199512"/>
                  <a:pt x="5355211" y="3243126"/>
                  <a:pt x="5337313" y="3269973"/>
                </a:cubicBezTo>
                <a:cubicBezTo>
                  <a:pt x="5332115" y="3277770"/>
                  <a:pt x="5325571" y="3285203"/>
                  <a:pt x="5317435" y="3289852"/>
                </a:cubicBezTo>
                <a:cubicBezTo>
                  <a:pt x="5301945" y="3298704"/>
                  <a:pt x="5284305" y="3303104"/>
                  <a:pt x="5267740" y="3309730"/>
                </a:cubicBezTo>
                <a:cubicBezTo>
                  <a:pt x="5251397" y="3350585"/>
                  <a:pt x="5249451" y="3374375"/>
                  <a:pt x="5208105" y="3399182"/>
                </a:cubicBezTo>
                <a:cubicBezTo>
                  <a:pt x="5190137" y="3409962"/>
                  <a:pt x="5168348" y="3412434"/>
                  <a:pt x="5148470" y="3419060"/>
                </a:cubicBezTo>
                <a:cubicBezTo>
                  <a:pt x="5122508" y="3470985"/>
                  <a:pt x="5133356" y="3470690"/>
                  <a:pt x="5059018" y="3488634"/>
                </a:cubicBezTo>
                <a:cubicBezTo>
                  <a:pt x="4949897" y="3514974"/>
                  <a:pt x="4658517" y="3556090"/>
                  <a:pt x="4562061" y="3568147"/>
                </a:cubicBezTo>
                <a:cubicBezTo>
                  <a:pt x="4469485" y="3579719"/>
                  <a:pt x="4376531" y="3588026"/>
                  <a:pt x="4283766" y="3597965"/>
                </a:cubicBezTo>
                <a:cubicBezTo>
                  <a:pt x="4171122" y="3627782"/>
                  <a:pt x="4054024" y="3644141"/>
                  <a:pt x="3945835" y="3687417"/>
                </a:cubicBezTo>
                <a:cubicBezTo>
                  <a:pt x="3929270" y="3694043"/>
                  <a:pt x="3913866" y="3705269"/>
                  <a:pt x="3896140" y="3707295"/>
                </a:cubicBezTo>
                <a:cubicBezTo>
                  <a:pt x="3797172" y="3718605"/>
                  <a:pt x="3697325" y="3720076"/>
                  <a:pt x="3597966" y="3727173"/>
                </a:cubicBezTo>
                <a:cubicBezTo>
                  <a:pt x="3511792" y="3733328"/>
                  <a:pt x="3425367" y="3737102"/>
                  <a:pt x="3339548" y="3747052"/>
                </a:cubicBezTo>
                <a:cubicBezTo>
                  <a:pt x="3196664" y="3763618"/>
                  <a:pt x="3055903" y="3801211"/>
                  <a:pt x="2912166" y="3806687"/>
                </a:cubicBezTo>
                <a:cubicBezTo>
                  <a:pt x="2359249" y="3827750"/>
                  <a:pt x="1805609" y="3819939"/>
                  <a:pt x="1252331" y="3826565"/>
                </a:cubicBezTo>
                <a:lnTo>
                  <a:pt x="1083366" y="3846443"/>
                </a:lnTo>
                <a:cubicBezTo>
                  <a:pt x="1017160" y="3853600"/>
                  <a:pt x="948885" y="3849009"/>
                  <a:pt x="884583" y="3866321"/>
                </a:cubicBezTo>
                <a:cubicBezTo>
                  <a:pt x="859597" y="3873048"/>
                  <a:pt x="849496" y="3907834"/>
                  <a:pt x="824948" y="3916017"/>
                </a:cubicBezTo>
                <a:cubicBezTo>
                  <a:pt x="777385" y="3931871"/>
                  <a:pt x="725413" y="3928272"/>
                  <a:pt x="675861" y="3935895"/>
                </a:cubicBezTo>
                <a:cubicBezTo>
                  <a:pt x="639251" y="3941527"/>
                  <a:pt x="602974" y="3949147"/>
                  <a:pt x="566531" y="3955773"/>
                </a:cubicBezTo>
                <a:cubicBezTo>
                  <a:pt x="469563" y="4004258"/>
                  <a:pt x="584471" y="3948796"/>
                  <a:pt x="387627" y="4025347"/>
                </a:cubicBezTo>
                <a:cubicBezTo>
                  <a:pt x="373818" y="4030717"/>
                  <a:pt x="359853" y="4036511"/>
                  <a:pt x="347870" y="4045226"/>
                </a:cubicBezTo>
                <a:cubicBezTo>
                  <a:pt x="323167" y="4063191"/>
                  <a:pt x="301125" y="4084567"/>
                  <a:pt x="278296" y="4104860"/>
                </a:cubicBezTo>
                <a:cubicBezTo>
                  <a:pt x="271292" y="4111086"/>
                  <a:pt x="263616" y="4116942"/>
                  <a:pt x="258418" y="4124739"/>
                </a:cubicBezTo>
                <a:cubicBezTo>
                  <a:pt x="250200" y="4137067"/>
                  <a:pt x="244557" y="4150956"/>
                  <a:pt x="238540" y="4164495"/>
                </a:cubicBezTo>
                <a:cubicBezTo>
                  <a:pt x="231294" y="4180799"/>
                  <a:pt x="224926" y="4197486"/>
                  <a:pt x="218661" y="4214191"/>
                </a:cubicBezTo>
                <a:cubicBezTo>
                  <a:pt x="205045" y="4250500"/>
                  <a:pt x="195155" y="4288312"/>
                  <a:pt x="178905" y="4323521"/>
                </a:cubicBezTo>
                <a:cubicBezTo>
                  <a:pt x="174978" y="4332029"/>
                  <a:pt x="165653" y="4336774"/>
                  <a:pt x="159027" y="4343400"/>
                </a:cubicBezTo>
                <a:cubicBezTo>
                  <a:pt x="121092" y="4571001"/>
                  <a:pt x="125846" y="4496139"/>
                  <a:pt x="149087" y="4860234"/>
                </a:cubicBezTo>
                <a:cubicBezTo>
                  <a:pt x="153353" y="4927066"/>
                  <a:pt x="168044" y="4928886"/>
                  <a:pt x="208722" y="4969565"/>
                </a:cubicBezTo>
                <a:cubicBezTo>
                  <a:pt x="215348" y="4986130"/>
                  <a:pt x="219748" y="5003770"/>
                  <a:pt x="228600" y="5019260"/>
                </a:cubicBezTo>
                <a:cubicBezTo>
                  <a:pt x="239870" y="5038983"/>
                  <a:pt x="262422" y="5044907"/>
                  <a:pt x="278296" y="5059017"/>
                </a:cubicBezTo>
                <a:cubicBezTo>
                  <a:pt x="299307" y="5077694"/>
                  <a:pt x="312787" y="5106080"/>
                  <a:pt x="337931" y="5118652"/>
                </a:cubicBezTo>
                <a:cubicBezTo>
                  <a:pt x="351183" y="5125278"/>
                  <a:pt x="364148" y="5132513"/>
                  <a:pt x="377687" y="5138530"/>
                </a:cubicBezTo>
                <a:cubicBezTo>
                  <a:pt x="393991" y="5145776"/>
                  <a:pt x="411674" y="5149949"/>
                  <a:pt x="427383" y="5158408"/>
                </a:cubicBezTo>
                <a:cubicBezTo>
                  <a:pt x="454902" y="5173226"/>
                  <a:pt x="480392" y="5191539"/>
                  <a:pt x="506896" y="5208104"/>
                </a:cubicBezTo>
                <a:lnTo>
                  <a:pt x="1679713" y="5168347"/>
                </a:lnTo>
                <a:cubicBezTo>
                  <a:pt x="1974442" y="5155716"/>
                  <a:pt x="1809965" y="5153018"/>
                  <a:pt x="2057400" y="5118652"/>
                </a:cubicBezTo>
                <a:cubicBezTo>
                  <a:pt x="2123358" y="5109491"/>
                  <a:pt x="2189922" y="5105399"/>
                  <a:pt x="2256183" y="5098773"/>
                </a:cubicBezTo>
                <a:cubicBezTo>
                  <a:pt x="2302566" y="5082208"/>
                  <a:pt x="2347367" y="5060269"/>
                  <a:pt x="2395331" y="5049078"/>
                </a:cubicBezTo>
                <a:cubicBezTo>
                  <a:pt x="2447355" y="5036939"/>
                  <a:pt x="2501404" y="5036260"/>
                  <a:pt x="2554357" y="5029200"/>
                </a:cubicBezTo>
                <a:cubicBezTo>
                  <a:pt x="2600800" y="5023008"/>
                  <a:pt x="2647734" y="5019333"/>
                  <a:pt x="2693505" y="5009321"/>
                </a:cubicBezTo>
                <a:cubicBezTo>
                  <a:pt x="3059237" y="4929317"/>
                  <a:pt x="2670941" y="4977146"/>
                  <a:pt x="3101009" y="4939747"/>
                </a:cubicBezTo>
                <a:cubicBezTo>
                  <a:pt x="3320579" y="4879865"/>
                  <a:pt x="3098910" y="4933329"/>
                  <a:pt x="3438940" y="4890052"/>
                </a:cubicBezTo>
                <a:cubicBezTo>
                  <a:pt x="3545385" y="4876504"/>
                  <a:pt x="3650975" y="4856921"/>
                  <a:pt x="3756992" y="4840356"/>
                </a:cubicBezTo>
                <a:lnTo>
                  <a:pt x="4959627" y="4880113"/>
                </a:lnTo>
                <a:cubicBezTo>
                  <a:pt x="5080088" y="4885673"/>
                  <a:pt x="5013733" y="4894835"/>
                  <a:pt x="5088835" y="4919869"/>
                </a:cubicBezTo>
                <a:cubicBezTo>
                  <a:pt x="5114753" y="4928508"/>
                  <a:pt x="5141844" y="4933121"/>
                  <a:pt x="5168348" y="4939747"/>
                </a:cubicBezTo>
                <a:cubicBezTo>
                  <a:pt x="5174974" y="4956312"/>
                  <a:pt x="5174144" y="4978489"/>
                  <a:pt x="5188227" y="4989443"/>
                </a:cubicBezTo>
                <a:cubicBezTo>
                  <a:pt x="5207265" y="5004251"/>
                  <a:pt x="5235760" y="4999525"/>
                  <a:pt x="5257800" y="5009321"/>
                </a:cubicBezTo>
                <a:cubicBezTo>
                  <a:pt x="5266363" y="5013127"/>
                  <a:pt x="5270100" y="5023688"/>
                  <a:pt x="5277679" y="5029200"/>
                </a:cubicBezTo>
                <a:cubicBezTo>
                  <a:pt x="5306661" y="5050278"/>
                  <a:pt x="5335079" y="5072808"/>
                  <a:pt x="5367131" y="5088834"/>
                </a:cubicBezTo>
                <a:lnTo>
                  <a:pt x="5446644" y="5128591"/>
                </a:lnTo>
                <a:cubicBezTo>
                  <a:pt x="5459896" y="5145156"/>
                  <a:pt x="5469655" y="5165263"/>
                  <a:pt x="5486400" y="5178287"/>
                </a:cubicBezTo>
                <a:cubicBezTo>
                  <a:pt x="5500483" y="5189241"/>
                  <a:pt x="5519792" y="5190919"/>
                  <a:pt x="5536096" y="5198165"/>
                </a:cubicBezTo>
                <a:cubicBezTo>
                  <a:pt x="5549636" y="5204182"/>
                  <a:pt x="5562601" y="5211417"/>
                  <a:pt x="5575853" y="5218043"/>
                </a:cubicBezTo>
                <a:cubicBezTo>
                  <a:pt x="5582479" y="5237921"/>
                  <a:pt x="5582867" y="5261138"/>
                  <a:pt x="5595731" y="5277678"/>
                </a:cubicBezTo>
                <a:cubicBezTo>
                  <a:pt x="5603672" y="5287888"/>
                  <a:pt x="5669916" y="5319740"/>
                  <a:pt x="5685183" y="5327373"/>
                </a:cubicBezTo>
                <a:cubicBezTo>
                  <a:pt x="5754568" y="5535530"/>
                  <a:pt x="5651265" y="5255251"/>
                  <a:pt x="5744818" y="5426765"/>
                </a:cubicBezTo>
                <a:cubicBezTo>
                  <a:pt x="5756368" y="5447939"/>
                  <a:pt x="5755564" y="5474015"/>
                  <a:pt x="5764696" y="5496339"/>
                </a:cubicBezTo>
                <a:cubicBezTo>
                  <a:pt x="5885711" y="5792155"/>
                  <a:pt x="5800659" y="5544593"/>
                  <a:pt x="5854148" y="5705060"/>
                </a:cubicBezTo>
                <a:cubicBezTo>
                  <a:pt x="5840958" y="6008439"/>
                  <a:pt x="5889294" y="5854292"/>
                  <a:pt x="5794513" y="6003234"/>
                </a:cubicBezTo>
                <a:cubicBezTo>
                  <a:pt x="5786558" y="6015734"/>
                  <a:pt x="5780652" y="6029451"/>
                  <a:pt x="5774635" y="6042991"/>
                </a:cubicBezTo>
                <a:cubicBezTo>
                  <a:pt x="5767389" y="6059295"/>
                  <a:pt x="5767373" y="6080071"/>
                  <a:pt x="5754757" y="6092687"/>
                </a:cubicBezTo>
                <a:cubicBezTo>
                  <a:pt x="5742141" y="6105303"/>
                  <a:pt x="5721365" y="6105319"/>
                  <a:pt x="5705061" y="6112565"/>
                </a:cubicBezTo>
                <a:cubicBezTo>
                  <a:pt x="5691522" y="6118582"/>
                  <a:pt x="5678557" y="6125817"/>
                  <a:pt x="5665305" y="6132443"/>
                </a:cubicBezTo>
                <a:cubicBezTo>
                  <a:pt x="5655366" y="6145695"/>
                  <a:pt x="5649463" y="6163306"/>
                  <a:pt x="5635487" y="6172200"/>
                </a:cubicBezTo>
                <a:cubicBezTo>
                  <a:pt x="5574735" y="6210860"/>
                  <a:pt x="5467659" y="6213792"/>
                  <a:pt x="5406887" y="6221895"/>
                </a:cubicBezTo>
                <a:lnTo>
                  <a:pt x="4383157" y="6211956"/>
                </a:lnTo>
                <a:cubicBezTo>
                  <a:pt x="4326465" y="6210539"/>
                  <a:pt x="4269592" y="6204197"/>
                  <a:pt x="4214192" y="6192078"/>
                </a:cubicBezTo>
                <a:cubicBezTo>
                  <a:pt x="4163018" y="6180884"/>
                  <a:pt x="4114801" y="6158947"/>
                  <a:pt x="4065105" y="6142382"/>
                </a:cubicBezTo>
                <a:lnTo>
                  <a:pt x="3200400" y="6182139"/>
                </a:lnTo>
                <a:cubicBezTo>
                  <a:pt x="3100919" y="6187241"/>
                  <a:pt x="3001390" y="6192573"/>
                  <a:pt x="2902227" y="6202017"/>
                </a:cubicBezTo>
                <a:cubicBezTo>
                  <a:pt x="2862104" y="6205838"/>
                  <a:pt x="2822931" y="6216737"/>
                  <a:pt x="2782957" y="6221895"/>
                </a:cubicBezTo>
                <a:cubicBezTo>
                  <a:pt x="2720182" y="6229995"/>
                  <a:pt x="2657061" y="6235147"/>
                  <a:pt x="2594113" y="6241773"/>
                </a:cubicBezTo>
                <a:cubicBezTo>
                  <a:pt x="2238782" y="6326377"/>
                  <a:pt x="2422857" y="6296705"/>
                  <a:pt x="1888435" y="6311347"/>
                </a:cubicBezTo>
                <a:lnTo>
                  <a:pt x="934279" y="6331226"/>
                </a:lnTo>
                <a:cubicBezTo>
                  <a:pt x="864705" y="6337852"/>
                  <a:pt x="794089" y="6337398"/>
                  <a:pt x="725557" y="6351104"/>
                </a:cubicBezTo>
                <a:cubicBezTo>
                  <a:pt x="677261" y="6360763"/>
                  <a:pt x="634549" y="6390391"/>
                  <a:pt x="586409" y="6400800"/>
                </a:cubicBezTo>
                <a:cubicBezTo>
                  <a:pt x="511299" y="6417040"/>
                  <a:pt x="434009" y="6420678"/>
                  <a:pt x="357809" y="6430617"/>
                </a:cubicBezTo>
                <a:cubicBezTo>
                  <a:pt x="324092" y="6440250"/>
                  <a:pt x="193306" y="6475851"/>
                  <a:pt x="178905" y="6490252"/>
                </a:cubicBezTo>
                <a:cubicBezTo>
                  <a:pt x="150874" y="6518283"/>
                  <a:pt x="237453" y="6617939"/>
                  <a:pt x="238540" y="6619460"/>
                </a:cubicBezTo>
                <a:cubicBezTo>
                  <a:pt x="245166" y="6645964"/>
                  <a:pt x="252790" y="6672239"/>
                  <a:pt x="258418" y="6698973"/>
                </a:cubicBezTo>
                <a:cubicBezTo>
                  <a:pt x="276763" y="6786113"/>
                  <a:pt x="287614" y="6868388"/>
                  <a:pt x="298174" y="6957391"/>
                </a:cubicBezTo>
                <a:cubicBezTo>
                  <a:pt x="315459" y="7103081"/>
                  <a:pt x="334756" y="7248588"/>
                  <a:pt x="347870" y="7394713"/>
                </a:cubicBezTo>
                <a:cubicBezTo>
                  <a:pt x="357956" y="7507099"/>
                  <a:pt x="358377" y="7620195"/>
                  <a:pt x="367748" y="7732643"/>
                </a:cubicBezTo>
                <a:cubicBezTo>
                  <a:pt x="371639" y="7779335"/>
                  <a:pt x="380224" y="7825526"/>
                  <a:pt x="387627" y="7871791"/>
                </a:cubicBezTo>
                <a:cubicBezTo>
                  <a:pt x="409876" y="8010843"/>
                  <a:pt x="407505" y="7938111"/>
                  <a:pt x="407505" y="8020878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fromWordArt="0" anchor="t" anchorCtr="0" forceAA="0" compatLnSpc="1">
            <a:noAutofit/>
          </a:bodyPr>
          <a:lstStyle/>
          <a:p>
            <a:pPr algn="l" defTabSz="914400" latinLnBrk="1"/>
            <a:endParaRPr lang="zh-CN" altLang="en-US" sz="1800" b="0"/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747200" y="2473304"/>
            <a:ext cx="7423546" cy="238817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测试用例</a:t>
            </a:r>
            <a:endParaRPr lang="en-US" altLang="zh-CN" sz="4800" b="1" dirty="0"/>
          </a:p>
          <a:p>
            <a:pPr marL="1270000" lvl="2" indent="0">
              <a:buNone/>
            </a:pPr>
            <a:endParaRPr lang="en-US" altLang="zh-CN" sz="4800" dirty="0">
              <a:solidFill>
                <a:srgbClr val="FF0000"/>
              </a:solidFill>
            </a:endParaRPr>
          </a:p>
          <a:p>
            <a:pPr marL="1270000" lvl="2" indent="0">
              <a:buNone/>
            </a:pPr>
            <a:endParaRPr lang="zh-CN" altLang="en-US" sz="4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7200" y="4710901"/>
          <a:ext cx="6709964" cy="1920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77491"/>
                <a:gridCol w="1677491"/>
                <a:gridCol w="1677491"/>
                <a:gridCol w="1677491"/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ID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A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B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X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3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sz="3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3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3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solidFill>
                            <a:srgbClr val="00A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solidFill>
                          <a:srgbClr val="00A2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solidFill>
                            <a:srgbClr val="00A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3600" b="1" dirty="0">
                        <a:solidFill>
                          <a:srgbClr val="00A2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solidFill>
                            <a:srgbClr val="00A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solidFill>
                          <a:srgbClr val="00A2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solidFill>
                            <a:srgbClr val="00A2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solidFill>
                          <a:srgbClr val="00A2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分支</a:t>
            </a:r>
            <a:r>
              <a:rPr lang="en-US" altLang="zh-CN" dirty="0"/>
              <a:t>/</a:t>
            </a:r>
            <a:r>
              <a:rPr lang="zh-CN" altLang="en-US" dirty="0"/>
              <a:t>判定覆盖</a:t>
            </a:r>
            <a:endParaRPr lang="zh-CN" altLang="en-US" dirty="0"/>
          </a:p>
        </p:txBody>
      </p:sp>
      <p:sp>
        <p:nvSpPr>
          <p:cNvPr id="3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14100759" y="3651324"/>
            <a:ext cx="0" cy="7523364"/>
          </a:xfrm>
          <a:prstGeom prst="straightConnector1">
            <a:avLst/>
          </a:prstGeom>
          <a:ln w="38100">
            <a:solidFill>
              <a:srgbClr val="00A2FF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747200" y="7073429"/>
            <a:ext cx="7423546" cy="190417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测试用例执行路径</a:t>
            </a:r>
            <a:endParaRPr lang="en-US" altLang="zh-CN" sz="4800" b="1" dirty="0"/>
          </a:p>
          <a:p>
            <a:pPr lvl="2"/>
            <a:r>
              <a:rPr lang="en-US" altLang="zh-CN" sz="4800" dirty="0" err="1">
                <a:solidFill>
                  <a:srgbClr val="FF0000"/>
                </a:solidFill>
              </a:rPr>
              <a:t>sacbed</a:t>
            </a:r>
            <a:endParaRPr lang="en-US" altLang="zh-CN" sz="4800" dirty="0">
              <a:solidFill>
                <a:srgbClr val="FF0000"/>
              </a:solidFill>
            </a:endParaRPr>
          </a:p>
          <a:p>
            <a:pPr lvl="2"/>
            <a:r>
              <a:rPr lang="en-US" altLang="zh-CN" sz="4800" dirty="0" err="1">
                <a:solidFill>
                  <a:srgbClr val="00A2FF"/>
                </a:solidFill>
              </a:rPr>
              <a:t>sabd</a:t>
            </a:r>
            <a:endParaRPr lang="en-US" altLang="zh-CN" sz="4800" dirty="0">
              <a:solidFill>
                <a:srgbClr val="00A2FF"/>
              </a:solidFill>
            </a:endParaRPr>
          </a:p>
          <a:p>
            <a:pPr marL="1270000" lvl="2" indent="0">
              <a:buNone/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0843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分支</a:t>
            </a:r>
            <a:r>
              <a:rPr lang="en-US" altLang="zh-CN" dirty="0"/>
              <a:t>/</a:t>
            </a:r>
            <a:r>
              <a:rPr lang="zh-CN" altLang="en-US" dirty="0"/>
              <a:t>判定覆盖</a:t>
            </a:r>
            <a:endParaRPr lang="zh-CN" altLang="en-US" dirty="0"/>
          </a:p>
        </p:txBody>
      </p:sp>
      <p:sp>
        <p:nvSpPr>
          <p:cNvPr id="9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3417692"/>
            <a:ext cx="13893800" cy="8777161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3511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2327780" y="1029737"/>
            <a:ext cx="10228267" cy="11058094"/>
            <a:chOff x="12327780" y="1029737"/>
            <a:chExt cx="10228267" cy="11058094"/>
          </a:xfrm>
        </p:grpSpPr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>
              <a:off x="13633516" y="10833406"/>
              <a:ext cx="2176227" cy="1254425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返回</a:t>
              </a:r>
              <a:endParaRPr kumimoji="1"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utoShape 6"/>
            <p:cNvSpPr>
              <a:spLocks noChangeArrowheads="1"/>
            </p:cNvSpPr>
            <p:nvPr/>
          </p:nvSpPr>
          <p:spPr bwMode="auto">
            <a:xfrm>
              <a:off x="12327780" y="5397564"/>
              <a:ext cx="5005322" cy="1881637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y&lt;min</a:t>
              </a:r>
              <a:endParaRPr kumimoji="1"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utoShape 7"/>
            <p:cNvSpPr>
              <a:spLocks noChangeArrowheads="1"/>
            </p:cNvSpPr>
            <p:nvPr/>
          </p:nvSpPr>
          <p:spPr bwMode="auto">
            <a:xfrm>
              <a:off x="12327780" y="8324556"/>
              <a:ext cx="5005322" cy="1881637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z&lt;min</a:t>
              </a:r>
              <a:endParaRPr kumimoji="1"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14721630" y="4561281"/>
              <a:ext cx="0" cy="836283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14721630" y="7279202"/>
              <a:ext cx="0" cy="1045354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14721630" y="10206194"/>
              <a:ext cx="0" cy="627212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4" name="AutoShape 11"/>
            <p:cNvSpPr>
              <a:spLocks noChangeArrowheads="1"/>
            </p:cNvSpPr>
            <p:nvPr/>
          </p:nvSpPr>
          <p:spPr bwMode="auto">
            <a:xfrm>
              <a:off x="18421216" y="5188494"/>
              <a:ext cx="4134831" cy="1672567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min=y</a:t>
              </a:r>
              <a:endPara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AutoShape 12"/>
            <p:cNvSpPr>
              <a:spLocks noChangeArrowheads="1"/>
            </p:cNvSpPr>
            <p:nvPr/>
          </p:nvSpPr>
          <p:spPr bwMode="auto">
            <a:xfrm>
              <a:off x="18421216" y="8324556"/>
              <a:ext cx="4134831" cy="1672567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min=z</a:t>
              </a:r>
              <a:endPara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20379820" y="6861060"/>
              <a:ext cx="0" cy="836283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>
              <a:off x="14721630" y="7697344"/>
              <a:ext cx="5658190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20379820" y="9997123"/>
              <a:ext cx="0" cy="418142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 flipH="1">
              <a:off x="14721630" y="10415264"/>
              <a:ext cx="5658190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17333102" y="6233848"/>
              <a:ext cx="1088114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17333102" y="9160839"/>
              <a:ext cx="1088114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5" name="Text Box 19"/>
            <p:cNvSpPr txBox="1">
              <a:spLocks noChangeArrowheads="1"/>
            </p:cNvSpPr>
            <p:nvPr/>
          </p:nvSpPr>
          <p:spPr bwMode="auto">
            <a:xfrm>
              <a:off x="12519112" y="1171313"/>
              <a:ext cx="604765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20"/>
            <p:cNvSpPr txBox="1">
              <a:spLocks noChangeArrowheads="1"/>
            </p:cNvSpPr>
            <p:nvPr/>
          </p:nvSpPr>
          <p:spPr bwMode="auto">
            <a:xfrm>
              <a:off x="12467113" y="4883599"/>
              <a:ext cx="703195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21"/>
            <p:cNvSpPr txBox="1">
              <a:spLocks noChangeArrowheads="1"/>
            </p:cNvSpPr>
            <p:nvPr/>
          </p:nvSpPr>
          <p:spPr bwMode="auto">
            <a:xfrm>
              <a:off x="12467113" y="7601519"/>
              <a:ext cx="75355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22"/>
            <p:cNvSpPr txBox="1">
              <a:spLocks noChangeArrowheads="1"/>
            </p:cNvSpPr>
            <p:nvPr/>
          </p:nvSpPr>
          <p:spPr bwMode="auto">
            <a:xfrm>
              <a:off x="12395089" y="10528511"/>
              <a:ext cx="75355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3"/>
            <p:cNvSpPr txBox="1">
              <a:spLocks noChangeArrowheads="1"/>
            </p:cNvSpPr>
            <p:nvPr/>
          </p:nvSpPr>
          <p:spPr bwMode="auto">
            <a:xfrm>
              <a:off x="21769449" y="4121088"/>
              <a:ext cx="65283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4"/>
            <p:cNvSpPr txBox="1">
              <a:spLocks noChangeArrowheads="1"/>
            </p:cNvSpPr>
            <p:nvPr/>
          </p:nvSpPr>
          <p:spPr bwMode="auto">
            <a:xfrm>
              <a:off x="21769449" y="7455044"/>
              <a:ext cx="65283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utoShape 4"/>
            <p:cNvSpPr>
              <a:spLocks noChangeArrowheads="1"/>
            </p:cNvSpPr>
            <p:nvPr/>
          </p:nvSpPr>
          <p:spPr bwMode="auto">
            <a:xfrm>
              <a:off x="13575049" y="1029737"/>
              <a:ext cx="2176227" cy="1270953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入口</a:t>
              </a:r>
              <a:endParaRPr kumimoji="1"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Line 8"/>
            <p:cNvSpPr>
              <a:spLocks noChangeShapeType="1"/>
            </p:cNvSpPr>
            <p:nvPr/>
          </p:nvSpPr>
          <p:spPr bwMode="auto">
            <a:xfrm>
              <a:off x="14721629" y="2374749"/>
              <a:ext cx="0" cy="836283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33" name="Text Box 19"/>
            <p:cNvSpPr txBox="1">
              <a:spLocks noChangeArrowheads="1"/>
            </p:cNvSpPr>
            <p:nvPr/>
          </p:nvSpPr>
          <p:spPr bwMode="auto">
            <a:xfrm>
              <a:off x="12472680" y="3356676"/>
              <a:ext cx="697628" cy="83099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分支</a:t>
            </a:r>
            <a:r>
              <a:rPr lang="en-US" altLang="zh-CN" dirty="0"/>
              <a:t>/</a:t>
            </a:r>
            <a:r>
              <a:rPr lang="zh-CN" altLang="en-US" dirty="0"/>
              <a:t>判定覆盖</a:t>
            </a:r>
            <a:endParaRPr lang="zh-CN" altLang="en-US" dirty="0"/>
          </a:p>
        </p:txBody>
      </p:sp>
      <p:sp>
        <p:nvSpPr>
          <p:cNvPr id="3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  <p:sp>
        <p:nvSpPr>
          <p:cNvPr id="37" name="AutoShape 12"/>
          <p:cNvSpPr>
            <a:spLocks noChangeArrowheads="1"/>
          </p:cNvSpPr>
          <p:nvPr/>
        </p:nvSpPr>
        <p:spPr bwMode="auto">
          <a:xfrm>
            <a:off x="13170308" y="3226901"/>
            <a:ext cx="3348233" cy="1270953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min=x</a:t>
            </a:r>
            <a:endParaRPr kumimoji="1"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455" y="4319411"/>
            <a:ext cx="9927094" cy="62712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9906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"/>
          <p:cNvGrpSpPr/>
          <p:nvPr/>
        </p:nvGrpSpPr>
        <p:grpSpPr>
          <a:xfrm>
            <a:off x="12327780" y="1029737"/>
            <a:ext cx="10228267" cy="11058094"/>
            <a:chOff x="12327780" y="1029737"/>
            <a:chExt cx="10228267" cy="11058094"/>
          </a:xfrm>
        </p:grpSpPr>
        <p:sp>
          <p:nvSpPr>
            <p:cNvPr id="15" name="AutoShape 5"/>
            <p:cNvSpPr>
              <a:spLocks noChangeArrowheads="1"/>
            </p:cNvSpPr>
            <p:nvPr/>
          </p:nvSpPr>
          <p:spPr bwMode="auto">
            <a:xfrm>
              <a:off x="13633516" y="10833406"/>
              <a:ext cx="2176227" cy="1254425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返回</a:t>
              </a:r>
              <a:endParaRPr kumimoji="1"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AutoShape 6"/>
            <p:cNvSpPr>
              <a:spLocks noChangeArrowheads="1"/>
            </p:cNvSpPr>
            <p:nvPr/>
          </p:nvSpPr>
          <p:spPr bwMode="auto">
            <a:xfrm>
              <a:off x="12327780" y="5397564"/>
              <a:ext cx="5005322" cy="1881637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y&lt;min</a:t>
              </a:r>
              <a:endParaRPr kumimoji="1"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AutoShape 7"/>
            <p:cNvSpPr>
              <a:spLocks noChangeArrowheads="1"/>
            </p:cNvSpPr>
            <p:nvPr/>
          </p:nvSpPr>
          <p:spPr bwMode="auto">
            <a:xfrm>
              <a:off x="12327780" y="8324556"/>
              <a:ext cx="5005322" cy="1881637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z&lt;min</a:t>
              </a:r>
              <a:endParaRPr kumimoji="1"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>
              <a:off x="14721630" y="4561281"/>
              <a:ext cx="0" cy="836283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19" name="Line 9"/>
            <p:cNvSpPr>
              <a:spLocks noChangeShapeType="1"/>
            </p:cNvSpPr>
            <p:nvPr/>
          </p:nvSpPr>
          <p:spPr bwMode="auto">
            <a:xfrm>
              <a:off x="14721630" y="7279202"/>
              <a:ext cx="0" cy="1045354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>
              <a:off x="14721630" y="10206194"/>
              <a:ext cx="0" cy="627212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1" name="AutoShape 11"/>
            <p:cNvSpPr>
              <a:spLocks noChangeArrowheads="1"/>
            </p:cNvSpPr>
            <p:nvPr/>
          </p:nvSpPr>
          <p:spPr bwMode="auto">
            <a:xfrm>
              <a:off x="18421216" y="5188494"/>
              <a:ext cx="4134831" cy="1672567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min=y</a:t>
              </a:r>
              <a:endPara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AutoShape 12"/>
            <p:cNvSpPr>
              <a:spLocks noChangeArrowheads="1"/>
            </p:cNvSpPr>
            <p:nvPr/>
          </p:nvSpPr>
          <p:spPr bwMode="auto">
            <a:xfrm>
              <a:off x="18421216" y="8324556"/>
              <a:ext cx="4134831" cy="1672567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min=z</a:t>
              </a:r>
              <a:endPara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Line 13"/>
            <p:cNvSpPr>
              <a:spLocks noChangeShapeType="1"/>
            </p:cNvSpPr>
            <p:nvPr/>
          </p:nvSpPr>
          <p:spPr bwMode="auto">
            <a:xfrm>
              <a:off x="20379820" y="6861060"/>
              <a:ext cx="0" cy="836283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4" name="Line 14"/>
            <p:cNvSpPr>
              <a:spLocks noChangeShapeType="1"/>
            </p:cNvSpPr>
            <p:nvPr/>
          </p:nvSpPr>
          <p:spPr bwMode="auto">
            <a:xfrm flipH="1">
              <a:off x="14721630" y="7697344"/>
              <a:ext cx="5658190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5" name="Line 15"/>
            <p:cNvSpPr>
              <a:spLocks noChangeShapeType="1"/>
            </p:cNvSpPr>
            <p:nvPr/>
          </p:nvSpPr>
          <p:spPr bwMode="auto">
            <a:xfrm>
              <a:off x="20379820" y="9997123"/>
              <a:ext cx="0" cy="418142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6" name="Line 16"/>
            <p:cNvSpPr>
              <a:spLocks noChangeShapeType="1"/>
            </p:cNvSpPr>
            <p:nvPr/>
          </p:nvSpPr>
          <p:spPr bwMode="auto">
            <a:xfrm flipH="1">
              <a:off x="14721630" y="10415264"/>
              <a:ext cx="5658190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7" name="Line 17"/>
            <p:cNvSpPr>
              <a:spLocks noChangeShapeType="1"/>
            </p:cNvSpPr>
            <p:nvPr/>
          </p:nvSpPr>
          <p:spPr bwMode="auto">
            <a:xfrm>
              <a:off x="17333102" y="6233848"/>
              <a:ext cx="1088114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8" name="Line 18"/>
            <p:cNvSpPr>
              <a:spLocks noChangeShapeType="1"/>
            </p:cNvSpPr>
            <p:nvPr/>
          </p:nvSpPr>
          <p:spPr bwMode="auto">
            <a:xfrm>
              <a:off x="17333102" y="9160839"/>
              <a:ext cx="1088114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29" name="Text Box 19"/>
            <p:cNvSpPr txBox="1">
              <a:spLocks noChangeArrowheads="1"/>
            </p:cNvSpPr>
            <p:nvPr/>
          </p:nvSpPr>
          <p:spPr bwMode="auto">
            <a:xfrm>
              <a:off x="12519112" y="1171313"/>
              <a:ext cx="604765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0"/>
            <p:cNvSpPr txBox="1">
              <a:spLocks noChangeArrowheads="1"/>
            </p:cNvSpPr>
            <p:nvPr/>
          </p:nvSpPr>
          <p:spPr bwMode="auto">
            <a:xfrm>
              <a:off x="12467113" y="4883599"/>
              <a:ext cx="703195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21"/>
            <p:cNvSpPr txBox="1">
              <a:spLocks noChangeArrowheads="1"/>
            </p:cNvSpPr>
            <p:nvPr/>
          </p:nvSpPr>
          <p:spPr bwMode="auto">
            <a:xfrm>
              <a:off x="12467113" y="7601519"/>
              <a:ext cx="75355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22"/>
            <p:cNvSpPr txBox="1">
              <a:spLocks noChangeArrowheads="1"/>
            </p:cNvSpPr>
            <p:nvPr/>
          </p:nvSpPr>
          <p:spPr bwMode="auto">
            <a:xfrm>
              <a:off x="12395089" y="10528511"/>
              <a:ext cx="75355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 Box 23"/>
            <p:cNvSpPr txBox="1">
              <a:spLocks noChangeArrowheads="1"/>
            </p:cNvSpPr>
            <p:nvPr/>
          </p:nvSpPr>
          <p:spPr bwMode="auto">
            <a:xfrm>
              <a:off x="21769449" y="4121088"/>
              <a:ext cx="65283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Box 24"/>
            <p:cNvSpPr txBox="1">
              <a:spLocks noChangeArrowheads="1"/>
            </p:cNvSpPr>
            <p:nvPr/>
          </p:nvSpPr>
          <p:spPr bwMode="auto">
            <a:xfrm>
              <a:off x="21769449" y="7455044"/>
              <a:ext cx="652834" cy="114000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AutoShape 4"/>
            <p:cNvSpPr>
              <a:spLocks noChangeArrowheads="1"/>
            </p:cNvSpPr>
            <p:nvPr/>
          </p:nvSpPr>
          <p:spPr bwMode="auto">
            <a:xfrm>
              <a:off x="13575049" y="1029737"/>
              <a:ext cx="2176227" cy="1270953"/>
            </a:xfrm>
            <a:prstGeom prst="flowChartAlternateProcess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入口</a:t>
              </a:r>
              <a:endParaRPr kumimoji="1"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14721629" y="2374749"/>
              <a:ext cx="0" cy="836283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6000"/>
            </a:p>
          </p:txBody>
        </p:sp>
        <p:sp>
          <p:nvSpPr>
            <p:cNvPr id="39" name="Text Box 19"/>
            <p:cNvSpPr txBox="1">
              <a:spLocks noChangeArrowheads="1"/>
            </p:cNvSpPr>
            <p:nvPr/>
          </p:nvSpPr>
          <p:spPr bwMode="auto">
            <a:xfrm>
              <a:off x="12472680" y="3356676"/>
              <a:ext cx="697628" cy="83099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kumimoji="1"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747200" y="2959079"/>
            <a:ext cx="7423546" cy="238817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测试用例</a:t>
            </a:r>
            <a:endParaRPr lang="en-US" altLang="zh-CN" sz="4800" b="1" dirty="0"/>
          </a:p>
          <a:p>
            <a:pPr marL="1270000" lvl="2" indent="0">
              <a:buNone/>
            </a:pPr>
            <a:endParaRPr lang="en-US" altLang="zh-CN" sz="4800" dirty="0">
              <a:solidFill>
                <a:srgbClr val="FF0000"/>
              </a:solidFill>
            </a:endParaRPr>
          </a:p>
          <a:p>
            <a:pPr marL="1270000" lvl="2" indent="0">
              <a:buNone/>
            </a:pPr>
            <a:endParaRPr lang="zh-CN" altLang="en-US" sz="4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34246" y="5224450"/>
          <a:ext cx="6709964" cy="1920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11681"/>
                <a:gridCol w="1643301"/>
                <a:gridCol w="1677491"/>
                <a:gridCol w="1677491"/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ID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3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6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6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6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2747200" y="7559203"/>
            <a:ext cx="7423546" cy="526366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测试用例执行路径</a:t>
            </a:r>
            <a:endParaRPr lang="en-US" altLang="zh-CN" sz="4800" b="1" dirty="0"/>
          </a:p>
          <a:p>
            <a:pPr lvl="2"/>
            <a:r>
              <a:rPr lang="en-US" altLang="zh-CN" sz="4800" dirty="0" err="1">
                <a:solidFill>
                  <a:srgbClr val="FF0000"/>
                </a:solidFill>
              </a:rPr>
              <a:t>smacbed</a:t>
            </a:r>
            <a:endParaRPr lang="en-US" altLang="zh-CN" sz="4800" dirty="0">
              <a:solidFill>
                <a:srgbClr val="FF0000"/>
              </a:solidFill>
            </a:endParaRPr>
          </a:p>
          <a:p>
            <a:pPr lvl="2"/>
            <a:r>
              <a:rPr lang="en-US" altLang="zh-CN" sz="4800" dirty="0" err="1">
                <a:solidFill>
                  <a:srgbClr val="00A2FF"/>
                </a:solidFill>
              </a:rPr>
              <a:t>smabd</a:t>
            </a:r>
            <a:endParaRPr lang="en-US" altLang="zh-CN" sz="4800" dirty="0">
              <a:solidFill>
                <a:srgbClr val="00A2FF"/>
              </a:solidFill>
            </a:endParaRPr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分支</a:t>
            </a:r>
            <a:r>
              <a:rPr lang="en-US" altLang="zh-CN" dirty="0"/>
              <a:t>/</a:t>
            </a:r>
            <a:r>
              <a:rPr lang="zh-CN" altLang="en-US" dirty="0"/>
              <a:t>判定覆盖</a:t>
            </a:r>
            <a:endParaRPr lang="zh-CN" altLang="en-US" dirty="0"/>
          </a:p>
        </p:txBody>
      </p:sp>
      <p:sp>
        <p:nvSpPr>
          <p:cNvPr id="1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  <p:sp>
        <p:nvSpPr>
          <p:cNvPr id="40" name="AutoShape 12"/>
          <p:cNvSpPr>
            <a:spLocks noChangeArrowheads="1"/>
          </p:cNvSpPr>
          <p:nvPr/>
        </p:nvSpPr>
        <p:spPr bwMode="auto">
          <a:xfrm>
            <a:off x="13170308" y="3226901"/>
            <a:ext cx="3348233" cy="1270953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min=x</a:t>
            </a:r>
            <a:endParaRPr kumimoji="1"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4651708" y="2147594"/>
            <a:ext cx="159487" cy="995225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" name="Freeform: Shape 3"/>
          <p:cNvSpPr/>
          <p:nvPr/>
        </p:nvSpPr>
        <p:spPr>
          <a:xfrm>
            <a:off x="15184466" y="2052084"/>
            <a:ext cx="5678953" cy="10132828"/>
          </a:xfrm>
          <a:custGeom>
            <a:avLst/>
            <a:gdLst>
              <a:gd name="connsiteX0" fmla="*/ 360334 w 5678953"/>
              <a:gd name="connsiteY0" fmla="*/ 0 h 10132828"/>
              <a:gd name="connsiteX1" fmla="*/ 339069 w 5678953"/>
              <a:gd name="connsiteY1" fmla="*/ 2519916 h 10132828"/>
              <a:gd name="connsiteX2" fmla="*/ 434762 w 5678953"/>
              <a:gd name="connsiteY2" fmla="*/ 3253563 h 10132828"/>
              <a:gd name="connsiteX3" fmla="*/ 456027 w 5678953"/>
              <a:gd name="connsiteY3" fmla="*/ 3413051 h 10132828"/>
              <a:gd name="connsiteX4" fmla="*/ 530455 w 5678953"/>
              <a:gd name="connsiteY4" fmla="*/ 3955311 h 10132828"/>
              <a:gd name="connsiteX5" fmla="*/ 583618 w 5678953"/>
              <a:gd name="connsiteY5" fmla="*/ 4157330 h 10132828"/>
              <a:gd name="connsiteX6" fmla="*/ 647413 w 5678953"/>
              <a:gd name="connsiteY6" fmla="*/ 4178595 h 10132828"/>
              <a:gd name="connsiteX7" fmla="*/ 966390 w 5678953"/>
              <a:gd name="connsiteY7" fmla="*/ 4199860 h 10132828"/>
              <a:gd name="connsiteX8" fmla="*/ 1274734 w 5678953"/>
              <a:gd name="connsiteY8" fmla="*/ 4253023 h 10132828"/>
              <a:gd name="connsiteX9" fmla="*/ 3252390 w 5678953"/>
              <a:gd name="connsiteY9" fmla="*/ 4189228 h 10132828"/>
              <a:gd name="connsiteX10" fmla="*/ 4081729 w 5678953"/>
              <a:gd name="connsiteY10" fmla="*/ 4136065 h 10132828"/>
              <a:gd name="connsiteX11" fmla="*/ 5336371 w 5678953"/>
              <a:gd name="connsiteY11" fmla="*/ 4146697 h 10132828"/>
              <a:gd name="connsiteX12" fmla="*/ 5378901 w 5678953"/>
              <a:gd name="connsiteY12" fmla="*/ 4167963 h 10132828"/>
              <a:gd name="connsiteX13" fmla="*/ 5442697 w 5678953"/>
              <a:gd name="connsiteY13" fmla="*/ 4189228 h 10132828"/>
              <a:gd name="connsiteX14" fmla="*/ 5474594 w 5678953"/>
              <a:gd name="connsiteY14" fmla="*/ 4231758 h 10132828"/>
              <a:gd name="connsiteX15" fmla="*/ 5517125 w 5678953"/>
              <a:gd name="connsiteY15" fmla="*/ 4253023 h 10132828"/>
              <a:gd name="connsiteX16" fmla="*/ 5538390 w 5678953"/>
              <a:gd name="connsiteY16" fmla="*/ 4284921 h 10132828"/>
              <a:gd name="connsiteX17" fmla="*/ 5580920 w 5678953"/>
              <a:gd name="connsiteY17" fmla="*/ 4369981 h 10132828"/>
              <a:gd name="connsiteX18" fmla="*/ 5634083 w 5678953"/>
              <a:gd name="connsiteY18" fmla="*/ 4391246 h 10132828"/>
              <a:gd name="connsiteX19" fmla="*/ 5655348 w 5678953"/>
              <a:gd name="connsiteY19" fmla="*/ 4455042 h 10132828"/>
              <a:gd name="connsiteX20" fmla="*/ 5676613 w 5678953"/>
              <a:gd name="connsiteY20" fmla="*/ 4508204 h 10132828"/>
              <a:gd name="connsiteX21" fmla="*/ 5644715 w 5678953"/>
              <a:gd name="connsiteY21" fmla="*/ 4901609 h 10132828"/>
              <a:gd name="connsiteX22" fmla="*/ 5591553 w 5678953"/>
              <a:gd name="connsiteY22" fmla="*/ 5603358 h 10132828"/>
              <a:gd name="connsiteX23" fmla="*/ 5230046 w 5678953"/>
              <a:gd name="connsiteY23" fmla="*/ 5635256 h 10132828"/>
              <a:gd name="connsiteX24" fmla="*/ 4634622 w 5678953"/>
              <a:gd name="connsiteY24" fmla="*/ 5656521 h 10132828"/>
              <a:gd name="connsiteX25" fmla="*/ 4336911 w 5678953"/>
              <a:gd name="connsiteY25" fmla="*/ 5688418 h 10132828"/>
              <a:gd name="connsiteX26" fmla="*/ 3986036 w 5678953"/>
              <a:gd name="connsiteY26" fmla="*/ 5762846 h 10132828"/>
              <a:gd name="connsiteX27" fmla="*/ 3815915 w 5678953"/>
              <a:gd name="connsiteY27" fmla="*/ 5784111 h 10132828"/>
              <a:gd name="connsiteX28" fmla="*/ 3092901 w 5678953"/>
              <a:gd name="connsiteY28" fmla="*/ 5890437 h 10132828"/>
              <a:gd name="connsiteX29" fmla="*/ 2922781 w 5678953"/>
              <a:gd name="connsiteY29" fmla="*/ 5911702 h 10132828"/>
              <a:gd name="connsiteX30" fmla="*/ 2667599 w 5678953"/>
              <a:gd name="connsiteY30" fmla="*/ 5964865 h 10132828"/>
              <a:gd name="connsiteX31" fmla="*/ 2433683 w 5678953"/>
              <a:gd name="connsiteY31" fmla="*/ 5986130 h 10132828"/>
              <a:gd name="connsiteX32" fmla="*/ 1848892 w 5678953"/>
              <a:gd name="connsiteY32" fmla="*/ 6039293 h 10132828"/>
              <a:gd name="connsiteX33" fmla="*/ 1636241 w 5678953"/>
              <a:gd name="connsiteY33" fmla="*/ 6103088 h 10132828"/>
              <a:gd name="connsiteX34" fmla="*/ 796269 w 5678953"/>
              <a:gd name="connsiteY34" fmla="*/ 6166883 h 10132828"/>
              <a:gd name="connsiteX35" fmla="*/ 105153 w 5678953"/>
              <a:gd name="connsiteY35" fmla="*/ 6241311 h 10132828"/>
              <a:gd name="connsiteX36" fmla="*/ 147683 w 5678953"/>
              <a:gd name="connsiteY36" fmla="*/ 6305107 h 10132828"/>
              <a:gd name="connsiteX37" fmla="*/ 168948 w 5678953"/>
              <a:gd name="connsiteY37" fmla="*/ 6400800 h 10132828"/>
              <a:gd name="connsiteX38" fmla="*/ 200846 w 5678953"/>
              <a:gd name="connsiteY38" fmla="*/ 6560288 h 10132828"/>
              <a:gd name="connsiteX39" fmla="*/ 285906 w 5678953"/>
              <a:gd name="connsiteY39" fmla="*/ 6730409 h 10132828"/>
              <a:gd name="connsiteX40" fmla="*/ 328436 w 5678953"/>
              <a:gd name="connsiteY40" fmla="*/ 6847367 h 10132828"/>
              <a:gd name="connsiteX41" fmla="*/ 349701 w 5678953"/>
              <a:gd name="connsiteY41" fmla="*/ 6889897 h 10132828"/>
              <a:gd name="connsiteX42" fmla="*/ 402864 w 5678953"/>
              <a:gd name="connsiteY42" fmla="*/ 6911163 h 10132828"/>
              <a:gd name="connsiteX43" fmla="*/ 445394 w 5678953"/>
              <a:gd name="connsiteY43" fmla="*/ 7006856 h 10132828"/>
              <a:gd name="connsiteX44" fmla="*/ 541087 w 5678953"/>
              <a:gd name="connsiteY44" fmla="*/ 7070651 h 10132828"/>
              <a:gd name="connsiteX45" fmla="*/ 1997748 w 5678953"/>
              <a:gd name="connsiteY45" fmla="*/ 6974958 h 10132828"/>
              <a:gd name="connsiteX46" fmla="*/ 2178501 w 5678953"/>
              <a:gd name="connsiteY46" fmla="*/ 6953693 h 10132828"/>
              <a:gd name="connsiteX47" fmla="*/ 2550641 w 5678953"/>
              <a:gd name="connsiteY47" fmla="*/ 6879265 h 10132828"/>
              <a:gd name="connsiteX48" fmla="*/ 3092901 w 5678953"/>
              <a:gd name="connsiteY48" fmla="*/ 6826102 h 10132828"/>
              <a:gd name="connsiteX49" fmla="*/ 3667060 w 5678953"/>
              <a:gd name="connsiteY49" fmla="*/ 6751674 h 10132828"/>
              <a:gd name="connsiteX50" fmla="*/ 4060464 w 5678953"/>
              <a:gd name="connsiteY50" fmla="*/ 6687879 h 10132828"/>
              <a:gd name="connsiteX51" fmla="*/ 4326278 w 5678953"/>
              <a:gd name="connsiteY51" fmla="*/ 6624083 h 10132828"/>
              <a:gd name="connsiteX52" fmla="*/ 4538929 w 5678953"/>
              <a:gd name="connsiteY52" fmla="*/ 6602818 h 10132828"/>
              <a:gd name="connsiteX53" fmla="*/ 4847274 w 5678953"/>
              <a:gd name="connsiteY53" fmla="*/ 6613451 h 10132828"/>
              <a:gd name="connsiteX54" fmla="*/ 5028027 w 5678953"/>
              <a:gd name="connsiteY54" fmla="*/ 6709144 h 10132828"/>
              <a:gd name="connsiteX55" fmla="*/ 5123720 w 5678953"/>
              <a:gd name="connsiteY55" fmla="*/ 6730409 h 10132828"/>
              <a:gd name="connsiteX56" fmla="*/ 5144985 w 5678953"/>
              <a:gd name="connsiteY56" fmla="*/ 6794204 h 10132828"/>
              <a:gd name="connsiteX57" fmla="*/ 5208781 w 5678953"/>
              <a:gd name="connsiteY57" fmla="*/ 6815469 h 10132828"/>
              <a:gd name="connsiteX58" fmla="*/ 5230046 w 5678953"/>
              <a:gd name="connsiteY58" fmla="*/ 6836735 h 10132828"/>
              <a:gd name="connsiteX59" fmla="*/ 5251311 w 5678953"/>
              <a:gd name="connsiteY59" fmla="*/ 6911163 h 10132828"/>
              <a:gd name="connsiteX60" fmla="*/ 5304474 w 5678953"/>
              <a:gd name="connsiteY60" fmla="*/ 6932428 h 10132828"/>
              <a:gd name="connsiteX61" fmla="*/ 5432064 w 5678953"/>
              <a:gd name="connsiteY61" fmla="*/ 7145079 h 10132828"/>
              <a:gd name="connsiteX62" fmla="*/ 5474594 w 5678953"/>
              <a:gd name="connsiteY62" fmla="*/ 7283302 h 10132828"/>
              <a:gd name="connsiteX63" fmla="*/ 5442697 w 5678953"/>
              <a:gd name="connsiteY63" fmla="*/ 7953153 h 10132828"/>
              <a:gd name="connsiteX64" fmla="*/ 5400167 w 5678953"/>
              <a:gd name="connsiteY64" fmla="*/ 8027581 h 10132828"/>
              <a:gd name="connsiteX65" fmla="*/ 5378901 w 5678953"/>
              <a:gd name="connsiteY65" fmla="*/ 8048846 h 10132828"/>
              <a:gd name="connsiteX66" fmla="*/ 5325739 w 5678953"/>
              <a:gd name="connsiteY66" fmla="*/ 8123274 h 10132828"/>
              <a:gd name="connsiteX67" fmla="*/ 5187515 w 5678953"/>
              <a:gd name="connsiteY67" fmla="*/ 8165804 h 10132828"/>
              <a:gd name="connsiteX68" fmla="*/ 4964232 w 5678953"/>
              <a:gd name="connsiteY68" fmla="*/ 8261497 h 10132828"/>
              <a:gd name="connsiteX69" fmla="*/ 4698418 w 5678953"/>
              <a:gd name="connsiteY69" fmla="*/ 8335925 h 10132828"/>
              <a:gd name="connsiteX70" fmla="*/ 4347543 w 5678953"/>
              <a:gd name="connsiteY70" fmla="*/ 8378456 h 10132828"/>
              <a:gd name="connsiteX71" fmla="*/ 3677692 w 5678953"/>
              <a:gd name="connsiteY71" fmla="*/ 8463516 h 10132828"/>
              <a:gd name="connsiteX72" fmla="*/ 3039739 w 5678953"/>
              <a:gd name="connsiteY72" fmla="*/ 8559209 h 10132828"/>
              <a:gd name="connsiteX73" fmla="*/ 2603804 w 5678953"/>
              <a:gd name="connsiteY73" fmla="*/ 8580474 h 10132828"/>
              <a:gd name="connsiteX74" fmla="*/ 1412957 w 5678953"/>
              <a:gd name="connsiteY74" fmla="*/ 8633637 h 10132828"/>
              <a:gd name="connsiteX75" fmla="*/ 1157776 w 5678953"/>
              <a:gd name="connsiteY75" fmla="*/ 8686800 h 10132828"/>
              <a:gd name="connsiteX76" fmla="*/ 923860 w 5678953"/>
              <a:gd name="connsiteY76" fmla="*/ 8708065 h 10132828"/>
              <a:gd name="connsiteX77" fmla="*/ 806901 w 5678953"/>
              <a:gd name="connsiteY77" fmla="*/ 8729330 h 10132828"/>
              <a:gd name="connsiteX78" fmla="*/ 477292 w 5678953"/>
              <a:gd name="connsiteY78" fmla="*/ 8750595 h 10132828"/>
              <a:gd name="connsiteX79" fmla="*/ 370967 w 5678953"/>
              <a:gd name="connsiteY79" fmla="*/ 8803758 h 10132828"/>
              <a:gd name="connsiteX80" fmla="*/ 62622 w 5678953"/>
              <a:gd name="connsiteY80" fmla="*/ 8856921 h 10132828"/>
              <a:gd name="connsiteX81" fmla="*/ 30725 w 5678953"/>
              <a:gd name="connsiteY81" fmla="*/ 9080204 h 10132828"/>
              <a:gd name="connsiteX82" fmla="*/ 51990 w 5678953"/>
              <a:gd name="connsiteY82" fmla="*/ 9154632 h 10132828"/>
              <a:gd name="connsiteX83" fmla="*/ 105153 w 5678953"/>
              <a:gd name="connsiteY83" fmla="*/ 9197163 h 10132828"/>
              <a:gd name="connsiteX84" fmla="*/ 168948 w 5678953"/>
              <a:gd name="connsiteY84" fmla="*/ 9388549 h 10132828"/>
              <a:gd name="connsiteX85" fmla="*/ 222111 w 5678953"/>
              <a:gd name="connsiteY85" fmla="*/ 9452344 h 10132828"/>
              <a:gd name="connsiteX86" fmla="*/ 243376 w 5678953"/>
              <a:gd name="connsiteY86" fmla="*/ 9526772 h 10132828"/>
              <a:gd name="connsiteX87" fmla="*/ 264641 w 5678953"/>
              <a:gd name="connsiteY87" fmla="*/ 9611832 h 10132828"/>
              <a:gd name="connsiteX88" fmla="*/ 317804 w 5678953"/>
              <a:gd name="connsiteY88" fmla="*/ 9707525 h 10132828"/>
              <a:gd name="connsiteX89" fmla="*/ 339069 w 5678953"/>
              <a:gd name="connsiteY89" fmla="*/ 9771321 h 10132828"/>
              <a:gd name="connsiteX90" fmla="*/ 360334 w 5678953"/>
              <a:gd name="connsiteY90" fmla="*/ 9813851 h 10132828"/>
              <a:gd name="connsiteX91" fmla="*/ 381599 w 5678953"/>
              <a:gd name="connsiteY91" fmla="*/ 9888279 h 10132828"/>
              <a:gd name="connsiteX92" fmla="*/ 424129 w 5678953"/>
              <a:gd name="connsiteY92" fmla="*/ 9930809 h 10132828"/>
              <a:gd name="connsiteX93" fmla="*/ 445394 w 5678953"/>
              <a:gd name="connsiteY93" fmla="*/ 10132828 h 10132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5678953" h="10132828">
                <a:moveTo>
                  <a:pt x="360334" y="0"/>
                </a:moveTo>
                <a:cubicBezTo>
                  <a:pt x="326120" y="1083426"/>
                  <a:pt x="305790" y="1315225"/>
                  <a:pt x="339069" y="2519916"/>
                </a:cubicBezTo>
                <a:cubicBezTo>
                  <a:pt x="346451" y="2787157"/>
                  <a:pt x="394554" y="2995085"/>
                  <a:pt x="434762" y="3253563"/>
                </a:cubicBezTo>
                <a:cubicBezTo>
                  <a:pt x="443006" y="3306559"/>
                  <a:pt x="448939" y="3359888"/>
                  <a:pt x="456027" y="3413051"/>
                </a:cubicBezTo>
                <a:cubicBezTo>
                  <a:pt x="485509" y="3884766"/>
                  <a:pt x="445999" y="3605422"/>
                  <a:pt x="530455" y="3955311"/>
                </a:cubicBezTo>
                <a:cubicBezTo>
                  <a:pt x="538140" y="3987150"/>
                  <a:pt x="559057" y="4127311"/>
                  <a:pt x="583618" y="4157330"/>
                </a:cubicBezTo>
                <a:cubicBezTo>
                  <a:pt x="597812" y="4174678"/>
                  <a:pt x="625135" y="4176120"/>
                  <a:pt x="647413" y="4178595"/>
                </a:cubicBezTo>
                <a:cubicBezTo>
                  <a:pt x="753323" y="4190363"/>
                  <a:pt x="860064" y="4192772"/>
                  <a:pt x="966390" y="4199860"/>
                </a:cubicBezTo>
                <a:cubicBezTo>
                  <a:pt x="1069171" y="4217581"/>
                  <a:pt x="1170438" y="4252406"/>
                  <a:pt x="1274734" y="4253023"/>
                </a:cubicBezTo>
                <a:cubicBezTo>
                  <a:pt x="1773183" y="4255973"/>
                  <a:pt x="2646494" y="4215571"/>
                  <a:pt x="3252390" y="4189228"/>
                </a:cubicBezTo>
                <a:cubicBezTo>
                  <a:pt x="3581796" y="4138550"/>
                  <a:pt x="3525865" y="4142140"/>
                  <a:pt x="4081729" y="4136065"/>
                </a:cubicBezTo>
                <a:lnTo>
                  <a:pt x="5336371" y="4146697"/>
                </a:lnTo>
                <a:cubicBezTo>
                  <a:pt x="5350548" y="4153786"/>
                  <a:pt x="5364185" y="4162076"/>
                  <a:pt x="5378901" y="4167963"/>
                </a:cubicBezTo>
                <a:cubicBezTo>
                  <a:pt x="5399713" y="4176288"/>
                  <a:pt x="5424046" y="4176794"/>
                  <a:pt x="5442697" y="4189228"/>
                </a:cubicBezTo>
                <a:cubicBezTo>
                  <a:pt x="5457442" y="4199058"/>
                  <a:pt x="5461139" y="4220226"/>
                  <a:pt x="5474594" y="4231758"/>
                </a:cubicBezTo>
                <a:cubicBezTo>
                  <a:pt x="5486628" y="4242073"/>
                  <a:pt x="5502948" y="4245935"/>
                  <a:pt x="5517125" y="4253023"/>
                </a:cubicBezTo>
                <a:cubicBezTo>
                  <a:pt x="5524213" y="4263656"/>
                  <a:pt x="5532271" y="4273703"/>
                  <a:pt x="5538390" y="4284921"/>
                </a:cubicBezTo>
                <a:cubicBezTo>
                  <a:pt x="5553570" y="4312750"/>
                  <a:pt x="5551487" y="4358208"/>
                  <a:pt x="5580920" y="4369981"/>
                </a:cubicBezTo>
                <a:lnTo>
                  <a:pt x="5634083" y="4391246"/>
                </a:lnTo>
                <a:cubicBezTo>
                  <a:pt x="5641171" y="4412511"/>
                  <a:pt x="5647688" y="4433976"/>
                  <a:pt x="5655348" y="4455042"/>
                </a:cubicBezTo>
                <a:cubicBezTo>
                  <a:pt x="5661870" y="4472979"/>
                  <a:pt x="5675932" y="4489130"/>
                  <a:pt x="5676613" y="4508204"/>
                </a:cubicBezTo>
                <a:cubicBezTo>
                  <a:pt x="5686371" y="4781429"/>
                  <a:pt x="5663657" y="4685125"/>
                  <a:pt x="5644715" y="4901609"/>
                </a:cubicBezTo>
                <a:cubicBezTo>
                  <a:pt x="5624267" y="5135303"/>
                  <a:pt x="5706983" y="5399135"/>
                  <a:pt x="5591553" y="5603358"/>
                </a:cubicBezTo>
                <a:cubicBezTo>
                  <a:pt x="5532029" y="5708671"/>
                  <a:pt x="5350830" y="5628546"/>
                  <a:pt x="5230046" y="5635256"/>
                </a:cubicBezTo>
                <a:cubicBezTo>
                  <a:pt x="5031751" y="5646272"/>
                  <a:pt x="4833097" y="5649433"/>
                  <a:pt x="4634622" y="5656521"/>
                </a:cubicBezTo>
                <a:cubicBezTo>
                  <a:pt x="4535385" y="5667153"/>
                  <a:pt x="4435401" y="5672272"/>
                  <a:pt x="4336911" y="5688418"/>
                </a:cubicBezTo>
                <a:cubicBezTo>
                  <a:pt x="4218925" y="5707760"/>
                  <a:pt x="4104673" y="5748016"/>
                  <a:pt x="3986036" y="5762846"/>
                </a:cubicBezTo>
                <a:lnTo>
                  <a:pt x="3815915" y="5784111"/>
                </a:lnTo>
                <a:cubicBezTo>
                  <a:pt x="3365586" y="5912778"/>
                  <a:pt x="3812950" y="5800431"/>
                  <a:pt x="3092901" y="5890437"/>
                </a:cubicBezTo>
                <a:cubicBezTo>
                  <a:pt x="3036194" y="5897525"/>
                  <a:pt x="2979073" y="5901851"/>
                  <a:pt x="2922781" y="5911702"/>
                </a:cubicBezTo>
                <a:cubicBezTo>
                  <a:pt x="2837195" y="5926680"/>
                  <a:pt x="2753497" y="5951794"/>
                  <a:pt x="2667599" y="5964865"/>
                </a:cubicBezTo>
                <a:cubicBezTo>
                  <a:pt x="2590197" y="5976644"/>
                  <a:pt x="2511655" y="5979042"/>
                  <a:pt x="2433683" y="5986130"/>
                </a:cubicBezTo>
                <a:cubicBezTo>
                  <a:pt x="1807761" y="6103492"/>
                  <a:pt x="3088270" y="5871243"/>
                  <a:pt x="1848892" y="6039293"/>
                </a:cubicBezTo>
                <a:cubicBezTo>
                  <a:pt x="1775558" y="6049236"/>
                  <a:pt x="1708869" y="6088878"/>
                  <a:pt x="1636241" y="6103088"/>
                </a:cubicBezTo>
                <a:cubicBezTo>
                  <a:pt x="1426143" y="6144194"/>
                  <a:pt x="938746" y="6154809"/>
                  <a:pt x="796269" y="6166883"/>
                </a:cubicBezTo>
                <a:cubicBezTo>
                  <a:pt x="565393" y="6186449"/>
                  <a:pt x="335525" y="6216502"/>
                  <a:pt x="105153" y="6241311"/>
                </a:cubicBezTo>
                <a:cubicBezTo>
                  <a:pt x="119330" y="6262576"/>
                  <a:pt x="138191" y="6281377"/>
                  <a:pt x="147683" y="6305107"/>
                </a:cubicBezTo>
                <a:cubicBezTo>
                  <a:pt x="159818" y="6335446"/>
                  <a:pt x="162284" y="6368811"/>
                  <a:pt x="168948" y="6400800"/>
                </a:cubicBezTo>
                <a:cubicBezTo>
                  <a:pt x="180006" y="6453876"/>
                  <a:pt x="187161" y="6507828"/>
                  <a:pt x="200846" y="6560288"/>
                </a:cubicBezTo>
                <a:cubicBezTo>
                  <a:pt x="223840" y="6648433"/>
                  <a:pt x="239486" y="6650833"/>
                  <a:pt x="285906" y="6730409"/>
                </a:cubicBezTo>
                <a:cubicBezTo>
                  <a:pt x="321057" y="6790667"/>
                  <a:pt x="298997" y="6766408"/>
                  <a:pt x="328436" y="6847367"/>
                </a:cubicBezTo>
                <a:cubicBezTo>
                  <a:pt x="333853" y="6862263"/>
                  <a:pt x="337667" y="6879582"/>
                  <a:pt x="349701" y="6889897"/>
                </a:cubicBezTo>
                <a:cubicBezTo>
                  <a:pt x="364192" y="6902318"/>
                  <a:pt x="385143" y="6904074"/>
                  <a:pt x="402864" y="6911163"/>
                </a:cubicBezTo>
                <a:cubicBezTo>
                  <a:pt x="407351" y="6922380"/>
                  <a:pt x="434416" y="6994310"/>
                  <a:pt x="445394" y="7006856"/>
                </a:cubicBezTo>
                <a:cubicBezTo>
                  <a:pt x="475978" y="7041810"/>
                  <a:pt x="502673" y="7051444"/>
                  <a:pt x="541087" y="7070651"/>
                </a:cubicBezTo>
                <a:cubicBezTo>
                  <a:pt x="1027036" y="7046946"/>
                  <a:pt x="1513835" y="7027273"/>
                  <a:pt x="1997748" y="6974958"/>
                </a:cubicBezTo>
                <a:cubicBezTo>
                  <a:pt x="2058063" y="6968437"/>
                  <a:pt x="2118743" y="6964151"/>
                  <a:pt x="2178501" y="6953693"/>
                </a:cubicBezTo>
                <a:cubicBezTo>
                  <a:pt x="2312328" y="6930273"/>
                  <a:pt x="2419770" y="6894137"/>
                  <a:pt x="2550641" y="6879265"/>
                </a:cubicBezTo>
                <a:cubicBezTo>
                  <a:pt x="2807600" y="6850065"/>
                  <a:pt x="2867176" y="6853931"/>
                  <a:pt x="3092901" y="6826102"/>
                </a:cubicBezTo>
                <a:lnTo>
                  <a:pt x="3667060" y="6751674"/>
                </a:lnTo>
                <a:cubicBezTo>
                  <a:pt x="3897730" y="6688763"/>
                  <a:pt x="3688278" y="6739571"/>
                  <a:pt x="4060464" y="6687879"/>
                </a:cubicBezTo>
                <a:cubicBezTo>
                  <a:pt x="4293527" y="6655510"/>
                  <a:pt x="4021068" y="6676405"/>
                  <a:pt x="4326278" y="6624083"/>
                </a:cubicBezTo>
                <a:cubicBezTo>
                  <a:pt x="4396491" y="6612046"/>
                  <a:pt x="4468045" y="6609906"/>
                  <a:pt x="4538929" y="6602818"/>
                </a:cubicBezTo>
                <a:lnTo>
                  <a:pt x="4847274" y="6613451"/>
                </a:lnTo>
                <a:cubicBezTo>
                  <a:pt x="5016915" y="6642414"/>
                  <a:pt x="4923848" y="6671937"/>
                  <a:pt x="5028027" y="6709144"/>
                </a:cubicBezTo>
                <a:cubicBezTo>
                  <a:pt x="5058799" y="6720134"/>
                  <a:pt x="5091822" y="6723321"/>
                  <a:pt x="5123720" y="6730409"/>
                </a:cubicBezTo>
                <a:cubicBezTo>
                  <a:pt x="5130808" y="6751674"/>
                  <a:pt x="5129135" y="6778354"/>
                  <a:pt x="5144985" y="6794204"/>
                </a:cubicBezTo>
                <a:cubicBezTo>
                  <a:pt x="5160835" y="6810054"/>
                  <a:pt x="5188732" y="6805444"/>
                  <a:pt x="5208781" y="6815469"/>
                </a:cubicBezTo>
                <a:cubicBezTo>
                  <a:pt x="5217747" y="6819952"/>
                  <a:pt x="5222958" y="6829646"/>
                  <a:pt x="5230046" y="6836735"/>
                </a:cubicBezTo>
                <a:cubicBezTo>
                  <a:pt x="5237134" y="6861544"/>
                  <a:pt x="5235470" y="6890796"/>
                  <a:pt x="5251311" y="6911163"/>
                </a:cubicBezTo>
                <a:cubicBezTo>
                  <a:pt x="5263029" y="6926229"/>
                  <a:pt x="5293299" y="6916955"/>
                  <a:pt x="5304474" y="6932428"/>
                </a:cubicBezTo>
                <a:cubicBezTo>
                  <a:pt x="5548943" y="7270924"/>
                  <a:pt x="5297129" y="7010144"/>
                  <a:pt x="5432064" y="7145079"/>
                </a:cubicBezTo>
                <a:cubicBezTo>
                  <a:pt x="5447666" y="7184085"/>
                  <a:pt x="5473992" y="7242956"/>
                  <a:pt x="5474594" y="7283302"/>
                </a:cubicBezTo>
                <a:cubicBezTo>
                  <a:pt x="5479980" y="7644176"/>
                  <a:pt x="5556257" y="7744960"/>
                  <a:pt x="5442697" y="7953153"/>
                </a:cubicBezTo>
                <a:cubicBezTo>
                  <a:pt x="5429014" y="7978238"/>
                  <a:pt x="5416017" y="8003806"/>
                  <a:pt x="5400167" y="8027581"/>
                </a:cubicBezTo>
                <a:cubicBezTo>
                  <a:pt x="5394606" y="8035922"/>
                  <a:pt x="5385056" y="8040933"/>
                  <a:pt x="5378901" y="8048846"/>
                </a:cubicBezTo>
                <a:cubicBezTo>
                  <a:pt x="5360183" y="8072912"/>
                  <a:pt x="5349335" y="8103968"/>
                  <a:pt x="5325739" y="8123274"/>
                </a:cubicBezTo>
                <a:cubicBezTo>
                  <a:pt x="5317845" y="8129733"/>
                  <a:pt x="5190972" y="8164816"/>
                  <a:pt x="5187515" y="8165804"/>
                </a:cubicBezTo>
                <a:cubicBezTo>
                  <a:pt x="5140973" y="8282160"/>
                  <a:pt x="5183917" y="8217559"/>
                  <a:pt x="4964232" y="8261497"/>
                </a:cubicBezTo>
                <a:cubicBezTo>
                  <a:pt x="4622061" y="8329932"/>
                  <a:pt x="5115121" y="8219250"/>
                  <a:pt x="4698418" y="8335925"/>
                </a:cubicBezTo>
                <a:cubicBezTo>
                  <a:pt x="4602318" y="8362833"/>
                  <a:pt x="4427507" y="8370126"/>
                  <a:pt x="4347543" y="8378456"/>
                </a:cubicBezTo>
                <a:cubicBezTo>
                  <a:pt x="4140876" y="8399984"/>
                  <a:pt x="3875951" y="8434360"/>
                  <a:pt x="3677692" y="8463516"/>
                </a:cubicBezTo>
                <a:cubicBezTo>
                  <a:pt x="3527597" y="8485589"/>
                  <a:pt x="3195474" y="8545860"/>
                  <a:pt x="3039739" y="8559209"/>
                </a:cubicBezTo>
                <a:cubicBezTo>
                  <a:pt x="2894786" y="8571633"/>
                  <a:pt x="2749144" y="8573986"/>
                  <a:pt x="2603804" y="8580474"/>
                </a:cubicBezTo>
                <a:cubicBezTo>
                  <a:pt x="1183665" y="8643873"/>
                  <a:pt x="2400752" y="8585452"/>
                  <a:pt x="1412957" y="8633637"/>
                </a:cubicBezTo>
                <a:cubicBezTo>
                  <a:pt x="1327897" y="8651358"/>
                  <a:pt x="1243674" y="8673729"/>
                  <a:pt x="1157776" y="8686800"/>
                </a:cubicBezTo>
                <a:cubicBezTo>
                  <a:pt x="1080374" y="8698579"/>
                  <a:pt x="1001585" y="8698644"/>
                  <a:pt x="923860" y="8708065"/>
                </a:cubicBezTo>
                <a:cubicBezTo>
                  <a:pt x="884522" y="8712833"/>
                  <a:pt x="846348" y="8725573"/>
                  <a:pt x="806901" y="8729330"/>
                </a:cubicBezTo>
                <a:cubicBezTo>
                  <a:pt x="697299" y="8739768"/>
                  <a:pt x="587162" y="8743507"/>
                  <a:pt x="477292" y="8750595"/>
                </a:cubicBezTo>
                <a:cubicBezTo>
                  <a:pt x="441850" y="8768316"/>
                  <a:pt x="408840" y="8792105"/>
                  <a:pt x="370967" y="8803758"/>
                </a:cubicBezTo>
                <a:cubicBezTo>
                  <a:pt x="323727" y="8818294"/>
                  <a:pt x="121565" y="8847853"/>
                  <a:pt x="62622" y="8856921"/>
                </a:cubicBezTo>
                <a:cubicBezTo>
                  <a:pt x="-37184" y="8906824"/>
                  <a:pt x="6334" y="8868820"/>
                  <a:pt x="30725" y="9080204"/>
                </a:cubicBezTo>
                <a:cubicBezTo>
                  <a:pt x="33683" y="9105836"/>
                  <a:pt x="38138" y="9132864"/>
                  <a:pt x="51990" y="9154632"/>
                </a:cubicBezTo>
                <a:cubicBezTo>
                  <a:pt x="64174" y="9173778"/>
                  <a:pt x="87432" y="9182986"/>
                  <a:pt x="105153" y="9197163"/>
                </a:cubicBezTo>
                <a:cubicBezTo>
                  <a:pt x="112209" y="9221860"/>
                  <a:pt x="136839" y="9342679"/>
                  <a:pt x="168948" y="9388549"/>
                </a:cubicBezTo>
                <a:cubicBezTo>
                  <a:pt x="184822" y="9411226"/>
                  <a:pt x="204390" y="9431079"/>
                  <a:pt x="222111" y="9452344"/>
                </a:cubicBezTo>
                <a:cubicBezTo>
                  <a:pt x="229199" y="9477153"/>
                  <a:pt x="236728" y="9501841"/>
                  <a:pt x="243376" y="9526772"/>
                </a:cubicBezTo>
                <a:cubicBezTo>
                  <a:pt x="250906" y="9555011"/>
                  <a:pt x="253513" y="9584807"/>
                  <a:pt x="264641" y="9611832"/>
                </a:cubicBezTo>
                <a:cubicBezTo>
                  <a:pt x="278534" y="9645573"/>
                  <a:pt x="302373" y="9674459"/>
                  <a:pt x="317804" y="9707525"/>
                </a:cubicBezTo>
                <a:cubicBezTo>
                  <a:pt x="327283" y="9727838"/>
                  <a:pt x="330744" y="9750509"/>
                  <a:pt x="339069" y="9771321"/>
                </a:cubicBezTo>
                <a:cubicBezTo>
                  <a:pt x="344955" y="9786037"/>
                  <a:pt x="354917" y="9798955"/>
                  <a:pt x="360334" y="9813851"/>
                </a:cubicBezTo>
                <a:cubicBezTo>
                  <a:pt x="369152" y="9838100"/>
                  <a:pt x="369244" y="9865627"/>
                  <a:pt x="381599" y="9888279"/>
                </a:cubicBezTo>
                <a:cubicBezTo>
                  <a:pt x="391199" y="9905880"/>
                  <a:pt x="409952" y="9916632"/>
                  <a:pt x="424129" y="9930809"/>
                </a:cubicBezTo>
                <a:cubicBezTo>
                  <a:pt x="451650" y="10068413"/>
                  <a:pt x="445394" y="10000991"/>
                  <a:pt x="445394" y="10132828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fromWordArt="0" anchor="t" anchorCtr="0" forceAA="0" compatLnSpc="1">
            <a:noAutofit/>
          </a:bodyPr>
          <a:lstStyle/>
          <a:p>
            <a:pPr algn="l" defTabSz="914400" latinLnBrk="1"/>
            <a:endParaRPr lang="zh-CN" altLang="en-US" sz="1800" b="0"/>
          </a:p>
        </p:txBody>
      </p:sp>
    </p:spTree>
    <p:custDataLst>
      <p:tags r:id="rId4"/>
    </p:custDataLst>
  </p:cSld>
  <p:clrMapOvr>
    <a:masterClrMapping/>
  </p:clrMapOvr>
  <p:transition spd="med" advTm="22367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4" grpId="0" animBg="1"/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728" y="2852532"/>
            <a:ext cx="12792544" cy="936266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分支</a:t>
            </a:r>
            <a:r>
              <a:rPr lang="en-US" altLang="zh-CN" dirty="0"/>
              <a:t>/</a:t>
            </a:r>
            <a:r>
              <a:rPr lang="zh-CN" altLang="en-US" dirty="0"/>
              <a:t>判定覆盖</a:t>
            </a:r>
            <a:endParaRPr lang="zh-CN" altLang="en-US" dirty="0"/>
          </a:p>
        </p:txBody>
      </p:sp>
      <p:sp>
        <p:nvSpPr>
          <p:cNvPr id="8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6413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分支</a:t>
            </a:r>
            <a:r>
              <a:rPr lang="en-US" altLang="zh-CN" dirty="0"/>
              <a:t>/</a:t>
            </a:r>
            <a:r>
              <a:rPr lang="zh-CN" altLang="en-US" dirty="0"/>
              <a:t>判定覆盖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47200" y="2959079"/>
            <a:ext cx="7423546" cy="238817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测试用例</a:t>
            </a:r>
            <a:endParaRPr lang="en-US" altLang="zh-CN" sz="4800" b="1" dirty="0"/>
          </a:p>
          <a:p>
            <a:pPr marL="1270000" lvl="2" indent="0">
              <a:buNone/>
            </a:pPr>
            <a:endParaRPr lang="en-US" altLang="zh-CN" sz="4800" dirty="0">
              <a:solidFill>
                <a:srgbClr val="FF0000"/>
              </a:solidFill>
            </a:endParaRPr>
          </a:p>
          <a:p>
            <a:pPr marL="1270000" lvl="2" indent="0">
              <a:buNone/>
            </a:pPr>
            <a:endParaRPr lang="zh-CN" altLang="en-US" sz="48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0659" y="2801074"/>
            <a:ext cx="10245110" cy="8338711"/>
          </a:xfrm>
          <a:prstGeom prst="rect">
            <a:avLst/>
          </a:prstGeom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  <p:graphicFrame>
        <p:nvGraphicFramePr>
          <p:cNvPr id="12" name="Table 7"/>
          <p:cNvGraphicFramePr>
            <a:graphicFrameLocks noGrp="1"/>
          </p:cNvGraphicFramePr>
          <p:nvPr/>
        </p:nvGraphicFramePr>
        <p:xfrm>
          <a:off x="3103991" y="5169406"/>
          <a:ext cx="6709964" cy="5760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77491"/>
                <a:gridCol w="1677491"/>
                <a:gridCol w="1677491"/>
                <a:gridCol w="1677491"/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ID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8255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36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Helvetica Neue Light"/>
                        </a:rPr>
                        <a:t>7</a:t>
                      </a:r>
                      <a:endParaRPr lang="zh-CN" altLang="en-US" sz="3600" b="1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8255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36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Helvetica Neue Light"/>
                        </a:rPr>
                        <a:t>2</a:t>
                      </a:r>
                      <a:endParaRPr lang="zh-CN" altLang="en-US" sz="3600" b="1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8255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36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Helvetica Neue Light"/>
                        </a:rPr>
                        <a:t>3</a:t>
                      </a:r>
                      <a:endParaRPr lang="zh-CN" altLang="en-US" sz="3600" b="1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82550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36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Helvetica Neue Light"/>
                        </a:rPr>
                        <a:t>2</a:t>
                      </a:r>
                      <a:endParaRPr lang="zh-CN" altLang="en-US" sz="3600" b="1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5"/>
    </p:custDataLst>
  </p:cSld>
  <p:clrMapOvr>
    <a:masterClrMapping/>
  </p:clrMapOvr>
  <p:transition spd="med" advTm="28133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788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TIMING" val="|0.2"/>
</p:tagLst>
</file>

<file path=ppt/tags/tag2.xml><?xml version="1.0" encoding="utf-8"?>
<p:tagLst xmlns:p="http://schemas.openxmlformats.org/presentationml/2006/main">
  <p:tag name="TIMING" val="|75.5|49|3|7.7"/>
</p:tagLst>
</file>

<file path=ppt/tags/tag3.xml><?xml version="1.0" encoding="utf-8"?>
<p:tagLst xmlns:p="http://schemas.openxmlformats.org/presentationml/2006/main">
  <p:tag name="TIMING" val="|0.2"/>
</p:tagLst>
</file>

<file path=ppt/tags/tag4.xml><?xml version="1.0" encoding="utf-8"?>
<p:tagLst xmlns:p="http://schemas.openxmlformats.org/presentationml/2006/main">
  <p:tag name="TIMING" val="|74.3|0.9"/>
</p:tagLst>
</file>

<file path=ppt/tags/tag5.xml><?xml version="1.0" encoding="utf-8"?>
<p:tagLst xmlns:p="http://schemas.openxmlformats.org/presentationml/2006/main">
  <p:tag name="TIMING" val="|16.1|7.1"/>
</p:tagLst>
</file>

<file path=ppt/tags/tag6.xml><?xml version="1.0" encoding="utf-8"?>
<p:tagLst xmlns:p="http://schemas.openxmlformats.org/presentationml/2006/main">
  <p:tag name="TIMING" val="|0.2"/>
</p:tagLst>
</file>

<file path=ppt/tags/tag7.xml><?xml version="1.0" encoding="utf-8"?>
<p:tagLst xmlns:p="http://schemas.openxmlformats.org/presentationml/2006/main">
  <p:tag name="TIMING" val="|74.3|0.9"/>
</p:tagLst>
</file>

<file path=ppt/tags/tag8.xml><?xml version="1.0" encoding="utf-8"?>
<p:tagLst xmlns:p="http://schemas.openxmlformats.org/presentationml/2006/main">
  <p:tag name="TIMING" val="|74.3|0.9"/>
</p:tagLst>
</file>

<file path=ppt/tags/tag9.xml><?xml version="1.0" encoding="utf-8"?>
<p:tagLst xmlns:p="http://schemas.openxmlformats.org/presentationml/2006/main">
  <p:tag name="TIMING" val="|74.3|0.9"/>
</p:tagLst>
</file>

<file path=ppt/tags/tag10.xml><?xml version="1.0" encoding="utf-8"?>
<p:tagLst xmlns:p="http://schemas.openxmlformats.org/presentationml/2006/main">
  <p:tag name="TIMING" val="|74.3|0.9"/>
</p:tagLst>
</file>

<file path=ppt/tags/tag11.xml><?xml version="1.0" encoding="utf-8"?>
<p:tagLst xmlns:p="http://schemas.openxmlformats.org/presentationml/2006/main">
  <p:tag name="TIMING" val="|74.3|0.9"/>
</p:tagLst>
</file>

<file path=ppt/tags/tag12.xml><?xml version="1.0" encoding="utf-8"?>
<p:tagLst xmlns:p="http://schemas.openxmlformats.org/presentationml/2006/main">
  <p:tag name="TIMING" val="|74.3|0.9"/>
</p:tagLst>
</file>

<file path=ppt/tags/tag13.xml><?xml version="1.0" encoding="utf-8"?>
<p:tagLst xmlns:p="http://schemas.openxmlformats.org/presentationml/2006/main">
  <p:tag name="TIMING" val="|74.3|0.9"/>
</p:tagLst>
</file>

<file path=ppt/tags/tag14.xml><?xml version="1.0" encoding="utf-8"?>
<p:tagLst xmlns:p="http://schemas.openxmlformats.org/presentationml/2006/main">
  <p:tag name="TIMING" val="|74.3|0.9"/>
</p:tagLst>
</file>

<file path=ppt/tags/tag15.xml><?xml version="1.0" encoding="utf-8"?>
<p:tagLst xmlns:p="http://schemas.openxmlformats.org/presentationml/2006/main">
  <p:tag name="TIMING" val="|74.3|0.9"/>
</p:tagLst>
</file>

<file path=ppt/tags/tag16.xml><?xml version="1.0" encoding="utf-8"?>
<p:tagLst xmlns:p="http://schemas.openxmlformats.org/presentationml/2006/main">
  <p:tag name="TIMING" val="|38.4|2.4|40.8|26.4"/>
</p:tagLst>
</file>

<file path=ppt/tags/tag17.xml><?xml version="1.0" encoding="utf-8"?>
<p:tagLst xmlns:p="http://schemas.openxmlformats.org/presentationml/2006/main">
  <p:tag name="TIMING" val="|74.3|0.9"/>
</p:tagLst>
</file>

<file path=ppt/tags/tag18.xml><?xml version="1.0" encoding="utf-8"?>
<p:tagLst xmlns:p="http://schemas.openxmlformats.org/presentationml/2006/main">
  <p:tag name="TIMING" val="|34.8"/>
</p:tagLst>
</file>

<file path=ppt/tags/tag19.xml><?xml version="1.0" encoding="utf-8"?>
<p:tagLst xmlns:p="http://schemas.openxmlformats.org/presentationml/2006/main">
  <p:tag name="TIMING" val="|74.3|0.9"/>
</p:tagLst>
</file>

<file path=ppt/tags/tag20.xml><?xml version="1.0" encoding="utf-8"?>
<p:tagLst xmlns:p="http://schemas.openxmlformats.org/presentationml/2006/main">
  <p:tag name="TIMING" val="|74.3|0.9"/>
</p:tagLst>
</file>

<file path=ppt/tags/tag21.xml><?xml version="1.0" encoding="utf-8"?>
<p:tagLst xmlns:p="http://schemas.openxmlformats.org/presentationml/2006/main">
  <p:tag name="TIMING" val="|74.3|0.9"/>
</p:tagLst>
</file>

<file path=ppt/tags/tag22.xml><?xml version="1.0" encoding="utf-8"?>
<p:tagLst xmlns:p="http://schemas.openxmlformats.org/presentationml/2006/main">
  <p:tag name="TIMING" val="|69.2"/>
</p:tagLst>
</file>

<file path=ppt/tags/tag23.xml><?xml version="1.0" encoding="utf-8"?>
<p:tagLst xmlns:p="http://schemas.openxmlformats.org/presentationml/2006/main">
  <p:tag name="TIMING" val="|20.5"/>
</p:tagLst>
</file>

<file path=ppt/tags/tag24.xml><?xml version="1.0" encoding="utf-8"?>
<p:tagLst xmlns:p="http://schemas.openxmlformats.org/presentationml/2006/main">
  <p:tag name="TIMING" val="|74.3|0.9"/>
</p:tagLst>
</file>

<file path=ppt/tags/tag25.xml><?xml version="1.0" encoding="utf-8"?>
<p:tagLst xmlns:p="http://schemas.openxmlformats.org/presentationml/2006/main">
  <p:tag name="TIMING" val="|74.3|0.9"/>
</p:tagLst>
</file>

<file path=ppt/tags/tag26.xml><?xml version="1.0" encoding="utf-8"?>
<p:tagLst xmlns:p="http://schemas.openxmlformats.org/presentationml/2006/main">
  <p:tag name="TIMING" val="|74.3|0.9"/>
</p:tagLst>
</file>

<file path=ppt/tags/tag27.xml><?xml version="1.0" encoding="utf-8"?>
<p:tagLst xmlns:p="http://schemas.openxmlformats.org/presentationml/2006/main">
  <p:tag name="TIMING" val="|74.3|0.9"/>
</p:tagLst>
</file>

<file path=ppt/tags/tag28.xml><?xml version="1.0" encoding="utf-8"?>
<p:tagLst xmlns:p="http://schemas.openxmlformats.org/presentationml/2006/main">
  <p:tag name="TIMING" val="|74.3|0.9"/>
</p:tagLst>
</file>

<file path=ppt/tags/tag29.xml><?xml version="1.0" encoding="utf-8"?>
<p:tagLst xmlns:p="http://schemas.openxmlformats.org/presentationml/2006/main">
  <p:tag name="TIMING" val="|74.3|0.9"/>
</p:tagLst>
</file>

<file path=ppt/tags/tag30.xml><?xml version="1.0" encoding="utf-8"?>
<p:tagLst xmlns:p="http://schemas.openxmlformats.org/presentationml/2006/main">
  <p:tag name="TIMING" val="|74.3|0.9"/>
</p:tagLst>
</file>

<file path=ppt/tags/tag31.xml><?xml version="1.0" encoding="utf-8"?>
<p:tagLst xmlns:p="http://schemas.openxmlformats.org/presentationml/2006/main">
  <p:tag name="TIMING" val="|59|20.7"/>
</p:tagLst>
</file>

<file path=ppt/tags/tag32.xml><?xml version="1.0" encoding="utf-8"?>
<p:tagLst xmlns:p="http://schemas.openxmlformats.org/presentationml/2006/main">
  <p:tag name="TIMING" val="|74.3|0.9"/>
</p:tagLst>
</file>

<file path=ppt/tags/tag33.xml><?xml version="1.0" encoding="utf-8"?>
<p:tagLst xmlns:p="http://schemas.openxmlformats.org/presentationml/2006/main">
  <p:tag name="TIMING" val="|74.3|0.9"/>
</p:tagLst>
</file>

<file path=ppt/tags/tag34.xml><?xml version="1.0" encoding="utf-8"?>
<p:tagLst xmlns:p="http://schemas.openxmlformats.org/presentationml/2006/main">
  <p:tag name="TIMING" val="|74.3|0.9"/>
</p:tagLst>
</file>

<file path=ppt/tags/tag35.xml><?xml version="1.0" encoding="utf-8"?>
<p:tagLst xmlns:p="http://schemas.openxmlformats.org/presentationml/2006/main">
  <p:tag name="TIMING" val="|8|91.7"/>
</p:tagLst>
</file>

<file path=ppt/tags/tag36.xml><?xml version="1.0" encoding="utf-8"?>
<p:tagLst xmlns:p="http://schemas.openxmlformats.org/presentationml/2006/main">
  <p:tag name="TIMING" val="|74.3|0.9"/>
</p:tagLst>
</file>

<file path=ppt/tags/tag37.xml><?xml version="1.0" encoding="utf-8"?>
<p:tagLst xmlns:p="http://schemas.openxmlformats.org/presentationml/2006/main">
  <p:tag name="TIMING" val="|74.3|0.9"/>
</p:tagLst>
</file>

<file path=ppt/tags/tag38.xml><?xml version="1.0" encoding="utf-8"?>
<p:tagLst xmlns:p="http://schemas.openxmlformats.org/presentationml/2006/main">
  <p:tag name="COMMONDATA" val="eyJoZGlkIjoiN2RjMzk0Mzc2NzY3NGE0YmI3MDJiMTlmNzE2MWFmNDcifQ=="/>
  <p:tag name="commondata" val="eyJoZGlkIjoiNWY4NzZjZjg1ZDI5N2JhZWU3ZjVjZDU2NTU1Y2E1MTU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2894</Words>
  <Application>WPS 演示</Application>
  <PresentationFormat>自定义</PresentationFormat>
  <Paragraphs>1193</Paragraphs>
  <Slides>44</Slides>
  <Notes>44</Notes>
  <HiddenSlides>0</HiddenSlides>
  <MMClips>44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3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AMGDT</vt:lpstr>
      <vt:lpstr>Arial Black</vt:lpstr>
      <vt:lpstr>Arial Unicode MS</vt:lpstr>
      <vt:lpstr>楷体</vt:lpstr>
      <vt:lpstr>Courier New</vt:lpstr>
      <vt:lpstr>Times New Roman</vt:lpstr>
      <vt:lpstr>Helvetica Neue Medium</vt:lpstr>
      <vt:lpstr>White</vt:lpstr>
      <vt:lpstr>PowerPoint 演示文稿</vt:lpstr>
      <vt:lpstr>PowerPoint 演示文稿</vt:lpstr>
      <vt:lpstr>PowerPoint 演示文稿</vt:lpstr>
      <vt:lpstr>白盒测试</vt:lpstr>
      <vt:lpstr>白盒测试</vt:lpstr>
      <vt:lpstr>白盒测试</vt:lpstr>
      <vt:lpstr>白盒测试</vt:lpstr>
      <vt:lpstr>白盒测试</vt:lpstr>
      <vt:lpstr>白盒测试</vt:lpstr>
      <vt:lpstr>白盒测试</vt:lpstr>
      <vt:lpstr>白盒测试</vt:lpstr>
      <vt:lpstr>白盒测试</vt:lpstr>
      <vt:lpstr>白盒测试</vt:lpstr>
      <vt:lpstr>小结</vt:lpstr>
      <vt:lpstr>PowerPoint 演示文稿</vt:lpstr>
      <vt:lpstr>语句覆盖</vt:lpstr>
      <vt:lpstr>语句覆盖</vt:lpstr>
      <vt:lpstr>语句覆盖</vt:lpstr>
      <vt:lpstr>语句覆盖</vt:lpstr>
      <vt:lpstr>语句覆盖</vt:lpstr>
      <vt:lpstr>语句覆盖</vt:lpstr>
      <vt:lpstr>语句覆盖</vt:lpstr>
      <vt:lpstr>语句覆盖</vt:lpstr>
      <vt:lpstr>语句覆盖</vt:lpstr>
      <vt:lpstr>语句覆盖</vt:lpstr>
      <vt:lpstr>语句覆盖</vt:lpstr>
      <vt:lpstr>语句覆盖</vt:lpstr>
      <vt:lpstr>语句覆盖</vt:lpstr>
      <vt:lpstr>语句覆盖</vt:lpstr>
      <vt:lpstr>语句覆盖</vt:lpstr>
      <vt:lpstr>语句覆盖</vt:lpstr>
      <vt:lpstr>PowerPoint 演示文稿</vt:lpstr>
      <vt:lpstr>分支/判定覆盖</vt:lpstr>
      <vt:lpstr>分支/判定覆盖</vt:lpstr>
      <vt:lpstr>分支/判定覆盖</vt:lpstr>
      <vt:lpstr>分支/判定覆盖</vt:lpstr>
      <vt:lpstr>分支/判定覆盖</vt:lpstr>
      <vt:lpstr>分支/判定覆盖</vt:lpstr>
      <vt:lpstr>分支/判定覆盖</vt:lpstr>
      <vt:lpstr>分支/判定覆盖</vt:lpstr>
      <vt:lpstr>分支/判定覆盖</vt:lpstr>
      <vt:lpstr>分支/判定覆盖</vt:lpstr>
      <vt:lpstr>分支/判定覆盖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836</cp:revision>
  <cp:lastPrinted>2020-08-01T02:11:00Z</cp:lastPrinted>
  <dcterms:created xsi:type="dcterms:W3CDTF">2019-05-10T09:49:00Z</dcterms:created>
  <dcterms:modified xsi:type="dcterms:W3CDTF">2023-10-14T04:23:16Z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5AE6F020A7D7473F9B13A5E9EDAD7BB6_12</vt:lpwstr>
  </property>
</Properties>
</file>