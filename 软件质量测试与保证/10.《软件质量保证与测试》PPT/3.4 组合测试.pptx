
<file path=[Content_Types].xml><?xml version="1.0" encoding="utf-8"?>
<Types xmlns="http://schemas.openxmlformats.org/package/2006/content-types">
  <Default Extension="gif" ContentType="image/gif"/>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handoutMasterIdLst>
    <p:handoutMasterId r:id="rId33"/>
  </p:handoutMasterIdLst>
  <p:sldIdLst>
    <p:sldId id="256" r:id="rId3"/>
    <p:sldId id="588" r:id="rId5"/>
    <p:sldId id="589" r:id="rId6"/>
    <p:sldId id="567" r:id="rId7"/>
    <p:sldId id="568" r:id="rId8"/>
    <p:sldId id="569" r:id="rId9"/>
    <p:sldId id="571" r:id="rId10"/>
    <p:sldId id="572" r:id="rId11"/>
    <p:sldId id="576" r:id="rId12"/>
    <p:sldId id="573" r:id="rId13"/>
    <p:sldId id="575" r:id="rId14"/>
    <p:sldId id="577" r:id="rId15"/>
    <p:sldId id="578" r:id="rId16"/>
    <p:sldId id="579" r:id="rId17"/>
    <p:sldId id="580" r:id="rId18"/>
    <p:sldId id="581" r:id="rId19"/>
    <p:sldId id="582" r:id="rId20"/>
    <p:sldId id="583" r:id="rId21"/>
    <p:sldId id="584" r:id="rId22"/>
    <p:sldId id="591" r:id="rId23"/>
    <p:sldId id="592" r:id="rId24"/>
    <p:sldId id="593" r:id="rId25"/>
    <p:sldId id="594" r:id="rId26"/>
    <p:sldId id="595" r:id="rId27"/>
    <p:sldId id="596" r:id="rId28"/>
    <p:sldId id="597" r:id="rId29"/>
    <p:sldId id="598" r:id="rId30"/>
    <p:sldId id="336" r:id="rId31"/>
    <p:sldId id="259" r:id="rId32"/>
  </p:sldIdLst>
  <p:sldSz cx="24384000" cy="13716000"/>
  <p:notesSz cx="7099300" cy="10234295"/>
  <p:custDataLst>
    <p:tags r:id="rId38"/>
  </p:custDataLst>
  <p:defaultTex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ctr" defTabSz="825500" rtl="0" fontAlgn="auto" latinLnBrk="0" hangingPunct="0">
      <a:lnSpc>
        <a:spcPct val="100000"/>
      </a:lnSpc>
      <a:spcBef>
        <a:spcPts val="0"/>
      </a:spcBef>
      <a:spcAft>
        <a:spcPts val="0"/>
      </a:spcAft>
      <a:buClrTx/>
      <a:buSzTx/>
      <a:buFontTx/>
      <a:buNone/>
      <a:defRPr kumimoji="0" sz="3000" b="1" i="0" u="none" strike="noStrike" cap="none" spc="0" normalizeH="0" baseline="0">
        <a:ln>
          <a:noFill/>
        </a:ln>
        <a:solidFill>
          <a:srgbClr val="000000"/>
        </a:solidFill>
        <a:effectLst/>
        <a:uFillTx/>
        <a:latin typeface="Helvetica Neue"/>
        <a:ea typeface="Helvetica Neue"/>
        <a:cs typeface="Helvetica Neue"/>
        <a:sym typeface="Helvetica Neue"/>
      </a:defRPr>
    </a:lvl1pPr>
    <a:lvl2pPr marL="0" marR="0" indent="228600" algn="ctr" defTabSz="825500" rtl="0" fontAlgn="auto" latinLnBrk="0" hangingPunct="0">
      <a:lnSpc>
        <a:spcPct val="100000"/>
      </a:lnSpc>
      <a:spcBef>
        <a:spcPts val="0"/>
      </a:spcBef>
      <a:spcAft>
        <a:spcPts val="0"/>
      </a:spcAft>
      <a:buClrTx/>
      <a:buSzTx/>
      <a:buFontTx/>
      <a:buNone/>
      <a:defRPr kumimoji="0" sz="3000" b="1" i="0" u="none" strike="noStrike" cap="none" spc="0" normalizeH="0" baseline="0">
        <a:ln>
          <a:noFill/>
        </a:ln>
        <a:solidFill>
          <a:srgbClr val="000000"/>
        </a:solidFill>
        <a:effectLst/>
        <a:uFillTx/>
        <a:latin typeface="Helvetica Neue"/>
        <a:ea typeface="Helvetica Neue"/>
        <a:cs typeface="Helvetica Neue"/>
        <a:sym typeface="Helvetica Neue"/>
      </a:defRPr>
    </a:lvl2pPr>
    <a:lvl3pPr marL="0" marR="0" indent="457200" algn="ctr" defTabSz="825500" rtl="0" fontAlgn="auto" latinLnBrk="0" hangingPunct="0">
      <a:lnSpc>
        <a:spcPct val="100000"/>
      </a:lnSpc>
      <a:spcBef>
        <a:spcPts val="0"/>
      </a:spcBef>
      <a:spcAft>
        <a:spcPts val="0"/>
      </a:spcAft>
      <a:buClrTx/>
      <a:buSzTx/>
      <a:buFontTx/>
      <a:buNone/>
      <a:defRPr kumimoji="0" sz="3000" b="1" i="0" u="none" strike="noStrike" cap="none" spc="0" normalizeH="0" baseline="0">
        <a:ln>
          <a:noFill/>
        </a:ln>
        <a:solidFill>
          <a:srgbClr val="000000"/>
        </a:solidFill>
        <a:effectLst/>
        <a:uFillTx/>
        <a:latin typeface="Helvetica Neue"/>
        <a:ea typeface="Helvetica Neue"/>
        <a:cs typeface="Helvetica Neue"/>
        <a:sym typeface="Helvetica Neue"/>
      </a:defRPr>
    </a:lvl3pPr>
    <a:lvl4pPr marL="0" marR="0" indent="685800" algn="ctr" defTabSz="825500" rtl="0" fontAlgn="auto" latinLnBrk="0" hangingPunct="0">
      <a:lnSpc>
        <a:spcPct val="100000"/>
      </a:lnSpc>
      <a:spcBef>
        <a:spcPts val="0"/>
      </a:spcBef>
      <a:spcAft>
        <a:spcPts val="0"/>
      </a:spcAft>
      <a:buClrTx/>
      <a:buSzTx/>
      <a:buFontTx/>
      <a:buNone/>
      <a:defRPr kumimoji="0" sz="3000" b="1" i="0" u="none" strike="noStrike" cap="none" spc="0" normalizeH="0" baseline="0">
        <a:ln>
          <a:noFill/>
        </a:ln>
        <a:solidFill>
          <a:srgbClr val="000000"/>
        </a:solidFill>
        <a:effectLst/>
        <a:uFillTx/>
        <a:latin typeface="Helvetica Neue"/>
        <a:ea typeface="Helvetica Neue"/>
        <a:cs typeface="Helvetica Neue"/>
        <a:sym typeface="Helvetica Neue"/>
      </a:defRPr>
    </a:lvl4pPr>
    <a:lvl5pPr marL="0" marR="0" indent="914400" algn="ctr" defTabSz="825500" rtl="0" fontAlgn="auto" latinLnBrk="0" hangingPunct="0">
      <a:lnSpc>
        <a:spcPct val="100000"/>
      </a:lnSpc>
      <a:spcBef>
        <a:spcPts val="0"/>
      </a:spcBef>
      <a:spcAft>
        <a:spcPts val="0"/>
      </a:spcAft>
      <a:buClrTx/>
      <a:buSzTx/>
      <a:buFontTx/>
      <a:buNone/>
      <a:defRPr kumimoji="0" sz="3000" b="1" i="0" u="none" strike="noStrike" cap="none" spc="0" normalizeH="0" baseline="0">
        <a:ln>
          <a:noFill/>
        </a:ln>
        <a:solidFill>
          <a:srgbClr val="000000"/>
        </a:solidFill>
        <a:effectLst/>
        <a:uFillTx/>
        <a:latin typeface="Helvetica Neue"/>
        <a:ea typeface="Helvetica Neue"/>
        <a:cs typeface="Helvetica Neue"/>
        <a:sym typeface="Helvetica Neue"/>
      </a:defRPr>
    </a:lvl5pPr>
    <a:lvl6pPr marL="0" marR="0" indent="1143000" algn="ctr" defTabSz="825500" rtl="0" fontAlgn="auto" latinLnBrk="0" hangingPunct="0">
      <a:lnSpc>
        <a:spcPct val="100000"/>
      </a:lnSpc>
      <a:spcBef>
        <a:spcPts val="0"/>
      </a:spcBef>
      <a:spcAft>
        <a:spcPts val="0"/>
      </a:spcAft>
      <a:buClrTx/>
      <a:buSzTx/>
      <a:buFontTx/>
      <a:buNone/>
      <a:defRPr kumimoji="0" sz="3000" b="1" i="0" u="none" strike="noStrike" cap="none" spc="0" normalizeH="0" baseline="0">
        <a:ln>
          <a:noFill/>
        </a:ln>
        <a:solidFill>
          <a:srgbClr val="000000"/>
        </a:solidFill>
        <a:effectLst/>
        <a:uFillTx/>
        <a:latin typeface="Helvetica Neue"/>
        <a:ea typeface="Helvetica Neue"/>
        <a:cs typeface="Helvetica Neue"/>
        <a:sym typeface="Helvetica Neue"/>
      </a:defRPr>
    </a:lvl6pPr>
    <a:lvl7pPr marL="0" marR="0" indent="1371600" algn="ctr" defTabSz="825500" rtl="0" fontAlgn="auto" latinLnBrk="0" hangingPunct="0">
      <a:lnSpc>
        <a:spcPct val="100000"/>
      </a:lnSpc>
      <a:spcBef>
        <a:spcPts val="0"/>
      </a:spcBef>
      <a:spcAft>
        <a:spcPts val="0"/>
      </a:spcAft>
      <a:buClrTx/>
      <a:buSzTx/>
      <a:buFontTx/>
      <a:buNone/>
      <a:defRPr kumimoji="0" sz="3000" b="1" i="0" u="none" strike="noStrike" cap="none" spc="0" normalizeH="0" baseline="0">
        <a:ln>
          <a:noFill/>
        </a:ln>
        <a:solidFill>
          <a:srgbClr val="000000"/>
        </a:solidFill>
        <a:effectLst/>
        <a:uFillTx/>
        <a:latin typeface="Helvetica Neue"/>
        <a:ea typeface="Helvetica Neue"/>
        <a:cs typeface="Helvetica Neue"/>
        <a:sym typeface="Helvetica Neue"/>
      </a:defRPr>
    </a:lvl7pPr>
    <a:lvl8pPr marL="0" marR="0" indent="1600200" algn="ctr" defTabSz="825500" rtl="0" fontAlgn="auto" latinLnBrk="0" hangingPunct="0">
      <a:lnSpc>
        <a:spcPct val="100000"/>
      </a:lnSpc>
      <a:spcBef>
        <a:spcPts val="0"/>
      </a:spcBef>
      <a:spcAft>
        <a:spcPts val="0"/>
      </a:spcAft>
      <a:buClrTx/>
      <a:buSzTx/>
      <a:buFontTx/>
      <a:buNone/>
      <a:defRPr kumimoji="0" sz="3000" b="1" i="0" u="none" strike="noStrike" cap="none" spc="0" normalizeH="0" baseline="0">
        <a:ln>
          <a:noFill/>
        </a:ln>
        <a:solidFill>
          <a:srgbClr val="000000"/>
        </a:solidFill>
        <a:effectLst/>
        <a:uFillTx/>
        <a:latin typeface="Helvetica Neue"/>
        <a:ea typeface="Helvetica Neue"/>
        <a:cs typeface="Helvetica Neue"/>
        <a:sym typeface="Helvetica Neue"/>
      </a:defRPr>
    </a:lvl8pPr>
    <a:lvl9pPr marL="0" marR="0" indent="1828800" algn="ctr" defTabSz="825500" rtl="0" fontAlgn="auto" latinLnBrk="0" hangingPunct="0">
      <a:lnSpc>
        <a:spcPct val="100000"/>
      </a:lnSpc>
      <a:spcBef>
        <a:spcPts val="0"/>
      </a:spcBef>
      <a:spcAft>
        <a:spcPts val="0"/>
      </a:spcAft>
      <a:buClrTx/>
      <a:buSzTx/>
      <a:buFontTx/>
      <a:buNone/>
      <a:defRPr kumimoji="0" sz="3000" b="1" i="0" u="none" strike="noStrike" cap="none" spc="0" normalizeH="0" baseline="0">
        <a:ln>
          <a:noFill/>
        </a:ln>
        <a:solidFill>
          <a:srgbClr val="000000"/>
        </a:solidFill>
        <a:effectLst/>
        <a:uFillTx/>
        <a:latin typeface="Helvetica Neue"/>
        <a:ea typeface="Helvetica Neue"/>
        <a:cs typeface="Helvetica Neue"/>
        <a:sym typeface="Helvetica Neue"/>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liu jiamin" initials="lj" lastIdx="36" clrIdx="0"/>
</p:cmAuthorLst>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00A2FF"/>
    <a:srgbClr val="FBEDE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940675A-B579-460E-94D1-54222C63F5D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934" autoAdjust="0"/>
    <p:restoredTop sz="65916" autoAdjust="0"/>
  </p:normalViewPr>
  <p:slideViewPr>
    <p:cSldViewPr snapToGrid="0">
      <p:cViewPr varScale="1">
        <p:scale>
          <a:sx n="32" d="100"/>
          <a:sy n="32" d="100"/>
        </p:scale>
        <p:origin x="1997" y="48"/>
      </p:cViewPr>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varScale="1">
        <p:scale>
          <a:sx n="55" d="100"/>
          <a:sy n="55" d="100"/>
        </p:scale>
        <p:origin x="2880" y="84"/>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slide" Target="slides/slide1.xml"/><Relationship Id="rId4" Type="http://schemas.openxmlformats.org/officeDocument/2006/relationships/notesMaster" Target="notesMasters/notesMaster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slide" Target="slides/slide20.xml"/><Relationship Id="rId24" Type="http://schemas.openxmlformats.org/officeDocument/2006/relationships/slide" Target="slides/slide21.xml"/><Relationship Id="rId25" Type="http://schemas.openxmlformats.org/officeDocument/2006/relationships/slide" Target="slides/slide22.xml"/><Relationship Id="rId26" Type="http://schemas.openxmlformats.org/officeDocument/2006/relationships/slide" Target="slides/slide23.xml"/><Relationship Id="rId27" Type="http://schemas.openxmlformats.org/officeDocument/2006/relationships/slide" Target="slides/slide24.xml"/><Relationship Id="rId28" Type="http://schemas.openxmlformats.org/officeDocument/2006/relationships/slide" Target="slides/slide25.xml"/><Relationship Id="rId29" Type="http://schemas.openxmlformats.org/officeDocument/2006/relationships/slide" Target="slides/slide26.xml"/><Relationship Id="rId30" Type="http://schemas.openxmlformats.org/officeDocument/2006/relationships/slide" Target="slides/slide27.xml"/><Relationship Id="rId31" Type="http://schemas.openxmlformats.org/officeDocument/2006/relationships/slide" Target="slides/slide28.xml"/><Relationship Id="rId32" Type="http://schemas.openxmlformats.org/officeDocument/2006/relationships/slide" Target="slides/slide29.xml"/><Relationship Id="rId33" Type="http://schemas.openxmlformats.org/officeDocument/2006/relationships/handoutMaster" Target="handoutMasters/handoutMaster1.xml"/><Relationship Id="rId34" Type="http://schemas.openxmlformats.org/officeDocument/2006/relationships/presProps" Target="presProps.xml"/><Relationship Id="rId35" Type="http://schemas.openxmlformats.org/officeDocument/2006/relationships/viewProps" Target="viewProps.xml"/><Relationship Id="rId36" Type="http://schemas.openxmlformats.org/officeDocument/2006/relationships/tableStyles" Target="tableStyles.xml"/><Relationship Id="rId37" Type="http://schemas.openxmlformats.org/officeDocument/2006/relationships/commentAuthors" Target="commentAuthors.xml"/><Relationship Id="rId38" Type="http://schemas.openxmlformats.org/officeDocument/2006/relationships/tags" Target="tags/tag20.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6575" cy="512763"/>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4021138" y="0"/>
            <a:ext cx="3076575" cy="512763"/>
          </a:xfrm>
          <a:prstGeom prst="rect">
            <a:avLst/>
          </a:prstGeom>
        </p:spPr>
        <p:txBody>
          <a:bodyPr vert="horz" lIns="91440" tIns="45720" rIns="91440" bIns="45720" rtlCol="0"/>
          <a:lstStyle>
            <a:lvl1pPr algn="r">
              <a:defRPr sz="1200"/>
            </a:lvl1pPr>
          </a:lstStyle>
          <a:p>
            <a:fld id="{6C73167F-A315-463C-854D-5832BFB9F140}" type="datetimeFigureOut">
              <a:rPr lang="zh-CN" altLang="en-US" smtClean="0"/>
            </a:fld>
            <a:endParaRPr lang="zh-CN" altLang="en-US"/>
          </a:p>
        </p:txBody>
      </p:sp>
      <p:sp>
        <p:nvSpPr>
          <p:cNvPr id="4" name="页脚占位符 3"/>
          <p:cNvSpPr>
            <a:spLocks noGrp="1"/>
          </p:cNvSpPr>
          <p:nvPr>
            <p:ph type="ftr" sz="quarter" idx="2"/>
          </p:nvPr>
        </p:nvSpPr>
        <p:spPr>
          <a:xfrm>
            <a:off x="0" y="9721850"/>
            <a:ext cx="3076575" cy="512763"/>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4021138" y="9721850"/>
            <a:ext cx="3076575" cy="512763"/>
          </a:xfrm>
          <a:prstGeom prst="rect">
            <a:avLst/>
          </a:prstGeom>
        </p:spPr>
        <p:txBody>
          <a:bodyPr vert="horz" lIns="91440" tIns="45720" rIns="91440" bIns="45720" rtlCol="0" anchor="b"/>
          <a:lstStyle>
            <a:lvl1pPr algn="r">
              <a:defRPr sz="1200"/>
            </a:lvl1pPr>
          </a:lstStyle>
          <a:p>
            <a:fld id="{12EDDE74-10D5-4A7E-A68A-C1E3935360AB}"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19" name="Shape 119"/>
          <p:cNvSpPr>
            <a:spLocks noGrp="1" noRot="1" noChangeAspect="1"/>
          </p:cNvSpPr>
          <p:nvPr>
            <p:ph type="sldImg"/>
          </p:nvPr>
        </p:nvSpPr>
        <p:spPr>
          <a:xfrm>
            <a:off x="138113" y="766763"/>
            <a:ext cx="6823075" cy="3838575"/>
          </a:xfrm>
          <a:prstGeom prst="rect">
            <a:avLst/>
          </a:prstGeom>
        </p:spPr>
        <p:txBody>
          <a:bodyPr lIns="94759" tIns="47380" rIns="94759" bIns="47380"/>
          <a:lstStyle/>
          <a:p/>
        </p:txBody>
      </p:sp>
      <p:sp>
        <p:nvSpPr>
          <p:cNvPr id="120" name="Shape 120"/>
          <p:cNvSpPr>
            <a:spLocks noGrp="1"/>
          </p:cNvSpPr>
          <p:nvPr>
            <p:ph type="body" sz="quarter" idx="1"/>
          </p:nvPr>
        </p:nvSpPr>
        <p:spPr>
          <a:xfrm>
            <a:off x="946574" y="4861443"/>
            <a:ext cx="5206154" cy="4605576"/>
          </a:xfrm>
          <a:prstGeom prst="rect">
            <a:avLst/>
          </a:prstGeom>
        </p:spPr>
        <p:txBody>
          <a:bodyPr lIns="94759" tIns="47380" rIns="94759" bIns="47380"/>
          <a:lstStyle/>
          <a:p/>
        </p:txBody>
      </p:sp>
    </p:spTree>
  </p:cSld>
  <p:clrMap bg1="lt1" tx1="dk1" bg2="lt2" tx2="dk2" accent1="accent1" accent2="accent2" accent3="accent3" accent4="accent4" accent5="accent5" accent6="accent6" hlink="hlink" folHlink="folHlink"/>
  <p:notesStyle>
    <a:lvl1pPr defTabSz="457200" latinLnBrk="0">
      <a:lnSpc>
        <a:spcPct val="118000"/>
      </a:lnSpc>
      <a:defRPr sz="2200">
        <a:latin typeface="Helvetica Neue"/>
        <a:ea typeface="Helvetica Neue"/>
        <a:cs typeface="Helvetica Neue"/>
        <a:sym typeface="Helvetica Neue"/>
      </a:defRPr>
    </a:lvl1pPr>
    <a:lvl2pPr indent="228600" defTabSz="457200" latinLnBrk="0">
      <a:lnSpc>
        <a:spcPct val="118000"/>
      </a:lnSpc>
      <a:defRPr sz="2200">
        <a:latin typeface="Helvetica Neue"/>
        <a:ea typeface="Helvetica Neue"/>
        <a:cs typeface="Helvetica Neue"/>
        <a:sym typeface="Helvetica Neue"/>
      </a:defRPr>
    </a:lvl2pPr>
    <a:lvl3pPr indent="457200" defTabSz="457200" latinLnBrk="0">
      <a:lnSpc>
        <a:spcPct val="118000"/>
      </a:lnSpc>
      <a:defRPr sz="2200">
        <a:latin typeface="Helvetica Neue"/>
        <a:ea typeface="Helvetica Neue"/>
        <a:cs typeface="Helvetica Neue"/>
        <a:sym typeface="Helvetica Neue"/>
      </a:defRPr>
    </a:lvl3pPr>
    <a:lvl4pPr indent="685800" defTabSz="457200" latinLnBrk="0">
      <a:lnSpc>
        <a:spcPct val="118000"/>
      </a:lnSpc>
      <a:defRPr sz="2200">
        <a:latin typeface="Helvetica Neue"/>
        <a:ea typeface="Helvetica Neue"/>
        <a:cs typeface="Helvetica Neue"/>
        <a:sym typeface="Helvetica Neue"/>
      </a:defRPr>
    </a:lvl4pPr>
    <a:lvl5pPr indent="914400" defTabSz="457200" latinLnBrk="0">
      <a:lnSpc>
        <a:spcPct val="118000"/>
      </a:lnSpc>
      <a:defRPr sz="2200">
        <a:latin typeface="Helvetica Neue"/>
        <a:ea typeface="Helvetica Neue"/>
        <a:cs typeface="Helvetica Neue"/>
        <a:sym typeface="Helvetica Neue"/>
      </a:defRPr>
    </a:lvl5pPr>
    <a:lvl6pPr indent="1143000" defTabSz="457200" latinLnBrk="0">
      <a:lnSpc>
        <a:spcPct val="118000"/>
      </a:lnSpc>
      <a:defRPr sz="2200">
        <a:latin typeface="Helvetica Neue"/>
        <a:ea typeface="Helvetica Neue"/>
        <a:cs typeface="Helvetica Neue"/>
        <a:sym typeface="Helvetica Neue"/>
      </a:defRPr>
    </a:lvl6pPr>
    <a:lvl7pPr indent="1371600" defTabSz="457200" latinLnBrk="0">
      <a:lnSpc>
        <a:spcPct val="118000"/>
      </a:lnSpc>
      <a:defRPr sz="2200">
        <a:latin typeface="Helvetica Neue"/>
        <a:ea typeface="Helvetica Neue"/>
        <a:cs typeface="Helvetica Neue"/>
        <a:sym typeface="Helvetica Neue"/>
      </a:defRPr>
    </a:lvl7pPr>
    <a:lvl8pPr indent="1600200" defTabSz="457200" latinLnBrk="0">
      <a:lnSpc>
        <a:spcPct val="118000"/>
      </a:lnSpc>
      <a:defRPr sz="2200">
        <a:latin typeface="Helvetica Neue"/>
        <a:ea typeface="Helvetica Neue"/>
        <a:cs typeface="Helvetica Neue"/>
        <a:sym typeface="Helvetica Neue"/>
      </a:defRPr>
    </a:lvl8pPr>
    <a:lvl9pPr indent="1828800" defTabSz="457200" latinLnBrk="0">
      <a:lnSpc>
        <a:spcPct val="118000"/>
      </a:lnSpc>
      <a:defRPr sz="2200">
        <a:latin typeface="Helvetica Neue"/>
        <a:ea typeface="Helvetica Neue"/>
        <a:cs typeface="Helvetica Neue"/>
        <a:sym typeface="Helvetica Neue"/>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slide" Target="../slides/slide20.xml"/><Relationship Id="rId2"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slide" Target="../slides/slide21.xml"/><Relationship Id="rId2"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slide" Target="../slides/slide22.xml"/><Relationship Id="rId2"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slide" Target="../slides/slide23.xml"/><Relationship Id="rId2"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slide" Target="../slides/slide24.xml"/><Relationship Id="rId2"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slide" Target="../slides/slide25.xml"/><Relationship Id="rId2"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slide" Target="../slides/slide26.xml"/><Relationship Id="rId2"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slide" Target="../slides/slide27.xml"/><Relationship Id="rId2"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slide" Target="../slides/slide28.xml"/><Relationship Id="rId2"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slide" Target="../slides/slide29.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8113" y="766763"/>
            <a:ext cx="6823075" cy="3838575"/>
          </a:xfrm>
        </p:spPr>
      </p:sp>
      <p:sp>
        <p:nvSpPr>
          <p:cNvPr id="3" name="备注占位符 2"/>
          <p:cNvSpPr>
            <a:spLocks noGrp="1"/>
          </p:cNvSpPr>
          <p:nvPr>
            <p:ph type="body" idx="1"/>
          </p:nvPr>
        </p:nvSpPr>
        <p:spPr/>
        <p:txBody>
          <a:bodyPr/>
          <a:lstStyle/>
          <a:p>
            <a:endParaRPr lang="zh-CN" altLang="en-US" sz="4600" b="1"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8113" y="766763"/>
            <a:ext cx="6823075" cy="3838575"/>
          </a:xfrm>
        </p:spPr>
      </p:sp>
      <p:sp>
        <p:nvSpPr>
          <p:cNvPr id="3" name="备注占位符 2"/>
          <p:cNvSpPr>
            <a:spLocks noGrp="1"/>
          </p:cNvSpPr>
          <p:nvPr>
            <p:ph type="body" idx="1"/>
          </p:nvPr>
        </p:nvSpPr>
        <p:spPr/>
        <p:txBody>
          <a:bodyPr/>
          <a:lstStyle/>
          <a:p>
            <a:endParaRPr lang="zh-CN" altLang="en-US" sz="1700" b="1"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8113" y="766763"/>
            <a:ext cx="6823075" cy="3838575"/>
          </a:xfrm>
        </p:spPr>
      </p:sp>
      <p:sp>
        <p:nvSpPr>
          <p:cNvPr id="3" name="备注占位符 2"/>
          <p:cNvSpPr>
            <a:spLocks noGrp="1"/>
          </p:cNvSpPr>
          <p:nvPr>
            <p:ph type="body" idx="1"/>
          </p:nvPr>
        </p:nvSpPr>
        <p:spPr/>
        <p:txBody>
          <a:bodyPr/>
          <a:lstStyle/>
          <a:p>
            <a:endParaRPr lang="zh-CN" altLang="en-US" sz="1700" b="1"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b="1"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b="1"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b="1"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b="1"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b="1"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b="1"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b="1"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b="1"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pPr marL="0" marR="0" lvl="0" indent="0" defTabSz="457200" eaLnBrk="1" fontAlgn="auto" latinLnBrk="0" hangingPunct="1">
              <a:lnSpc>
                <a:spcPct val="118000"/>
              </a:lnSpc>
              <a:spcBef>
                <a:spcPts val="0"/>
              </a:spcBef>
              <a:spcAft>
                <a:spcPts val="0"/>
              </a:spcAft>
              <a:buClrTx/>
              <a:buSzTx/>
              <a:buFontTx/>
              <a:buNone/>
              <a:defRPr/>
            </a:pPr>
            <a:endParaRPr lang="zh-CN" altLang="en-US" sz="2400"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b="1"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b="1"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b="1"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b="1"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b="1"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8113" y="766763"/>
            <a:ext cx="6823075" cy="3838575"/>
          </a:xfrm>
        </p:spPr>
      </p:sp>
      <p:sp>
        <p:nvSpPr>
          <p:cNvPr id="3" name="备注占位符 2"/>
          <p:cNvSpPr>
            <a:spLocks noGrp="1"/>
          </p:cNvSpPr>
          <p:nvPr>
            <p:ph type="body" idx="1"/>
          </p:nvPr>
        </p:nvSpPr>
        <p:spPr/>
        <p:txBody>
          <a:bodyPr/>
          <a:lstStyle/>
          <a:p>
            <a:pPr marL="0" marR="0" lvl="0" indent="0" defTabSz="457200" eaLnBrk="1" fontAlgn="auto" latinLnBrk="0" hangingPunct="1">
              <a:lnSpc>
                <a:spcPct val="118000"/>
              </a:lnSpc>
              <a:spcBef>
                <a:spcPts val="0"/>
              </a:spcBef>
              <a:spcAft>
                <a:spcPts val="0"/>
              </a:spcAft>
              <a:buClrTx/>
              <a:buSzTx/>
              <a:buFontTx/>
              <a:buNone/>
              <a:defRPr/>
            </a:pPr>
            <a:endParaRPr lang="en-US" altLang="zh-CN" sz="2400" dirty="0">
              <a:solidFill>
                <a:srgbClr val="FF0000"/>
              </a:solidFill>
              <a:latin typeface="微软雅黑" panose="020B0503020204020204" pitchFamily="34" charset="-122"/>
              <a:ea typeface="微软雅黑" panose="020B0503020204020204" pitchFamily="34" charset="-122"/>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8113" y="766763"/>
            <a:ext cx="6823075" cy="3838575"/>
          </a:xfrm>
        </p:spPr>
      </p:sp>
      <p:sp>
        <p:nvSpPr>
          <p:cNvPr id="3" name="备注占位符 2"/>
          <p:cNvSpPr>
            <a:spLocks noGrp="1"/>
          </p:cNvSpPr>
          <p:nvPr>
            <p:ph type="body" idx="1"/>
          </p:nvPr>
        </p:nvSpPr>
        <p:spPr/>
        <p:txBody>
          <a:bodyPr/>
          <a:lstStyle/>
          <a:p>
            <a:endParaRPr lang="zh-CN" altLang="en-US" sz="1700" b="1"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b="1"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b="1"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b="1" dirty="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8113" y="766763"/>
            <a:ext cx="6823075" cy="3838575"/>
          </a:xfrm>
        </p:spPr>
      </p:sp>
      <p:sp>
        <p:nvSpPr>
          <p:cNvPr id="3" name="备注占位符 2"/>
          <p:cNvSpPr>
            <a:spLocks noGrp="1"/>
          </p:cNvSpPr>
          <p:nvPr>
            <p:ph type="body" idx="1"/>
          </p:nvPr>
        </p:nvSpPr>
        <p:spPr/>
        <p:txBody>
          <a:bodyPr/>
          <a:lstStyle/>
          <a:p>
            <a:pPr marL="0" marR="0" lvl="0" indent="0" defTabSz="457200" eaLnBrk="1" fontAlgn="auto" latinLnBrk="0" hangingPunct="1">
              <a:lnSpc>
                <a:spcPct val="118000"/>
              </a:lnSpc>
              <a:spcBef>
                <a:spcPts val="0"/>
              </a:spcBef>
              <a:spcAft>
                <a:spcPts val="0"/>
              </a:spcAft>
              <a:buClrTx/>
              <a:buSzTx/>
              <a:buFontTx/>
              <a:buNone/>
              <a:defRPr/>
            </a:pPr>
            <a:endParaRPr lang="en-US" altLang="zh-CN" sz="2400" u="sng" dirty="0">
              <a:solidFill>
                <a:srgbClr val="FF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8113" y="766763"/>
            <a:ext cx="6823075" cy="3838575"/>
          </a:xfrm>
        </p:spPr>
      </p:sp>
      <p:sp>
        <p:nvSpPr>
          <p:cNvPr id="3" name="备注占位符 2"/>
          <p:cNvSpPr>
            <a:spLocks noGrp="1"/>
          </p:cNvSpPr>
          <p:nvPr>
            <p:ph type="body" idx="1"/>
          </p:nvPr>
        </p:nvSpPr>
        <p:spPr/>
        <p:txBody>
          <a:bodyPr/>
          <a:lstStyle/>
          <a:p>
            <a:endParaRPr lang="zh-CN" altLang="en-US" sz="1700" b="1" dirty="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b="1" dirty="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b="1" dirty="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8113" y="766763"/>
            <a:ext cx="6823075" cy="3838575"/>
          </a:xfrm>
        </p:spPr>
      </p:sp>
      <p:sp>
        <p:nvSpPr>
          <p:cNvPr id="3" name="备注占位符 2"/>
          <p:cNvSpPr>
            <a:spLocks noGrp="1"/>
          </p:cNvSpPr>
          <p:nvPr>
            <p:ph type="body" idx="1"/>
          </p:nvPr>
        </p:nvSpPr>
        <p:spPr/>
        <p:txBody>
          <a:bodyPr/>
          <a:lstStyle/>
          <a:p>
            <a:endParaRPr lang="zh-CN" altLang="en-US" sz="1700" b="1" dirty="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8113" y="766763"/>
            <a:ext cx="6823075" cy="3838575"/>
          </a:xfrm>
        </p:spPr>
      </p:sp>
      <p:sp>
        <p:nvSpPr>
          <p:cNvPr id="3" name="备注占位符 2"/>
          <p:cNvSpPr>
            <a:spLocks noGrp="1"/>
          </p:cNvSpPr>
          <p:nvPr>
            <p:ph type="body" idx="1"/>
          </p:nvPr>
        </p:nvSpPr>
        <p:spPr/>
        <p:txBody>
          <a:bodyPr/>
          <a:lstStyle/>
          <a:p>
            <a:pPr marL="0" marR="0" lvl="0" indent="0" defTabSz="457200" eaLnBrk="1" fontAlgn="auto" latinLnBrk="0" hangingPunct="1">
              <a:lnSpc>
                <a:spcPct val="118000"/>
              </a:lnSpc>
              <a:spcBef>
                <a:spcPts val="0"/>
              </a:spcBef>
              <a:spcAft>
                <a:spcPts val="0"/>
              </a:spcAft>
              <a:buClrTx/>
              <a:buSzTx/>
              <a:buFontTx/>
              <a:buNone/>
              <a:defRPr/>
            </a:pPr>
            <a:endParaRPr lang="en-US" altLang="zh-CN" sz="2400" u="sng" dirty="0">
              <a:solidFill>
                <a:srgbClr val="FF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8113" y="766763"/>
            <a:ext cx="6823075" cy="3838575"/>
          </a:xfrm>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标题与副标题">
    <p:spTree>
      <p:nvGrpSpPr>
        <p:cNvPr id="1" name=""/>
        <p:cNvGrpSpPr/>
        <p:nvPr/>
      </p:nvGrpSpPr>
      <p:grpSpPr>
        <a:xfrm>
          <a:off x="0" y="0"/>
          <a:ext cx="0" cy="0"/>
          <a:chOff x="0" y="0"/>
          <a:chExt cx="0" cy="0"/>
        </a:xfrm>
      </p:grpSpPr>
      <p:sp>
        <p:nvSpPr>
          <p:cNvPr id="11" name="矩形"/>
          <p:cNvSpPr/>
          <p:nvPr userDrawn="1"/>
        </p:nvSpPr>
        <p:spPr>
          <a:xfrm>
            <a:off x="-9547" y="-22321"/>
            <a:ext cx="24403094" cy="7745139"/>
          </a:xfrm>
          <a:prstGeom prst="rect">
            <a:avLst/>
          </a:prstGeom>
          <a:solidFill>
            <a:srgbClr val="A8271A"/>
          </a:solidFill>
          <a:ln w="12700">
            <a:miter lim="400000"/>
          </a:ln>
        </p:spPr>
        <p:txBody>
          <a:bodyPr lIns="0" tIns="0" rIns="0" bIns="0" anchor="ctr"/>
          <a:lstStyle/>
          <a:p>
            <a:pPr>
              <a:defRPr sz="3200" b="0">
                <a:solidFill>
                  <a:srgbClr val="FFFFFF"/>
                </a:solidFill>
                <a:latin typeface="+mn-lt"/>
                <a:ea typeface="+mn-ea"/>
                <a:cs typeface="+mn-cs"/>
                <a:sym typeface="Helvetica Neue Medium"/>
              </a:defRPr>
            </a:pPr>
          </a:p>
        </p:txBody>
      </p:sp>
      <p:pic>
        <p:nvPicPr>
          <p:cNvPr id="13" name="图像" descr="图像"/>
          <p:cNvPicPr>
            <a:picLocks noChangeAspect="1"/>
          </p:cNvPicPr>
          <p:nvPr/>
        </p:nvPicPr>
        <p:blipFill>
          <a:blip r:embed="rId2">
            <a:alphaModFix amt="12036"/>
          </a:blip>
          <a:stretch>
            <a:fillRect/>
          </a:stretch>
        </p:blipFill>
        <p:spPr>
          <a:xfrm>
            <a:off x="16934791" y="-3756403"/>
            <a:ext cx="8496110" cy="9749586"/>
          </a:xfrm>
          <a:prstGeom prst="rect">
            <a:avLst/>
          </a:prstGeom>
          <a:ln w="12700">
            <a:miter lim="400000"/>
            <a:headEnd/>
            <a:tailEnd/>
          </a:ln>
        </p:spPr>
      </p:pic>
      <p:sp>
        <p:nvSpPr>
          <p:cNvPr id="14" name="幻灯片编号"/>
          <p:cNvSpPr txBox="1">
            <a:spLocks noGrp="1"/>
          </p:cNvSpPr>
          <p:nvPr>
            <p:ph type="sldNum" sz="quarter" idx="2"/>
          </p:nvPr>
        </p:nvSpPr>
        <p:spPr>
          <a:prstGeom prst="rect">
            <a:avLst/>
          </a:prstGeom>
        </p:spPr>
        <p:txBody>
          <a:bodyPr/>
          <a:lstStyle/>
          <a:p>
            <a:fld id="{86CB4B4D-7CA3-9044-876B-883B54F8677D}" type="slidenum">
              <a:rPr/>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空白">
    <p:spTree>
      <p:nvGrpSpPr>
        <p:cNvPr id="1" name=""/>
        <p:cNvGrpSpPr/>
        <p:nvPr/>
      </p:nvGrpSpPr>
      <p:grpSpPr>
        <a:xfrm>
          <a:off x="0" y="0"/>
          <a:ext cx="0" cy="0"/>
          <a:chOff x="0" y="0"/>
          <a:chExt cx="0" cy="0"/>
        </a:xfrm>
      </p:grpSpPr>
      <p:pic>
        <p:nvPicPr>
          <p:cNvPr id="111" name="图像" descr="图像"/>
          <p:cNvPicPr>
            <a:picLocks noChangeAspect="1"/>
          </p:cNvPicPr>
          <p:nvPr/>
        </p:nvPicPr>
        <p:blipFill>
          <a:blip r:embed="rId2">
            <a:alphaModFix amt="7357"/>
          </a:blip>
          <a:stretch>
            <a:fillRect/>
          </a:stretch>
        </p:blipFill>
        <p:spPr>
          <a:xfrm>
            <a:off x="17824932" y="-3507766"/>
            <a:ext cx="8577041" cy="9842458"/>
          </a:xfrm>
          <a:prstGeom prst="rect">
            <a:avLst/>
          </a:prstGeom>
          <a:ln w="12700">
            <a:miter lim="400000"/>
            <a:headEnd/>
            <a:tailEnd/>
          </a:ln>
        </p:spPr>
      </p:pic>
      <p:pic>
        <p:nvPicPr>
          <p:cNvPr id="112" name="图像" descr="图像"/>
          <p:cNvPicPr>
            <a:picLocks noChangeAspect="1"/>
          </p:cNvPicPr>
          <p:nvPr/>
        </p:nvPicPr>
        <p:blipFill>
          <a:blip r:embed="rId2">
            <a:alphaModFix amt="6764"/>
          </a:blip>
          <a:stretch>
            <a:fillRect/>
          </a:stretch>
        </p:blipFill>
        <p:spPr>
          <a:xfrm>
            <a:off x="-4425468" y="7719034"/>
            <a:ext cx="8577041" cy="9842458"/>
          </a:xfrm>
          <a:prstGeom prst="rect">
            <a:avLst/>
          </a:prstGeom>
          <a:ln w="12700">
            <a:miter lim="400000"/>
            <a:headEnd/>
            <a:tailEnd/>
          </a:ln>
        </p:spPr>
      </p:pic>
      <p:sp>
        <p:nvSpPr>
          <p:cNvPr id="113" name="幻灯片编号"/>
          <p:cNvSpPr txBox="1">
            <a:spLocks noGrp="1"/>
          </p:cNvSpPr>
          <p:nvPr>
            <p:ph type="sldNum" sz="quarter" idx="2"/>
          </p:nvPr>
        </p:nvSpPr>
        <p:spPr>
          <a:prstGeom prst="rect">
            <a:avLst/>
          </a:prstGeom>
        </p:spPr>
        <p:txBody>
          <a:bodyPr/>
          <a:lstStyle/>
          <a:p>
            <a:fld id="{86CB4B4D-7CA3-9044-876B-883B54F8677D}" type="slidenum">
              <a:rPr/>
            </a:fld>
            <a:endParaRPr/>
          </a:p>
        </p:txBody>
      </p:sp>
      <p:sp>
        <p:nvSpPr>
          <p:cNvPr id="6" name="Freeform 5"/>
          <p:cNvSpPr/>
          <p:nvPr userDrawn="1"/>
        </p:nvSpPr>
        <p:spPr>
          <a:xfrm rot="5400000">
            <a:off x="890955" y="922603"/>
            <a:ext cx="1622454" cy="1462999"/>
          </a:xfrm>
          <a:custGeom>
            <a:avLst/>
            <a:gdLst/>
            <a:ahLst/>
            <a:cxnLst>
              <a:cxn ang="0">
                <a:pos x="wd2" y="hd2"/>
              </a:cxn>
              <a:cxn ang="5400000">
                <a:pos x="wd2" y="hd2"/>
              </a:cxn>
              <a:cxn ang="10800000">
                <a:pos x="wd2" y="hd2"/>
              </a:cxn>
              <a:cxn ang="16200000">
                <a:pos x="wd2" y="hd2"/>
              </a:cxn>
            </a:cxnLst>
            <a:rect l="0" t="0" r="r" b="b"/>
            <a:pathLst>
              <a:path w="21600" h="21583" extrusionOk="0">
                <a:moveTo>
                  <a:pt x="16957" y="20435"/>
                </a:moveTo>
                <a:cubicBezTo>
                  <a:pt x="16775" y="20771"/>
                  <a:pt x="16523" y="21062"/>
                  <a:pt x="16200" y="21274"/>
                </a:cubicBezTo>
                <a:cubicBezTo>
                  <a:pt x="15861" y="21495"/>
                  <a:pt x="15491" y="21592"/>
                  <a:pt x="15120" y="21583"/>
                </a:cubicBezTo>
                <a:lnTo>
                  <a:pt x="6433" y="21583"/>
                </a:lnTo>
                <a:cubicBezTo>
                  <a:pt x="6086" y="21583"/>
                  <a:pt x="5723" y="21486"/>
                  <a:pt x="5400" y="21274"/>
                </a:cubicBezTo>
                <a:cubicBezTo>
                  <a:pt x="5077" y="21062"/>
                  <a:pt x="4817" y="20771"/>
                  <a:pt x="4643" y="20426"/>
                </a:cubicBezTo>
                <a:lnTo>
                  <a:pt x="284" y="11966"/>
                </a:lnTo>
                <a:cubicBezTo>
                  <a:pt x="102" y="11622"/>
                  <a:pt x="0" y="11225"/>
                  <a:pt x="0" y="10792"/>
                </a:cubicBezTo>
                <a:cubicBezTo>
                  <a:pt x="0" y="10359"/>
                  <a:pt x="102" y="9962"/>
                  <a:pt x="284" y="9609"/>
                </a:cubicBezTo>
                <a:lnTo>
                  <a:pt x="4627" y="1184"/>
                </a:lnTo>
                <a:cubicBezTo>
                  <a:pt x="4809" y="840"/>
                  <a:pt x="5069" y="531"/>
                  <a:pt x="5400" y="319"/>
                </a:cubicBezTo>
                <a:cubicBezTo>
                  <a:pt x="5707" y="116"/>
                  <a:pt x="6046" y="10"/>
                  <a:pt x="6385" y="1"/>
                </a:cubicBezTo>
                <a:lnTo>
                  <a:pt x="15104" y="1"/>
                </a:lnTo>
                <a:cubicBezTo>
                  <a:pt x="15475" y="-8"/>
                  <a:pt x="15853" y="89"/>
                  <a:pt x="16200" y="319"/>
                </a:cubicBezTo>
                <a:cubicBezTo>
                  <a:pt x="16523" y="522"/>
                  <a:pt x="16783" y="813"/>
                  <a:pt x="16957" y="1158"/>
                </a:cubicBezTo>
                <a:lnTo>
                  <a:pt x="21300" y="9582"/>
                </a:lnTo>
                <a:cubicBezTo>
                  <a:pt x="21490" y="9935"/>
                  <a:pt x="21600" y="10350"/>
                  <a:pt x="21600" y="10792"/>
                </a:cubicBezTo>
                <a:cubicBezTo>
                  <a:pt x="21600" y="11242"/>
                  <a:pt x="21490" y="11657"/>
                  <a:pt x="21293" y="12011"/>
                </a:cubicBezTo>
                <a:lnTo>
                  <a:pt x="16957" y="20435"/>
                </a:lnTo>
                <a:close/>
              </a:path>
            </a:pathLst>
          </a:custGeom>
          <a:solidFill>
            <a:srgbClr val="A8271A"/>
          </a:solidFill>
          <a:ln w="12700">
            <a:miter lim="400000"/>
          </a:ln>
        </p:spPr>
        <p:txBody>
          <a:bodyPr lIns="45719" rIns="45719" anchor="ctr"/>
          <a:lstStyle/>
          <a:p>
            <a:pPr defTabSz="914400">
              <a:defRPr sz="4800" b="0">
                <a:solidFill>
                  <a:srgbClr val="FFFFFF"/>
                </a:solidFill>
                <a:latin typeface="Calibri" panose="020F0502020204030204"/>
                <a:ea typeface="Calibri" panose="020F0502020204030204"/>
                <a:cs typeface="Calibri" panose="020F0502020204030204"/>
                <a:sym typeface="Calibri" panose="020F0502020204030204"/>
              </a:defRPr>
            </a:pPr>
          </a:p>
        </p:txBody>
      </p:sp>
      <p:sp>
        <p:nvSpPr>
          <p:cNvPr id="2" name="标题 1"/>
          <p:cNvSpPr>
            <a:spLocks noGrp="1"/>
          </p:cNvSpPr>
          <p:nvPr>
            <p:ph type="title" hasCustomPrompt="1"/>
          </p:nvPr>
        </p:nvSpPr>
        <p:spPr>
          <a:xfrm>
            <a:off x="2737970" y="1078867"/>
            <a:ext cx="5545418" cy="1042894"/>
          </a:xfrm>
        </p:spPr>
        <p:txBody>
          <a:bodyPr>
            <a:normAutofit/>
          </a:bodyPr>
          <a:lstStyle>
            <a:lvl1pPr marL="0" marR="0" indent="0" algn="l" defTabSz="914400" rtl="0" eaLnBrk="1" fontAlgn="auto" latinLnBrk="0" hangingPunct="0">
              <a:lnSpc>
                <a:spcPct val="100000"/>
              </a:lnSpc>
              <a:spcBef>
                <a:spcPts val="0"/>
              </a:spcBef>
              <a:spcAft>
                <a:spcPts val="0"/>
              </a:spcAft>
              <a:buClrTx/>
              <a:buSzTx/>
              <a:buFontTx/>
              <a:buNone/>
              <a:defRPr kumimoji="0" lang="zh-CN" altLang="en-US" sz="6000" b="1" i="0" u="none" strike="noStrike" cap="none" spc="0" normalizeH="0" baseline="0" dirty="0">
                <a:ln>
                  <a:noFill/>
                </a:ln>
                <a:solidFill>
                  <a:srgbClr val="000000"/>
                </a:solidFill>
                <a:effectLst/>
                <a:uFillTx/>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lvl1pPr>
          </a:lstStyle>
          <a:p>
            <a:pPr marL="0" marR="0" lvl="0" indent="0" algn="ctr" defTabSz="825500" rtl="0" eaLnBrk="1" fontAlgn="auto" latinLnBrk="0" hangingPunct="1">
              <a:lnSpc>
                <a:spcPct val="100000"/>
              </a:lnSpc>
              <a:spcBef>
                <a:spcPts val="0"/>
              </a:spcBef>
              <a:spcAft>
                <a:spcPts val="0"/>
              </a:spcAft>
              <a:buClrTx/>
              <a:buSzTx/>
              <a:buFontTx/>
              <a:buNone/>
              <a:defRPr/>
            </a:pPr>
            <a:r>
              <a:rPr lang="zh-CN" altLang="en-US" dirty="0"/>
              <a:t>标题：替换文字</a:t>
            </a:r>
            <a:endParaRPr lang="zh-CN" altLang="en-US" dirty="0"/>
          </a:p>
        </p:txBody>
      </p:sp>
      <p:sp>
        <p:nvSpPr>
          <p:cNvPr id="9" name="正文级别 1…"/>
          <p:cNvSpPr txBox="1">
            <a:spLocks noGrp="1"/>
          </p:cNvSpPr>
          <p:nvPr>
            <p:ph idx="1" hasCustomPrompt="1"/>
          </p:nvPr>
        </p:nvSpPr>
        <p:spPr>
          <a:xfrm>
            <a:off x="1689100" y="3149600"/>
            <a:ext cx="21005800" cy="9296400"/>
          </a:xfrm>
          <a:prstGeom prst="rect">
            <a:avLst/>
          </a:prstGeom>
          <a:ln w="12700">
            <a:miter lim="400000"/>
          </a:ln>
        </p:spPr>
        <p:txBody>
          <a:bodyPr lIns="50800" tIns="50800" rIns="50800" bIns="50800" anchor="ctr">
            <a:normAutofit/>
          </a:bodyPr>
          <a:lstStyle/>
          <a:p>
            <a:r>
              <a:rPr lang="en-US" altLang="zh-CN" dirty="0" err="1"/>
              <a:t>gmail</a:t>
            </a:r>
            <a:r>
              <a:rPr dirty="0"/>
              <a:t> 1</a:t>
            </a:r>
            <a:endParaRPr dirty="0"/>
          </a:p>
          <a:p>
            <a:pPr lvl="1"/>
            <a:r>
              <a:rPr dirty="0" err="1"/>
              <a:t>正文级别</a:t>
            </a:r>
            <a:r>
              <a:rPr dirty="0"/>
              <a:t> 2</a:t>
            </a:r>
            <a:endParaRPr dirty="0"/>
          </a:p>
          <a:p>
            <a:pPr lvl="2"/>
            <a:r>
              <a:rPr dirty="0" err="1"/>
              <a:t>正文级别</a:t>
            </a:r>
            <a:r>
              <a:rPr dirty="0"/>
              <a:t> 3</a:t>
            </a:r>
            <a:endParaRPr dirty="0"/>
          </a:p>
          <a:p>
            <a:pPr lvl="3"/>
            <a:r>
              <a:rPr dirty="0" err="1"/>
              <a:t>正文级别</a:t>
            </a:r>
            <a:r>
              <a:rPr dirty="0"/>
              <a:t> 4</a:t>
            </a:r>
            <a:endParaRPr dirty="0"/>
          </a:p>
          <a:p>
            <a:pPr lvl="4"/>
            <a:r>
              <a:rPr dirty="0" err="1"/>
              <a:t>正文级别</a:t>
            </a:r>
            <a:r>
              <a:rPr dirty="0"/>
              <a:t> 5</a:t>
            </a:r>
            <a:endParaRPr dirty="0"/>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type="tx" preserve="1">
  <p:cSld name="1_空白">
    <p:spTree>
      <p:nvGrpSpPr>
        <p:cNvPr id="1" name=""/>
        <p:cNvGrpSpPr/>
        <p:nvPr/>
      </p:nvGrpSpPr>
      <p:grpSpPr>
        <a:xfrm>
          <a:off x="0" y="0"/>
          <a:ext cx="0" cy="0"/>
          <a:chOff x="0" y="0"/>
          <a:chExt cx="0" cy="0"/>
        </a:xfrm>
      </p:grpSpPr>
      <p:pic>
        <p:nvPicPr>
          <p:cNvPr id="111" name="图像" descr="图像"/>
          <p:cNvPicPr>
            <a:picLocks noChangeAspect="1"/>
          </p:cNvPicPr>
          <p:nvPr/>
        </p:nvPicPr>
        <p:blipFill>
          <a:blip r:embed="rId2">
            <a:alphaModFix amt="7357"/>
          </a:blip>
          <a:stretch>
            <a:fillRect/>
          </a:stretch>
        </p:blipFill>
        <p:spPr>
          <a:xfrm>
            <a:off x="17824932" y="-3507766"/>
            <a:ext cx="8577041" cy="9842458"/>
          </a:xfrm>
          <a:prstGeom prst="rect">
            <a:avLst/>
          </a:prstGeom>
          <a:ln w="12700">
            <a:miter lim="400000"/>
            <a:headEnd/>
            <a:tailEnd/>
          </a:ln>
        </p:spPr>
      </p:pic>
      <p:pic>
        <p:nvPicPr>
          <p:cNvPr id="112" name="图像" descr="图像"/>
          <p:cNvPicPr>
            <a:picLocks noChangeAspect="1"/>
          </p:cNvPicPr>
          <p:nvPr/>
        </p:nvPicPr>
        <p:blipFill>
          <a:blip r:embed="rId2">
            <a:alphaModFix amt="6764"/>
          </a:blip>
          <a:stretch>
            <a:fillRect/>
          </a:stretch>
        </p:blipFill>
        <p:spPr>
          <a:xfrm>
            <a:off x="-4425468" y="7719034"/>
            <a:ext cx="8577041" cy="9842458"/>
          </a:xfrm>
          <a:prstGeom prst="rect">
            <a:avLst/>
          </a:prstGeom>
          <a:ln w="12700">
            <a:miter lim="400000"/>
            <a:headEnd/>
            <a:tailEnd/>
          </a:ln>
        </p:spPr>
      </p:pic>
      <p:sp>
        <p:nvSpPr>
          <p:cNvPr id="113" name="幻灯片编号"/>
          <p:cNvSpPr txBox="1">
            <a:spLocks noGrp="1"/>
          </p:cNvSpPr>
          <p:nvPr>
            <p:ph type="sldNum" sz="quarter" idx="2"/>
          </p:nvPr>
        </p:nvSpPr>
        <p:spPr>
          <a:prstGeom prst="rect">
            <a:avLst/>
          </a:prstGeom>
        </p:spPr>
        <p:txBody>
          <a:bodyPr/>
          <a:lstStyle/>
          <a:p>
            <a:fld id="{86CB4B4D-7CA3-9044-876B-883B54F8677D}" type="slidenum">
              <a:rPr/>
            </a:fld>
            <a:endParaRPr/>
          </a:p>
        </p:txBody>
      </p:sp>
      <p:sp>
        <p:nvSpPr>
          <p:cNvPr id="10" name="谢谢您的观赏"/>
          <p:cNvSpPr txBox="1"/>
          <p:nvPr userDrawn="1"/>
        </p:nvSpPr>
        <p:spPr>
          <a:xfrm>
            <a:off x="10676628" y="5305916"/>
            <a:ext cx="2564805" cy="2057551"/>
          </a:xfrm>
          <a:prstGeom prst="rect">
            <a:avLst/>
          </a:prstGeom>
          <a:ln w="12700">
            <a:miter lim="400000"/>
          </a:ln>
        </p:spPr>
        <p:txBody>
          <a:bodyPr wrap="none" lIns="50800" tIns="50800" rIns="50800" bIns="50800" anchor="ctr">
            <a:spAutoFit/>
          </a:bodyPr>
          <a:lstStyle>
            <a:lvl1pPr algn="l" defTabSz="215265">
              <a:defRPr sz="10600">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lvl1pPr>
          </a:lstStyle>
          <a:p>
            <a:pPr algn="ctr">
              <a:lnSpc>
                <a:spcPct val="150000"/>
              </a:lnSpc>
            </a:pPr>
            <a:r>
              <a:rPr sz="9600" dirty="0" err="1"/>
              <a:t>谢谢</a:t>
            </a:r>
            <a:endParaRPr lang="en-US" altLang="zh-CN" sz="9600" dirty="0"/>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标题文本"/>
          <p:cNvSpPr txBox="1">
            <a:spLocks noGrp="1"/>
          </p:cNvSpPr>
          <p:nvPr>
            <p:ph type="title"/>
          </p:nvPr>
        </p:nvSpPr>
        <p:spPr>
          <a:xfrm>
            <a:off x="1689100" y="355600"/>
            <a:ext cx="21005800" cy="2286000"/>
          </a:xfrm>
          <a:prstGeom prst="rect">
            <a:avLst/>
          </a:prstGeom>
          <a:ln w="12700">
            <a:miter lim="400000"/>
          </a:ln>
        </p:spPr>
        <p:txBody>
          <a:bodyPr lIns="50800" tIns="50800" rIns="50800" bIns="50800" anchor="ctr">
            <a:normAutofit/>
          </a:bodyPr>
          <a:lstStyle/>
          <a:p>
            <a:r>
              <a:t>标题文本</a:t>
            </a:r>
          </a:p>
        </p:txBody>
      </p:sp>
      <p:sp>
        <p:nvSpPr>
          <p:cNvPr id="3" name="正文级别 1…"/>
          <p:cNvSpPr txBox="1">
            <a:spLocks noGrp="1"/>
          </p:cNvSpPr>
          <p:nvPr>
            <p:ph type="body" idx="1"/>
          </p:nvPr>
        </p:nvSpPr>
        <p:spPr>
          <a:xfrm>
            <a:off x="1689100" y="3149600"/>
            <a:ext cx="21005800" cy="9296400"/>
          </a:xfrm>
          <a:prstGeom prst="rect">
            <a:avLst/>
          </a:prstGeom>
          <a:ln w="12700">
            <a:miter lim="400000"/>
          </a:ln>
        </p:spPr>
        <p:txBody>
          <a:bodyPr lIns="50800" tIns="50800" rIns="50800" bIns="50800" anchor="ctr">
            <a:normAutofit/>
          </a:bodyPr>
          <a:lstStyle/>
          <a:p>
            <a:r>
              <a:rPr lang="en-US" dirty="0"/>
              <a:t>T</a:t>
            </a:r>
            <a:r>
              <a:rPr lang="en-US" altLang="zh-CN" dirty="0"/>
              <a:t>est</a:t>
            </a:r>
            <a:r>
              <a:rPr dirty="0"/>
              <a:t> 1</a:t>
            </a:r>
            <a:endParaRPr dirty="0"/>
          </a:p>
          <a:p>
            <a:pPr lvl="1"/>
            <a:r>
              <a:rPr dirty="0" err="1"/>
              <a:t>正文级别</a:t>
            </a:r>
            <a:r>
              <a:rPr dirty="0"/>
              <a:t> 2</a:t>
            </a:r>
            <a:endParaRPr dirty="0"/>
          </a:p>
          <a:p>
            <a:pPr lvl="2"/>
            <a:r>
              <a:rPr dirty="0" err="1"/>
              <a:t>正文级别</a:t>
            </a:r>
            <a:r>
              <a:rPr dirty="0"/>
              <a:t> 3</a:t>
            </a:r>
            <a:endParaRPr dirty="0"/>
          </a:p>
          <a:p>
            <a:pPr lvl="3"/>
            <a:r>
              <a:rPr dirty="0" err="1"/>
              <a:t>正文级别</a:t>
            </a:r>
            <a:r>
              <a:rPr dirty="0"/>
              <a:t> 4</a:t>
            </a:r>
            <a:endParaRPr dirty="0"/>
          </a:p>
          <a:p>
            <a:pPr lvl="4"/>
            <a:r>
              <a:rPr dirty="0" err="1"/>
              <a:t>正文级别</a:t>
            </a:r>
            <a:r>
              <a:rPr dirty="0"/>
              <a:t> 5</a:t>
            </a:r>
            <a:endParaRPr dirty="0"/>
          </a:p>
        </p:txBody>
      </p:sp>
      <p:sp>
        <p:nvSpPr>
          <p:cNvPr id="4" name="幻灯片编号"/>
          <p:cNvSpPr txBox="1">
            <a:spLocks noGrp="1"/>
          </p:cNvSpPr>
          <p:nvPr>
            <p:ph type="sldNum" sz="quarter" idx="2"/>
          </p:nvPr>
        </p:nvSpPr>
        <p:spPr>
          <a:xfrm>
            <a:off x="11959031" y="13081000"/>
            <a:ext cx="453238" cy="461059"/>
          </a:xfrm>
          <a:prstGeom prst="rect">
            <a:avLst/>
          </a:prstGeom>
          <a:ln w="12700">
            <a:miter lim="400000"/>
          </a:ln>
        </p:spPr>
        <p:txBody>
          <a:bodyPr wrap="none" lIns="50800" tIns="50800" rIns="50800" bIns="50800">
            <a:spAutoFit/>
          </a:bodyPr>
          <a:lstStyle>
            <a:lvl1pPr>
              <a:defRPr sz="2400" b="0">
                <a:latin typeface="Helvetica Neue Light"/>
                <a:ea typeface="Helvetica Neue Light"/>
                <a:cs typeface="Helvetica Neue Light"/>
                <a:sym typeface="Helvetica Neue Light"/>
              </a:defRPr>
            </a:lvl1pPr>
          </a:lstStyle>
          <a:p>
            <a:fld id="{86CB4B4D-7CA3-9044-876B-883B54F8677D}" type="slidenum">
              <a:rPr/>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transition spd="med"/>
  <p:txStyles>
    <p:titleStyle>
      <a:lvl1pPr marL="0" marR="0" indent="0" algn="ctr" defTabSz="825500" rtl="0" latinLnBrk="0">
        <a:lnSpc>
          <a:spcPct val="100000"/>
        </a:lnSpc>
        <a:spcBef>
          <a:spcPts val="0"/>
        </a:spcBef>
        <a:spcAft>
          <a:spcPts val="0"/>
        </a:spcAft>
        <a:buClrTx/>
        <a:buSzTx/>
        <a:buFontTx/>
        <a:buNone/>
        <a:defRPr sz="11200" b="0" i="0" u="none" strike="noStrike" cap="none" spc="0" baseline="0">
          <a:ln>
            <a:noFill/>
          </a:ln>
          <a:solidFill>
            <a:srgbClr val="000000"/>
          </a:solidFill>
          <a:uFillTx/>
          <a:latin typeface="+mn-lt"/>
          <a:ea typeface="+mn-ea"/>
          <a:cs typeface="+mn-cs"/>
          <a:sym typeface="Helvetica Neue Medium"/>
        </a:defRPr>
      </a:lvl1pPr>
      <a:lvl2pPr marL="0" marR="0" indent="0" algn="ctr" defTabSz="825500" rtl="0" latinLnBrk="0">
        <a:lnSpc>
          <a:spcPct val="100000"/>
        </a:lnSpc>
        <a:spcBef>
          <a:spcPts val="0"/>
        </a:spcBef>
        <a:spcAft>
          <a:spcPts val="0"/>
        </a:spcAft>
        <a:buClrTx/>
        <a:buSzTx/>
        <a:buFontTx/>
        <a:buNone/>
        <a:defRPr sz="11200" b="0" i="0" u="none" strike="noStrike" cap="none" spc="0" baseline="0">
          <a:ln>
            <a:noFill/>
          </a:ln>
          <a:solidFill>
            <a:srgbClr val="000000"/>
          </a:solidFill>
          <a:uFillTx/>
          <a:latin typeface="+mn-lt"/>
          <a:ea typeface="+mn-ea"/>
          <a:cs typeface="+mn-cs"/>
          <a:sym typeface="Helvetica Neue Medium"/>
        </a:defRPr>
      </a:lvl2pPr>
      <a:lvl3pPr marL="0" marR="0" indent="0" algn="ctr" defTabSz="825500" rtl="0" latinLnBrk="0">
        <a:lnSpc>
          <a:spcPct val="100000"/>
        </a:lnSpc>
        <a:spcBef>
          <a:spcPts val="0"/>
        </a:spcBef>
        <a:spcAft>
          <a:spcPts val="0"/>
        </a:spcAft>
        <a:buClrTx/>
        <a:buSzTx/>
        <a:buFontTx/>
        <a:buNone/>
        <a:defRPr sz="11200" b="0" i="0" u="none" strike="noStrike" cap="none" spc="0" baseline="0">
          <a:ln>
            <a:noFill/>
          </a:ln>
          <a:solidFill>
            <a:srgbClr val="000000"/>
          </a:solidFill>
          <a:uFillTx/>
          <a:latin typeface="+mn-lt"/>
          <a:ea typeface="+mn-ea"/>
          <a:cs typeface="+mn-cs"/>
          <a:sym typeface="Helvetica Neue Medium"/>
        </a:defRPr>
      </a:lvl3pPr>
      <a:lvl4pPr marL="0" marR="0" indent="0" algn="ctr" defTabSz="825500" rtl="0" latinLnBrk="0">
        <a:lnSpc>
          <a:spcPct val="100000"/>
        </a:lnSpc>
        <a:spcBef>
          <a:spcPts val="0"/>
        </a:spcBef>
        <a:spcAft>
          <a:spcPts val="0"/>
        </a:spcAft>
        <a:buClrTx/>
        <a:buSzTx/>
        <a:buFontTx/>
        <a:buNone/>
        <a:defRPr sz="11200" b="0" i="0" u="none" strike="noStrike" cap="none" spc="0" baseline="0">
          <a:ln>
            <a:noFill/>
          </a:ln>
          <a:solidFill>
            <a:srgbClr val="000000"/>
          </a:solidFill>
          <a:uFillTx/>
          <a:latin typeface="+mn-lt"/>
          <a:ea typeface="+mn-ea"/>
          <a:cs typeface="+mn-cs"/>
          <a:sym typeface="Helvetica Neue Medium"/>
        </a:defRPr>
      </a:lvl4pPr>
      <a:lvl5pPr marL="0" marR="0" indent="0" algn="ctr" defTabSz="825500" rtl="0" latinLnBrk="0">
        <a:lnSpc>
          <a:spcPct val="100000"/>
        </a:lnSpc>
        <a:spcBef>
          <a:spcPts val="0"/>
        </a:spcBef>
        <a:spcAft>
          <a:spcPts val="0"/>
        </a:spcAft>
        <a:buClrTx/>
        <a:buSzTx/>
        <a:buFontTx/>
        <a:buNone/>
        <a:defRPr sz="11200" b="0" i="0" u="none" strike="noStrike" cap="none" spc="0" baseline="0">
          <a:ln>
            <a:noFill/>
          </a:ln>
          <a:solidFill>
            <a:srgbClr val="000000"/>
          </a:solidFill>
          <a:uFillTx/>
          <a:latin typeface="+mn-lt"/>
          <a:ea typeface="+mn-ea"/>
          <a:cs typeface="+mn-cs"/>
          <a:sym typeface="Helvetica Neue Medium"/>
        </a:defRPr>
      </a:lvl5pPr>
      <a:lvl6pPr marL="0" marR="0" indent="0" algn="ctr" defTabSz="825500" rtl="0" latinLnBrk="0">
        <a:lnSpc>
          <a:spcPct val="100000"/>
        </a:lnSpc>
        <a:spcBef>
          <a:spcPts val="0"/>
        </a:spcBef>
        <a:spcAft>
          <a:spcPts val="0"/>
        </a:spcAft>
        <a:buClrTx/>
        <a:buSzTx/>
        <a:buFontTx/>
        <a:buNone/>
        <a:defRPr sz="11200" b="0" i="0" u="none" strike="noStrike" cap="none" spc="0" baseline="0">
          <a:ln>
            <a:noFill/>
          </a:ln>
          <a:solidFill>
            <a:srgbClr val="000000"/>
          </a:solidFill>
          <a:uFillTx/>
          <a:latin typeface="+mn-lt"/>
          <a:ea typeface="+mn-ea"/>
          <a:cs typeface="+mn-cs"/>
          <a:sym typeface="Helvetica Neue Medium"/>
        </a:defRPr>
      </a:lvl6pPr>
      <a:lvl7pPr marL="0" marR="0" indent="0" algn="ctr" defTabSz="825500" rtl="0" latinLnBrk="0">
        <a:lnSpc>
          <a:spcPct val="100000"/>
        </a:lnSpc>
        <a:spcBef>
          <a:spcPts val="0"/>
        </a:spcBef>
        <a:spcAft>
          <a:spcPts val="0"/>
        </a:spcAft>
        <a:buClrTx/>
        <a:buSzTx/>
        <a:buFontTx/>
        <a:buNone/>
        <a:defRPr sz="11200" b="0" i="0" u="none" strike="noStrike" cap="none" spc="0" baseline="0">
          <a:ln>
            <a:noFill/>
          </a:ln>
          <a:solidFill>
            <a:srgbClr val="000000"/>
          </a:solidFill>
          <a:uFillTx/>
          <a:latin typeface="+mn-lt"/>
          <a:ea typeface="+mn-ea"/>
          <a:cs typeface="+mn-cs"/>
          <a:sym typeface="Helvetica Neue Medium"/>
        </a:defRPr>
      </a:lvl7pPr>
      <a:lvl8pPr marL="0" marR="0" indent="0" algn="ctr" defTabSz="825500" rtl="0" latinLnBrk="0">
        <a:lnSpc>
          <a:spcPct val="100000"/>
        </a:lnSpc>
        <a:spcBef>
          <a:spcPts val="0"/>
        </a:spcBef>
        <a:spcAft>
          <a:spcPts val="0"/>
        </a:spcAft>
        <a:buClrTx/>
        <a:buSzTx/>
        <a:buFontTx/>
        <a:buNone/>
        <a:defRPr sz="11200" b="0" i="0" u="none" strike="noStrike" cap="none" spc="0" baseline="0">
          <a:ln>
            <a:noFill/>
          </a:ln>
          <a:solidFill>
            <a:srgbClr val="000000"/>
          </a:solidFill>
          <a:uFillTx/>
          <a:latin typeface="+mn-lt"/>
          <a:ea typeface="+mn-ea"/>
          <a:cs typeface="+mn-cs"/>
          <a:sym typeface="Helvetica Neue Medium"/>
        </a:defRPr>
      </a:lvl8pPr>
      <a:lvl9pPr marL="0" marR="0" indent="0" algn="ctr" defTabSz="825500" rtl="0" latinLnBrk="0">
        <a:lnSpc>
          <a:spcPct val="100000"/>
        </a:lnSpc>
        <a:spcBef>
          <a:spcPts val="0"/>
        </a:spcBef>
        <a:spcAft>
          <a:spcPts val="0"/>
        </a:spcAft>
        <a:buClrTx/>
        <a:buSzTx/>
        <a:buFontTx/>
        <a:buNone/>
        <a:defRPr sz="11200" b="0" i="0" u="none" strike="noStrike" cap="none" spc="0" baseline="0">
          <a:ln>
            <a:noFill/>
          </a:ln>
          <a:solidFill>
            <a:srgbClr val="000000"/>
          </a:solidFill>
          <a:uFillTx/>
          <a:latin typeface="+mn-lt"/>
          <a:ea typeface="+mn-ea"/>
          <a:cs typeface="+mn-cs"/>
          <a:sym typeface="Helvetica Neue Medium"/>
        </a:defRPr>
      </a:lvl9pPr>
    </p:titleStyle>
    <p:bodyStyle>
      <a:lvl1pPr marL="635000" marR="0" indent="-635000" algn="l" defTabSz="825500" latinLnBrk="0">
        <a:lnSpc>
          <a:spcPct val="100000"/>
        </a:lnSpc>
        <a:spcBef>
          <a:spcPts val="5900"/>
        </a:spcBef>
        <a:spcAft>
          <a:spcPts val="0"/>
        </a:spcAft>
        <a:buClrTx/>
        <a:buSzPct val="125000"/>
        <a:buFontTx/>
        <a:buChar char="•"/>
        <a:defRPr sz="4400" b="1" i="0" u="none" strike="noStrike" cap="none" spc="0" baseline="0">
          <a:ln>
            <a:noFill/>
          </a:ln>
          <a:solidFill>
            <a:srgbClr val="000000"/>
          </a:solidFill>
          <a:uFillTx/>
          <a:latin typeface="微软雅黑" panose="020B0503020204020204" pitchFamily="34" charset="-122"/>
          <a:ea typeface="微软雅黑" panose="020B0503020204020204" pitchFamily="34" charset="-122"/>
          <a:cs typeface="微软雅黑" panose="020B0503020204020204" pitchFamily="34" charset="-122"/>
          <a:sym typeface="Helvetica Neue"/>
        </a:defRPr>
      </a:lvl1pPr>
      <a:lvl2pPr marL="1270000" marR="0" indent="-635000" algn="l" defTabSz="825500" latinLnBrk="0">
        <a:lnSpc>
          <a:spcPct val="100000"/>
        </a:lnSpc>
        <a:spcBef>
          <a:spcPts val="5900"/>
        </a:spcBef>
        <a:spcAft>
          <a:spcPts val="0"/>
        </a:spcAft>
        <a:buClrTx/>
        <a:buSzPct val="125000"/>
        <a:buFontTx/>
        <a:buChar char="•"/>
        <a:defRPr sz="4000" b="1" i="0" u="none" strike="noStrike" cap="none" spc="0" baseline="0">
          <a:ln>
            <a:noFill/>
          </a:ln>
          <a:solidFill>
            <a:srgbClr val="000000"/>
          </a:solidFill>
          <a:uFillTx/>
          <a:latin typeface="黑体" panose="02010609060101010101" pitchFamily="49" charset="-122"/>
          <a:ea typeface="黑体" panose="02010609060101010101" pitchFamily="49" charset="-122"/>
          <a:cs typeface="黑体" panose="02010609060101010101" pitchFamily="49" charset="-122"/>
          <a:sym typeface="Helvetica Neue"/>
        </a:defRPr>
      </a:lvl2pPr>
      <a:lvl3pPr marL="1905000" marR="0" indent="-635000" algn="l" defTabSz="825500" latinLnBrk="0">
        <a:lnSpc>
          <a:spcPct val="100000"/>
        </a:lnSpc>
        <a:spcBef>
          <a:spcPts val="5900"/>
        </a:spcBef>
        <a:spcAft>
          <a:spcPts val="0"/>
        </a:spcAft>
        <a:buClrTx/>
        <a:buSzPct val="125000"/>
        <a:buFontTx/>
        <a:buChar char="•"/>
        <a:defRPr sz="5200" b="0" i="0" u="none" strike="noStrike" cap="none" spc="0" baseline="0">
          <a:ln>
            <a:noFill/>
          </a:ln>
          <a:solidFill>
            <a:srgbClr val="000000"/>
          </a:solidFill>
          <a:uFillTx/>
          <a:latin typeface="Helvetica Neue"/>
          <a:ea typeface="Helvetica Neue"/>
          <a:cs typeface="Helvetica Neue"/>
          <a:sym typeface="Helvetica Neue"/>
        </a:defRPr>
      </a:lvl3pPr>
      <a:lvl4pPr marL="2540000" marR="0" indent="-635000" algn="l" defTabSz="825500" latinLnBrk="0">
        <a:lnSpc>
          <a:spcPct val="100000"/>
        </a:lnSpc>
        <a:spcBef>
          <a:spcPts val="5900"/>
        </a:spcBef>
        <a:spcAft>
          <a:spcPts val="0"/>
        </a:spcAft>
        <a:buClrTx/>
        <a:buSzPct val="125000"/>
        <a:buFontTx/>
        <a:buChar char="•"/>
        <a:defRPr sz="5200" b="0" i="0" u="none" strike="noStrike" cap="none" spc="0" baseline="0">
          <a:ln>
            <a:noFill/>
          </a:ln>
          <a:solidFill>
            <a:srgbClr val="000000"/>
          </a:solidFill>
          <a:uFillTx/>
          <a:latin typeface="Helvetica Neue"/>
          <a:ea typeface="Helvetica Neue"/>
          <a:cs typeface="Helvetica Neue"/>
          <a:sym typeface="Helvetica Neue"/>
        </a:defRPr>
      </a:lvl4pPr>
      <a:lvl5pPr marL="3175000" marR="0" indent="-635000" algn="l" defTabSz="825500" latinLnBrk="0">
        <a:lnSpc>
          <a:spcPct val="100000"/>
        </a:lnSpc>
        <a:spcBef>
          <a:spcPts val="5900"/>
        </a:spcBef>
        <a:spcAft>
          <a:spcPts val="0"/>
        </a:spcAft>
        <a:buClrTx/>
        <a:buSzPct val="125000"/>
        <a:buFontTx/>
        <a:buChar char="•"/>
        <a:defRPr sz="5200" b="0" i="0" u="none" strike="noStrike" cap="none" spc="0" baseline="0">
          <a:ln>
            <a:noFill/>
          </a:ln>
          <a:solidFill>
            <a:srgbClr val="000000"/>
          </a:solidFill>
          <a:uFillTx/>
          <a:latin typeface="Helvetica Neue"/>
          <a:ea typeface="Helvetica Neue"/>
          <a:cs typeface="Helvetica Neue"/>
          <a:sym typeface="Helvetica Neue"/>
        </a:defRPr>
      </a:lvl5pPr>
      <a:lvl6pPr marL="3810000" marR="0" indent="-635000" algn="l" defTabSz="825500" latinLnBrk="0">
        <a:lnSpc>
          <a:spcPct val="100000"/>
        </a:lnSpc>
        <a:spcBef>
          <a:spcPts val="5900"/>
        </a:spcBef>
        <a:spcAft>
          <a:spcPts val="0"/>
        </a:spcAft>
        <a:buClrTx/>
        <a:buSzPct val="125000"/>
        <a:buFontTx/>
        <a:buChar char="•"/>
        <a:defRPr sz="5200" b="0" i="0" u="none" strike="noStrike" cap="none" spc="0" baseline="0">
          <a:ln>
            <a:noFill/>
          </a:ln>
          <a:solidFill>
            <a:srgbClr val="000000"/>
          </a:solidFill>
          <a:uFillTx/>
          <a:latin typeface="Helvetica Neue"/>
          <a:ea typeface="Helvetica Neue"/>
          <a:cs typeface="Helvetica Neue"/>
          <a:sym typeface="Helvetica Neue"/>
        </a:defRPr>
      </a:lvl6pPr>
      <a:lvl7pPr marL="4445000" marR="0" indent="-635000" algn="l" defTabSz="825500" latinLnBrk="0">
        <a:lnSpc>
          <a:spcPct val="100000"/>
        </a:lnSpc>
        <a:spcBef>
          <a:spcPts val="5900"/>
        </a:spcBef>
        <a:spcAft>
          <a:spcPts val="0"/>
        </a:spcAft>
        <a:buClrTx/>
        <a:buSzPct val="125000"/>
        <a:buFontTx/>
        <a:buChar char="•"/>
        <a:defRPr sz="5200" b="0" i="0" u="none" strike="noStrike" cap="none" spc="0" baseline="0">
          <a:ln>
            <a:noFill/>
          </a:ln>
          <a:solidFill>
            <a:srgbClr val="000000"/>
          </a:solidFill>
          <a:uFillTx/>
          <a:latin typeface="Helvetica Neue"/>
          <a:ea typeface="Helvetica Neue"/>
          <a:cs typeface="Helvetica Neue"/>
          <a:sym typeface="Helvetica Neue"/>
        </a:defRPr>
      </a:lvl7pPr>
      <a:lvl8pPr marL="5080000" marR="0" indent="-635000" algn="l" defTabSz="825500" latinLnBrk="0">
        <a:lnSpc>
          <a:spcPct val="100000"/>
        </a:lnSpc>
        <a:spcBef>
          <a:spcPts val="5900"/>
        </a:spcBef>
        <a:spcAft>
          <a:spcPts val="0"/>
        </a:spcAft>
        <a:buClrTx/>
        <a:buSzPct val="125000"/>
        <a:buFontTx/>
        <a:buChar char="•"/>
        <a:defRPr sz="5200" b="0" i="0" u="none" strike="noStrike" cap="none" spc="0" baseline="0">
          <a:ln>
            <a:noFill/>
          </a:ln>
          <a:solidFill>
            <a:srgbClr val="000000"/>
          </a:solidFill>
          <a:uFillTx/>
          <a:latin typeface="Helvetica Neue"/>
          <a:ea typeface="Helvetica Neue"/>
          <a:cs typeface="Helvetica Neue"/>
          <a:sym typeface="Helvetica Neue"/>
        </a:defRPr>
      </a:lvl8pPr>
      <a:lvl9pPr marL="5715000" marR="0" indent="-635000" algn="l" defTabSz="825500" latinLnBrk="0">
        <a:lnSpc>
          <a:spcPct val="100000"/>
        </a:lnSpc>
        <a:spcBef>
          <a:spcPts val="5900"/>
        </a:spcBef>
        <a:spcAft>
          <a:spcPts val="0"/>
        </a:spcAft>
        <a:buClrTx/>
        <a:buSzPct val="125000"/>
        <a:buFontTx/>
        <a:buChar char="•"/>
        <a:defRPr sz="5200" b="0" i="0" u="none" strike="noStrike" cap="none" spc="0" baseline="0">
          <a:ln>
            <a:noFill/>
          </a:ln>
          <a:solidFill>
            <a:srgbClr val="000000"/>
          </a:solidFill>
          <a:uFillTx/>
          <a:latin typeface="Helvetica Neue"/>
          <a:ea typeface="Helvetica Neue"/>
          <a:cs typeface="Helvetica Neue"/>
          <a:sym typeface="Helvetica Neue"/>
        </a:defRPr>
      </a:lvl9pPr>
    </p:bodyStyle>
    <p:otherStyle>
      <a:lvl1pPr marL="0" marR="0" indent="0" algn="ctr" defTabSz="825500" latinLnBrk="0">
        <a:lnSpc>
          <a:spcPct val="100000"/>
        </a:lnSpc>
        <a:spcBef>
          <a:spcPts val="0"/>
        </a:spcBef>
        <a:spcAft>
          <a:spcPts val="0"/>
        </a:spcAft>
        <a:buClrTx/>
        <a:buSzTx/>
        <a:buFontTx/>
        <a:buNone/>
        <a:defRPr sz="2400" b="0" i="0" u="none" strike="noStrike" cap="none" spc="0" baseline="0">
          <a:ln>
            <a:noFill/>
          </a:ln>
          <a:solidFill>
            <a:schemeClr val="tx1"/>
          </a:solidFill>
          <a:uFillTx/>
          <a:latin typeface="+mn-lt"/>
          <a:ea typeface="+mn-ea"/>
          <a:cs typeface="+mn-cs"/>
          <a:sym typeface="Helvetica Neue Light"/>
        </a:defRPr>
      </a:lvl1pPr>
      <a:lvl2pPr marL="0" marR="0" indent="228600" algn="ctr" defTabSz="825500" latinLnBrk="0">
        <a:lnSpc>
          <a:spcPct val="100000"/>
        </a:lnSpc>
        <a:spcBef>
          <a:spcPts val="0"/>
        </a:spcBef>
        <a:spcAft>
          <a:spcPts val="0"/>
        </a:spcAft>
        <a:buClrTx/>
        <a:buSzTx/>
        <a:buFontTx/>
        <a:buNone/>
        <a:defRPr sz="2400" b="0" i="0" u="none" strike="noStrike" cap="none" spc="0" baseline="0">
          <a:ln>
            <a:noFill/>
          </a:ln>
          <a:solidFill>
            <a:schemeClr val="tx1"/>
          </a:solidFill>
          <a:uFillTx/>
          <a:latin typeface="+mn-lt"/>
          <a:ea typeface="+mn-ea"/>
          <a:cs typeface="+mn-cs"/>
          <a:sym typeface="Helvetica Neue Light"/>
        </a:defRPr>
      </a:lvl2pPr>
      <a:lvl3pPr marL="0" marR="0" indent="457200" algn="ctr" defTabSz="825500" latinLnBrk="0">
        <a:lnSpc>
          <a:spcPct val="100000"/>
        </a:lnSpc>
        <a:spcBef>
          <a:spcPts val="0"/>
        </a:spcBef>
        <a:spcAft>
          <a:spcPts val="0"/>
        </a:spcAft>
        <a:buClrTx/>
        <a:buSzTx/>
        <a:buFontTx/>
        <a:buNone/>
        <a:defRPr sz="2400" b="0" i="0" u="none" strike="noStrike" cap="none" spc="0" baseline="0">
          <a:ln>
            <a:noFill/>
          </a:ln>
          <a:solidFill>
            <a:schemeClr val="tx1"/>
          </a:solidFill>
          <a:uFillTx/>
          <a:latin typeface="+mn-lt"/>
          <a:ea typeface="+mn-ea"/>
          <a:cs typeface="+mn-cs"/>
          <a:sym typeface="Helvetica Neue Light"/>
        </a:defRPr>
      </a:lvl3pPr>
      <a:lvl4pPr marL="0" marR="0" indent="685800" algn="ctr" defTabSz="825500" latinLnBrk="0">
        <a:lnSpc>
          <a:spcPct val="100000"/>
        </a:lnSpc>
        <a:spcBef>
          <a:spcPts val="0"/>
        </a:spcBef>
        <a:spcAft>
          <a:spcPts val="0"/>
        </a:spcAft>
        <a:buClrTx/>
        <a:buSzTx/>
        <a:buFontTx/>
        <a:buNone/>
        <a:defRPr sz="2400" b="0" i="0" u="none" strike="noStrike" cap="none" spc="0" baseline="0">
          <a:ln>
            <a:noFill/>
          </a:ln>
          <a:solidFill>
            <a:schemeClr val="tx1"/>
          </a:solidFill>
          <a:uFillTx/>
          <a:latin typeface="+mn-lt"/>
          <a:ea typeface="+mn-ea"/>
          <a:cs typeface="+mn-cs"/>
          <a:sym typeface="Helvetica Neue Light"/>
        </a:defRPr>
      </a:lvl4pPr>
      <a:lvl5pPr marL="0" marR="0" indent="914400" algn="ctr" defTabSz="825500" latinLnBrk="0">
        <a:lnSpc>
          <a:spcPct val="100000"/>
        </a:lnSpc>
        <a:spcBef>
          <a:spcPts val="0"/>
        </a:spcBef>
        <a:spcAft>
          <a:spcPts val="0"/>
        </a:spcAft>
        <a:buClrTx/>
        <a:buSzTx/>
        <a:buFontTx/>
        <a:buNone/>
        <a:defRPr sz="2400" b="0" i="0" u="none" strike="noStrike" cap="none" spc="0" baseline="0">
          <a:ln>
            <a:noFill/>
          </a:ln>
          <a:solidFill>
            <a:schemeClr val="tx1"/>
          </a:solidFill>
          <a:uFillTx/>
          <a:latin typeface="+mn-lt"/>
          <a:ea typeface="+mn-ea"/>
          <a:cs typeface="+mn-cs"/>
          <a:sym typeface="Helvetica Neue Light"/>
        </a:defRPr>
      </a:lvl5pPr>
      <a:lvl6pPr marL="0" marR="0" indent="1143000" algn="ctr" defTabSz="825500" latinLnBrk="0">
        <a:lnSpc>
          <a:spcPct val="100000"/>
        </a:lnSpc>
        <a:spcBef>
          <a:spcPts val="0"/>
        </a:spcBef>
        <a:spcAft>
          <a:spcPts val="0"/>
        </a:spcAft>
        <a:buClrTx/>
        <a:buSzTx/>
        <a:buFontTx/>
        <a:buNone/>
        <a:defRPr sz="2400" b="0" i="0" u="none" strike="noStrike" cap="none" spc="0" baseline="0">
          <a:ln>
            <a:noFill/>
          </a:ln>
          <a:solidFill>
            <a:schemeClr val="tx1"/>
          </a:solidFill>
          <a:uFillTx/>
          <a:latin typeface="+mn-lt"/>
          <a:ea typeface="+mn-ea"/>
          <a:cs typeface="+mn-cs"/>
          <a:sym typeface="Helvetica Neue Light"/>
        </a:defRPr>
      </a:lvl6pPr>
      <a:lvl7pPr marL="0" marR="0" indent="1371600" algn="ctr" defTabSz="825500" latinLnBrk="0">
        <a:lnSpc>
          <a:spcPct val="100000"/>
        </a:lnSpc>
        <a:spcBef>
          <a:spcPts val="0"/>
        </a:spcBef>
        <a:spcAft>
          <a:spcPts val="0"/>
        </a:spcAft>
        <a:buClrTx/>
        <a:buSzTx/>
        <a:buFontTx/>
        <a:buNone/>
        <a:defRPr sz="2400" b="0" i="0" u="none" strike="noStrike" cap="none" spc="0" baseline="0">
          <a:ln>
            <a:noFill/>
          </a:ln>
          <a:solidFill>
            <a:schemeClr val="tx1"/>
          </a:solidFill>
          <a:uFillTx/>
          <a:latin typeface="+mn-lt"/>
          <a:ea typeface="+mn-ea"/>
          <a:cs typeface="+mn-cs"/>
          <a:sym typeface="Helvetica Neue Light"/>
        </a:defRPr>
      </a:lvl7pPr>
      <a:lvl8pPr marL="0" marR="0" indent="1600200" algn="ctr" defTabSz="825500" latinLnBrk="0">
        <a:lnSpc>
          <a:spcPct val="100000"/>
        </a:lnSpc>
        <a:spcBef>
          <a:spcPts val="0"/>
        </a:spcBef>
        <a:spcAft>
          <a:spcPts val="0"/>
        </a:spcAft>
        <a:buClrTx/>
        <a:buSzTx/>
        <a:buFontTx/>
        <a:buNone/>
        <a:defRPr sz="2400" b="0" i="0" u="none" strike="noStrike" cap="none" spc="0" baseline="0">
          <a:ln>
            <a:noFill/>
          </a:ln>
          <a:solidFill>
            <a:schemeClr val="tx1"/>
          </a:solidFill>
          <a:uFillTx/>
          <a:latin typeface="+mn-lt"/>
          <a:ea typeface="+mn-ea"/>
          <a:cs typeface="+mn-cs"/>
          <a:sym typeface="Helvetica Neue Light"/>
        </a:defRPr>
      </a:lvl8pPr>
      <a:lvl9pPr marL="0" marR="0" indent="1828800" algn="ctr" defTabSz="825500" latinLnBrk="0">
        <a:lnSpc>
          <a:spcPct val="100000"/>
        </a:lnSpc>
        <a:spcBef>
          <a:spcPts val="0"/>
        </a:spcBef>
        <a:spcAft>
          <a:spcPts val="0"/>
        </a:spcAft>
        <a:buClrTx/>
        <a:buSzTx/>
        <a:buFontTx/>
        <a:buNone/>
        <a:defRPr sz="2400" b="0" i="0" u="none" strike="noStrike" cap="none" spc="0" baseline="0">
          <a:ln>
            <a:noFill/>
          </a:ln>
          <a:solidFill>
            <a:schemeClr val="tx1"/>
          </a:solidFill>
          <a:uFillTx/>
          <a:latin typeface="+mn-lt"/>
          <a:ea typeface="+mn-ea"/>
          <a:cs typeface="+mn-cs"/>
          <a:sym typeface="Helvetica Neue Light"/>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audio" Target="ppt/media/media1.m4a" TargetMode="External"/><Relationship Id="rId2" Type="http://schemas.microsoft.com/office/2007/relationships/media" Target="ppt/media/media1.m4a" TargetMode="External"/><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slideLayout" Target="../slideLayouts/slideLayout1.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audio" Target="ppt/media/media2.m4a" TargetMode="External"/><Relationship Id="rId2" Type="http://schemas.microsoft.com/office/2007/relationships/media" Target="ppt/media/media2.m4a" TargetMode="External"/><Relationship Id="rId3" Type="http://schemas.openxmlformats.org/officeDocument/2006/relationships/image" Target="../media/image3.png"/><Relationship Id="rId4" Type="http://schemas.openxmlformats.org/officeDocument/2006/relationships/slideLayout" Target="../slideLayouts/slideLayout2.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audio" Target="ppt/media/media3.m4a" TargetMode="External"/><Relationship Id="rId2" Type="http://schemas.microsoft.com/office/2007/relationships/media" Target="ppt/media/media3.m4a" TargetMode="External"/><Relationship Id="rId3" Type="http://schemas.openxmlformats.org/officeDocument/2006/relationships/image" Target="../media/image3.png"/><Relationship Id="rId4" Type="http://schemas.openxmlformats.org/officeDocument/2006/relationships/slideLayout" Target="../slideLayouts/slideLayout2.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audio" Target="ppt/media/media4.m4a" TargetMode="External"/><Relationship Id="rId2" Type="http://schemas.microsoft.com/office/2007/relationships/media" Target="ppt/media/media4.m4a" TargetMode="External"/><Relationship Id="rId3" Type="http://schemas.openxmlformats.org/officeDocument/2006/relationships/image" Target="../media/image3.png"/><Relationship Id="rId4" Type="http://schemas.openxmlformats.org/officeDocument/2006/relationships/tags" Target="../tags/tag1.xml"/><Relationship Id="rId5" Type="http://schemas.openxmlformats.org/officeDocument/2006/relationships/slideLayout" Target="../slideLayouts/slideLayout2.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png"/><Relationship Id="rId2" Type="http://schemas.openxmlformats.org/officeDocument/2006/relationships/audio" Target="ppt/media/media5.m4a" TargetMode="External"/><Relationship Id="rId3" Type="http://schemas.microsoft.com/office/2007/relationships/media" Target="ppt/media/media5.m4a" TargetMode="External"/><Relationship Id="rId4" Type="http://schemas.openxmlformats.org/officeDocument/2006/relationships/image" Target="../media/image3.png"/><Relationship Id="rId5" Type="http://schemas.openxmlformats.org/officeDocument/2006/relationships/tags" Target="../tags/tag2.xml"/><Relationship Id="rId6" Type="http://schemas.openxmlformats.org/officeDocument/2006/relationships/slideLayout" Target="../slideLayouts/slideLayout2.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GIF"/><Relationship Id="rId2" Type="http://schemas.openxmlformats.org/officeDocument/2006/relationships/audio" Target="ppt/media/media6.m4a" TargetMode="External"/><Relationship Id="rId3" Type="http://schemas.microsoft.com/office/2007/relationships/media" Target="ppt/media/media6.m4a" TargetMode="External"/><Relationship Id="rId4" Type="http://schemas.openxmlformats.org/officeDocument/2006/relationships/image" Target="../media/image3.png"/><Relationship Id="rId5" Type="http://schemas.openxmlformats.org/officeDocument/2006/relationships/tags" Target="../tags/tag3.xml"/><Relationship Id="rId6" Type="http://schemas.openxmlformats.org/officeDocument/2006/relationships/slideLayout" Target="../slideLayouts/slideLayout2.xml"/><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png"/><Relationship Id="rId2" Type="http://schemas.openxmlformats.org/officeDocument/2006/relationships/audio" Target="ppt/media/media7.m4a" TargetMode="External"/><Relationship Id="rId3" Type="http://schemas.microsoft.com/office/2007/relationships/media" Target="ppt/media/media7.m4a" TargetMode="External"/><Relationship Id="rId4" Type="http://schemas.openxmlformats.org/officeDocument/2006/relationships/image" Target="../media/image3.png"/><Relationship Id="rId5" Type="http://schemas.openxmlformats.org/officeDocument/2006/relationships/tags" Target="../tags/tag4.xml"/><Relationship Id="rId6" Type="http://schemas.openxmlformats.org/officeDocument/2006/relationships/slideLayout" Target="../slideLayouts/slideLayout2.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5.png"/><Relationship Id="rId2" Type="http://schemas.openxmlformats.org/officeDocument/2006/relationships/audio" Target="ppt/media/media8.m4a" TargetMode="External"/><Relationship Id="rId3" Type="http://schemas.microsoft.com/office/2007/relationships/media" Target="ppt/media/media8.m4a" TargetMode="External"/><Relationship Id="rId4" Type="http://schemas.openxmlformats.org/officeDocument/2006/relationships/image" Target="../media/image3.png"/><Relationship Id="rId5" Type="http://schemas.openxmlformats.org/officeDocument/2006/relationships/tags" Target="../tags/tag5.xml"/><Relationship Id="rId6" Type="http://schemas.openxmlformats.org/officeDocument/2006/relationships/slideLayout" Target="../slideLayouts/slideLayout2.xml"/><Relationship Id="rId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audio" Target="ppt/media/media9.m4a" TargetMode="External"/><Relationship Id="rId2" Type="http://schemas.microsoft.com/office/2007/relationships/media" Target="ppt/media/media9.m4a" TargetMode="External"/><Relationship Id="rId3" Type="http://schemas.openxmlformats.org/officeDocument/2006/relationships/image" Target="../media/image3.png"/><Relationship Id="rId4" Type="http://schemas.openxmlformats.org/officeDocument/2006/relationships/tags" Target="../tags/tag6.xml"/><Relationship Id="rId5" Type="http://schemas.openxmlformats.org/officeDocument/2006/relationships/slideLayout" Target="../slideLayouts/slideLayout2.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audio" Target="ppt/media/media10.m4a" TargetMode="External"/><Relationship Id="rId2" Type="http://schemas.microsoft.com/office/2007/relationships/media" Target="ppt/media/media10.m4a" TargetMode="External"/><Relationship Id="rId3" Type="http://schemas.openxmlformats.org/officeDocument/2006/relationships/image" Target="../media/image3.png"/><Relationship Id="rId4" Type="http://schemas.openxmlformats.org/officeDocument/2006/relationships/tags" Target="../tags/tag7.xml"/><Relationship Id="rId5" Type="http://schemas.openxmlformats.org/officeDocument/2006/relationships/slideLayout" Target="../slideLayouts/slideLayout2.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audio" Target="ppt/media/media11.m4a" TargetMode="External"/><Relationship Id="rId2" Type="http://schemas.microsoft.com/office/2007/relationships/media" Target="ppt/media/media11.m4a" TargetMode="External"/><Relationship Id="rId3" Type="http://schemas.openxmlformats.org/officeDocument/2006/relationships/image" Target="../media/image3.png"/><Relationship Id="rId4" Type="http://schemas.openxmlformats.org/officeDocument/2006/relationships/tags" Target="../tags/tag8.xml"/><Relationship Id="rId5" Type="http://schemas.openxmlformats.org/officeDocument/2006/relationships/slideLayout" Target="../slideLayouts/slideLayout2.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audio" Target="ppt/media/media12.m4a" TargetMode="External"/><Relationship Id="rId2" Type="http://schemas.microsoft.com/office/2007/relationships/media" Target="ppt/media/media12.m4a" TargetMode="External"/><Relationship Id="rId3" Type="http://schemas.openxmlformats.org/officeDocument/2006/relationships/image" Target="../media/image3.png"/><Relationship Id="rId4" Type="http://schemas.openxmlformats.org/officeDocument/2006/relationships/tags" Target="../tags/tag9.xml"/><Relationship Id="rId5" Type="http://schemas.openxmlformats.org/officeDocument/2006/relationships/slideLayout" Target="../slideLayouts/slideLayout2.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audio" Target="ppt/media/media13.m4a" TargetMode="External"/><Relationship Id="rId2" Type="http://schemas.microsoft.com/office/2007/relationships/media" Target="ppt/media/media13.m4a" TargetMode="External"/><Relationship Id="rId3" Type="http://schemas.openxmlformats.org/officeDocument/2006/relationships/image" Target="../media/image3.png"/><Relationship Id="rId4" Type="http://schemas.openxmlformats.org/officeDocument/2006/relationships/tags" Target="../tags/tag10.xml"/><Relationship Id="rId5" Type="http://schemas.openxmlformats.org/officeDocument/2006/relationships/slideLayout" Target="../slideLayouts/slideLayout2.xml"/><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5.png"/><Relationship Id="rId2" Type="http://schemas.openxmlformats.org/officeDocument/2006/relationships/audio" Target="ppt/media/media14.m4a" TargetMode="External"/><Relationship Id="rId3" Type="http://schemas.microsoft.com/office/2007/relationships/media" Target="ppt/media/media14.m4a" TargetMode="External"/><Relationship Id="rId4" Type="http://schemas.openxmlformats.org/officeDocument/2006/relationships/image" Target="../media/image3.png"/><Relationship Id="rId5" Type="http://schemas.openxmlformats.org/officeDocument/2006/relationships/tags" Target="../tags/tag11.xml"/><Relationship Id="rId6" Type="http://schemas.openxmlformats.org/officeDocument/2006/relationships/slideLayout" Target="../slideLayouts/slideLayout2.xml"/><Relationship Id="rId7"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audio" Target="ppt/media/media15.m4a" TargetMode="External"/><Relationship Id="rId2" Type="http://schemas.microsoft.com/office/2007/relationships/media" Target="ppt/media/media15.m4a" TargetMode="External"/><Relationship Id="rId3" Type="http://schemas.openxmlformats.org/officeDocument/2006/relationships/image" Target="../media/image3.png"/><Relationship Id="rId4" Type="http://schemas.openxmlformats.org/officeDocument/2006/relationships/tags" Target="../tags/tag12.xml"/><Relationship Id="rId5" Type="http://schemas.openxmlformats.org/officeDocument/2006/relationships/slideLayout" Target="../slideLayouts/slideLayout2.xml"/><Relationship Id="rId6"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audio" Target="ppt/media/media16.m4a" TargetMode="External"/><Relationship Id="rId2" Type="http://schemas.microsoft.com/office/2007/relationships/media" Target="ppt/media/media16.m4a" TargetMode="External"/><Relationship Id="rId3" Type="http://schemas.openxmlformats.org/officeDocument/2006/relationships/image" Target="../media/image3.png"/><Relationship Id="rId4" Type="http://schemas.openxmlformats.org/officeDocument/2006/relationships/tags" Target="../tags/tag13.xml"/><Relationship Id="rId5" Type="http://schemas.openxmlformats.org/officeDocument/2006/relationships/slideLayout" Target="../slideLayouts/slideLayout2.xml"/><Relationship Id="rId6"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8.png"/><Relationship Id="rId2" Type="http://schemas.openxmlformats.org/officeDocument/2006/relationships/audio" Target="ppt/media/media17.m4a" TargetMode="External"/><Relationship Id="rId3" Type="http://schemas.microsoft.com/office/2007/relationships/media" Target="ppt/media/media17.m4a" TargetMode="External"/><Relationship Id="rId4" Type="http://schemas.openxmlformats.org/officeDocument/2006/relationships/image" Target="../media/image3.png"/><Relationship Id="rId5" Type="http://schemas.openxmlformats.org/officeDocument/2006/relationships/tags" Target="../tags/tag14.xml"/><Relationship Id="rId6" Type="http://schemas.openxmlformats.org/officeDocument/2006/relationships/slideLayout" Target="../slideLayouts/slideLayout2.xml"/><Relationship Id="rId7"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audio" Target="ppt/media/media18.m4a" TargetMode="External"/><Relationship Id="rId2" Type="http://schemas.microsoft.com/office/2007/relationships/media" Target="ppt/media/media18.m4a" TargetMode="External"/><Relationship Id="rId3" Type="http://schemas.openxmlformats.org/officeDocument/2006/relationships/image" Target="../media/image3.png"/><Relationship Id="rId4" Type="http://schemas.openxmlformats.org/officeDocument/2006/relationships/slideLayout" Target="../slideLayouts/slideLayout2.xml"/><Relationship Id="rId5"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audio" Target="ppt/media/media19.m4a" TargetMode="External"/><Relationship Id="rId2" Type="http://schemas.microsoft.com/office/2007/relationships/media" Target="ppt/media/media19.m4a" TargetMode="External"/><Relationship Id="rId3" Type="http://schemas.openxmlformats.org/officeDocument/2006/relationships/image" Target="../media/image3.png"/><Relationship Id="rId4" Type="http://schemas.openxmlformats.org/officeDocument/2006/relationships/slideLayout" Target="../slideLayouts/slideLayout2.xml"/><Relationship Id="rId5"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audio" Target="ppt/media/media20.m4a" TargetMode="External"/><Relationship Id="rId2" Type="http://schemas.microsoft.com/office/2007/relationships/media" Target="ppt/media/media20.m4a" TargetMode="External"/><Relationship Id="rId3" Type="http://schemas.openxmlformats.org/officeDocument/2006/relationships/image" Target="../media/image3.png"/><Relationship Id="rId4" Type="http://schemas.openxmlformats.org/officeDocument/2006/relationships/tags" Target="../tags/tag15.xml"/><Relationship Id="rId5" Type="http://schemas.openxmlformats.org/officeDocument/2006/relationships/slideLayout" Target="../slideLayouts/slideLayout2.xml"/><Relationship Id="rId6"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audio" Target="ppt/media/media21.m4a" TargetMode="External"/><Relationship Id="rId2" Type="http://schemas.microsoft.com/office/2007/relationships/media" Target="ppt/media/media21.m4a" TargetMode="External"/><Relationship Id="rId3" Type="http://schemas.openxmlformats.org/officeDocument/2006/relationships/image" Target="../media/image3.png"/><Relationship Id="rId4" Type="http://schemas.openxmlformats.org/officeDocument/2006/relationships/tags" Target="../tags/tag16.xml"/><Relationship Id="rId5" Type="http://schemas.openxmlformats.org/officeDocument/2006/relationships/slideLayout" Target="../slideLayouts/slideLayout2.xml"/><Relationship Id="rId6"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audio" Target="ppt/media/media22.m4a" TargetMode="External"/><Relationship Id="rId2" Type="http://schemas.microsoft.com/office/2007/relationships/media" Target="ppt/media/media22.m4a" TargetMode="External"/><Relationship Id="rId3" Type="http://schemas.openxmlformats.org/officeDocument/2006/relationships/image" Target="../media/image3.png"/><Relationship Id="rId4" Type="http://schemas.openxmlformats.org/officeDocument/2006/relationships/tags" Target="../tags/tag17.xml"/><Relationship Id="rId5" Type="http://schemas.openxmlformats.org/officeDocument/2006/relationships/slideLayout" Target="../slideLayouts/slideLayout2.xml"/><Relationship Id="rId6"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audio" Target="ppt/media/media23.m4a" TargetMode="External"/><Relationship Id="rId2" Type="http://schemas.microsoft.com/office/2007/relationships/media" Target="ppt/media/media23.m4a" TargetMode="External"/><Relationship Id="rId3" Type="http://schemas.openxmlformats.org/officeDocument/2006/relationships/image" Target="../media/image3.png"/><Relationship Id="rId4" Type="http://schemas.openxmlformats.org/officeDocument/2006/relationships/slideLayout" Target="../slideLayouts/slideLayout2.xml"/><Relationship Id="rId5"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audio" Target="ppt/media/media24.m4a" TargetMode="External"/><Relationship Id="rId2" Type="http://schemas.microsoft.com/office/2007/relationships/media" Target="ppt/media/media24.m4a" TargetMode="External"/><Relationship Id="rId3" Type="http://schemas.openxmlformats.org/officeDocument/2006/relationships/image" Target="../media/image3.png"/><Relationship Id="rId4" Type="http://schemas.openxmlformats.org/officeDocument/2006/relationships/slideLayout" Target="../slideLayouts/slideLayout2.xml"/><Relationship Id="rId5"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audio" Target="ppt/media/media25.m4a" TargetMode="External"/><Relationship Id="rId2" Type="http://schemas.microsoft.com/office/2007/relationships/media" Target="ppt/media/media25.m4a" TargetMode="External"/><Relationship Id="rId3" Type="http://schemas.openxmlformats.org/officeDocument/2006/relationships/image" Target="../media/image3.png"/><Relationship Id="rId4" Type="http://schemas.openxmlformats.org/officeDocument/2006/relationships/tags" Target="../tags/tag18.xml"/><Relationship Id="rId5" Type="http://schemas.openxmlformats.org/officeDocument/2006/relationships/slideLayout" Target="../slideLayouts/slideLayout2.xml"/><Relationship Id="rId6"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audio" Target="ppt/media/media26.m4a" TargetMode="External"/><Relationship Id="rId2" Type="http://schemas.microsoft.com/office/2007/relationships/media" Target="ppt/media/media26.m4a" TargetMode="External"/><Relationship Id="rId3" Type="http://schemas.openxmlformats.org/officeDocument/2006/relationships/image" Target="../media/image3.png"/><Relationship Id="rId4" Type="http://schemas.openxmlformats.org/officeDocument/2006/relationships/tags" Target="../tags/tag19.xml"/><Relationship Id="rId5" Type="http://schemas.openxmlformats.org/officeDocument/2006/relationships/slideLayout" Target="../slideLayouts/slideLayout2.xml"/><Relationship Id="rId6"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audio" Target="ppt/media/media27.m4a" TargetMode="External"/><Relationship Id="rId2" Type="http://schemas.microsoft.com/office/2007/relationships/media" Target="ppt/media/media27.m4a" TargetMode="External"/><Relationship Id="rId3" Type="http://schemas.openxmlformats.org/officeDocument/2006/relationships/image" Target="../media/image3.png"/><Relationship Id="rId4" Type="http://schemas.openxmlformats.org/officeDocument/2006/relationships/slideLayout" Target="../slideLayouts/slideLayout2.xml"/><Relationship Id="rId5"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audio" Target="ppt/media/media28.m4a" TargetMode="External"/><Relationship Id="rId2" Type="http://schemas.microsoft.com/office/2007/relationships/media" Target="ppt/media/media28.m4a" TargetMode="External"/><Relationship Id="rId3" Type="http://schemas.openxmlformats.org/officeDocument/2006/relationships/image" Target="../media/image3.png"/><Relationship Id="rId4" Type="http://schemas.openxmlformats.org/officeDocument/2006/relationships/slideLayout" Target="../slideLayouts/slideLayout2.xml"/><Relationship Id="rId5"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audio" Target="ppt/media/media29.m4a" TargetMode="External"/><Relationship Id="rId2" Type="http://schemas.microsoft.com/office/2007/relationships/media" Target="ppt/media/media29.m4a" TargetMode="External"/><Relationship Id="rId3" Type="http://schemas.openxmlformats.org/officeDocument/2006/relationships/image" Target="../media/image3.png"/><Relationship Id="rId4" Type="http://schemas.openxmlformats.org/officeDocument/2006/relationships/slideLayout" Target="../slideLayouts/slideLayout3.xml"/><Relationship Id="rId5" Type="http://schemas.openxmlformats.org/officeDocument/2006/relationships/notesSlide" Target="../notesSlides/notesSlide2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 name="主标题：替换文字、加粗"/>
          <p:cNvSpPr txBox="1"/>
          <p:nvPr/>
        </p:nvSpPr>
        <p:spPr>
          <a:xfrm>
            <a:off x="1217066" y="5533896"/>
            <a:ext cx="12336711" cy="1733808"/>
          </a:xfrm>
          <a:prstGeom prst="rect">
            <a:avLst/>
          </a:prstGeom>
          <a:ln w="12700">
            <a:miter lim="400000"/>
          </a:ln>
        </p:spPr>
        <p:txBody>
          <a:bodyPr wrap="none" lIns="50800" tIns="50800" rIns="50800" bIns="50800" anchor="ctr">
            <a:spAutoFit/>
          </a:bodyPr>
          <a:lstStyle>
            <a:lvl1pPr algn="l" defTabSz="215265">
              <a:defRPr sz="1060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lvl1pPr>
          </a:lstStyle>
          <a:p>
            <a:r>
              <a:rPr lang="zh-CN" altLang="en-US" dirty="0"/>
              <a:t>智能时代的软件测试</a:t>
            </a:r>
            <a:endParaRPr dirty="0"/>
          </a:p>
        </p:txBody>
      </p:sp>
      <p:sp>
        <p:nvSpPr>
          <p:cNvPr id="123" name="专业技能培养云/职业技能实践云/创新成果转化云"/>
          <p:cNvSpPr txBox="1"/>
          <p:nvPr/>
        </p:nvSpPr>
        <p:spPr>
          <a:xfrm>
            <a:off x="1217066" y="8199240"/>
            <a:ext cx="12958676" cy="1025922"/>
          </a:xfrm>
          <a:prstGeom prst="rect">
            <a:avLst/>
          </a:prstGeom>
          <a:ln w="12700">
            <a:miter lim="400000"/>
          </a:ln>
        </p:spPr>
        <p:txBody>
          <a:bodyPr wrap="none" lIns="50800" tIns="50800" rIns="50800" bIns="50800" anchor="ctr">
            <a:spAutoFit/>
          </a:bodyPr>
          <a:lstStyle/>
          <a:p>
            <a:pPr algn="l" defTabSz="215265">
              <a:defRPr sz="6000" b="0">
                <a:latin typeface="MicrosoftYaHeiLight"/>
                <a:ea typeface="MicrosoftYaHeiLight"/>
                <a:cs typeface="MicrosoftYaHeiLight"/>
                <a:sym typeface="MicrosoftYaHeiLight"/>
              </a:defRPr>
            </a:pPr>
            <a:r>
              <a:rPr lang="en-US" altLang="zh-CN"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3.4</a:t>
            </a:r>
            <a:r>
              <a:rPr lang="zh-CN" altLang="en-US"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 组合测试和基于状态机的测试方法</a:t>
            </a:r>
            <a:endParaRPr lang="en-US" altLang="zh-CN"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 name="专业技能培养云/职业技能实践云/创新成果转化云"/>
          <p:cNvSpPr txBox="1"/>
          <p:nvPr/>
        </p:nvSpPr>
        <p:spPr>
          <a:xfrm>
            <a:off x="15084051" y="8199756"/>
            <a:ext cx="228600" cy="1024890"/>
          </a:xfrm>
          <a:prstGeom prst="rect">
            <a:avLst/>
          </a:prstGeom>
          <a:ln w="12700">
            <a:miter lim="400000"/>
          </a:ln>
        </p:spPr>
        <p:txBody>
          <a:bodyPr wrap="none" lIns="50800" tIns="50800" rIns="50800" bIns="50800" anchor="ctr">
            <a:spAutoFit/>
          </a:bodyPr>
          <a:lstStyle/>
          <a:p>
            <a:pPr algn="l" defTabSz="215265">
              <a:defRPr sz="6000" b="0">
                <a:latin typeface="MicrosoftYaHeiLight"/>
                <a:ea typeface="MicrosoftYaHeiLight"/>
                <a:cs typeface="MicrosoftYaHeiLight"/>
                <a:sym typeface="MicrosoftYaHeiLight"/>
              </a:defRPr>
            </a:pPr>
            <a:endParaRPr lang="en-US" altLang="zh-CN"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2" name="音频 1">
            <a:hlinkClick r:id="" action="ppaction://media"/>
          </p:cNvPr>
          <p:cNvPicPr>
            <a:picLocks noChangeAspect="1"/>
          </p:cNvPicPr>
          <p:nvPr>
            <a:audioFile r:link="rId1"/>
            <p:extLst>
              <p:ext uri="{DAA4B4D4-6D71-4841-9C94-3DE7FCFB9230}">
                <p14:media xmlns:p14="http://schemas.microsoft.com/office/powerpoint/2010/main" r:link="rId2"/>
              </p:ext>
            </p:extLst>
          </p:nvPr>
        </p:nvPicPr>
        <p:blipFill>
          <a:blip r:embed="rId3"/>
          <a:stretch>
            <a:fillRect/>
          </a:stretch>
        </p:blipFill>
        <p:spPr>
          <a:xfrm>
            <a:off x="23923625" y="13255625"/>
            <a:ext cx="244475" cy="244475"/>
          </a:xfrm>
          <a:prstGeom prst="rect">
            <a:avLst/>
          </a:prstGeom>
        </p:spPr>
      </p:pic>
      <p:pic>
        <p:nvPicPr>
          <p:cNvPr id="3" name="图片 2"/>
          <p:cNvPicPr>
            <a:picLocks noChangeAspect="1"/>
          </p:cNvPicPr>
          <p:nvPr/>
        </p:nvPicPr>
        <p:blipFill>
          <a:blip r:embed="rId4"/>
          <a:stretch>
            <a:fillRect/>
          </a:stretch>
        </p:blipFill>
        <p:spPr>
          <a:xfrm>
            <a:off x="706755" y="986155"/>
            <a:ext cx="2743835" cy="692785"/>
          </a:xfrm>
          <a:prstGeom prst="rect">
            <a:avLst/>
          </a:prstGeom>
        </p:spPr>
      </p:pic>
    </p:spTree>
  </p:cSld>
  <p:clrMapOvr>
    <a:masterClrMapping/>
  </p:clrMapOvr>
  <p:transition spd="med" advTm="12710"/>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2"/>
                </p:tgtEl>
              </p:cMediaNode>
            </p:audio>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 name="矩形"/>
          <p:cNvSpPr/>
          <p:nvPr/>
        </p:nvSpPr>
        <p:spPr>
          <a:xfrm>
            <a:off x="0" y="-1"/>
            <a:ext cx="7841556" cy="13716001"/>
          </a:xfrm>
          <a:prstGeom prst="rect">
            <a:avLst/>
          </a:prstGeom>
          <a:solidFill>
            <a:srgbClr val="A8271A"/>
          </a:solidFill>
          <a:ln w="12700">
            <a:miter lim="400000"/>
          </a:ln>
        </p:spPr>
        <p:txBody>
          <a:bodyPr lIns="0" tIns="0" rIns="0" bIns="0" anchor="ctr"/>
          <a:lstStyle/>
          <a:p>
            <a:pPr>
              <a:defRPr sz="3200" b="0">
                <a:solidFill>
                  <a:srgbClr val="FFFFFF"/>
                </a:solidFill>
                <a:latin typeface="+mn-lt"/>
                <a:ea typeface="+mn-ea"/>
                <a:cs typeface="+mn-cs"/>
                <a:sym typeface="Helvetica Neue Medium"/>
              </a:defRPr>
            </a:pPr>
          </a:p>
        </p:txBody>
      </p:sp>
      <p:grpSp>
        <p:nvGrpSpPr>
          <p:cNvPr id="3" name="组合 2"/>
          <p:cNvGrpSpPr/>
          <p:nvPr/>
        </p:nvGrpSpPr>
        <p:grpSpPr>
          <a:xfrm>
            <a:off x="1020575" y="5555311"/>
            <a:ext cx="5189258" cy="2605375"/>
            <a:chOff x="1130303" y="5796540"/>
            <a:chExt cx="5189258" cy="2605375"/>
          </a:xfrm>
        </p:grpSpPr>
        <p:sp>
          <p:nvSpPr>
            <p:cNvPr id="132" name="文本框 3"/>
            <p:cNvSpPr txBox="1"/>
            <p:nvPr/>
          </p:nvSpPr>
          <p:spPr>
            <a:xfrm>
              <a:off x="1821401" y="7230559"/>
              <a:ext cx="3807062" cy="906381"/>
            </a:xfrm>
            <a:prstGeom prst="rect">
              <a:avLst/>
            </a:prstGeom>
            <a:ln w="12700">
              <a:miter lim="400000"/>
            </a:ln>
          </p:spPr>
          <p:txBody>
            <a:bodyPr lIns="45719" rIns="45719"/>
            <a:lstStyle>
              <a:lvl1pPr defTabSz="914400">
                <a:defRPr sz="240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lvl1pPr>
            </a:lstStyle>
            <a:p>
              <a:r>
                <a:rPr dirty="0"/>
                <a:t>CONTENTS</a:t>
              </a:r>
              <a:endParaRPr dirty="0"/>
            </a:p>
          </p:txBody>
        </p:sp>
        <p:sp>
          <p:nvSpPr>
            <p:cNvPr id="133" name="文本框 3"/>
            <p:cNvSpPr txBox="1"/>
            <p:nvPr/>
          </p:nvSpPr>
          <p:spPr>
            <a:xfrm>
              <a:off x="1130303" y="5796540"/>
              <a:ext cx="5189258" cy="2605375"/>
            </a:xfrm>
            <a:prstGeom prst="rect">
              <a:avLst/>
            </a:prstGeom>
            <a:ln w="12700">
              <a:miter lim="400000"/>
            </a:ln>
          </p:spPr>
          <p:txBody>
            <a:bodyPr lIns="45719" rIns="45719"/>
            <a:lstStyle>
              <a:lvl1pPr defTabSz="914400">
                <a:defRPr sz="7000" spc="1166">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lvl1pPr>
            </a:lstStyle>
            <a:p>
              <a:pPr>
                <a:defRPr b="0">
                  <a:latin typeface="Arial Black" panose="020B0A04020102020204"/>
                  <a:ea typeface="Arial Black" panose="020B0A04020102020204"/>
                  <a:cs typeface="Arial Black" panose="020B0A04020102020204"/>
                  <a:sym typeface="Arial Black" panose="020B0A04020102020204"/>
                </a:defRPr>
              </a:pPr>
              <a:r>
                <a:rPr b="1" dirty="0">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目录</a:t>
              </a:r>
              <a:endParaRPr b="1" dirty="0">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grpSp>
      <p:grpSp>
        <p:nvGrpSpPr>
          <p:cNvPr id="130" name="成组"/>
          <p:cNvGrpSpPr/>
          <p:nvPr/>
        </p:nvGrpSpPr>
        <p:grpSpPr>
          <a:xfrm>
            <a:off x="9136452" y="2478174"/>
            <a:ext cx="5947866" cy="1343465"/>
            <a:chOff x="0" y="0"/>
            <a:chExt cx="5830084" cy="1343464"/>
          </a:xfrm>
        </p:grpSpPr>
        <p:sp>
          <p:nvSpPr>
            <p:cNvPr id="127" name="矩形 5"/>
            <p:cNvSpPr txBox="1"/>
            <p:nvPr/>
          </p:nvSpPr>
          <p:spPr>
            <a:xfrm>
              <a:off x="2084780" y="244454"/>
              <a:ext cx="3745304" cy="854556"/>
            </a:xfrm>
            <a:prstGeom prst="rect">
              <a:avLst/>
            </a:prstGeom>
            <a:noFill/>
            <a:ln w="12700" cap="flat">
              <a:noFill/>
              <a:miter lim="400000"/>
            </a:ln>
            <a:effectLst/>
          </p:spPr>
          <p:txBody>
            <a:bodyPr wrap="square" lIns="45719" tIns="45719" rIns="45719" bIns="45719" numCol="1" anchor="t">
              <a:noAutofit/>
            </a:bodyPr>
            <a:lstStyle>
              <a:lvl1pPr defTabSz="914400">
                <a:defRPr sz="3600" b="0">
                  <a:solidFill>
                    <a:srgbClr val="40404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lvl1pPr>
            </a:lstStyle>
            <a:p>
              <a:pPr algn="l"/>
              <a:r>
                <a:rPr lang="zh-CN" altLang="en-US" sz="4400" dirty="0">
                  <a:solidFill>
                    <a:srgbClr val="000000"/>
                  </a:solidFill>
                </a:rPr>
                <a:t>组合测试</a:t>
              </a:r>
              <a:endParaRPr lang="zh-CN" altLang="en-US" sz="4400" dirty="0">
                <a:solidFill>
                  <a:srgbClr val="000000"/>
                </a:solidFill>
              </a:endParaRPr>
            </a:p>
          </p:txBody>
        </p:sp>
        <p:sp>
          <p:nvSpPr>
            <p:cNvPr id="128" name="Freeform 5"/>
            <p:cNvSpPr/>
            <p:nvPr/>
          </p:nvSpPr>
          <p:spPr>
            <a:xfrm rot="5400000">
              <a:off x="107376" y="66017"/>
              <a:ext cx="1343464" cy="1211429"/>
            </a:xfrm>
            <a:custGeom>
              <a:avLst/>
              <a:gdLst/>
              <a:ahLst/>
              <a:cxnLst>
                <a:cxn ang="0">
                  <a:pos x="wd2" y="hd2"/>
                </a:cxn>
                <a:cxn ang="5400000">
                  <a:pos x="wd2" y="hd2"/>
                </a:cxn>
                <a:cxn ang="10800000">
                  <a:pos x="wd2" y="hd2"/>
                </a:cxn>
                <a:cxn ang="16200000">
                  <a:pos x="wd2" y="hd2"/>
                </a:cxn>
              </a:cxnLst>
              <a:rect l="0" t="0" r="r" b="b"/>
              <a:pathLst>
                <a:path w="21600" h="21583" extrusionOk="0">
                  <a:moveTo>
                    <a:pt x="16957" y="20435"/>
                  </a:moveTo>
                  <a:cubicBezTo>
                    <a:pt x="16775" y="20771"/>
                    <a:pt x="16523" y="21062"/>
                    <a:pt x="16200" y="21274"/>
                  </a:cubicBezTo>
                  <a:cubicBezTo>
                    <a:pt x="15861" y="21495"/>
                    <a:pt x="15491" y="21592"/>
                    <a:pt x="15120" y="21583"/>
                  </a:cubicBezTo>
                  <a:lnTo>
                    <a:pt x="6433" y="21583"/>
                  </a:lnTo>
                  <a:cubicBezTo>
                    <a:pt x="6086" y="21583"/>
                    <a:pt x="5723" y="21486"/>
                    <a:pt x="5400" y="21274"/>
                  </a:cubicBezTo>
                  <a:cubicBezTo>
                    <a:pt x="5077" y="21062"/>
                    <a:pt x="4817" y="20771"/>
                    <a:pt x="4643" y="20426"/>
                  </a:cubicBezTo>
                  <a:lnTo>
                    <a:pt x="284" y="11966"/>
                  </a:lnTo>
                  <a:cubicBezTo>
                    <a:pt x="102" y="11622"/>
                    <a:pt x="0" y="11225"/>
                    <a:pt x="0" y="10792"/>
                  </a:cubicBezTo>
                  <a:cubicBezTo>
                    <a:pt x="0" y="10359"/>
                    <a:pt x="102" y="9962"/>
                    <a:pt x="284" y="9609"/>
                  </a:cubicBezTo>
                  <a:lnTo>
                    <a:pt x="4627" y="1184"/>
                  </a:lnTo>
                  <a:cubicBezTo>
                    <a:pt x="4809" y="840"/>
                    <a:pt x="5069" y="531"/>
                    <a:pt x="5400" y="319"/>
                  </a:cubicBezTo>
                  <a:cubicBezTo>
                    <a:pt x="5707" y="116"/>
                    <a:pt x="6046" y="10"/>
                    <a:pt x="6385" y="1"/>
                  </a:cubicBezTo>
                  <a:lnTo>
                    <a:pt x="15104" y="1"/>
                  </a:lnTo>
                  <a:cubicBezTo>
                    <a:pt x="15475" y="-8"/>
                    <a:pt x="15853" y="89"/>
                    <a:pt x="16200" y="319"/>
                  </a:cubicBezTo>
                  <a:cubicBezTo>
                    <a:pt x="16523" y="522"/>
                    <a:pt x="16783" y="813"/>
                    <a:pt x="16957" y="1158"/>
                  </a:cubicBezTo>
                  <a:lnTo>
                    <a:pt x="21300" y="9582"/>
                  </a:lnTo>
                  <a:cubicBezTo>
                    <a:pt x="21490" y="9935"/>
                    <a:pt x="21600" y="10350"/>
                    <a:pt x="21600" y="10792"/>
                  </a:cubicBezTo>
                  <a:cubicBezTo>
                    <a:pt x="21600" y="11242"/>
                    <a:pt x="21490" y="11657"/>
                    <a:pt x="21293" y="12011"/>
                  </a:cubicBezTo>
                  <a:lnTo>
                    <a:pt x="16957" y="20435"/>
                  </a:lnTo>
                  <a:close/>
                </a:path>
              </a:pathLst>
            </a:custGeom>
            <a:solidFill>
              <a:srgbClr val="A8271A"/>
            </a:solidFill>
            <a:ln w="12700" cap="flat">
              <a:noFill/>
              <a:miter lim="400000"/>
            </a:ln>
            <a:effectLst/>
          </p:spPr>
          <p:txBody>
            <a:bodyPr wrap="square" lIns="45719" tIns="45719" rIns="45719" bIns="45719" numCol="1" anchor="ctr">
              <a:noAutofit/>
            </a:bodyPr>
            <a:lstStyle/>
            <a:p>
              <a:pPr defTabSz="914400">
                <a:defRPr sz="4800" b="0">
                  <a:solidFill>
                    <a:srgbClr val="FFFFFF"/>
                  </a:solidFill>
                  <a:latin typeface="Calibri" panose="020F0502020204030204"/>
                  <a:ea typeface="Calibri" panose="020F0502020204030204"/>
                  <a:cs typeface="Calibri" panose="020F0502020204030204"/>
                  <a:sym typeface="Calibri" panose="020F0502020204030204"/>
                </a:defRPr>
              </a:pPr>
            </a:p>
          </p:txBody>
        </p:sp>
        <p:sp>
          <p:nvSpPr>
            <p:cNvPr id="129" name="矩形 11"/>
            <p:cNvSpPr txBox="1"/>
            <p:nvPr/>
          </p:nvSpPr>
          <p:spPr>
            <a:xfrm>
              <a:off x="0" y="189733"/>
              <a:ext cx="1558216" cy="963997"/>
            </a:xfrm>
            <a:prstGeom prst="rect">
              <a:avLst/>
            </a:prstGeom>
            <a:noFill/>
            <a:ln w="12700" cap="flat">
              <a:noFill/>
              <a:miter lim="400000"/>
            </a:ln>
            <a:effectLst/>
          </p:spPr>
          <p:txBody>
            <a:bodyPr wrap="square" lIns="45719" tIns="45719" rIns="45719" bIns="45719" numCol="1" anchor="ctr">
              <a:noAutofit/>
            </a:bodyPr>
            <a:lstStyle>
              <a:lvl1pPr defTabSz="914400">
                <a:defRPr sz="4600" b="0">
                  <a:solidFill>
                    <a:srgbClr val="FFFFFF"/>
                  </a:solidFill>
                  <a:latin typeface="Calibri" panose="020F0502020204030204"/>
                  <a:ea typeface="Calibri" panose="020F0502020204030204"/>
                  <a:cs typeface="Calibri" panose="020F0502020204030204"/>
                  <a:sym typeface="Calibri" panose="020F0502020204030204"/>
                </a:defRPr>
              </a:lvl1pPr>
            </a:lstStyle>
            <a:p>
              <a:r>
                <a:t>01</a:t>
              </a:r>
            </a:p>
          </p:txBody>
        </p:sp>
      </p:grpSp>
      <p:sp>
        <p:nvSpPr>
          <p:cNvPr id="134" name="矩形 5"/>
          <p:cNvSpPr txBox="1"/>
          <p:nvPr/>
        </p:nvSpPr>
        <p:spPr>
          <a:xfrm>
            <a:off x="11263349" y="4605410"/>
            <a:ext cx="5682868" cy="715196"/>
          </a:xfrm>
          <a:prstGeom prst="rect">
            <a:avLst/>
          </a:prstGeom>
          <a:noFill/>
          <a:ln w="12700" cap="flat">
            <a:noFill/>
            <a:miter lim="400000"/>
          </a:ln>
          <a:effectLst/>
        </p:spPr>
        <p:txBody>
          <a:bodyPr wrap="square" lIns="45719" tIns="45719" rIns="45719" bIns="45719" numCol="1" anchor="t">
            <a:noAutofit/>
          </a:bodyPr>
          <a:lstStyle>
            <a:lvl1pPr defTabSz="914400">
              <a:defRPr sz="3600" b="0">
                <a:solidFill>
                  <a:srgbClr val="40404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lvl1pPr>
          </a:lstStyle>
          <a:p>
            <a:pPr algn="l"/>
            <a:r>
              <a:rPr lang="zh-CN" altLang="en-US" sz="4400" dirty="0">
                <a:solidFill>
                  <a:schemeClr val="tx1"/>
                </a:solidFill>
              </a:rPr>
              <a:t>基于状态机的测试方法</a:t>
            </a:r>
            <a:endParaRPr sz="4400" dirty="0">
              <a:solidFill>
                <a:schemeClr val="tx1"/>
              </a:solidFill>
            </a:endParaRPr>
          </a:p>
        </p:txBody>
      </p:sp>
      <p:sp>
        <p:nvSpPr>
          <p:cNvPr id="135" name="Freeform 5"/>
          <p:cNvSpPr/>
          <p:nvPr/>
        </p:nvSpPr>
        <p:spPr>
          <a:xfrm rot="5400000">
            <a:off x="9259567" y="4386002"/>
            <a:ext cx="1343465" cy="1235903"/>
          </a:xfrm>
          <a:custGeom>
            <a:avLst/>
            <a:gdLst/>
            <a:ahLst/>
            <a:cxnLst>
              <a:cxn ang="0">
                <a:pos x="wd2" y="hd2"/>
              </a:cxn>
              <a:cxn ang="5400000">
                <a:pos x="wd2" y="hd2"/>
              </a:cxn>
              <a:cxn ang="10800000">
                <a:pos x="wd2" y="hd2"/>
              </a:cxn>
              <a:cxn ang="16200000">
                <a:pos x="wd2" y="hd2"/>
              </a:cxn>
            </a:cxnLst>
            <a:rect l="0" t="0" r="r" b="b"/>
            <a:pathLst>
              <a:path w="21600" h="21583" extrusionOk="0">
                <a:moveTo>
                  <a:pt x="16957" y="20435"/>
                </a:moveTo>
                <a:cubicBezTo>
                  <a:pt x="16775" y="20771"/>
                  <a:pt x="16523" y="21062"/>
                  <a:pt x="16200" y="21274"/>
                </a:cubicBezTo>
                <a:cubicBezTo>
                  <a:pt x="15861" y="21495"/>
                  <a:pt x="15491" y="21592"/>
                  <a:pt x="15120" y="21583"/>
                </a:cubicBezTo>
                <a:lnTo>
                  <a:pt x="6433" y="21583"/>
                </a:lnTo>
                <a:cubicBezTo>
                  <a:pt x="6086" y="21583"/>
                  <a:pt x="5723" y="21486"/>
                  <a:pt x="5400" y="21274"/>
                </a:cubicBezTo>
                <a:cubicBezTo>
                  <a:pt x="5077" y="21062"/>
                  <a:pt x="4817" y="20771"/>
                  <a:pt x="4643" y="20426"/>
                </a:cubicBezTo>
                <a:lnTo>
                  <a:pt x="284" y="11966"/>
                </a:lnTo>
                <a:cubicBezTo>
                  <a:pt x="102" y="11622"/>
                  <a:pt x="0" y="11225"/>
                  <a:pt x="0" y="10792"/>
                </a:cubicBezTo>
                <a:cubicBezTo>
                  <a:pt x="0" y="10359"/>
                  <a:pt x="102" y="9962"/>
                  <a:pt x="284" y="9609"/>
                </a:cubicBezTo>
                <a:lnTo>
                  <a:pt x="4627" y="1184"/>
                </a:lnTo>
                <a:cubicBezTo>
                  <a:pt x="4809" y="840"/>
                  <a:pt x="5069" y="531"/>
                  <a:pt x="5400" y="319"/>
                </a:cubicBezTo>
                <a:cubicBezTo>
                  <a:pt x="5707" y="116"/>
                  <a:pt x="6046" y="10"/>
                  <a:pt x="6385" y="1"/>
                </a:cubicBezTo>
                <a:lnTo>
                  <a:pt x="15104" y="1"/>
                </a:lnTo>
                <a:cubicBezTo>
                  <a:pt x="15475" y="-8"/>
                  <a:pt x="15853" y="89"/>
                  <a:pt x="16200" y="319"/>
                </a:cubicBezTo>
                <a:cubicBezTo>
                  <a:pt x="16523" y="522"/>
                  <a:pt x="16783" y="813"/>
                  <a:pt x="16957" y="1158"/>
                </a:cubicBezTo>
                <a:lnTo>
                  <a:pt x="21300" y="9582"/>
                </a:lnTo>
                <a:cubicBezTo>
                  <a:pt x="21490" y="9935"/>
                  <a:pt x="21600" y="10350"/>
                  <a:pt x="21600" y="10792"/>
                </a:cubicBezTo>
                <a:cubicBezTo>
                  <a:pt x="21600" y="11242"/>
                  <a:pt x="21490" y="11657"/>
                  <a:pt x="21293" y="12011"/>
                </a:cubicBezTo>
                <a:lnTo>
                  <a:pt x="16957" y="20435"/>
                </a:lnTo>
                <a:close/>
              </a:path>
            </a:pathLst>
          </a:custGeom>
          <a:solidFill>
            <a:srgbClr val="A8271A"/>
          </a:solidFill>
          <a:ln w="12700" cap="flat">
            <a:noFill/>
            <a:miter lim="400000"/>
          </a:ln>
          <a:effectLst/>
        </p:spPr>
        <p:txBody>
          <a:bodyPr wrap="square" lIns="45719" tIns="45719" rIns="45719" bIns="45719" numCol="1" anchor="ctr">
            <a:noAutofit/>
          </a:bodyPr>
          <a:lstStyle/>
          <a:p>
            <a:pPr defTabSz="914400">
              <a:defRPr sz="4800" b="0">
                <a:solidFill>
                  <a:srgbClr val="FFFFFF"/>
                </a:solidFill>
                <a:latin typeface="Calibri" panose="020F0502020204030204"/>
                <a:ea typeface="Calibri" panose="020F0502020204030204"/>
                <a:cs typeface="Calibri" panose="020F0502020204030204"/>
                <a:sym typeface="Calibri" panose="020F0502020204030204"/>
              </a:defRPr>
            </a:pPr>
          </a:p>
        </p:txBody>
      </p:sp>
      <p:sp>
        <p:nvSpPr>
          <p:cNvPr id="136" name="矩形 11"/>
          <p:cNvSpPr txBox="1"/>
          <p:nvPr/>
        </p:nvSpPr>
        <p:spPr>
          <a:xfrm>
            <a:off x="9136452" y="4481009"/>
            <a:ext cx="1589696" cy="963998"/>
          </a:xfrm>
          <a:prstGeom prst="rect">
            <a:avLst/>
          </a:prstGeom>
          <a:noFill/>
          <a:ln w="12700" cap="flat">
            <a:noFill/>
            <a:miter lim="400000"/>
          </a:ln>
          <a:effectLst/>
        </p:spPr>
        <p:txBody>
          <a:bodyPr wrap="square" lIns="45719" tIns="45719" rIns="45719" bIns="45719" numCol="1" anchor="ctr">
            <a:noAutofit/>
          </a:bodyPr>
          <a:lstStyle>
            <a:lvl1pPr defTabSz="914400">
              <a:defRPr sz="4600" b="0">
                <a:solidFill>
                  <a:srgbClr val="FFFFFF"/>
                </a:solidFill>
                <a:latin typeface="Calibri" panose="020F0502020204030204"/>
                <a:ea typeface="Calibri" panose="020F0502020204030204"/>
                <a:cs typeface="Calibri" panose="020F0502020204030204"/>
                <a:sym typeface="Calibri" panose="020F0502020204030204"/>
              </a:defRPr>
            </a:lvl1pPr>
          </a:lstStyle>
          <a:p>
            <a:r>
              <a:t>02</a:t>
            </a:r>
          </a:p>
        </p:txBody>
      </p:sp>
      <p:sp>
        <p:nvSpPr>
          <p:cNvPr id="138" name="矩形 5"/>
          <p:cNvSpPr txBox="1"/>
          <p:nvPr/>
        </p:nvSpPr>
        <p:spPr>
          <a:xfrm>
            <a:off x="11263350" y="6485443"/>
            <a:ext cx="4601490" cy="692598"/>
          </a:xfrm>
          <a:prstGeom prst="rect">
            <a:avLst/>
          </a:prstGeom>
          <a:noFill/>
          <a:ln w="12700" cap="flat">
            <a:noFill/>
            <a:miter lim="400000"/>
          </a:ln>
          <a:effectLst/>
        </p:spPr>
        <p:txBody>
          <a:bodyPr wrap="square" lIns="45719" tIns="45719" rIns="45719" bIns="45719" numCol="1" anchor="t">
            <a:noAutofit/>
          </a:bodyPr>
          <a:lstStyle>
            <a:lvl1pPr defTabSz="914400">
              <a:defRPr sz="3600" b="0">
                <a:solidFill>
                  <a:srgbClr val="40404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lvl1pPr>
          </a:lstStyle>
          <a:p>
            <a:pPr algn="l"/>
            <a:r>
              <a:rPr lang="zh-CN" altLang="en-US" sz="4400" dirty="0">
                <a:solidFill>
                  <a:srgbClr val="000000"/>
                </a:solidFill>
              </a:rPr>
              <a:t>其他黑盒测试方法</a:t>
            </a:r>
            <a:endParaRPr sz="4400" dirty="0">
              <a:solidFill>
                <a:srgbClr val="000000"/>
              </a:solidFill>
            </a:endParaRPr>
          </a:p>
        </p:txBody>
      </p:sp>
      <p:sp>
        <p:nvSpPr>
          <p:cNvPr id="139" name="Freeform 5"/>
          <p:cNvSpPr/>
          <p:nvPr/>
        </p:nvSpPr>
        <p:spPr>
          <a:xfrm rot="5400000">
            <a:off x="9259567" y="6240049"/>
            <a:ext cx="1343465" cy="1235903"/>
          </a:xfrm>
          <a:custGeom>
            <a:avLst/>
            <a:gdLst/>
            <a:ahLst/>
            <a:cxnLst>
              <a:cxn ang="0">
                <a:pos x="wd2" y="hd2"/>
              </a:cxn>
              <a:cxn ang="5400000">
                <a:pos x="wd2" y="hd2"/>
              </a:cxn>
              <a:cxn ang="10800000">
                <a:pos x="wd2" y="hd2"/>
              </a:cxn>
              <a:cxn ang="16200000">
                <a:pos x="wd2" y="hd2"/>
              </a:cxn>
            </a:cxnLst>
            <a:rect l="0" t="0" r="r" b="b"/>
            <a:pathLst>
              <a:path w="21600" h="21583" extrusionOk="0">
                <a:moveTo>
                  <a:pt x="16957" y="20435"/>
                </a:moveTo>
                <a:cubicBezTo>
                  <a:pt x="16775" y="20771"/>
                  <a:pt x="16523" y="21062"/>
                  <a:pt x="16200" y="21274"/>
                </a:cubicBezTo>
                <a:cubicBezTo>
                  <a:pt x="15861" y="21495"/>
                  <a:pt x="15491" y="21592"/>
                  <a:pt x="15120" y="21583"/>
                </a:cubicBezTo>
                <a:lnTo>
                  <a:pt x="6433" y="21583"/>
                </a:lnTo>
                <a:cubicBezTo>
                  <a:pt x="6086" y="21583"/>
                  <a:pt x="5723" y="21486"/>
                  <a:pt x="5400" y="21274"/>
                </a:cubicBezTo>
                <a:cubicBezTo>
                  <a:pt x="5077" y="21062"/>
                  <a:pt x="4817" y="20771"/>
                  <a:pt x="4643" y="20426"/>
                </a:cubicBezTo>
                <a:lnTo>
                  <a:pt x="284" y="11966"/>
                </a:lnTo>
                <a:cubicBezTo>
                  <a:pt x="102" y="11622"/>
                  <a:pt x="0" y="11225"/>
                  <a:pt x="0" y="10792"/>
                </a:cubicBezTo>
                <a:cubicBezTo>
                  <a:pt x="0" y="10359"/>
                  <a:pt x="102" y="9962"/>
                  <a:pt x="284" y="9609"/>
                </a:cubicBezTo>
                <a:lnTo>
                  <a:pt x="4627" y="1184"/>
                </a:lnTo>
                <a:cubicBezTo>
                  <a:pt x="4809" y="840"/>
                  <a:pt x="5069" y="531"/>
                  <a:pt x="5400" y="319"/>
                </a:cubicBezTo>
                <a:cubicBezTo>
                  <a:pt x="5707" y="116"/>
                  <a:pt x="6046" y="10"/>
                  <a:pt x="6385" y="1"/>
                </a:cubicBezTo>
                <a:lnTo>
                  <a:pt x="15104" y="1"/>
                </a:lnTo>
                <a:cubicBezTo>
                  <a:pt x="15475" y="-8"/>
                  <a:pt x="15853" y="89"/>
                  <a:pt x="16200" y="319"/>
                </a:cubicBezTo>
                <a:cubicBezTo>
                  <a:pt x="16523" y="522"/>
                  <a:pt x="16783" y="813"/>
                  <a:pt x="16957" y="1158"/>
                </a:cubicBezTo>
                <a:lnTo>
                  <a:pt x="21300" y="9582"/>
                </a:lnTo>
                <a:cubicBezTo>
                  <a:pt x="21490" y="9935"/>
                  <a:pt x="21600" y="10350"/>
                  <a:pt x="21600" y="10792"/>
                </a:cubicBezTo>
                <a:cubicBezTo>
                  <a:pt x="21600" y="11242"/>
                  <a:pt x="21490" y="11657"/>
                  <a:pt x="21293" y="12011"/>
                </a:cubicBezTo>
                <a:lnTo>
                  <a:pt x="16957" y="20435"/>
                </a:lnTo>
                <a:close/>
              </a:path>
            </a:pathLst>
          </a:custGeom>
          <a:solidFill>
            <a:srgbClr val="A8271A"/>
          </a:solidFill>
          <a:ln w="12700" cap="flat">
            <a:noFill/>
            <a:miter lim="400000"/>
          </a:ln>
          <a:effectLst/>
        </p:spPr>
        <p:txBody>
          <a:bodyPr wrap="square" lIns="45719" tIns="45719" rIns="45719" bIns="45719" numCol="1" anchor="ctr">
            <a:noAutofit/>
          </a:bodyPr>
          <a:lstStyle/>
          <a:p>
            <a:pPr defTabSz="914400">
              <a:defRPr sz="4800" b="0">
                <a:solidFill>
                  <a:srgbClr val="FFFFFF"/>
                </a:solidFill>
                <a:latin typeface="Calibri" panose="020F0502020204030204"/>
                <a:ea typeface="Calibri" panose="020F0502020204030204"/>
                <a:cs typeface="Calibri" panose="020F0502020204030204"/>
                <a:sym typeface="Calibri" panose="020F0502020204030204"/>
              </a:defRPr>
            </a:pPr>
          </a:p>
        </p:txBody>
      </p:sp>
      <p:sp>
        <p:nvSpPr>
          <p:cNvPr id="140" name="矩形 11"/>
          <p:cNvSpPr txBox="1"/>
          <p:nvPr/>
        </p:nvSpPr>
        <p:spPr>
          <a:xfrm>
            <a:off x="9136452" y="6376001"/>
            <a:ext cx="1589696" cy="963998"/>
          </a:xfrm>
          <a:prstGeom prst="rect">
            <a:avLst/>
          </a:prstGeom>
          <a:noFill/>
          <a:ln w="12700" cap="flat">
            <a:noFill/>
            <a:miter lim="400000"/>
          </a:ln>
          <a:effectLst/>
        </p:spPr>
        <p:txBody>
          <a:bodyPr wrap="square" lIns="45719" tIns="45719" rIns="45719" bIns="45719" numCol="1" anchor="ctr">
            <a:noAutofit/>
          </a:bodyPr>
          <a:lstStyle>
            <a:lvl1pPr defTabSz="914400">
              <a:defRPr sz="4600" b="0">
                <a:solidFill>
                  <a:srgbClr val="FFFFFF"/>
                </a:solidFill>
                <a:latin typeface="Calibri" panose="020F0502020204030204"/>
                <a:ea typeface="Calibri" panose="020F0502020204030204"/>
                <a:cs typeface="Calibri" panose="020F0502020204030204"/>
                <a:sym typeface="Calibri" panose="020F0502020204030204"/>
              </a:defRPr>
            </a:lvl1pPr>
          </a:lstStyle>
          <a:p>
            <a:r>
              <a:rPr dirty="0"/>
              <a:t>03</a:t>
            </a:r>
            <a:endParaRPr dirty="0"/>
          </a:p>
        </p:txBody>
      </p:sp>
      <p:grpSp>
        <p:nvGrpSpPr>
          <p:cNvPr id="145" name="成组"/>
          <p:cNvGrpSpPr/>
          <p:nvPr/>
        </p:nvGrpSpPr>
        <p:grpSpPr>
          <a:xfrm>
            <a:off x="9136452" y="8040315"/>
            <a:ext cx="6332147" cy="1343465"/>
            <a:chOff x="0" y="0"/>
            <a:chExt cx="6206756" cy="1343464"/>
          </a:xfrm>
        </p:grpSpPr>
        <p:sp>
          <p:nvSpPr>
            <p:cNvPr id="142" name="矩形 5"/>
            <p:cNvSpPr txBox="1"/>
            <p:nvPr/>
          </p:nvSpPr>
          <p:spPr>
            <a:xfrm>
              <a:off x="1668153" y="299174"/>
              <a:ext cx="4538603" cy="601311"/>
            </a:xfrm>
            <a:prstGeom prst="rect">
              <a:avLst/>
            </a:prstGeom>
            <a:noFill/>
            <a:ln w="12700" cap="flat">
              <a:noFill/>
              <a:miter lim="400000"/>
            </a:ln>
            <a:effectLst/>
          </p:spPr>
          <p:txBody>
            <a:bodyPr wrap="square" lIns="45719" tIns="45719" rIns="45719" bIns="45719" numCol="1" anchor="t">
              <a:noAutofit/>
            </a:bodyPr>
            <a:lstStyle>
              <a:lvl1pPr defTabSz="914400">
                <a:defRPr sz="3600" b="0">
                  <a:solidFill>
                    <a:srgbClr val="40404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lvl1pPr>
            </a:lstStyle>
            <a:p>
              <a:pPr algn="l"/>
              <a:endParaRPr dirty="0"/>
            </a:p>
          </p:txBody>
        </p:sp>
        <p:sp>
          <p:nvSpPr>
            <p:cNvPr id="143" name="Freeform 5"/>
            <p:cNvSpPr/>
            <p:nvPr/>
          </p:nvSpPr>
          <p:spPr>
            <a:xfrm rot="5400000">
              <a:off x="107376" y="66017"/>
              <a:ext cx="1343464" cy="1211429"/>
            </a:xfrm>
            <a:custGeom>
              <a:avLst/>
              <a:gdLst/>
              <a:ahLst/>
              <a:cxnLst>
                <a:cxn ang="0">
                  <a:pos x="wd2" y="hd2"/>
                </a:cxn>
                <a:cxn ang="5400000">
                  <a:pos x="wd2" y="hd2"/>
                </a:cxn>
                <a:cxn ang="10800000">
                  <a:pos x="wd2" y="hd2"/>
                </a:cxn>
                <a:cxn ang="16200000">
                  <a:pos x="wd2" y="hd2"/>
                </a:cxn>
              </a:cxnLst>
              <a:rect l="0" t="0" r="r" b="b"/>
              <a:pathLst>
                <a:path w="21600" h="21583" extrusionOk="0">
                  <a:moveTo>
                    <a:pt x="16957" y="20435"/>
                  </a:moveTo>
                  <a:cubicBezTo>
                    <a:pt x="16775" y="20771"/>
                    <a:pt x="16523" y="21062"/>
                    <a:pt x="16200" y="21274"/>
                  </a:cubicBezTo>
                  <a:cubicBezTo>
                    <a:pt x="15861" y="21495"/>
                    <a:pt x="15491" y="21592"/>
                    <a:pt x="15120" y="21583"/>
                  </a:cubicBezTo>
                  <a:lnTo>
                    <a:pt x="6433" y="21583"/>
                  </a:lnTo>
                  <a:cubicBezTo>
                    <a:pt x="6086" y="21583"/>
                    <a:pt x="5723" y="21486"/>
                    <a:pt x="5400" y="21274"/>
                  </a:cubicBezTo>
                  <a:cubicBezTo>
                    <a:pt x="5077" y="21062"/>
                    <a:pt x="4817" y="20771"/>
                    <a:pt x="4643" y="20426"/>
                  </a:cubicBezTo>
                  <a:lnTo>
                    <a:pt x="284" y="11966"/>
                  </a:lnTo>
                  <a:cubicBezTo>
                    <a:pt x="102" y="11622"/>
                    <a:pt x="0" y="11225"/>
                    <a:pt x="0" y="10792"/>
                  </a:cubicBezTo>
                  <a:cubicBezTo>
                    <a:pt x="0" y="10359"/>
                    <a:pt x="102" y="9962"/>
                    <a:pt x="284" y="9609"/>
                  </a:cubicBezTo>
                  <a:lnTo>
                    <a:pt x="4627" y="1184"/>
                  </a:lnTo>
                  <a:cubicBezTo>
                    <a:pt x="4809" y="840"/>
                    <a:pt x="5069" y="531"/>
                    <a:pt x="5400" y="319"/>
                  </a:cubicBezTo>
                  <a:cubicBezTo>
                    <a:pt x="5707" y="116"/>
                    <a:pt x="6046" y="10"/>
                    <a:pt x="6385" y="1"/>
                  </a:cubicBezTo>
                  <a:lnTo>
                    <a:pt x="15104" y="1"/>
                  </a:lnTo>
                  <a:cubicBezTo>
                    <a:pt x="15475" y="-8"/>
                    <a:pt x="15853" y="89"/>
                    <a:pt x="16200" y="319"/>
                  </a:cubicBezTo>
                  <a:cubicBezTo>
                    <a:pt x="16523" y="522"/>
                    <a:pt x="16783" y="813"/>
                    <a:pt x="16957" y="1158"/>
                  </a:cubicBezTo>
                  <a:lnTo>
                    <a:pt x="21300" y="9582"/>
                  </a:lnTo>
                  <a:cubicBezTo>
                    <a:pt x="21490" y="9935"/>
                    <a:pt x="21600" y="10350"/>
                    <a:pt x="21600" y="10792"/>
                  </a:cubicBezTo>
                  <a:cubicBezTo>
                    <a:pt x="21600" y="11242"/>
                    <a:pt x="21490" y="11657"/>
                    <a:pt x="21293" y="12011"/>
                  </a:cubicBezTo>
                  <a:lnTo>
                    <a:pt x="16957" y="20435"/>
                  </a:lnTo>
                  <a:close/>
                </a:path>
              </a:pathLst>
            </a:custGeom>
            <a:solidFill>
              <a:srgbClr val="A8271A"/>
            </a:solidFill>
            <a:ln w="12700" cap="flat">
              <a:noFill/>
              <a:miter lim="400000"/>
            </a:ln>
            <a:effectLst/>
          </p:spPr>
          <p:txBody>
            <a:bodyPr wrap="square" lIns="45719" tIns="45719" rIns="45719" bIns="45719" numCol="1" anchor="ctr">
              <a:noAutofit/>
            </a:bodyPr>
            <a:lstStyle/>
            <a:p>
              <a:pPr defTabSz="914400">
                <a:defRPr sz="4800" b="0">
                  <a:solidFill>
                    <a:srgbClr val="FFFFFF"/>
                  </a:solidFill>
                  <a:latin typeface="Calibri" panose="020F0502020204030204"/>
                  <a:ea typeface="Calibri" panose="020F0502020204030204"/>
                  <a:cs typeface="Calibri" panose="020F0502020204030204"/>
                  <a:sym typeface="Calibri" panose="020F0502020204030204"/>
                </a:defRPr>
              </a:pPr>
            </a:p>
          </p:txBody>
        </p:sp>
        <p:sp>
          <p:nvSpPr>
            <p:cNvPr id="144" name="矩形 11"/>
            <p:cNvSpPr txBox="1"/>
            <p:nvPr/>
          </p:nvSpPr>
          <p:spPr>
            <a:xfrm>
              <a:off x="0" y="189733"/>
              <a:ext cx="1558216" cy="963997"/>
            </a:xfrm>
            <a:prstGeom prst="rect">
              <a:avLst/>
            </a:prstGeom>
            <a:noFill/>
            <a:ln w="12700" cap="flat">
              <a:noFill/>
              <a:miter lim="400000"/>
            </a:ln>
            <a:effectLst/>
          </p:spPr>
          <p:txBody>
            <a:bodyPr wrap="square" lIns="45719" tIns="45719" rIns="45719" bIns="45719" numCol="1" anchor="ctr">
              <a:noAutofit/>
            </a:bodyPr>
            <a:lstStyle>
              <a:lvl1pPr defTabSz="914400">
                <a:defRPr sz="4600" b="0">
                  <a:solidFill>
                    <a:srgbClr val="FFFFFF"/>
                  </a:solidFill>
                  <a:latin typeface="Calibri" panose="020F0502020204030204"/>
                  <a:ea typeface="Calibri" panose="020F0502020204030204"/>
                  <a:cs typeface="Calibri" panose="020F0502020204030204"/>
                  <a:sym typeface="Calibri" panose="020F0502020204030204"/>
                </a:defRPr>
              </a:lvl1pPr>
            </a:lstStyle>
            <a:p>
              <a:r>
                <a:rPr dirty="0"/>
                <a:t>04</a:t>
              </a:r>
              <a:endParaRPr dirty="0"/>
            </a:p>
          </p:txBody>
        </p:sp>
      </p:grpSp>
      <p:sp>
        <p:nvSpPr>
          <p:cNvPr id="146" name="矩形 5"/>
          <p:cNvSpPr txBox="1"/>
          <p:nvPr/>
        </p:nvSpPr>
        <p:spPr>
          <a:xfrm>
            <a:off x="11263350" y="8320568"/>
            <a:ext cx="2471296" cy="782959"/>
          </a:xfrm>
          <a:prstGeom prst="rect">
            <a:avLst/>
          </a:prstGeom>
          <a:noFill/>
          <a:ln w="12700" cap="flat">
            <a:noFill/>
            <a:miter lim="400000"/>
          </a:ln>
          <a:effectLst/>
        </p:spPr>
        <p:txBody>
          <a:bodyPr wrap="square" lIns="45719" tIns="45719" rIns="45719" bIns="45719" numCol="1" anchor="t">
            <a:noAutofit/>
          </a:bodyPr>
          <a:lstStyle>
            <a:lvl1pPr defTabSz="914400">
              <a:defRPr sz="3600" b="0">
                <a:solidFill>
                  <a:srgbClr val="40404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lvl1pPr>
          </a:lstStyle>
          <a:p>
            <a:pPr algn="l"/>
            <a:r>
              <a:rPr lang="zh-CN" altLang="en-US" sz="4400" dirty="0">
                <a:solidFill>
                  <a:srgbClr val="000000"/>
                </a:solidFill>
              </a:rPr>
              <a:t>小结</a:t>
            </a:r>
            <a:endParaRPr sz="4400" dirty="0">
              <a:solidFill>
                <a:srgbClr val="000000"/>
              </a:solidFill>
            </a:endParaRPr>
          </a:p>
        </p:txBody>
      </p:sp>
      <p:pic>
        <p:nvPicPr>
          <p:cNvPr id="2" name="音频 1">
            <a:hlinkClick r:id="" action="ppaction://media"/>
          </p:cNvPr>
          <p:cNvPicPr>
            <a:picLocks noChangeAspect="1"/>
          </p:cNvPicPr>
          <p:nvPr>
            <a:audioFile r:link="rId1"/>
            <p:extLst>
              <p:ext uri="{DAA4B4D4-6D71-4841-9C94-3DE7FCFB9230}">
                <p14:media xmlns:p14="http://schemas.microsoft.com/office/powerpoint/2010/main" r:link="rId2"/>
              </p:ext>
            </p:extLst>
          </p:nvPr>
        </p:nvPicPr>
        <p:blipFill>
          <a:blip r:embed="rId3"/>
          <a:stretch>
            <a:fillRect/>
          </a:stretch>
        </p:blipFill>
        <p:spPr>
          <a:xfrm>
            <a:off x="23923625" y="13255625"/>
            <a:ext cx="244475" cy="244475"/>
          </a:xfrm>
          <a:prstGeom prst="rect">
            <a:avLst/>
          </a:prstGeom>
        </p:spPr>
      </p:pic>
    </p:spTree>
  </p:cSld>
  <p:clrMapOvr>
    <a:masterClrMapping/>
  </p:clrMapOvr>
  <p:transition spd="med" advTm="222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2"/>
                </p:tgtEl>
              </p:cMediaNode>
            </p:audio>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 name="矩形"/>
          <p:cNvSpPr/>
          <p:nvPr/>
        </p:nvSpPr>
        <p:spPr>
          <a:xfrm>
            <a:off x="0" y="-1"/>
            <a:ext cx="7841556" cy="13716001"/>
          </a:xfrm>
          <a:prstGeom prst="rect">
            <a:avLst/>
          </a:prstGeom>
          <a:solidFill>
            <a:srgbClr val="A8271A"/>
          </a:solidFill>
          <a:ln w="12700">
            <a:miter lim="400000"/>
          </a:ln>
        </p:spPr>
        <p:txBody>
          <a:bodyPr lIns="0" tIns="0" rIns="0" bIns="0" anchor="ctr"/>
          <a:lstStyle/>
          <a:p>
            <a:pPr>
              <a:defRPr sz="3200" b="0">
                <a:solidFill>
                  <a:srgbClr val="FFFFFF"/>
                </a:solidFill>
                <a:latin typeface="+mn-lt"/>
                <a:ea typeface="+mn-ea"/>
                <a:cs typeface="+mn-cs"/>
                <a:sym typeface="Helvetica Neue Medium"/>
              </a:defRPr>
            </a:pPr>
          </a:p>
        </p:txBody>
      </p:sp>
      <p:grpSp>
        <p:nvGrpSpPr>
          <p:cNvPr id="3" name="组合 2"/>
          <p:cNvGrpSpPr/>
          <p:nvPr/>
        </p:nvGrpSpPr>
        <p:grpSpPr>
          <a:xfrm>
            <a:off x="1020575" y="5555311"/>
            <a:ext cx="5189258" cy="2605375"/>
            <a:chOff x="1130303" y="5796540"/>
            <a:chExt cx="5189258" cy="2605375"/>
          </a:xfrm>
        </p:grpSpPr>
        <p:sp>
          <p:nvSpPr>
            <p:cNvPr id="132" name="文本框 3"/>
            <p:cNvSpPr txBox="1"/>
            <p:nvPr/>
          </p:nvSpPr>
          <p:spPr>
            <a:xfrm>
              <a:off x="1821401" y="7230559"/>
              <a:ext cx="3807062" cy="906381"/>
            </a:xfrm>
            <a:prstGeom prst="rect">
              <a:avLst/>
            </a:prstGeom>
            <a:ln w="12700">
              <a:miter lim="400000"/>
            </a:ln>
          </p:spPr>
          <p:txBody>
            <a:bodyPr lIns="45719" rIns="45719"/>
            <a:lstStyle>
              <a:lvl1pPr defTabSz="914400">
                <a:defRPr sz="240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lvl1pPr>
            </a:lstStyle>
            <a:p>
              <a:r>
                <a:rPr dirty="0"/>
                <a:t>CONTENTS</a:t>
              </a:r>
              <a:endParaRPr dirty="0"/>
            </a:p>
          </p:txBody>
        </p:sp>
        <p:sp>
          <p:nvSpPr>
            <p:cNvPr id="133" name="文本框 3"/>
            <p:cNvSpPr txBox="1"/>
            <p:nvPr/>
          </p:nvSpPr>
          <p:spPr>
            <a:xfrm>
              <a:off x="1130303" y="5796540"/>
              <a:ext cx="5189258" cy="2605375"/>
            </a:xfrm>
            <a:prstGeom prst="rect">
              <a:avLst/>
            </a:prstGeom>
            <a:ln w="12700">
              <a:miter lim="400000"/>
            </a:ln>
          </p:spPr>
          <p:txBody>
            <a:bodyPr lIns="45719" rIns="45719"/>
            <a:lstStyle>
              <a:lvl1pPr defTabSz="914400">
                <a:defRPr sz="7000" spc="1166">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lvl1pPr>
            </a:lstStyle>
            <a:p>
              <a:pPr>
                <a:defRPr b="0">
                  <a:latin typeface="Arial Black" panose="020B0A04020102020204"/>
                  <a:ea typeface="Arial Black" panose="020B0A04020102020204"/>
                  <a:cs typeface="Arial Black" panose="020B0A04020102020204"/>
                  <a:sym typeface="Arial Black" panose="020B0A04020102020204"/>
                </a:defRPr>
              </a:pPr>
              <a:r>
                <a:rPr b="1" dirty="0">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目录</a:t>
              </a:r>
              <a:endParaRPr b="1" dirty="0">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grpSp>
      <p:grpSp>
        <p:nvGrpSpPr>
          <p:cNvPr id="130" name="成组"/>
          <p:cNvGrpSpPr/>
          <p:nvPr/>
        </p:nvGrpSpPr>
        <p:grpSpPr>
          <a:xfrm>
            <a:off x="9136452" y="2478174"/>
            <a:ext cx="5947866" cy="1343465"/>
            <a:chOff x="0" y="0"/>
            <a:chExt cx="5830084" cy="1343464"/>
          </a:xfrm>
        </p:grpSpPr>
        <p:sp>
          <p:nvSpPr>
            <p:cNvPr id="127" name="矩形 5"/>
            <p:cNvSpPr txBox="1"/>
            <p:nvPr/>
          </p:nvSpPr>
          <p:spPr>
            <a:xfrm>
              <a:off x="2084780" y="244454"/>
              <a:ext cx="3745304" cy="854556"/>
            </a:xfrm>
            <a:prstGeom prst="rect">
              <a:avLst/>
            </a:prstGeom>
            <a:noFill/>
            <a:ln w="12700" cap="flat">
              <a:noFill/>
              <a:miter lim="400000"/>
            </a:ln>
            <a:effectLst/>
          </p:spPr>
          <p:txBody>
            <a:bodyPr wrap="square" lIns="45719" tIns="45719" rIns="45719" bIns="45719" numCol="1" anchor="t">
              <a:noAutofit/>
            </a:bodyPr>
            <a:lstStyle>
              <a:lvl1pPr defTabSz="914400">
                <a:defRPr sz="3600" b="0">
                  <a:solidFill>
                    <a:srgbClr val="40404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lvl1pPr>
            </a:lstStyle>
            <a:p>
              <a:pPr algn="l"/>
              <a:r>
                <a:rPr lang="zh-CN" altLang="en-US" sz="4400" b="1" dirty="0">
                  <a:solidFill>
                    <a:srgbClr val="FF0000"/>
                  </a:solidFill>
                </a:rPr>
                <a:t>组合测试</a:t>
              </a:r>
              <a:endParaRPr lang="zh-CN" altLang="en-US" sz="4400" b="1" dirty="0">
                <a:solidFill>
                  <a:srgbClr val="FF0000"/>
                </a:solidFill>
              </a:endParaRPr>
            </a:p>
          </p:txBody>
        </p:sp>
        <p:sp>
          <p:nvSpPr>
            <p:cNvPr id="128" name="Freeform 5"/>
            <p:cNvSpPr/>
            <p:nvPr/>
          </p:nvSpPr>
          <p:spPr>
            <a:xfrm rot="5400000">
              <a:off x="107376" y="66017"/>
              <a:ext cx="1343464" cy="1211429"/>
            </a:xfrm>
            <a:custGeom>
              <a:avLst/>
              <a:gdLst/>
              <a:ahLst/>
              <a:cxnLst>
                <a:cxn ang="0">
                  <a:pos x="wd2" y="hd2"/>
                </a:cxn>
                <a:cxn ang="5400000">
                  <a:pos x="wd2" y="hd2"/>
                </a:cxn>
                <a:cxn ang="10800000">
                  <a:pos x="wd2" y="hd2"/>
                </a:cxn>
                <a:cxn ang="16200000">
                  <a:pos x="wd2" y="hd2"/>
                </a:cxn>
              </a:cxnLst>
              <a:rect l="0" t="0" r="r" b="b"/>
              <a:pathLst>
                <a:path w="21600" h="21583" extrusionOk="0">
                  <a:moveTo>
                    <a:pt x="16957" y="20435"/>
                  </a:moveTo>
                  <a:cubicBezTo>
                    <a:pt x="16775" y="20771"/>
                    <a:pt x="16523" y="21062"/>
                    <a:pt x="16200" y="21274"/>
                  </a:cubicBezTo>
                  <a:cubicBezTo>
                    <a:pt x="15861" y="21495"/>
                    <a:pt x="15491" y="21592"/>
                    <a:pt x="15120" y="21583"/>
                  </a:cubicBezTo>
                  <a:lnTo>
                    <a:pt x="6433" y="21583"/>
                  </a:lnTo>
                  <a:cubicBezTo>
                    <a:pt x="6086" y="21583"/>
                    <a:pt x="5723" y="21486"/>
                    <a:pt x="5400" y="21274"/>
                  </a:cubicBezTo>
                  <a:cubicBezTo>
                    <a:pt x="5077" y="21062"/>
                    <a:pt x="4817" y="20771"/>
                    <a:pt x="4643" y="20426"/>
                  </a:cubicBezTo>
                  <a:lnTo>
                    <a:pt x="284" y="11966"/>
                  </a:lnTo>
                  <a:cubicBezTo>
                    <a:pt x="102" y="11622"/>
                    <a:pt x="0" y="11225"/>
                    <a:pt x="0" y="10792"/>
                  </a:cubicBezTo>
                  <a:cubicBezTo>
                    <a:pt x="0" y="10359"/>
                    <a:pt x="102" y="9962"/>
                    <a:pt x="284" y="9609"/>
                  </a:cubicBezTo>
                  <a:lnTo>
                    <a:pt x="4627" y="1184"/>
                  </a:lnTo>
                  <a:cubicBezTo>
                    <a:pt x="4809" y="840"/>
                    <a:pt x="5069" y="531"/>
                    <a:pt x="5400" y="319"/>
                  </a:cubicBezTo>
                  <a:cubicBezTo>
                    <a:pt x="5707" y="116"/>
                    <a:pt x="6046" y="10"/>
                    <a:pt x="6385" y="1"/>
                  </a:cubicBezTo>
                  <a:lnTo>
                    <a:pt x="15104" y="1"/>
                  </a:lnTo>
                  <a:cubicBezTo>
                    <a:pt x="15475" y="-8"/>
                    <a:pt x="15853" y="89"/>
                    <a:pt x="16200" y="319"/>
                  </a:cubicBezTo>
                  <a:cubicBezTo>
                    <a:pt x="16523" y="522"/>
                    <a:pt x="16783" y="813"/>
                    <a:pt x="16957" y="1158"/>
                  </a:cubicBezTo>
                  <a:lnTo>
                    <a:pt x="21300" y="9582"/>
                  </a:lnTo>
                  <a:cubicBezTo>
                    <a:pt x="21490" y="9935"/>
                    <a:pt x="21600" y="10350"/>
                    <a:pt x="21600" y="10792"/>
                  </a:cubicBezTo>
                  <a:cubicBezTo>
                    <a:pt x="21600" y="11242"/>
                    <a:pt x="21490" y="11657"/>
                    <a:pt x="21293" y="12011"/>
                  </a:cubicBezTo>
                  <a:lnTo>
                    <a:pt x="16957" y="20435"/>
                  </a:lnTo>
                  <a:close/>
                </a:path>
              </a:pathLst>
            </a:custGeom>
            <a:solidFill>
              <a:srgbClr val="A8271A"/>
            </a:solidFill>
            <a:ln w="12700" cap="flat">
              <a:noFill/>
              <a:miter lim="400000"/>
            </a:ln>
            <a:effectLst/>
          </p:spPr>
          <p:txBody>
            <a:bodyPr wrap="square" lIns="45719" tIns="45719" rIns="45719" bIns="45719" numCol="1" anchor="ctr">
              <a:noAutofit/>
            </a:bodyPr>
            <a:lstStyle/>
            <a:p>
              <a:pPr defTabSz="914400">
                <a:defRPr sz="4800" b="0">
                  <a:solidFill>
                    <a:srgbClr val="FFFFFF"/>
                  </a:solidFill>
                  <a:latin typeface="Calibri" panose="020F0502020204030204"/>
                  <a:ea typeface="Calibri" panose="020F0502020204030204"/>
                  <a:cs typeface="Calibri" panose="020F0502020204030204"/>
                  <a:sym typeface="Calibri" panose="020F0502020204030204"/>
                </a:defRPr>
              </a:pPr>
            </a:p>
          </p:txBody>
        </p:sp>
        <p:sp>
          <p:nvSpPr>
            <p:cNvPr id="129" name="矩形 11"/>
            <p:cNvSpPr txBox="1"/>
            <p:nvPr/>
          </p:nvSpPr>
          <p:spPr>
            <a:xfrm>
              <a:off x="0" y="189733"/>
              <a:ext cx="1558216" cy="963997"/>
            </a:xfrm>
            <a:prstGeom prst="rect">
              <a:avLst/>
            </a:prstGeom>
            <a:noFill/>
            <a:ln w="12700" cap="flat">
              <a:noFill/>
              <a:miter lim="400000"/>
            </a:ln>
            <a:effectLst/>
          </p:spPr>
          <p:txBody>
            <a:bodyPr wrap="square" lIns="45719" tIns="45719" rIns="45719" bIns="45719" numCol="1" anchor="ctr">
              <a:noAutofit/>
            </a:bodyPr>
            <a:lstStyle>
              <a:lvl1pPr defTabSz="914400">
                <a:defRPr sz="4600" b="0">
                  <a:solidFill>
                    <a:srgbClr val="FFFFFF"/>
                  </a:solidFill>
                  <a:latin typeface="Calibri" panose="020F0502020204030204"/>
                  <a:ea typeface="Calibri" panose="020F0502020204030204"/>
                  <a:cs typeface="Calibri" panose="020F0502020204030204"/>
                  <a:sym typeface="Calibri" panose="020F0502020204030204"/>
                </a:defRPr>
              </a:lvl1pPr>
            </a:lstStyle>
            <a:p>
              <a:r>
                <a:t>01</a:t>
              </a:r>
            </a:p>
          </p:txBody>
        </p:sp>
      </p:grpSp>
      <p:sp>
        <p:nvSpPr>
          <p:cNvPr id="134" name="矩形 5"/>
          <p:cNvSpPr txBox="1"/>
          <p:nvPr/>
        </p:nvSpPr>
        <p:spPr>
          <a:xfrm>
            <a:off x="11263349" y="4605410"/>
            <a:ext cx="5682868" cy="715196"/>
          </a:xfrm>
          <a:prstGeom prst="rect">
            <a:avLst/>
          </a:prstGeom>
          <a:noFill/>
          <a:ln w="12700" cap="flat">
            <a:noFill/>
            <a:miter lim="400000"/>
          </a:ln>
          <a:effectLst/>
        </p:spPr>
        <p:txBody>
          <a:bodyPr wrap="square" lIns="45719" tIns="45719" rIns="45719" bIns="45719" numCol="1" anchor="t">
            <a:noAutofit/>
          </a:bodyPr>
          <a:lstStyle>
            <a:lvl1pPr defTabSz="914400">
              <a:defRPr sz="3600" b="0">
                <a:solidFill>
                  <a:srgbClr val="40404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lvl1pPr>
          </a:lstStyle>
          <a:p>
            <a:pPr algn="l"/>
            <a:r>
              <a:rPr lang="zh-CN" altLang="en-US" sz="4400" dirty="0">
                <a:solidFill>
                  <a:schemeClr val="tx1"/>
                </a:solidFill>
              </a:rPr>
              <a:t>基于状态机的测试方法</a:t>
            </a:r>
            <a:endParaRPr sz="4400" dirty="0">
              <a:solidFill>
                <a:schemeClr val="tx1"/>
              </a:solidFill>
            </a:endParaRPr>
          </a:p>
        </p:txBody>
      </p:sp>
      <p:sp>
        <p:nvSpPr>
          <p:cNvPr id="135" name="Freeform 5"/>
          <p:cNvSpPr/>
          <p:nvPr/>
        </p:nvSpPr>
        <p:spPr>
          <a:xfrm rot="5400000">
            <a:off x="9259567" y="4386002"/>
            <a:ext cx="1343465" cy="1235903"/>
          </a:xfrm>
          <a:custGeom>
            <a:avLst/>
            <a:gdLst/>
            <a:ahLst/>
            <a:cxnLst>
              <a:cxn ang="0">
                <a:pos x="wd2" y="hd2"/>
              </a:cxn>
              <a:cxn ang="5400000">
                <a:pos x="wd2" y="hd2"/>
              </a:cxn>
              <a:cxn ang="10800000">
                <a:pos x="wd2" y="hd2"/>
              </a:cxn>
              <a:cxn ang="16200000">
                <a:pos x="wd2" y="hd2"/>
              </a:cxn>
            </a:cxnLst>
            <a:rect l="0" t="0" r="r" b="b"/>
            <a:pathLst>
              <a:path w="21600" h="21583" extrusionOk="0">
                <a:moveTo>
                  <a:pt x="16957" y="20435"/>
                </a:moveTo>
                <a:cubicBezTo>
                  <a:pt x="16775" y="20771"/>
                  <a:pt x="16523" y="21062"/>
                  <a:pt x="16200" y="21274"/>
                </a:cubicBezTo>
                <a:cubicBezTo>
                  <a:pt x="15861" y="21495"/>
                  <a:pt x="15491" y="21592"/>
                  <a:pt x="15120" y="21583"/>
                </a:cubicBezTo>
                <a:lnTo>
                  <a:pt x="6433" y="21583"/>
                </a:lnTo>
                <a:cubicBezTo>
                  <a:pt x="6086" y="21583"/>
                  <a:pt x="5723" y="21486"/>
                  <a:pt x="5400" y="21274"/>
                </a:cubicBezTo>
                <a:cubicBezTo>
                  <a:pt x="5077" y="21062"/>
                  <a:pt x="4817" y="20771"/>
                  <a:pt x="4643" y="20426"/>
                </a:cubicBezTo>
                <a:lnTo>
                  <a:pt x="284" y="11966"/>
                </a:lnTo>
                <a:cubicBezTo>
                  <a:pt x="102" y="11622"/>
                  <a:pt x="0" y="11225"/>
                  <a:pt x="0" y="10792"/>
                </a:cubicBezTo>
                <a:cubicBezTo>
                  <a:pt x="0" y="10359"/>
                  <a:pt x="102" y="9962"/>
                  <a:pt x="284" y="9609"/>
                </a:cubicBezTo>
                <a:lnTo>
                  <a:pt x="4627" y="1184"/>
                </a:lnTo>
                <a:cubicBezTo>
                  <a:pt x="4809" y="840"/>
                  <a:pt x="5069" y="531"/>
                  <a:pt x="5400" y="319"/>
                </a:cubicBezTo>
                <a:cubicBezTo>
                  <a:pt x="5707" y="116"/>
                  <a:pt x="6046" y="10"/>
                  <a:pt x="6385" y="1"/>
                </a:cubicBezTo>
                <a:lnTo>
                  <a:pt x="15104" y="1"/>
                </a:lnTo>
                <a:cubicBezTo>
                  <a:pt x="15475" y="-8"/>
                  <a:pt x="15853" y="89"/>
                  <a:pt x="16200" y="319"/>
                </a:cubicBezTo>
                <a:cubicBezTo>
                  <a:pt x="16523" y="522"/>
                  <a:pt x="16783" y="813"/>
                  <a:pt x="16957" y="1158"/>
                </a:cubicBezTo>
                <a:lnTo>
                  <a:pt x="21300" y="9582"/>
                </a:lnTo>
                <a:cubicBezTo>
                  <a:pt x="21490" y="9935"/>
                  <a:pt x="21600" y="10350"/>
                  <a:pt x="21600" y="10792"/>
                </a:cubicBezTo>
                <a:cubicBezTo>
                  <a:pt x="21600" y="11242"/>
                  <a:pt x="21490" y="11657"/>
                  <a:pt x="21293" y="12011"/>
                </a:cubicBezTo>
                <a:lnTo>
                  <a:pt x="16957" y="20435"/>
                </a:lnTo>
                <a:close/>
              </a:path>
            </a:pathLst>
          </a:custGeom>
          <a:solidFill>
            <a:srgbClr val="A8271A"/>
          </a:solidFill>
          <a:ln w="12700" cap="flat">
            <a:noFill/>
            <a:miter lim="400000"/>
          </a:ln>
          <a:effectLst/>
        </p:spPr>
        <p:txBody>
          <a:bodyPr wrap="square" lIns="45719" tIns="45719" rIns="45719" bIns="45719" numCol="1" anchor="ctr">
            <a:noAutofit/>
          </a:bodyPr>
          <a:lstStyle/>
          <a:p>
            <a:pPr defTabSz="914400">
              <a:defRPr sz="4800" b="0">
                <a:solidFill>
                  <a:srgbClr val="FFFFFF"/>
                </a:solidFill>
                <a:latin typeface="Calibri" panose="020F0502020204030204"/>
                <a:ea typeface="Calibri" panose="020F0502020204030204"/>
                <a:cs typeface="Calibri" panose="020F0502020204030204"/>
                <a:sym typeface="Calibri" panose="020F0502020204030204"/>
              </a:defRPr>
            </a:pPr>
          </a:p>
        </p:txBody>
      </p:sp>
      <p:sp>
        <p:nvSpPr>
          <p:cNvPr id="136" name="矩形 11"/>
          <p:cNvSpPr txBox="1"/>
          <p:nvPr/>
        </p:nvSpPr>
        <p:spPr>
          <a:xfrm>
            <a:off x="9136452" y="4481009"/>
            <a:ext cx="1589696" cy="963998"/>
          </a:xfrm>
          <a:prstGeom prst="rect">
            <a:avLst/>
          </a:prstGeom>
          <a:noFill/>
          <a:ln w="12700" cap="flat">
            <a:noFill/>
            <a:miter lim="400000"/>
          </a:ln>
          <a:effectLst/>
        </p:spPr>
        <p:txBody>
          <a:bodyPr wrap="square" lIns="45719" tIns="45719" rIns="45719" bIns="45719" numCol="1" anchor="ctr">
            <a:noAutofit/>
          </a:bodyPr>
          <a:lstStyle>
            <a:lvl1pPr defTabSz="914400">
              <a:defRPr sz="4600" b="0">
                <a:solidFill>
                  <a:srgbClr val="FFFFFF"/>
                </a:solidFill>
                <a:latin typeface="Calibri" panose="020F0502020204030204"/>
                <a:ea typeface="Calibri" panose="020F0502020204030204"/>
                <a:cs typeface="Calibri" panose="020F0502020204030204"/>
                <a:sym typeface="Calibri" panose="020F0502020204030204"/>
              </a:defRPr>
            </a:lvl1pPr>
          </a:lstStyle>
          <a:p>
            <a:r>
              <a:t>02</a:t>
            </a:r>
          </a:p>
        </p:txBody>
      </p:sp>
      <p:sp>
        <p:nvSpPr>
          <p:cNvPr id="138" name="矩形 5"/>
          <p:cNvSpPr txBox="1"/>
          <p:nvPr/>
        </p:nvSpPr>
        <p:spPr>
          <a:xfrm>
            <a:off x="11263350" y="6485443"/>
            <a:ext cx="4601490" cy="692598"/>
          </a:xfrm>
          <a:prstGeom prst="rect">
            <a:avLst/>
          </a:prstGeom>
          <a:noFill/>
          <a:ln w="12700" cap="flat">
            <a:noFill/>
            <a:miter lim="400000"/>
          </a:ln>
          <a:effectLst/>
        </p:spPr>
        <p:txBody>
          <a:bodyPr wrap="square" lIns="45719" tIns="45719" rIns="45719" bIns="45719" numCol="1" anchor="t">
            <a:noAutofit/>
          </a:bodyPr>
          <a:lstStyle>
            <a:lvl1pPr defTabSz="914400">
              <a:defRPr sz="3600" b="0">
                <a:solidFill>
                  <a:srgbClr val="40404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lvl1pPr>
          </a:lstStyle>
          <a:p>
            <a:pPr algn="l"/>
            <a:r>
              <a:rPr lang="zh-CN" altLang="en-US" sz="4400" dirty="0">
                <a:solidFill>
                  <a:srgbClr val="000000"/>
                </a:solidFill>
              </a:rPr>
              <a:t>其他黑盒测试方法</a:t>
            </a:r>
            <a:endParaRPr sz="4400" dirty="0">
              <a:solidFill>
                <a:srgbClr val="000000"/>
              </a:solidFill>
            </a:endParaRPr>
          </a:p>
        </p:txBody>
      </p:sp>
      <p:sp>
        <p:nvSpPr>
          <p:cNvPr id="139" name="Freeform 5"/>
          <p:cNvSpPr/>
          <p:nvPr/>
        </p:nvSpPr>
        <p:spPr>
          <a:xfrm rot="5400000">
            <a:off x="9259567" y="6240049"/>
            <a:ext cx="1343465" cy="1235903"/>
          </a:xfrm>
          <a:custGeom>
            <a:avLst/>
            <a:gdLst/>
            <a:ahLst/>
            <a:cxnLst>
              <a:cxn ang="0">
                <a:pos x="wd2" y="hd2"/>
              </a:cxn>
              <a:cxn ang="5400000">
                <a:pos x="wd2" y="hd2"/>
              </a:cxn>
              <a:cxn ang="10800000">
                <a:pos x="wd2" y="hd2"/>
              </a:cxn>
              <a:cxn ang="16200000">
                <a:pos x="wd2" y="hd2"/>
              </a:cxn>
            </a:cxnLst>
            <a:rect l="0" t="0" r="r" b="b"/>
            <a:pathLst>
              <a:path w="21600" h="21583" extrusionOk="0">
                <a:moveTo>
                  <a:pt x="16957" y="20435"/>
                </a:moveTo>
                <a:cubicBezTo>
                  <a:pt x="16775" y="20771"/>
                  <a:pt x="16523" y="21062"/>
                  <a:pt x="16200" y="21274"/>
                </a:cubicBezTo>
                <a:cubicBezTo>
                  <a:pt x="15861" y="21495"/>
                  <a:pt x="15491" y="21592"/>
                  <a:pt x="15120" y="21583"/>
                </a:cubicBezTo>
                <a:lnTo>
                  <a:pt x="6433" y="21583"/>
                </a:lnTo>
                <a:cubicBezTo>
                  <a:pt x="6086" y="21583"/>
                  <a:pt x="5723" y="21486"/>
                  <a:pt x="5400" y="21274"/>
                </a:cubicBezTo>
                <a:cubicBezTo>
                  <a:pt x="5077" y="21062"/>
                  <a:pt x="4817" y="20771"/>
                  <a:pt x="4643" y="20426"/>
                </a:cubicBezTo>
                <a:lnTo>
                  <a:pt x="284" y="11966"/>
                </a:lnTo>
                <a:cubicBezTo>
                  <a:pt x="102" y="11622"/>
                  <a:pt x="0" y="11225"/>
                  <a:pt x="0" y="10792"/>
                </a:cubicBezTo>
                <a:cubicBezTo>
                  <a:pt x="0" y="10359"/>
                  <a:pt x="102" y="9962"/>
                  <a:pt x="284" y="9609"/>
                </a:cubicBezTo>
                <a:lnTo>
                  <a:pt x="4627" y="1184"/>
                </a:lnTo>
                <a:cubicBezTo>
                  <a:pt x="4809" y="840"/>
                  <a:pt x="5069" y="531"/>
                  <a:pt x="5400" y="319"/>
                </a:cubicBezTo>
                <a:cubicBezTo>
                  <a:pt x="5707" y="116"/>
                  <a:pt x="6046" y="10"/>
                  <a:pt x="6385" y="1"/>
                </a:cubicBezTo>
                <a:lnTo>
                  <a:pt x="15104" y="1"/>
                </a:lnTo>
                <a:cubicBezTo>
                  <a:pt x="15475" y="-8"/>
                  <a:pt x="15853" y="89"/>
                  <a:pt x="16200" y="319"/>
                </a:cubicBezTo>
                <a:cubicBezTo>
                  <a:pt x="16523" y="522"/>
                  <a:pt x="16783" y="813"/>
                  <a:pt x="16957" y="1158"/>
                </a:cubicBezTo>
                <a:lnTo>
                  <a:pt x="21300" y="9582"/>
                </a:lnTo>
                <a:cubicBezTo>
                  <a:pt x="21490" y="9935"/>
                  <a:pt x="21600" y="10350"/>
                  <a:pt x="21600" y="10792"/>
                </a:cubicBezTo>
                <a:cubicBezTo>
                  <a:pt x="21600" y="11242"/>
                  <a:pt x="21490" y="11657"/>
                  <a:pt x="21293" y="12011"/>
                </a:cubicBezTo>
                <a:lnTo>
                  <a:pt x="16957" y="20435"/>
                </a:lnTo>
                <a:close/>
              </a:path>
            </a:pathLst>
          </a:custGeom>
          <a:solidFill>
            <a:srgbClr val="A8271A"/>
          </a:solidFill>
          <a:ln w="12700" cap="flat">
            <a:noFill/>
            <a:miter lim="400000"/>
          </a:ln>
          <a:effectLst/>
        </p:spPr>
        <p:txBody>
          <a:bodyPr wrap="square" lIns="45719" tIns="45719" rIns="45719" bIns="45719" numCol="1" anchor="ctr">
            <a:noAutofit/>
          </a:bodyPr>
          <a:lstStyle/>
          <a:p>
            <a:pPr defTabSz="914400">
              <a:defRPr sz="4800" b="0">
                <a:solidFill>
                  <a:srgbClr val="FFFFFF"/>
                </a:solidFill>
                <a:latin typeface="Calibri" panose="020F0502020204030204"/>
                <a:ea typeface="Calibri" panose="020F0502020204030204"/>
                <a:cs typeface="Calibri" panose="020F0502020204030204"/>
                <a:sym typeface="Calibri" panose="020F0502020204030204"/>
              </a:defRPr>
            </a:pPr>
          </a:p>
        </p:txBody>
      </p:sp>
      <p:sp>
        <p:nvSpPr>
          <p:cNvPr id="140" name="矩形 11"/>
          <p:cNvSpPr txBox="1"/>
          <p:nvPr/>
        </p:nvSpPr>
        <p:spPr>
          <a:xfrm>
            <a:off x="9136452" y="6376001"/>
            <a:ext cx="1589696" cy="963998"/>
          </a:xfrm>
          <a:prstGeom prst="rect">
            <a:avLst/>
          </a:prstGeom>
          <a:noFill/>
          <a:ln w="12700" cap="flat">
            <a:noFill/>
            <a:miter lim="400000"/>
          </a:ln>
          <a:effectLst/>
        </p:spPr>
        <p:txBody>
          <a:bodyPr wrap="square" lIns="45719" tIns="45719" rIns="45719" bIns="45719" numCol="1" anchor="ctr">
            <a:noAutofit/>
          </a:bodyPr>
          <a:lstStyle>
            <a:lvl1pPr defTabSz="914400">
              <a:defRPr sz="4600" b="0">
                <a:solidFill>
                  <a:srgbClr val="FFFFFF"/>
                </a:solidFill>
                <a:latin typeface="Calibri" panose="020F0502020204030204"/>
                <a:ea typeface="Calibri" panose="020F0502020204030204"/>
                <a:cs typeface="Calibri" panose="020F0502020204030204"/>
                <a:sym typeface="Calibri" panose="020F0502020204030204"/>
              </a:defRPr>
            </a:lvl1pPr>
          </a:lstStyle>
          <a:p>
            <a:r>
              <a:rPr dirty="0"/>
              <a:t>03</a:t>
            </a:r>
            <a:endParaRPr dirty="0"/>
          </a:p>
        </p:txBody>
      </p:sp>
      <p:grpSp>
        <p:nvGrpSpPr>
          <p:cNvPr id="145" name="成组"/>
          <p:cNvGrpSpPr/>
          <p:nvPr/>
        </p:nvGrpSpPr>
        <p:grpSpPr>
          <a:xfrm>
            <a:off x="9136452" y="8040315"/>
            <a:ext cx="6332147" cy="1343465"/>
            <a:chOff x="0" y="0"/>
            <a:chExt cx="6206756" cy="1343464"/>
          </a:xfrm>
        </p:grpSpPr>
        <p:sp>
          <p:nvSpPr>
            <p:cNvPr id="142" name="矩形 5"/>
            <p:cNvSpPr txBox="1"/>
            <p:nvPr/>
          </p:nvSpPr>
          <p:spPr>
            <a:xfrm>
              <a:off x="1668153" y="299174"/>
              <a:ext cx="4538603" cy="601311"/>
            </a:xfrm>
            <a:prstGeom prst="rect">
              <a:avLst/>
            </a:prstGeom>
            <a:noFill/>
            <a:ln w="12700" cap="flat">
              <a:noFill/>
              <a:miter lim="400000"/>
            </a:ln>
            <a:effectLst/>
          </p:spPr>
          <p:txBody>
            <a:bodyPr wrap="square" lIns="45719" tIns="45719" rIns="45719" bIns="45719" numCol="1" anchor="t">
              <a:noAutofit/>
            </a:bodyPr>
            <a:lstStyle>
              <a:lvl1pPr defTabSz="914400">
                <a:defRPr sz="3600" b="0">
                  <a:solidFill>
                    <a:srgbClr val="40404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lvl1pPr>
            </a:lstStyle>
            <a:p>
              <a:pPr algn="l"/>
              <a:endParaRPr dirty="0"/>
            </a:p>
          </p:txBody>
        </p:sp>
        <p:sp>
          <p:nvSpPr>
            <p:cNvPr id="143" name="Freeform 5"/>
            <p:cNvSpPr/>
            <p:nvPr/>
          </p:nvSpPr>
          <p:spPr>
            <a:xfrm rot="5400000">
              <a:off x="107376" y="66017"/>
              <a:ext cx="1343464" cy="1211429"/>
            </a:xfrm>
            <a:custGeom>
              <a:avLst/>
              <a:gdLst/>
              <a:ahLst/>
              <a:cxnLst>
                <a:cxn ang="0">
                  <a:pos x="wd2" y="hd2"/>
                </a:cxn>
                <a:cxn ang="5400000">
                  <a:pos x="wd2" y="hd2"/>
                </a:cxn>
                <a:cxn ang="10800000">
                  <a:pos x="wd2" y="hd2"/>
                </a:cxn>
                <a:cxn ang="16200000">
                  <a:pos x="wd2" y="hd2"/>
                </a:cxn>
              </a:cxnLst>
              <a:rect l="0" t="0" r="r" b="b"/>
              <a:pathLst>
                <a:path w="21600" h="21583" extrusionOk="0">
                  <a:moveTo>
                    <a:pt x="16957" y="20435"/>
                  </a:moveTo>
                  <a:cubicBezTo>
                    <a:pt x="16775" y="20771"/>
                    <a:pt x="16523" y="21062"/>
                    <a:pt x="16200" y="21274"/>
                  </a:cubicBezTo>
                  <a:cubicBezTo>
                    <a:pt x="15861" y="21495"/>
                    <a:pt x="15491" y="21592"/>
                    <a:pt x="15120" y="21583"/>
                  </a:cubicBezTo>
                  <a:lnTo>
                    <a:pt x="6433" y="21583"/>
                  </a:lnTo>
                  <a:cubicBezTo>
                    <a:pt x="6086" y="21583"/>
                    <a:pt x="5723" y="21486"/>
                    <a:pt x="5400" y="21274"/>
                  </a:cubicBezTo>
                  <a:cubicBezTo>
                    <a:pt x="5077" y="21062"/>
                    <a:pt x="4817" y="20771"/>
                    <a:pt x="4643" y="20426"/>
                  </a:cubicBezTo>
                  <a:lnTo>
                    <a:pt x="284" y="11966"/>
                  </a:lnTo>
                  <a:cubicBezTo>
                    <a:pt x="102" y="11622"/>
                    <a:pt x="0" y="11225"/>
                    <a:pt x="0" y="10792"/>
                  </a:cubicBezTo>
                  <a:cubicBezTo>
                    <a:pt x="0" y="10359"/>
                    <a:pt x="102" y="9962"/>
                    <a:pt x="284" y="9609"/>
                  </a:cubicBezTo>
                  <a:lnTo>
                    <a:pt x="4627" y="1184"/>
                  </a:lnTo>
                  <a:cubicBezTo>
                    <a:pt x="4809" y="840"/>
                    <a:pt x="5069" y="531"/>
                    <a:pt x="5400" y="319"/>
                  </a:cubicBezTo>
                  <a:cubicBezTo>
                    <a:pt x="5707" y="116"/>
                    <a:pt x="6046" y="10"/>
                    <a:pt x="6385" y="1"/>
                  </a:cubicBezTo>
                  <a:lnTo>
                    <a:pt x="15104" y="1"/>
                  </a:lnTo>
                  <a:cubicBezTo>
                    <a:pt x="15475" y="-8"/>
                    <a:pt x="15853" y="89"/>
                    <a:pt x="16200" y="319"/>
                  </a:cubicBezTo>
                  <a:cubicBezTo>
                    <a:pt x="16523" y="522"/>
                    <a:pt x="16783" y="813"/>
                    <a:pt x="16957" y="1158"/>
                  </a:cubicBezTo>
                  <a:lnTo>
                    <a:pt x="21300" y="9582"/>
                  </a:lnTo>
                  <a:cubicBezTo>
                    <a:pt x="21490" y="9935"/>
                    <a:pt x="21600" y="10350"/>
                    <a:pt x="21600" y="10792"/>
                  </a:cubicBezTo>
                  <a:cubicBezTo>
                    <a:pt x="21600" y="11242"/>
                    <a:pt x="21490" y="11657"/>
                    <a:pt x="21293" y="12011"/>
                  </a:cubicBezTo>
                  <a:lnTo>
                    <a:pt x="16957" y="20435"/>
                  </a:lnTo>
                  <a:close/>
                </a:path>
              </a:pathLst>
            </a:custGeom>
            <a:solidFill>
              <a:srgbClr val="A8271A"/>
            </a:solidFill>
            <a:ln w="12700" cap="flat">
              <a:noFill/>
              <a:miter lim="400000"/>
            </a:ln>
            <a:effectLst/>
          </p:spPr>
          <p:txBody>
            <a:bodyPr wrap="square" lIns="45719" tIns="45719" rIns="45719" bIns="45719" numCol="1" anchor="ctr">
              <a:noAutofit/>
            </a:bodyPr>
            <a:lstStyle/>
            <a:p>
              <a:pPr defTabSz="914400">
                <a:defRPr sz="4800" b="0">
                  <a:solidFill>
                    <a:srgbClr val="FFFFFF"/>
                  </a:solidFill>
                  <a:latin typeface="Calibri" panose="020F0502020204030204"/>
                  <a:ea typeface="Calibri" panose="020F0502020204030204"/>
                  <a:cs typeface="Calibri" panose="020F0502020204030204"/>
                  <a:sym typeface="Calibri" panose="020F0502020204030204"/>
                </a:defRPr>
              </a:pPr>
            </a:p>
          </p:txBody>
        </p:sp>
        <p:sp>
          <p:nvSpPr>
            <p:cNvPr id="144" name="矩形 11"/>
            <p:cNvSpPr txBox="1"/>
            <p:nvPr/>
          </p:nvSpPr>
          <p:spPr>
            <a:xfrm>
              <a:off x="0" y="189733"/>
              <a:ext cx="1558216" cy="963997"/>
            </a:xfrm>
            <a:prstGeom prst="rect">
              <a:avLst/>
            </a:prstGeom>
            <a:noFill/>
            <a:ln w="12700" cap="flat">
              <a:noFill/>
              <a:miter lim="400000"/>
            </a:ln>
            <a:effectLst/>
          </p:spPr>
          <p:txBody>
            <a:bodyPr wrap="square" lIns="45719" tIns="45719" rIns="45719" bIns="45719" numCol="1" anchor="ctr">
              <a:noAutofit/>
            </a:bodyPr>
            <a:lstStyle>
              <a:lvl1pPr defTabSz="914400">
                <a:defRPr sz="4600" b="0">
                  <a:solidFill>
                    <a:srgbClr val="FFFFFF"/>
                  </a:solidFill>
                  <a:latin typeface="Calibri" panose="020F0502020204030204"/>
                  <a:ea typeface="Calibri" panose="020F0502020204030204"/>
                  <a:cs typeface="Calibri" panose="020F0502020204030204"/>
                  <a:sym typeface="Calibri" panose="020F0502020204030204"/>
                </a:defRPr>
              </a:lvl1pPr>
            </a:lstStyle>
            <a:p>
              <a:r>
                <a:rPr dirty="0"/>
                <a:t>04</a:t>
              </a:r>
              <a:endParaRPr dirty="0"/>
            </a:p>
          </p:txBody>
        </p:sp>
      </p:grpSp>
      <p:sp>
        <p:nvSpPr>
          <p:cNvPr id="146" name="矩形 5"/>
          <p:cNvSpPr txBox="1"/>
          <p:nvPr/>
        </p:nvSpPr>
        <p:spPr>
          <a:xfrm>
            <a:off x="11263350" y="8320568"/>
            <a:ext cx="2471296" cy="782959"/>
          </a:xfrm>
          <a:prstGeom prst="rect">
            <a:avLst/>
          </a:prstGeom>
          <a:noFill/>
          <a:ln w="12700" cap="flat">
            <a:noFill/>
            <a:miter lim="400000"/>
          </a:ln>
          <a:effectLst/>
        </p:spPr>
        <p:txBody>
          <a:bodyPr wrap="square" lIns="45719" tIns="45719" rIns="45719" bIns="45719" numCol="1" anchor="t">
            <a:noAutofit/>
          </a:bodyPr>
          <a:lstStyle>
            <a:lvl1pPr defTabSz="914400">
              <a:defRPr sz="3600" b="0">
                <a:solidFill>
                  <a:srgbClr val="40404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lvl1pPr>
          </a:lstStyle>
          <a:p>
            <a:pPr algn="l"/>
            <a:r>
              <a:rPr lang="zh-CN" altLang="en-US" sz="4400" dirty="0">
                <a:solidFill>
                  <a:srgbClr val="000000"/>
                </a:solidFill>
              </a:rPr>
              <a:t>小结</a:t>
            </a:r>
            <a:endParaRPr sz="4400" dirty="0">
              <a:solidFill>
                <a:srgbClr val="000000"/>
              </a:solidFill>
            </a:endParaRPr>
          </a:p>
        </p:txBody>
      </p:sp>
      <p:pic>
        <p:nvPicPr>
          <p:cNvPr id="2" name="音频 1">
            <a:hlinkClick r:id="" action="ppaction://media"/>
          </p:cNvPr>
          <p:cNvPicPr>
            <a:picLocks noChangeAspect="1"/>
          </p:cNvPicPr>
          <p:nvPr>
            <a:audioFile r:link="rId1"/>
            <p:extLst>
              <p:ext uri="{DAA4B4D4-6D71-4841-9C94-3DE7FCFB9230}">
                <p14:media xmlns:p14="http://schemas.microsoft.com/office/powerpoint/2010/main" r:link="rId2"/>
              </p:ext>
            </p:extLst>
          </p:nvPr>
        </p:nvPicPr>
        <p:blipFill>
          <a:blip r:embed="rId3"/>
          <a:stretch>
            <a:fillRect/>
          </a:stretch>
        </p:blipFill>
        <p:spPr>
          <a:xfrm>
            <a:off x="23923625" y="13255625"/>
            <a:ext cx="244475" cy="244475"/>
          </a:xfrm>
          <a:prstGeom prst="rect">
            <a:avLst/>
          </a:prstGeom>
        </p:spPr>
      </p:pic>
    </p:spTree>
  </p:cSld>
  <p:clrMapOvr>
    <a:masterClrMapping/>
  </p:clrMapOvr>
  <p:transition spd="med" advTm="4959"/>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2"/>
                </p:tgtEl>
              </p:cMediaNode>
            </p:audio>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737970" y="1078867"/>
            <a:ext cx="8394850" cy="1042894"/>
          </a:xfrm>
          <a:ln w="12700">
            <a:miter lim="400000"/>
          </a:ln>
        </p:spPr>
        <p:txBody>
          <a:bodyPr lIns="50800" tIns="50800" rIns="50800" bIns="50800" anchor="ctr">
            <a:normAutofit/>
          </a:bodyPr>
          <a:lstStyle/>
          <a:p>
            <a:r>
              <a:rPr lang="zh-CN" altLang="en-US" dirty="0"/>
              <a:t>组合测试</a:t>
            </a:r>
            <a:endParaRPr lang="zh-CN" altLang="en-US" dirty="0"/>
          </a:p>
        </p:txBody>
      </p:sp>
      <p:sp>
        <p:nvSpPr>
          <p:cNvPr id="20" name="Rectangle 3"/>
          <p:cNvSpPr txBox="1">
            <a:spLocks noChangeArrowheads="1"/>
          </p:cNvSpPr>
          <p:nvPr/>
        </p:nvSpPr>
        <p:spPr>
          <a:xfrm>
            <a:off x="2736000" y="3086671"/>
            <a:ext cx="7349988" cy="7448136"/>
          </a:xfrm>
          <a:prstGeom prst="rect">
            <a:avLst/>
          </a:prstGeom>
          <a:ln w="12700">
            <a:miter lim="400000"/>
          </a:ln>
        </p:spPr>
        <p:txBody>
          <a:bodyPr lIns="50800" tIns="50800" rIns="50800" bIns="50800" anchor="ctr">
            <a:noAutofit/>
          </a:bodyPr>
          <a:lstStyle>
            <a:lvl1pPr marL="635000" indent="-635000" algn="l">
              <a:lnSpc>
                <a:spcPct val="200000"/>
              </a:lnSpc>
              <a:buFont typeface="Wingdings" panose="05000000000000000000" pitchFamily="2" charset="2"/>
              <a:buChar char="n"/>
              <a:defRPr sz="4400" b="0">
                <a:latin typeface="微软雅黑" panose="020B0503020204020204" pitchFamily="34" charset="-122"/>
                <a:ea typeface="微软雅黑" panose="020B0503020204020204" pitchFamily="34" charset="-122"/>
                <a:cs typeface="微软雅黑" panose="020B0503020204020204" pitchFamily="34" charset="-122"/>
              </a:defRPr>
            </a:lvl1pPr>
            <a:lvl2pPr marL="1270000" indent="-635000" algn="l">
              <a:spcBef>
                <a:spcPts val="5900"/>
              </a:spcBef>
              <a:buSzPct val="125000"/>
              <a:buChar char="•"/>
              <a:defRPr sz="4000">
                <a:latin typeface="黑体" panose="02010609060101010101" pitchFamily="49" charset="-122"/>
                <a:ea typeface="黑体" panose="02010609060101010101" pitchFamily="49" charset="-122"/>
                <a:cs typeface="黑体" panose="02010609060101010101" pitchFamily="49" charset="-122"/>
              </a:defRPr>
            </a:lvl2pPr>
            <a:lvl3pPr marL="1905000" lvl="2" indent="-635000" algn="l">
              <a:lnSpc>
                <a:spcPct val="150000"/>
              </a:lnSpc>
              <a:buSzPct val="125000"/>
              <a:buFont typeface="Wingdings" panose="05000000000000000000" pitchFamily="2" charset="2"/>
              <a:buChar char="Ø"/>
              <a:defRPr sz="4400" b="0">
                <a:latin typeface="微软雅黑" panose="020B0503020204020204" pitchFamily="34" charset="-122"/>
                <a:ea typeface="微软雅黑" panose="020B0503020204020204" pitchFamily="34" charset="-122"/>
              </a:defRPr>
            </a:lvl3pPr>
            <a:lvl4pPr marL="2540000" indent="-635000" algn="l">
              <a:spcBef>
                <a:spcPts val="5900"/>
              </a:spcBef>
              <a:buSzPct val="125000"/>
              <a:buChar char="•"/>
              <a:defRPr sz="5200" b="0"/>
            </a:lvl4pPr>
            <a:lvl5pPr marL="3175000" indent="-635000" algn="l">
              <a:spcBef>
                <a:spcPts val="5900"/>
              </a:spcBef>
              <a:buSzPct val="125000"/>
              <a:buChar char="•"/>
              <a:defRPr sz="5200" b="0"/>
            </a:lvl5pPr>
            <a:lvl6pPr marL="3810000" indent="-635000" algn="l">
              <a:spcBef>
                <a:spcPts val="5900"/>
              </a:spcBef>
              <a:buSzPct val="125000"/>
              <a:buChar char="•"/>
              <a:defRPr sz="5200" b="0"/>
            </a:lvl6pPr>
            <a:lvl7pPr marL="4445000" indent="-635000" algn="l">
              <a:spcBef>
                <a:spcPts val="5900"/>
              </a:spcBef>
              <a:buSzPct val="125000"/>
              <a:buChar char="•"/>
              <a:defRPr sz="5200" b="0"/>
            </a:lvl7pPr>
            <a:lvl8pPr marL="5080000" indent="-635000" algn="l">
              <a:spcBef>
                <a:spcPts val="5900"/>
              </a:spcBef>
              <a:buSzPct val="125000"/>
              <a:buChar char="•"/>
              <a:defRPr sz="5200" b="0"/>
            </a:lvl8pPr>
            <a:lvl9pPr marL="5715000" indent="-635000" algn="l">
              <a:spcBef>
                <a:spcPts val="5900"/>
              </a:spcBef>
              <a:buSzPct val="125000"/>
              <a:buChar char="•"/>
              <a:defRPr sz="5200" b="0"/>
            </a:lvl9pPr>
          </a:lstStyle>
          <a:p>
            <a:r>
              <a:rPr lang="zh-CN" altLang="en-US" sz="4800" b="1" dirty="0"/>
              <a:t>黑盒测试技术</a:t>
            </a:r>
            <a:endParaRPr lang="en-US" altLang="zh-CN" sz="4800" b="1" dirty="0"/>
          </a:p>
          <a:p>
            <a:pPr lvl="2"/>
            <a:r>
              <a:rPr lang="zh-CN" altLang="en-US" sz="4800" dirty="0"/>
              <a:t>等价类划分</a:t>
            </a:r>
            <a:endParaRPr lang="zh-CN" altLang="en-US" sz="4800" dirty="0"/>
          </a:p>
          <a:p>
            <a:pPr lvl="2"/>
            <a:r>
              <a:rPr lang="zh-CN" altLang="en-US" sz="4800" dirty="0"/>
              <a:t>边界值分析</a:t>
            </a:r>
            <a:endParaRPr lang="zh-CN" altLang="en-US" sz="4800" dirty="0"/>
          </a:p>
          <a:p>
            <a:pPr lvl="2"/>
            <a:r>
              <a:rPr lang="zh-CN" altLang="en-US" sz="4800" dirty="0"/>
              <a:t>因果图</a:t>
            </a:r>
            <a:endParaRPr lang="zh-CN" altLang="en-US" sz="4800" dirty="0"/>
          </a:p>
          <a:p>
            <a:pPr lvl="2"/>
            <a:r>
              <a:rPr lang="zh-CN" altLang="en-US" sz="4800" b="1" dirty="0">
                <a:solidFill>
                  <a:srgbClr val="FF0000"/>
                </a:solidFill>
              </a:rPr>
              <a:t>输入组合法</a:t>
            </a:r>
            <a:endParaRPr lang="zh-CN" altLang="en-US" sz="4800" b="1" dirty="0">
              <a:solidFill>
                <a:srgbClr val="FF0000"/>
              </a:solidFill>
            </a:endParaRPr>
          </a:p>
          <a:p>
            <a:pPr lvl="2"/>
            <a:r>
              <a:rPr lang="zh-CN" altLang="en-US" sz="4800" b="1" dirty="0">
                <a:solidFill>
                  <a:srgbClr val="FF0000"/>
                </a:solidFill>
              </a:rPr>
              <a:t>基于状态测试</a:t>
            </a:r>
            <a:endParaRPr lang="zh-CN" altLang="en-US" sz="4800" b="1" dirty="0">
              <a:solidFill>
                <a:srgbClr val="FF0000"/>
              </a:solidFill>
            </a:endParaRPr>
          </a:p>
          <a:p>
            <a:pPr marL="1270000" lvl="2" indent="0">
              <a:buNone/>
            </a:pPr>
            <a:endParaRPr lang="zh-CN" altLang="en-US" sz="4800" dirty="0"/>
          </a:p>
        </p:txBody>
      </p:sp>
      <p:sp>
        <p:nvSpPr>
          <p:cNvPr id="5" name="矩形 11"/>
          <p:cNvSpPr txBox="1"/>
          <p:nvPr/>
        </p:nvSpPr>
        <p:spPr>
          <a:xfrm>
            <a:off x="929060" y="1157763"/>
            <a:ext cx="1589696" cy="963998"/>
          </a:xfrm>
          <a:prstGeom prst="rect">
            <a:avLst/>
          </a:prstGeom>
          <a:noFill/>
          <a:ln w="12700" cap="flat">
            <a:noFill/>
            <a:miter lim="400000"/>
          </a:ln>
          <a:effectLst/>
        </p:spPr>
        <p:txBody>
          <a:bodyPr wrap="square" lIns="45719" tIns="45719" rIns="45719" bIns="45719" numCol="1" anchor="ctr">
            <a:noAutofit/>
          </a:bodyPr>
          <a:lstStyle>
            <a:lvl1pPr defTabSz="914400">
              <a:defRPr sz="4600" b="0">
                <a:solidFill>
                  <a:srgbClr val="FFFFFF"/>
                </a:solidFill>
                <a:latin typeface="Calibri" panose="020F0502020204030204"/>
                <a:ea typeface="Calibri" panose="020F0502020204030204"/>
                <a:cs typeface="Calibri" panose="020F0502020204030204"/>
                <a:sym typeface="Calibri" panose="020F0502020204030204"/>
              </a:defRPr>
            </a:lvl1pPr>
          </a:lstStyle>
          <a:p>
            <a:r>
              <a:rPr dirty="0"/>
              <a:t>01</a:t>
            </a:r>
            <a:endParaRPr dirty="0"/>
          </a:p>
        </p:txBody>
      </p:sp>
      <p:grpSp>
        <p:nvGrpSpPr>
          <p:cNvPr id="3" name="组合 2"/>
          <p:cNvGrpSpPr/>
          <p:nvPr/>
        </p:nvGrpSpPr>
        <p:grpSpPr>
          <a:xfrm>
            <a:off x="13590738" y="4950374"/>
            <a:ext cx="4103944" cy="2758205"/>
            <a:chOff x="14531926" y="4904865"/>
            <a:chExt cx="5445693" cy="3414713"/>
          </a:xfrm>
        </p:grpSpPr>
        <p:sp>
          <p:nvSpPr>
            <p:cNvPr id="6" name="立方体 5"/>
            <p:cNvSpPr/>
            <p:nvPr/>
          </p:nvSpPr>
          <p:spPr>
            <a:xfrm>
              <a:off x="15526267" y="4904865"/>
              <a:ext cx="3529012" cy="3414713"/>
            </a:xfrm>
            <a:prstGeom prst="cube">
              <a:avLst/>
            </a:prstGeom>
            <a:solidFill>
              <a:schemeClr val="tx1"/>
            </a:solidFill>
            <a:ln w="12700" cap="flat">
              <a:noFill/>
              <a:miter lim="400000"/>
            </a:ln>
          </p:spPr>
          <p:style>
            <a:lnRef idx="0">
              <a:srgbClr val="FFFFFF"/>
            </a:lnRef>
            <a:fillRef idx="0">
              <a:srgbClr val="FFFFFF"/>
            </a:fillRef>
            <a:effectRef idx="0">
              <a:srgbClr val="FFFFFF"/>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pPr>
              <a:endParaRPr kumimoji="0" lang="zh-CN" altLang="en-US" sz="3200" b="0" i="0" u="none" strike="noStrike" cap="none" spc="0" normalizeH="0" baseline="0" dirty="0">
                <a:ln>
                  <a:noFill/>
                </a:ln>
                <a:solidFill>
                  <a:srgbClr val="FFFFFF"/>
                </a:solidFill>
                <a:effectLst/>
                <a:uFillTx/>
                <a:latin typeface="+mn-lt"/>
                <a:ea typeface="+mn-ea"/>
                <a:cs typeface="+mn-cs"/>
                <a:sym typeface="Helvetica Neue Medium"/>
              </a:endParaRPr>
            </a:p>
          </p:txBody>
        </p:sp>
        <p:sp>
          <p:nvSpPr>
            <p:cNvPr id="7" name="文本框 6"/>
            <p:cNvSpPr txBox="1"/>
            <p:nvPr/>
          </p:nvSpPr>
          <p:spPr>
            <a:xfrm>
              <a:off x="16205722" y="5965892"/>
              <a:ext cx="1641476" cy="1949252"/>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pPr>
              <a:r>
                <a:rPr kumimoji="0" lang="zh-CN" altLang="en-US" sz="6000" b="1" i="0" u="none" strike="noStrike" cap="none" spc="0" normalizeH="0" baseline="0" dirty="0">
                  <a:ln>
                    <a:noFill/>
                  </a:ln>
                  <a:solidFill>
                    <a:schemeClr val="bg1"/>
                  </a:solidFill>
                  <a:effectLst/>
                  <a:uFillTx/>
                  <a:latin typeface="微软雅黑" panose="020B0503020204020204" pitchFamily="34" charset="-122"/>
                  <a:ea typeface="微软雅黑" panose="020B0503020204020204" pitchFamily="34" charset="-122"/>
                  <a:sym typeface="Helvetica Neue"/>
                </a:rPr>
                <a:t>软件</a:t>
              </a:r>
              <a:endParaRPr kumimoji="0" lang="en-US" altLang="zh-CN" sz="6000" b="1" i="0" u="none" strike="noStrike" cap="none" spc="0" normalizeH="0" baseline="0" dirty="0">
                <a:ln>
                  <a:noFill/>
                </a:ln>
                <a:solidFill>
                  <a:schemeClr val="bg1"/>
                </a:solidFill>
                <a:effectLst/>
                <a:uFillTx/>
                <a:latin typeface="微软雅黑" panose="020B0503020204020204" pitchFamily="34" charset="-122"/>
                <a:ea typeface="微软雅黑" panose="020B0503020204020204" pitchFamily="34" charset="-122"/>
                <a:sym typeface="Helvetica Neue"/>
              </a:endParaRPr>
            </a:p>
            <a:p>
              <a:pPr marL="0" marR="0" indent="0" algn="ctr" defTabSz="825500" rtl="0" fontAlgn="auto" latinLnBrk="0" hangingPunct="0">
                <a:lnSpc>
                  <a:spcPct val="100000"/>
                </a:lnSpc>
                <a:spcBef>
                  <a:spcPts val="0"/>
                </a:spcBef>
                <a:spcAft>
                  <a:spcPts val="0"/>
                </a:spcAft>
                <a:buClrTx/>
                <a:buSzTx/>
                <a:buFontTx/>
                <a:buNone/>
              </a:pPr>
              <a:r>
                <a:rPr kumimoji="0" lang="zh-CN" altLang="en-US" sz="6000" b="1" i="0" u="none" strike="noStrike" cap="none" spc="0" normalizeH="0" baseline="0" dirty="0">
                  <a:ln>
                    <a:noFill/>
                  </a:ln>
                  <a:solidFill>
                    <a:schemeClr val="bg1"/>
                  </a:solidFill>
                  <a:effectLst/>
                  <a:uFillTx/>
                  <a:latin typeface="微软雅黑" panose="020B0503020204020204" pitchFamily="34" charset="-122"/>
                  <a:ea typeface="微软雅黑" panose="020B0503020204020204" pitchFamily="34" charset="-122"/>
                  <a:sym typeface="Helvetica Neue"/>
                </a:rPr>
                <a:t>系统</a:t>
              </a:r>
              <a:endParaRPr kumimoji="0" lang="zh-CN" altLang="en-US" sz="4800" b="1" i="0" u="none" strike="noStrike" cap="none" spc="0" normalizeH="0" baseline="0" dirty="0">
                <a:ln>
                  <a:noFill/>
                </a:ln>
                <a:solidFill>
                  <a:schemeClr val="bg1"/>
                </a:solidFill>
                <a:effectLst/>
                <a:uFillTx/>
                <a:latin typeface="微软雅黑" panose="020B0503020204020204" pitchFamily="34" charset="-122"/>
                <a:ea typeface="微软雅黑" panose="020B0503020204020204" pitchFamily="34" charset="-122"/>
                <a:sym typeface="Helvetica Neue"/>
              </a:endParaRPr>
            </a:p>
          </p:txBody>
        </p:sp>
        <p:sp>
          <p:nvSpPr>
            <p:cNvPr id="8" name="椭圆 7"/>
            <p:cNvSpPr/>
            <p:nvPr/>
          </p:nvSpPr>
          <p:spPr>
            <a:xfrm>
              <a:off x="14531926" y="6132074"/>
              <a:ext cx="428626" cy="400050"/>
            </a:xfrm>
            <a:prstGeom prst="ellipse">
              <a:avLst/>
            </a:prstGeom>
            <a:solidFill>
              <a:schemeClr val="accent1"/>
            </a:solidFill>
            <a:ln w="12700" cap="flat">
              <a:noFill/>
              <a:miter lim="400000"/>
            </a:ln>
          </p:spPr>
          <p:style>
            <a:lnRef idx="0">
              <a:srgbClr val="FFFFFF"/>
            </a:lnRef>
            <a:fillRef idx="0">
              <a:srgbClr val="FFFFFF"/>
            </a:fillRef>
            <a:effectRef idx="0">
              <a:srgbClr val="FFFFFF"/>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pPr>
              <a:endParaRPr kumimoji="0" lang="zh-CN" altLang="en-US" sz="3200" b="0" i="0" u="none" strike="noStrike" cap="none" spc="0" normalizeH="0" baseline="0">
                <a:ln>
                  <a:noFill/>
                </a:ln>
                <a:solidFill>
                  <a:srgbClr val="FFFFFF"/>
                </a:solidFill>
                <a:effectLst/>
                <a:uFillTx/>
                <a:latin typeface="+mn-lt"/>
                <a:ea typeface="+mn-ea"/>
                <a:cs typeface="+mn-cs"/>
                <a:sym typeface="Helvetica Neue Medium"/>
              </a:endParaRPr>
            </a:p>
          </p:txBody>
        </p:sp>
        <p:cxnSp>
          <p:nvCxnSpPr>
            <p:cNvPr id="9" name="直接连接符 8"/>
            <p:cNvCxnSpPr/>
            <p:nvPr/>
          </p:nvCxnSpPr>
          <p:spPr>
            <a:xfrm>
              <a:off x="14910224" y="6319549"/>
              <a:ext cx="544042" cy="12550"/>
            </a:xfrm>
            <a:prstGeom prst="line">
              <a:avLst/>
            </a:prstGeom>
            <a:noFill/>
            <a:ln w="25400" cap="flat">
              <a:solidFill>
                <a:srgbClr val="000000"/>
              </a:solidFill>
              <a:prstDash val="solid"/>
              <a:miter lim="400000"/>
            </a:ln>
          </p:spPr>
          <p:style>
            <a:lnRef idx="0">
              <a:srgbClr val="FFFFFF"/>
            </a:lnRef>
            <a:fillRef idx="0">
              <a:srgbClr val="FFFFFF"/>
            </a:fillRef>
            <a:effectRef idx="0">
              <a:srgbClr val="FFFFFF"/>
            </a:effectRef>
            <a:fontRef idx="none"/>
          </p:style>
        </p:cxnSp>
        <p:sp>
          <p:nvSpPr>
            <p:cNvPr id="10" name="椭圆 9"/>
            <p:cNvSpPr/>
            <p:nvPr/>
          </p:nvSpPr>
          <p:spPr>
            <a:xfrm>
              <a:off x="14612886" y="7198879"/>
              <a:ext cx="428626" cy="400050"/>
            </a:xfrm>
            <a:prstGeom prst="ellipse">
              <a:avLst/>
            </a:prstGeom>
            <a:solidFill>
              <a:schemeClr val="accent1"/>
            </a:solidFill>
            <a:ln w="12700" cap="flat">
              <a:noFill/>
              <a:miter lim="400000"/>
            </a:ln>
          </p:spPr>
          <p:style>
            <a:lnRef idx="0">
              <a:srgbClr val="FFFFFF"/>
            </a:lnRef>
            <a:fillRef idx="0">
              <a:srgbClr val="FFFFFF"/>
            </a:fillRef>
            <a:effectRef idx="0">
              <a:srgbClr val="FFFFFF"/>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pPr>
              <a:endParaRPr kumimoji="0" lang="zh-CN" altLang="en-US" sz="3200" b="0" i="0" u="none" strike="noStrike" cap="none" spc="0" normalizeH="0" baseline="0">
                <a:ln>
                  <a:noFill/>
                </a:ln>
                <a:solidFill>
                  <a:srgbClr val="FFFFFF"/>
                </a:solidFill>
                <a:effectLst/>
                <a:uFillTx/>
                <a:latin typeface="+mn-lt"/>
                <a:ea typeface="+mn-ea"/>
                <a:cs typeface="+mn-cs"/>
                <a:sym typeface="Helvetica Neue Medium"/>
              </a:endParaRPr>
            </a:p>
          </p:txBody>
        </p:sp>
        <p:cxnSp>
          <p:nvCxnSpPr>
            <p:cNvPr id="11" name="直接连接符 10"/>
            <p:cNvCxnSpPr>
              <a:stCxn id="10" idx="6"/>
            </p:cNvCxnSpPr>
            <p:nvPr/>
          </p:nvCxnSpPr>
          <p:spPr>
            <a:xfrm>
              <a:off x="15041511" y="7398904"/>
              <a:ext cx="445546" cy="0"/>
            </a:xfrm>
            <a:prstGeom prst="line">
              <a:avLst/>
            </a:prstGeom>
            <a:noFill/>
            <a:ln w="25400" cap="flat">
              <a:solidFill>
                <a:srgbClr val="000000"/>
              </a:solidFill>
              <a:prstDash val="solid"/>
              <a:miter lim="400000"/>
            </a:ln>
          </p:spPr>
          <p:style>
            <a:lnRef idx="0">
              <a:srgbClr val="FFFFFF"/>
            </a:lnRef>
            <a:fillRef idx="0">
              <a:srgbClr val="FFFFFF"/>
            </a:fillRef>
            <a:effectRef idx="0">
              <a:srgbClr val="FFFFFF"/>
            </a:effectRef>
            <a:fontRef idx="none"/>
          </p:style>
        </p:cxnSp>
        <p:sp>
          <p:nvSpPr>
            <p:cNvPr id="12" name="椭圆 11"/>
            <p:cNvSpPr/>
            <p:nvPr/>
          </p:nvSpPr>
          <p:spPr>
            <a:xfrm>
              <a:off x="19548993" y="6244855"/>
              <a:ext cx="428626" cy="400050"/>
            </a:xfrm>
            <a:prstGeom prst="ellipse">
              <a:avLst/>
            </a:prstGeom>
            <a:solidFill>
              <a:schemeClr val="accent1"/>
            </a:solidFill>
            <a:ln w="12700" cap="flat">
              <a:noFill/>
              <a:miter lim="400000"/>
            </a:ln>
          </p:spPr>
          <p:style>
            <a:lnRef idx="0">
              <a:srgbClr val="FFFFFF"/>
            </a:lnRef>
            <a:fillRef idx="0">
              <a:srgbClr val="FFFFFF"/>
            </a:fillRef>
            <a:effectRef idx="0">
              <a:srgbClr val="FFFFFF"/>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pPr>
              <a:endParaRPr kumimoji="0" lang="zh-CN" altLang="en-US" sz="3200" b="0" i="0" u="none" strike="noStrike" cap="none" spc="0" normalizeH="0" baseline="0">
                <a:ln>
                  <a:noFill/>
                </a:ln>
                <a:solidFill>
                  <a:srgbClr val="FFFFFF"/>
                </a:solidFill>
                <a:effectLst/>
                <a:uFillTx/>
                <a:latin typeface="+mn-lt"/>
                <a:ea typeface="+mn-ea"/>
                <a:cs typeface="+mn-cs"/>
                <a:sym typeface="Helvetica Neue Medium"/>
              </a:endParaRPr>
            </a:p>
          </p:txBody>
        </p:sp>
        <p:cxnSp>
          <p:nvCxnSpPr>
            <p:cNvPr id="13" name="直接连接符 12"/>
            <p:cNvCxnSpPr/>
            <p:nvPr/>
          </p:nvCxnSpPr>
          <p:spPr>
            <a:xfrm flipV="1">
              <a:off x="18963207" y="6444881"/>
              <a:ext cx="594370" cy="28575"/>
            </a:xfrm>
            <a:prstGeom prst="line">
              <a:avLst/>
            </a:prstGeom>
            <a:noFill/>
            <a:ln w="25400" cap="flat">
              <a:solidFill>
                <a:srgbClr val="000000"/>
              </a:solidFill>
              <a:prstDash val="solid"/>
              <a:miter lim="400000"/>
            </a:ln>
          </p:spPr>
          <p:style>
            <a:lnRef idx="0">
              <a:srgbClr val="FFFFFF"/>
            </a:lnRef>
            <a:fillRef idx="0">
              <a:srgbClr val="FFFFFF"/>
            </a:fillRef>
            <a:effectRef idx="0">
              <a:srgbClr val="FFFFFF"/>
            </a:effectRef>
            <a:fontRef idx="none"/>
          </p:style>
        </p:cxnSp>
      </p:grpSp>
      <p:sp>
        <p:nvSpPr>
          <p:cNvPr id="14" name="右箭头 13"/>
          <p:cNvSpPr/>
          <p:nvPr/>
        </p:nvSpPr>
        <p:spPr>
          <a:xfrm>
            <a:off x="11921659" y="5775888"/>
            <a:ext cx="1355644" cy="1107176"/>
          </a:xfrm>
          <a:prstGeom prst="rightArrow">
            <a:avLst/>
          </a:prstGeom>
          <a:solidFill>
            <a:schemeClr val="accent1"/>
          </a:solidFill>
          <a:ln w="12700" cap="flat">
            <a:noFill/>
            <a:miter lim="400000"/>
          </a:ln>
        </p:spPr>
        <p:style>
          <a:lnRef idx="0">
            <a:srgbClr val="FFFFFF"/>
          </a:lnRef>
          <a:fillRef idx="0">
            <a:srgbClr val="FFFFFF"/>
          </a:fillRef>
          <a:effectRef idx="0">
            <a:srgbClr val="FFFFFF"/>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pPr>
            <a:endParaRPr kumimoji="0" lang="zh-CN" altLang="en-US" sz="3200" b="0" i="0" u="none" strike="noStrike" cap="none" spc="0" normalizeH="0" baseline="0">
              <a:ln>
                <a:noFill/>
              </a:ln>
              <a:solidFill>
                <a:srgbClr val="FFFFFF"/>
              </a:solidFill>
              <a:effectLst/>
              <a:uFillTx/>
              <a:latin typeface="+mn-lt"/>
              <a:ea typeface="+mn-ea"/>
              <a:cs typeface="+mn-cs"/>
              <a:sym typeface="Helvetica Neue Medium"/>
            </a:endParaRPr>
          </a:p>
        </p:txBody>
      </p:sp>
      <p:sp>
        <p:nvSpPr>
          <p:cNvPr id="15" name="文本框 14"/>
          <p:cNvSpPr txBox="1"/>
          <p:nvPr/>
        </p:nvSpPr>
        <p:spPr>
          <a:xfrm>
            <a:off x="10087958" y="5816515"/>
            <a:ext cx="1908942" cy="1025922"/>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pPr>
            <a:r>
              <a:rPr kumimoji="0" lang="zh-CN" altLang="en-US" sz="6000" b="1" i="0" u="none" strike="noStrike" cap="none" spc="0" normalizeH="0" baseline="0" dirty="0">
                <a:ln>
                  <a:noFill/>
                </a:ln>
                <a:solidFill>
                  <a:schemeClr val="tx1"/>
                </a:solidFill>
                <a:effectLst/>
                <a:uFillTx/>
                <a:latin typeface="微软雅黑" panose="020B0503020204020204" pitchFamily="34" charset="-122"/>
                <a:ea typeface="微软雅黑" panose="020B0503020204020204" pitchFamily="34" charset="-122"/>
                <a:sym typeface="Helvetica Neue"/>
              </a:rPr>
              <a:t>输入</a:t>
            </a:r>
            <a:endParaRPr kumimoji="0" lang="zh-CN" altLang="en-US" sz="4800" b="1" i="0" u="none" strike="noStrike" cap="none" spc="0" normalizeH="0" baseline="0" dirty="0">
              <a:ln>
                <a:noFill/>
              </a:ln>
              <a:solidFill>
                <a:schemeClr val="tx1"/>
              </a:solidFill>
              <a:effectLst/>
              <a:uFillTx/>
              <a:latin typeface="微软雅黑" panose="020B0503020204020204" pitchFamily="34" charset="-122"/>
              <a:ea typeface="微软雅黑" panose="020B0503020204020204" pitchFamily="34" charset="-122"/>
              <a:sym typeface="Helvetica Neue"/>
            </a:endParaRPr>
          </a:p>
        </p:txBody>
      </p:sp>
      <p:sp>
        <p:nvSpPr>
          <p:cNvPr id="16" name="右箭头 15"/>
          <p:cNvSpPr/>
          <p:nvPr/>
        </p:nvSpPr>
        <p:spPr>
          <a:xfrm>
            <a:off x="17975900" y="5775888"/>
            <a:ext cx="1355644" cy="1107176"/>
          </a:xfrm>
          <a:prstGeom prst="rightArrow">
            <a:avLst/>
          </a:prstGeom>
          <a:solidFill>
            <a:schemeClr val="accent1"/>
          </a:solidFill>
          <a:ln w="12700" cap="flat">
            <a:noFill/>
            <a:miter lim="400000"/>
          </a:ln>
        </p:spPr>
        <p:style>
          <a:lnRef idx="0">
            <a:srgbClr val="FFFFFF"/>
          </a:lnRef>
          <a:fillRef idx="0">
            <a:srgbClr val="FFFFFF"/>
          </a:fillRef>
          <a:effectRef idx="0">
            <a:srgbClr val="FFFFFF"/>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pPr>
            <a:endParaRPr kumimoji="0" lang="zh-CN" altLang="en-US" sz="3200" b="0" i="0" u="none" strike="noStrike" cap="none" spc="0" normalizeH="0" baseline="0">
              <a:ln>
                <a:noFill/>
              </a:ln>
              <a:solidFill>
                <a:srgbClr val="FFFFFF"/>
              </a:solidFill>
              <a:effectLst/>
              <a:uFillTx/>
              <a:latin typeface="+mn-lt"/>
              <a:ea typeface="+mn-ea"/>
              <a:cs typeface="+mn-cs"/>
              <a:sym typeface="Helvetica Neue Medium"/>
            </a:endParaRPr>
          </a:p>
        </p:txBody>
      </p:sp>
      <p:sp>
        <p:nvSpPr>
          <p:cNvPr id="17" name="文本框 16"/>
          <p:cNvSpPr txBox="1"/>
          <p:nvPr/>
        </p:nvSpPr>
        <p:spPr>
          <a:xfrm>
            <a:off x="19819679" y="5816515"/>
            <a:ext cx="1908942" cy="1025922"/>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pPr>
            <a:r>
              <a:rPr kumimoji="0" lang="zh-CN" altLang="en-US" sz="6000" b="1" i="0" u="none" strike="noStrike" cap="none" spc="0" normalizeH="0" baseline="0" dirty="0">
                <a:ln>
                  <a:noFill/>
                </a:ln>
                <a:solidFill>
                  <a:schemeClr val="tx1"/>
                </a:solidFill>
                <a:effectLst/>
                <a:uFillTx/>
                <a:latin typeface="微软雅黑" panose="020B0503020204020204" pitchFamily="34" charset="-122"/>
                <a:ea typeface="微软雅黑" panose="020B0503020204020204" pitchFamily="34" charset="-122"/>
                <a:sym typeface="Helvetica Neue"/>
              </a:rPr>
              <a:t>输</a:t>
            </a:r>
            <a:r>
              <a:rPr lang="zh-CN" altLang="en-US" sz="6000" dirty="0">
                <a:solidFill>
                  <a:schemeClr val="tx1"/>
                </a:solidFill>
                <a:latin typeface="微软雅黑" panose="020B0503020204020204" pitchFamily="34" charset="-122"/>
                <a:ea typeface="微软雅黑" panose="020B0503020204020204" pitchFamily="34" charset="-122"/>
              </a:rPr>
              <a:t>出</a:t>
            </a:r>
            <a:endParaRPr kumimoji="0" lang="zh-CN" altLang="en-US" sz="4800" b="1" i="0" u="none" strike="noStrike" cap="none" spc="0" normalizeH="0" baseline="0" dirty="0">
              <a:ln>
                <a:noFill/>
              </a:ln>
              <a:solidFill>
                <a:schemeClr val="tx1"/>
              </a:solidFill>
              <a:effectLst/>
              <a:uFillTx/>
              <a:latin typeface="微软雅黑" panose="020B0503020204020204" pitchFamily="34" charset="-122"/>
              <a:ea typeface="微软雅黑" panose="020B0503020204020204" pitchFamily="34" charset="-122"/>
              <a:sym typeface="Helvetica Neue"/>
            </a:endParaRPr>
          </a:p>
        </p:txBody>
      </p:sp>
      <p:pic>
        <p:nvPicPr>
          <p:cNvPr id="4" name="音频 3">
            <a:hlinkClick r:id="" action="ppaction://media"/>
          </p:cNvPr>
          <p:cNvPicPr>
            <a:picLocks noChangeAspect="1"/>
          </p:cNvPicPr>
          <p:nvPr>
            <a:audioFile r:link="rId1"/>
            <p:extLst>
              <p:ext uri="{DAA4B4D4-6D71-4841-9C94-3DE7FCFB9230}">
                <p14:media xmlns:p14="http://schemas.microsoft.com/office/powerpoint/2010/main" r:link="rId2"/>
              </p:ext>
            </p:extLst>
          </p:nvPr>
        </p:nvPicPr>
        <p:blipFill>
          <a:blip r:embed="rId3"/>
          <a:stretch>
            <a:fillRect/>
          </a:stretch>
        </p:blipFill>
        <p:spPr>
          <a:xfrm>
            <a:off x="23923625" y="13255625"/>
            <a:ext cx="244475" cy="244475"/>
          </a:xfrm>
          <a:prstGeom prst="rect">
            <a:avLst/>
          </a:prstGeom>
        </p:spPr>
      </p:pic>
    </p:spTree>
    <p:custDataLst>
      <p:tags r:id="rId4"/>
    </p:custDataLst>
  </p:cSld>
  <p:clrMapOvr>
    <a:masterClrMapping/>
  </p:clrMapOvr>
  <p:transition spd="med" advTm="75841"/>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4"/>
                </p:tgtEl>
              </p:cMediaNode>
            </p:audio>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11"/>
          <p:cNvSpPr txBox="1"/>
          <p:nvPr/>
        </p:nvSpPr>
        <p:spPr>
          <a:xfrm>
            <a:off x="929060" y="1157763"/>
            <a:ext cx="1589696" cy="963998"/>
          </a:xfrm>
          <a:prstGeom prst="rect">
            <a:avLst/>
          </a:prstGeom>
          <a:noFill/>
          <a:ln w="12700" cap="flat">
            <a:noFill/>
            <a:miter lim="400000"/>
          </a:ln>
          <a:effectLst/>
        </p:spPr>
        <p:txBody>
          <a:bodyPr wrap="square" lIns="45719" tIns="45719" rIns="45719" bIns="45719" numCol="1" anchor="ctr">
            <a:noAutofit/>
          </a:bodyPr>
          <a:lstStyle>
            <a:lvl1pPr defTabSz="914400">
              <a:defRPr sz="4600" b="0">
                <a:solidFill>
                  <a:srgbClr val="FFFFFF"/>
                </a:solidFill>
                <a:latin typeface="Calibri" panose="020F0502020204030204"/>
                <a:ea typeface="Calibri" panose="020F0502020204030204"/>
                <a:cs typeface="Calibri" panose="020F0502020204030204"/>
                <a:sym typeface="Calibri" panose="020F0502020204030204"/>
              </a:defRPr>
            </a:lvl1pPr>
          </a:lstStyle>
          <a:p>
            <a:r>
              <a:rPr dirty="0"/>
              <a:t>01</a:t>
            </a:r>
            <a:endParaRPr dirty="0"/>
          </a:p>
        </p:txBody>
      </p:sp>
      <p:pic>
        <p:nvPicPr>
          <p:cNvPr id="19" name="Picture 3"/>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260284" y="3460750"/>
            <a:ext cx="19863432" cy="84035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 name="标题 1"/>
          <p:cNvSpPr>
            <a:spLocks noGrp="1"/>
          </p:cNvSpPr>
          <p:nvPr>
            <p:ph type="title"/>
          </p:nvPr>
        </p:nvSpPr>
        <p:spPr>
          <a:xfrm>
            <a:off x="2737970" y="1078867"/>
            <a:ext cx="8394850" cy="1042894"/>
          </a:xfrm>
          <a:ln w="12700">
            <a:miter lim="400000"/>
          </a:ln>
        </p:spPr>
        <p:txBody>
          <a:bodyPr lIns="50800" tIns="50800" rIns="50800" bIns="50800" anchor="ctr">
            <a:normAutofit/>
          </a:bodyPr>
          <a:lstStyle/>
          <a:p>
            <a:r>
              <a:rPr lang="zh-CN" altLang="en-US" dirty="0"/>
              <a:t>组合测试</a:t>
            </a:r>
            <a:endParaRPr lang="zh-CN" altLang="en-US" dirty="0"/>
          </a:p>
        </p:txBody>
      </p:sp>
      <p:pic>
        <p:nvPicPr>
          <p:cNvPr id="2" name="音频 1">
            <a:hlinkClick r:id="" action="ppaction://media"/>
          </p:cNvPr>
          <p:cNvPicPr>
            <a:picLocks noChangeAspect="1"/>
          </p:cNvPicPr>
          <p:nvPr>
            <a:audioFile r:link="rId2"/>
            <p:extLst>
              <p:ext uri="{DAA4B4D4-6D71-4841-9C94-3DE7FCFB9230}">
                <p14:media xmlns:p14="http://schemas.microsoft.com/office/powerpoint/2010/main" r:link="rId3"/>
              </p:ext>
            </p:extLst>
          </p:nvPr>
        </p:nvPicPr>
        <p:blipFill>
          <a:blip r:embed="rId4"/>
          <a:stretch>
            <a:fillRect/>
          </a:stretch>
        </p:blipFill>
        <p:spPr>
          <a:xfrm>
            <a:off x="23923625" y="13255625"/>
            <a:ext cx="244475" cy="244475"/>
          </a:xfrm>
          <a:prstGeom prst="rect">
            <a:avLst/>
          </a:prstGeom>
        </p:spPr>
      </p:pic>
    </p:spTree>
    <p:custDataLst>
      <p:tags r:id="rId5"/>
    </p:custDataLst>
  </p:cSld>
  <p:clrMapOvr>
    <a:masterClrMapping/>
  </p:clrMapOvr>
  <p:transition spd="med" advTm="44253"/>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2"/>
                </p:tgtEl>
              </p:cMediaNode>
            </p:audio>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11"/>
          <p:cNvSpPr txBox="1"/>
          <p:nvPr/>
        </p:nvSpPr>
        <p:spPr>
          <a:xfrm>
            <a:off x="929060" y="1157763"/>
            <a:ext cx="1589696" cy="963998"/>
          </a:xfrm>
          <a:prstGeom prst="rect">
            <a:avLst/>
          </a:prstGeom>
          <a:noFill/>
          <a:ln w="12700" cap="flat">
            <a:noFill/>
            <a:miter lim="400000"/>
          </a:ln>
          <a:effectLst/>
        </p:spPr>
        <p:txBody>
          <a:bodyPr wrap="square" lIns="45719" tIns="45719" rIns="45719" bIns="45719" numCol="1" anchor="ctr">
            <a:noAutofit/>
          </a:bodyPr>
          <a:lstStyle>
            <a:lvl1pPr defTabSz="914400">
              <a:defRPr sz="4600" b="0">
                <a:solidFill>
                  <a:srgbClr val="FFFFFF"/>
                </a:solidFill>
                <a:latin typeface="Calibri" panose="020F0502020204030204"/>
                <a:ea typeface="Calibri" panose="020F0502020204030204"/>
                <a:cs typeface="Calibri" panose="020F0502020204030204"/>
                <a:sym typeface="Calibri" panose="020F0502020204030204"/>
              </a:defRPr>
            </a:lvl1pPr>
          </a:lstStyle>
          <a:p>
            <a:r>
              <a:rPr dirty="0"/>
              <a:t>01</a:t>
            </a:r>
            <a:endParaRPr dirty="0"/>
          </a:p>
        </p:txBody>
      </p:sp>
      <p:sp>
        <p:nvSpPr>
          <p:cNvPr id="22" name="标题 1"/>
          <p:cNvSpPr>
            <a:spLocks noGrp="1"/>
          </p:cNvSpPr>
          <p:nvPr>
            <p:ph type="title"/>
          </p:nvPr>
        </p:nvSpPr>
        <p:spPr>
          <a:xfrm>
            <a:off x="2737970" y="1078867"/>
            <a:ext cx="8394850" cy="1042894"/>
          </a:xfrm>
          <a:ln w="12700">
            <a:miter lim="400000"/>
          </a:ln>
        </p:spPr>
        <p:txBody>
          <a:bodyPr lIns="50800" tIns="50800" rIns="50800" bIns="50800" anchor="ctr">
            <a:normAutofit/>
          </a:bodyPr>
          <a:lstStyle/>
          <a:p>
            <a:r>
              <a:rPr lang="zh-CN" altLang="en-US" dirty="0"/>
              <a:t>组合测试</a:t>
            </a:r>
            <a:endParaRPr lang="zh-CN" altLang="en-US" dirty="0"/>
          </a:p>
        </p:txBody>
      </p:sp>
      <p:pic>
        <p:nvPicPr>
          <p:cNvPr id="1026" name="Picture 2" descr="See the source image"/>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060441" y="2517598"/>
            <a:ext cx="16263118" cy="9321542"/>
          </a:xfrm>
          <a:prstGeom prst="rect">
            <a:avLst/>
          </a:prstGeom>
          <a:noFill/>
          <a:extLst>
            <a:ext uri="{909E8E84-426E-40DD-AFC4-6F175D3DCCD1}">
              <a14:hiddenFill xmlns:a14="http://schemas.microsoft.com/office/drawing/2010/main">
                <a:solidFill>
                  <a:srgbClr val="FFFFFF"/>
                </a:solidFill>
              </a14:hiddenFill>
            </a:ext>
          </a:extLst>
        </p:spPr>
      </p:pic>
      <p:pic>
        <p:nvPicPr>
          <p:cNvPr id="2" name="音频 1">
            <a:hlinkClick r:id="" action="ppaction://media"/>
          </p:cNvPr>
          <p:cNvPicPr>
            <a:picLocks noChangeAspect="1"/>
          </p:cNvPicPr>
          <p:nvPr>
            <a:audioFile r:link="rId2"/>
            <p:extLst>
              <p:ext uri="{DAA4B4D4-6D71-4841-9C94-3DE7FCFB9230}">
                <p14:media xmlns:p14="http://schemas.microsoft.com/office/powerpoint/2010/main" r:link="rId3"/>
              </p:ext>
            </p:extLst>
          </p:nvPr>
        </p:nvPicPr>
        <p:blipFill>
          <a:blip r:embed="rId4"/>
          <a:stretch>
            <a:fillRect/>
          </a:stretch>
        </p:blipFill>
        <p:spPr>
          <a:xfrm>
            <a:off x="23923625" y="13255625"/>
            <a:ext cx="244475" cy="244475"/>
          </a:xfrm>
          <a:prstGeom prst="rect">
            <a:avLst/>
          </a:prstGeom>
        </p:spPr>
      </p:pic>
    </p:spTree>
    <p:custDataLst>
      <p:tags r:id="rId5"/>
    </p:custDataLst>
  </p:cSld>
  <p:clrMapOvr>
    <a:masterClrMapping/>
  </p:clrMapOvr>
  <p:transition spd="med" advTm="4490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2"/>
                </p:tgtEl>
              </p:cMediaNode>
            </p:audio>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11"/>
          <p:cNvSpPr txBox="1"/>
          <p:nvPr/>
        </p:nvSpPr>
        <p:spPr>
          <a:xfrm>
            <a:off x="929060" y="1157763"/>
            <a:ext cx="1589696" cy="963998"/>
          </a:xfrm>
          <a:prstGeom prst="rect">
            <a:avLst/>
          </a:prstGeom>
          <a:noFill/>
          <a:ln w="12700" cap="flat">
            <a:noFill/>
            <a:miter lim="400000"/>
          </a:ln>
          <a:effectLst/>
        </p:spPr>
        <p:txBody>
          <a:bodyPr wrap="square" lIns="45719" tIns="45719" rIns="45719" bIns="45719" numCol="1" anchor="ctr">
            <a:noAutofit/>
          </a:bodyPr>
          <a:lstStyle>
            <a:lvl1pPr defTabSz="914400">
              <a:defRPr sz="4600" b="0">
                <a:solidFill>
                  <a:srgbClr val="FFFFFF"/>
                </a:solidFill>
                <a:latin typeface="Calibri" panose="020F0502020204030204"/>
                <a:ea typeface="Calibri" panose="020F0502020204030204"/>
                <a:cs typeface="Calibri" panose="020F0502020204030204"/>
                <a:sym typeface="Calibri" panose="020F0502020204030204"/>
              </a:defRPr>
            </a:lvl1pPr>
          </a:lstStyle>
          <a:p>
            <a:r>
              <a:rPr dirty="0"/>
              <a:t>01</a:t>
            </a:r>
            <a:endParaRPr dirty="0"/>
          </a:p>
        </p:txBody>
      </p:sp>
      <p:sp>
        <p:nvSpPr>
          <p:cNvPr id="22" name="标题 1"/>
          <p:cNvSpPr>
            <a:spLocks noGrp="1"/>
          </p:cNvSpPr>
          <p:nvPr>
            <p:ph type="title"/>
          </p:nvPr>
        </p:nvSpPr>
        <p:spPr>
          <a:xfrm>
            <a:off x="2737970" y="1078867"/>
            <a:ext cx="8394850" cy="1042894"/>
          </a:xfrm>
          <a:ln w="12700">
            <a:miter lim="400000"/>
          </a:ln>
        </p:spPr>
        <p:txBody>
          <a:bodyPr lIns="50800" tIns="50800" rIns="50800" bIns="50800" anchor="ctr">
            <a:normAutofit/>
          </a:bodyPr>
          <a:lstStyle/>
          <a:p>
            <a:r>
              <a:rPr lang="zh-CN" altLang="en-US" dirty="0"/>
              <a:t>组合测试</a:t>
            </a:r>
            <a:endParaRPr lang="zh-CN" altLang="en-US" dirty="0"/>
          </a:p>
        </p:txBody>
      </p:sp>
      <p:pic>
        <p:nvPicPr>
          <p:cNvPr id="21506" name="Picture 2" descr="See the source image"/>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359800" y="3734830"/>
            <a:ext cx="15664400" cy="7886716"/>
          </a:xfrm>
          <a:prstGeom prst="rect">
            <a:avLst/>
          </a:prstGeom>
          <a:noFill/>
          <a:extLst>
            <a:ext uri="{909E8E84-426E-40DD-AFC4-6F175D3DCCD1}">
              <a14:hiddenFill xmlns:a14="http://schemas.microsoft.com/office/drawing/2010/main">
                <a:solidFill>
                  <a:srgbClr val="FFFFFF"/>
                </a:solidFill>
              </a14:hiddenFill>
            </a:ext>
          </a:extLst>
        </p:spPr>
      </p:pic>
      <p:pic>
        <p:nvPicPr>
          <p:cNvPr id="2" name="音频 1">
            <a:hlinkClick r:id="" action="ppaction://media"/>
          </p:cNvPr>
          <p:cNvPicPr>
            <a:picLocks noChangeAspect="1"/>
          </p:cNvPicPr>
          <p:nvPr>
            <a:audioFile r:link="rId2"/>
            <p:extLst>
              <p:ext uri="{DAA4B4D4-6D71-4841-9C94-3DE7FCFB9230}">
                <p14:media xmlns:p14="http://schemas.microsoft.com/office/powerpoint/2010/main" r:link="rId3"/>
              </p:ext>
            </p:extLst>
          </p:nvPr>
        </p:nvPicPr>
        <p:blipFill>
          <a:blip r:embed="rId4"/>
          <a:stretch>
            <a:fillRect/>
          </a:stretch>
        </p:blipFill>
        <p:spPr>
          <a:xfrm>
            <a:off x="23923625" y="13255625"/>
            <a:ext cx="244475" cy="244475"/>
          </a:xfrm>
          <a:prstGeom prst="rect">
            <a:avLst/>
          </a:prstGeom>
        </p:spPr>
      </p:pic>
    </p:spTree>
    <p:custDataLst>
      <p:tags r:id="rId5"/>
    </p:custDataLst>
  </p:cSld>
  <p:clrMapOvr>
    <a:masterClrMapping/>
  </p:clrMapOvr>
  <p:transition spd="med" advTm="5943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2"/>
                </p:tgtEl>
              </p:cMediaNode>
            </p:audio>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737970" y="1078867"/>
            <a:ext cx="8394850" cy="1042894"/>
          </a:xfrm>
          <a:ln w="12700">
            <a:miter lim="400000"/>
          </a:ln>
        </p:spPr>
        <p:txBody>
          <a:bodyPr lIns="50800" tIns="50800" rIns="50800" bIns="50800" anchor="ctr">
            <a:normAutofit/>
          </a:bodyPr>
          <a:lstStyle/>
          <a:p>
            <a:r>
              <a:rPr lang="zh-CN" altLang="en-US" dirty="0"/>
              <a:t>组合测试</a:t>
            </a:r>
            <a:endParaRPr lang="zh-CN" altLang="en-US" dirty="0"/>
          </a:p>
        </p:txBody>
      </p:sp>
      <p:sp>
        <p:nvSpPr>
          <p:cNvPr id="20" name="Rectangle 3"/>
          <p:cNvSpPr txBox="1">
            <a:spLocks noChangeArrowheads="1"/>
          </p:cNvSpPr>
          <p:nvPr/>
        </p:nvSpPr>
        <p:spPr>
          <a:xfrm>
            <a:off x="2737970" y="3086671"/>
            <a:ext cx="8394850" cy="4310158"/>
          </a:xfrm>
          <a:prstGeom prst="rect">
            <a:avLst/>
          </a:prstGeom>
          <a:ln w="12700">
            <a:miter lim="400000"/>
          </a:ln>
        </p:spPr>
        <p:txBody>
          <a:bodyPr lIns="50800" tIns="50800" rIns="50800" bIns="50800" anchor="ctr">
            <a:noAutofit/>
          </a:bodyPr>
          <a:lstStyle>
            <a:lvl1pPr marL="635000" indent="-635000" algn="l">
              <a:lnSpc>
                <a:spcPct val="200000"/>
              </a:lnSpc>
              <a:buFont typeface="Wingdings" panose="05000000000000000000" pitchFamily="2" charset="2"/>
              <a:buChar char="n"/>
              <a:defRPr sz="4400" b="0">
                <a:latin typeface="微软雅黑" panose="020B0503020204020204" pitchFamily="34" charset="-122"/>
                <a:ea typeface="微软雅黑" panose="020B0503020204020204" pitchFamily="34" charset="-122"/>
                <a:cs typeface="微软雅黑" panose="020B0503020204020204" pitchFamily="34" charset="-122"/>
              </a:defRPr>
            </a:lvl1pPr>
            <a:lvl2pPr marL="1270000" indent="-635000" algn="l">
              <a:spcBef>
                <a:spcPts val="5900"/>
              </a:spcBef>
              <a:buSzPct val="125000"/>
              <a:buChar char="•"/>
              <a:defRPr sz="4000">
                <a:latin typeface="黑体" panose="02010609060101010101" pitchFamily="49" charset="-122"/>
                <a:ea typeface="黑体" panose="02010609060101010101" pitchFamily="49" charset="-122"/>
                <a:cs typeface="黑体" panose="02010609060101010101" pitchFamily="49" charset="-122"/>
              </a:defRPr>
            </a:lvl2pPr>
            <a:lvl3pPr marL="1905000" lvl="2" indent="-635000" algn="l">
              <a:lnSpc>
                <a:spcPct val="150000"/>
              </a:lnSpc>
              <a:buSzPct val="125000"/>
              <a:buFont typeface="Wingdings" panose="05000000000000000000" pitchFamily="2" charset="2"/>
              <a:buChar char="Ø"/>
              <a:defRPr sz="4400" b="0">
                <a:latin typeface="微软雅黑" panose="020B0503020204020204" pitchFamily="34" charset="-122"/>
                <a:ea typeface="微软雅黑" panose="020B0503020204020204" pitchFamily="34" charset="-122"/>
              </a:defRPr>
            </a:lvl3pPr>
            <a:lvl4pPr marL="2540000" indent="-635000" algn="l">
              <a:spcBef>
                <a:spcPts val="5900"/>
              </a:spcBef>
              <a:buSzPct val="125000"/>
              <a:buChar char="•"/>
              <a:defRPr sz="5200" b="0"/>
            </a:lvl4pPr>
            <a:lvl5pPr marL="3175000" indent="-635000" algn="l">
              <a:spcBef>
                <a:spcPts val="5900"/>
              </a:spcBef>
              <a:buSzPct val="125000"/>
              <a:buChar char="•"/>
              <a:defRPr sz="5200" b="0"/>
            </a:lvl5pPr>
            <a:lvl6pPr marL="3810000" indent="-635000" algn="l">
              <a:spcBef>
                <a:spcPts val="5900"/>
              </a:spcBef>
              <a:buSzPct val="125000"/>
              <a:buChar char="•"/>
              <a:defRPr sz="5200" b="0"/>
            </a:lvl6pPr>
            <a:lvl7pPr marL="4445000" indent="-635000" algn="l">
              <a:spcBef>
                <a:spcPts val="5900"/>
              </a:spcBef>
              <a:buSzPct val="125000"/>
              <a:buChar char="•"/>
              <a:defRPr sz="5200" b="0"/>
            </a:lvl7pPr>
            <a:lvl8pPr marL="5080000" indent="-635000" algn="l">
              <a:spcBef>
                <a:spcPts val="5900"/>
              </a:spcBef>
              <a:buSzPct val="125000"/>
              <a:buChar char="•"/>
              <a:defRPr sz="5200" b="0"/>
            </a:lvl8pPr>
            <a:lvl9pPr marL="5715000" indent="-635000" algn="l">
              <a:spcBef>
                <a:spcPts val="5900"/>
              </a:spcBef>
              <a:buSzPct val="125000"/>
              <a:buChar char="•"/>
              <a:defRPr sz="5200" b="0"/>
            </a:lvl9pPr>
          </a:lstStyle>
          <a:p>
            <a:r>
              <a:rPr lang="zh-CN" altLang="en-US" sz="4800" b="1" dirty="0"/>
              <a:t>输入组合测试</a:t>
            </a:r>
            <a:endParaRPr lang="en-US" altLang="zh-CN" sz="4800" b="1" dirty="0"/>
          </a:p>
          <a:p>
            <a:pPr lvl="2"/>
            <a:r>
              <a:rPr lang="zh-CN" altLang="en-US" sz="4800" dirty="0"/>
              <a:t>遍历所有的输入组合。</a:t>
            </a:r>
            <a:endParaRPr lang="en-US" altLang="zh-CN" sz="4800" dirty="0"/>
          </a:p>
          <a:p>
            <a:pPr lvl="2"/>
            <a:r>
              <a:rPr lang="zh-CN" altLang="en-US" sz="4800" dirty="0"/>
              <a:t>一共有几种组合方式？</a:t>
            </a:r>
            <a:endParaRPr lang="zh-CN" altLang="en-US" sz="4800" dirty="0"/>
          </a:p>
          <a:p>
            <a:pPr marL="1270000" lvl="2" indent="0">
              <a:buNone/>
            </a:pPr>
            <a:endParaRPr lang="zh-CN" altLang="en-US" sz="4800" dirty="0"/>
          </a:p>
        </p:txBody>
      </p:sp>
      <p:sp>
        <p:nvSpPr>
          <p:cNvPr id="5" name="矩形 11"/>
          <p:cNvSpPr txBox="1"/>
          <p:nvPr/>
        </p:nvSpPr>
        <p:spPr>
          <a:xfrm>
            <a:off x="929060" y="1157763"/>
            <a:ext cx="1589696" cy="963998"/>
          </a:xfrm>
          <a:prstGeom prst="rect">
            <a:avLst/>
          </a:prstGeom>
          <a:noFill/>
          <a:ln w="12700" cap="flat">
            <a:noFill/>
            <a:miter lim="400000"/>
          </a:ln>
          <a:effectLst/>
        </p:spPr>
        <p:txBody>
          <a:bodyPr wrap="square" lIns="45719" tIns="45719" rIns="45719" bIns="45719" numCol="1" anchor="ctr">
            <a:noAutofit/>
          </a:bodyPr>
          <a:lstStyle>
            <a:lvl1pPr defTabSz="914400">
              <a:defRPr sz="4600" b="0">
                <a:solidFill>
                  <a:srgbClr val="FFFFFF"/>
                </a:solidFill>
                <a:latin typeface="Calibri" panose="020F0502020204030204"/>
                <a:ea typeface="Calibri" panose="020F0502020204030204"/>
                <a:cs typeface="Calibri" panose="020F0502020204030204"/>
                <a:sym typeface="Calibri" panose="020F0502020204030204"/>
              </a:defRPr>
            </a:lvl1pPr>
          </a:lstStyle>
          <a:p>
            <a:r>
              <a:rPr dirty="0"/>
              <a:t>01</a:t>
            </a:r>
            <a:endParaRPr dirty="0"/>
          </a:p>
        </p:txBody>
      </p:sp>
      <p:pic>
        <p:nvPicPr>
          <p:cNvPr id="19" name="Picture 3"/>
          <p:cNvPicPr>
            <a:picLocks noChangeAspect="1" noChangeArrowheads="1"/>
          </p:cNvPicPr>
          <p:nvPr/>
        </p:nvPicPr>
        <p:blipFill rotWithShape="1">
          <a:blip r:embed="rId1">
            <a:extLst>
              <a:ext uri="{28A0092B-C50C-407E-A947-70E740481C1C}">
                <a14:useLocalDpi xmlns:a14="http://schemas.microsoft.com/office/drawing/2010/main" val="0"/>
              </a:ext>
            </a:extLst>
          </a:blip>
          <a:srcRect l="8317" t="21587" r="6132" b="18266"/>
          <a:stretch>
            <a:fillRect/>
          </a:stretch>
        </p:blipFill>
        <p:spPr bwMode="auto">
          <a:xfrm>
            <a:off x="5928360" y="7396829"/>
            <a:ext cx="12527280" cy="3726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 name="音频 2">
            <a:hlinkClick r:id="" action="ppaction://media"/>
          </p:cNvPr>
          <p:cNvPicPr>
            <a:picLocks noChangeAspect="1"/>
          </p:cNvPicPr>
          <p:nvPr>
            <a:audioFile r:link="rId2"/>
            <p:extLst>
              <p:ext uri="{DAA4B4D4-6D71-4841-9C94-3DE7FCFB9230}">
                <p14:media xmlns:p14="http://schemas.microsoft.com/office/powerpoint/2010/main" r:link="rId3"/>
              </p:ext>
            </p:extLst>
          </p:nvPr>
        </p:nvPicPr>
        <p:blipFill>
          <a:blip r:embed="rId4"/>
          <a:stretch>
            <a:fillRect/>
          </a:stretch>
        </p:blipFill>
        <p:spPr>
          <a:xfrm>
            <a:off x="23923625" y="13255625"/>
            <a:ext cx="244475" cy="244475"/>
          </a:xfrm>
          <a:prstGeom prst="rect">
            <a:avLst/>
          </a:prstGeom>
        </p:spPr>
      </p:pic>
    </p:spTree>
    <p:custDataLst>
      <p:tags r:id="rId5"/>
    </p:custDataLst>
  </p:cSld>
  <p:clrMapOvr>
    <a:masterClrMapping/>
  </p:clrMapOvr>
  <p:transition spd="med" advTm="56517"/>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3"/>
                </p:tgtEl>
              </p:cMediaNode>
            </p:audio>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737970" y="1078867"/>
            <a:ext cx="8394850" cy="1042894"/>
          </a:xfrm>
          <a:ln w="12700">
            <a:miter lim="400000"/>
          </a:ln>
        </p:spPr>
        <p:txBody>
          <a:bodyPr lIns="50800" tIns="50800" rIns="50800" bIns="50800" anchor="ctr">
            <a:normAutofit/>
          </a:bodyPr>
          <a:lstStyle/>
          <a:p>
            <a:r>
              <a:rPr lang="zh-CN" altLang="en-US" dirty="0"/>
              <a:t>组合测试</a:t>
            </a:r>
            <a:endParaRPr lang="zh-CN" altLang="en-US" dirty="0"/>
          </a:p>
        </p:txBody>
      </p:sp>
      <p:sp>
        <p:nvSpPr>
          <p:cNvPr id="5" name="矩形 11"/>
          <p:cNvSpPr txBox="1"/>
          <p:nvPr/>
        </p:nvSpPr>
        <p:spPr>
          <a:xfrm>
            <a:off x="929060" y="1157763"/>
            <a:ext cx="1589696" cy="963998"/>
          </a:xfrm>
          <a:prstGeom prst="rect">
            <a:avLst/>
          </a:prstGeom>
          <a:noFill/>
          <a:ln w="12700" cap="flat">
            <a:noFill/>
            <a:miter lim="400000"/>
          </a:ln>
          <a:effectLst/>
        </p:spPr>
        <p:txBody>
          <a:bodyPr wrap="square" lIns="45719" tIns="45719" rIns="45719" bIns="45719" numCol="1" anchor="ctr">
            <a:noAutofit/>
          </a:bodyPr>
          <a:lstStyle>
            <a:lvl1pPr defTabSz="914400">
              <a:defRPr sz="4600" b="0">
                <a:solidFill>
                  <a:srgbClr val="FFFFFF"/>
                </a:solidFill>
                <a:latin typeface="Calibri" panose="020F0502020204030204"/>
                <a:ea typeface="Calibri" panose="020F0502020204030204"/>
                <a:cs typeface="Calibri" panose="020F0502020204030204"/>
                <a:sym typeface="Calibri" panose="020F0502020204030204"/>
              </a:defRPr>
            </a:lvl1pPr>
          </a:lstStyle>
          <a:p>
            <a:r>
              <a:rPr dirty="0"/>
              <a:t>01</a:t>
            </a:r>
            <a:endParaRPr dirty="0"/>
          </a:p>
        </p:txBody>
      </p:sp>
      <p:graphicFrame>
        <p:nvGraphicFramePr>
          <p:cNvPr id="7" name="Group 3"/>
          <p:cNvGraphicFramePr/>
          <p:nvPr/>
        </p:nvGraphicFramePr>
        <p:xfrm>
          <a:off x="4710224" y="2272117"/>
          <a:ext cx="14963551" cy="10972800"/>
        </p:xfrm>
        <a:graphic>
          <a:graphicData uri="http://schemas.openxmlformats.org/drawingml/2006/table">
            <a:tbl>
              <a:tblPr/>
              <a:tblGrid>
                <a:gridCol w="1068000"/>
                <a:gridCol w="1070886"/>
                <a:gridCol w="1068000"/>
                <a:gridCol w="1068000"/>
                <a:gridCol w="1068000"/>
                <a:gridCol w="1200779"/>
                <a:gridCol w="938110"/>
                <a:gridCol w="1068000"/>
                <a:gridCol w="1070886"/>
                <a:gridCol w="1068000"/>
                <a:gridCol w="1223871"/>
                <a:gridCol w="912131"/>
                <a:gridCol w="1070888"/>
                <a:gridCol w="1068000"/>
              </a:tblGrid>
              <a:tr h="931737">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32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ID</a:t>
                      </a:r>
                      <a:endParaRPr kumimoji="0" lang="en-US" altLang="zh-CN" sz="4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6E6E6"/>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32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A</a:t>
                      </a:r>
                      <a:endParaRPr kumimoji="0" lang="en-US" altLang="zh-CN" sz="4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32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B</a:t>
                      </a:r>
                      <a:endParaRPr kumimoji="0" lang="en-US" altLang="zh-CN" sz="4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32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C</a:t>
                      </a:r>
                      <a:endParaRPr kumimoji="0" lang="en-US" altLang="zh-CN" sz="4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72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   </a:t>
                      </a:r>
                      <a:endParaRPr kumimoji="0" lang="zh-CN" altLang="zh-CN" sz="72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cap="fla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32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ID</a:t>
                      </a:r>
                      <a:endParaRPr kumimoji="0" lang="en-US" altLang="zh-CN" sz="4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0E0E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32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A</a:t>
                      </a:r>
                      <a:endParaRPr kumimoji="0" lang="en-US" altLang="zh-CN" sz="4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32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B</a:t>
                      </a:r>
                      <a:endParaRPr kumimoji="0" lang="en-US" altLang="zh-CN" sz="4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32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C</a:t>
                      </a:r>
                      <a:endParaRPr kumimoji="0" lang="en-US" altLang="zh-CN" sz="4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zh-CN" altLang="zh-CN" sz="72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cap="fla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32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ID</a:t>
                      </a:r>
                      <a:endParaRPr kumimoji="0" lang="en-US" altLang="zh-CN" sz="4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0E0E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32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A</a:t>
                      </a:r>
                      <a:endParaRPr kumimoji="0" lang="en-US" altLang="zh-CN" sz="4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32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B</a:t>
                      </a:r>
                      <a:endParaRPr kumimoji="0" lang="en-US" altLang="zh-CN" sz="4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32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C</a:t>
                      </a:r>
                      <a:endParaRPr kumimoji="0" lang="en-US" altLang="zh-CN" sz="4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931737">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32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1</a:t>
                      </a:r>
                      <a:endParaRPr kumimoji="0" lang="en-US" altLang="zh-CN" sz="4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6E6E6"/>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32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1</a:t>
                      </a:r>
                      <a:endParaRPr kumimoji="0" lang="en-US" altLang="zh-CN" sz="48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32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1</a:t>
                      </a:r>
                      <a:endParaRPr kumimoji="0" lang="en-US" altLang="zh-CN" sz="48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32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1</a:t>
                      </a:r>
                      <a:endParaRPr kumimoji="0" lang="en-US" altLang="zh-CN" sz="48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zh-CN" altLang="zh-CN" sz="7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32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10</a:t>
                      </a:r>
                      <a:endParaRPr kumimoji="0" lang="en-US" altLang="zh-CN" sz="4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0E0E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32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2</a:t>
                      </a:r>
                      <a:endParaRPr kumimoji="0" lang="en-US" altLang="zh-CN" sz="48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32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1</a:t>
                      </a:r>
                      <a:endParaRPr kumimoji="0" lang="en-US" altLang="zh-CN" sz="4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32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1</a:t>
                      </a:r>
                      <a:endParaRPr kumimoji="0" lang="en-US" altLang="zh-CN" sz="4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zh-CN" altLang="zh-CN" sz="7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32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19</a:t>
                      </a:r>
                      <a:endParaRPr kumimoji="0" lang="en-US" altLang="zh-CN" sz="4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0E0E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32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3</a:t>
                      </a:r>
                      <a:endParaRPr kumimoji="0" lang="en-US" altLang="zh-CN" sz="4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32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1</a:t>
                      </a:r>
                      <a:endParaRPr kumimoji="0" lang="en-US" altLang="zh-CN" sz="4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32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1</a:t>
                      </a:r>
                      <a:endParaRPr kumimoji="0" lang="en-US" altLang="zh-CN" sz="4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931737">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32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2</a:t>
                      </a:r>
                      <a:endParaRPr kumimoji="0" lang="en-US" altLang="zh-CN" sz="4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6E6E6"/>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32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1</a:t>
                      </a:r>
                      <a:endParaRPr kumimoji="0" lang="en-US" altLang="zh-CN" sz="48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32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1</a:t>
                      </a:r>
                      <a:endParaRPr kumimoji="0" lang="en-US" altLang="zh-CN" sz="48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32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2</a:t>
                      </a:r>
                      <a:endParaRPr kumimoji="0" lang="en-US" altLang="zh-CN" sz="48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zh-CN" altLang="zh-CN" sz="7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32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11</a:t>
                      </a:r>
                      <a:endParaRPr kumimoji="0" lang="en-US" altLang="zh-CN" sz="4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0E0E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32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2</a:t>
                      </a:r>
                      <a:endParaRPr kumimoji="0" lang="en-US" altLang="zh-CN" sz="48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32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1</a:t>
                      </a:r>
                      <a:endParaRPr kumimoji="0" lang="en-US" altLang="zh-CN" sz="4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32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2</a:t>
                      </a:r>
                      <a:endParaRPr kumimoji="0" lang="en-US" altLang="zh-CN" sz="48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zh-CN" altLang="zh-CN" sz="72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32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20</a:t>
                      </a:r>
                      <a:endParaRPr kumimoji="0" lang="en-US" altLang="zh-CN" sz="4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0E0E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32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3</a:t>
                      </a:r>
                      <a:endParaRPr kumimoji="0" lang="en-US" altLang="zh-CN" sz="4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32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1</a:t>
                      </a:r>
                      <a:endParaRPr kumimoji="0" lang="en-US" altLang="zh-CN" sz="4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32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2</a:t>
                      </a:r>
                      <a:endParaRPr kumimoji="0" lang="en-US" altLang="zh-CN" sz="4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931737">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32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3</a:t>
                      </a:r>
                      <a:endParaRPr kumimoji="0" lang="en-US" altLang="zh-CN" sz="4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6E6E6"/>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32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1</a:t>
                      </a:r>
                      <a:endParaRPr kumimoji="0" lang="en-US" altLang="zh-CN" sz="4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32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1</a:t>
                      </a:r>
                      <a:endParaRPr kumimoji="0" lang="en-US" altLang="zh-CN" sz="48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32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3</a:t>
                      </a:r>
                      <a:endParaRPr kumimoji="0" lang="en-US" altLang="zh-CN" sz="48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zh-CN" altLang="zh-CN" sz="7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32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12</a:t>
                      </a:r>
                      <a:endParaRPr kumimoji="0" lang="en-US" altLang="zh-CN" sz="48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0E0E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32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2</a:t>
                      </a:r>
                      <a:endParaRPr kumimoji="0" lang="en-US" altLang="zh-CN" sz="48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32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1</a:t>
                      </a:r>
                      <a:endParaRPr kumimoji="0" lang="en-US" altLang="zh-CN" sz="4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32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3</a:t>
                      </a:r>
                      <a:endParaRPr kumimoji="0" lang="en-US" altLang="zh-CN" sz="4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zh-CN" altLang="zh-CN" sz="7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32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21</a:t>
                      </a:r>
                      <a:endParaRPr kumimoji="0" lang="en-US" altLang="zh-CN" sz="4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0E0E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32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3</a:t>
                      </a:r>
                      <a:endParaRPr kumimoji="0" lang="en-US" altLang="zh-CN" sz="4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32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1</a:t>
                      </a:r>
                      <a:endParaRPr kumimoji="0" lang="en-US" altLang="zh-CN" sz="4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32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3</a:t>
                      </a:r>
                      <a:endParaRPr kumimoji="0" lang="en-US" altLang="zh-CN" sz="4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931737">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32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4</a:t>
                      </a:r>
                      <a:endParaRPr kumimoji="0" lang="en-US" altLang="zh-CN" sz="4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6E6E6"/>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32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1</a:t>
                      </a:r>
                      <a:endParaRPr kumimoji="0" lang="en-US" altLang="zh-CN" sz="48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32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2</a:t>
                      </a:r>
                      <a:endParaRPr kumimoji="0" lang="en-US" altLang="zh-CN" sz="48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32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1</a:t>
                      </a:r>
                      <a:endParaRPr kumimoji="0" lang="en-US" altLang="zh-CN" sz="48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zh-CN" altLang="zh-CN" sz="7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32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13</a:t>
                      </a:r>
                      <a:endParaRPr kumimoji="0" lang="en-US" altLang="zh-CN" sz="4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0E0E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32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2</a:t>
                      </a:r>
                      <a:endParaRPr kumimoji="0" lang="en-US" altLang="zh-CN" sz="48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32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2</a:t>
                      </a:r>
                      <a:endParaRPr kumimoji="0" lang="en-US" altLang="zh-CN" sz="4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32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1</a:t>
                      </a:r>
                      <a:endParaRPr kumimoji="0" lang="en-US" altLang="zh-CN" sz="4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zh-CN" altLang="zh-CN" sz="7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32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22</a:t>
                      </a:r>
                      <a:endParaRPr kumimoji="0" lang="en-US" altLang="zh-CN" sz="4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0E0E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32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3</a:t>
                      </a:r>
                      <a:endParaRPr kumimoji="0" lang="en-US" altLang="zh-CN" sz="4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32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2</a:t>
                      </a:r>
                      <a:endParaRPr kumimoji="0" lang="en-US" altLang="zh-CN" sz="4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32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1</a:t>
                      </a:r>
                      <a:endParaRPr kumimoji="0" lang="en-US" altLang="zh-CN" sz="4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931737">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32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5</a:t>
                      </a:r>
                      <a:endParaRPr kumimoji="0" lang="en-US" altLang="zh-CN" sz="4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6E6E6"/>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32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1</a:t>
                      </a:r>
                      <a:endParaRPr kumimoji="0" lang="en-US" altLang="zh-CN" sz="48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32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2</a:t>
                      </a:r>
                      <a:endParaRPr kumimoji="0" lang="en-US" altLang="zh-CN" sz="4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32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2</a:t>
                      </a:r>
                      <a:endParaRPr kumimoji="0" lang="en-US" altLang="zh-CN" sz="48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zh-CN" altLang="zh-CN" sz="72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32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14</a:t>
                      </a:r>
                      <a:endParaRPr kumimoji="0" lang="en-US" altLang="zh-CN" sz="4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0E0E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32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2</a:t>
                      </a:r>
                      <a:endParaRPr kumimoji="0" lang="en-US" altLang="zh-CN" sz="48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32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2</a:t>
                      </a:r>
                      <a:endParaRPr kumimoji="0" lang="en-US" altLang="zh-CN" sz="4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32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2</a:t>
                      </a:r>
                      <a:endParaRPr kumimoji="0" lang="en-US" altLang="zh-CN" sz="4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zh-CN" altLang="zh-CN" sz="7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32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23</a:t>
                      </a:r>
                      <a:endParaRPr kumimoji="0" lang="en-US" altLang="zh-CN" sz="4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0E0E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32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3</a:t>
                      </a:r>
                      <a:endParaRPr kumimoji="0" lang="en-US" altLang="zh-CN" sz="4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32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2</a:t>
                      </a:r>
                      <a:endParaRPr kumimoji="0" lang="en-US" altLang="zh-CN" sz="4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32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2</a:t>
                      </a:r>
                      <a:endParaRPr kumimoji="0" lang="en-US" altLang="zh-CN" sz="4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931737">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32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6</a:t>
                      </a:r>
                      <a:endParaRPr kumimoji="0" lang="en-US" altLang="zh-CN" sz="4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6E6E6"/>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32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1</a:t>
                      </a:r>
                      <a:endParaRPr kumimoji="0" lang="en-US" altLang="zh-CN" sz="48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32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2</a:t>
                      </a:r>
                      <a:endParaRPr kumimoji="0" lang="en-US" altLang="zh-CN" sz="4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32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3</a:t>
                      </a:r>
                      <a:endParaRPr kumimoji="0" lang="en-US" altLang="zh-CN" sz="48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zh-CN" altLang="zh-CN" sz="7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32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15</a:t>
                      </a:r>
                      <a:endParaRPr kumimoji="0" lang="en-US" altLang="zh-CN" sz="4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0E0E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32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2</a:t>
                      </a:r>
                      <a:endParaRPr kumimoji="0" lang="en-US" altLang="zh-CN" sz="48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32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2</a:t>
                      </a:r>
                      <a:endParaRPr kumimoji="0" lang="en-US" altLang="zh-CN" sz="4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32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3</a:t>
                      </a:r>
                      <a:endParaRPr kumimoji="0" lang="en-US" altLang="zh-CN" sz="4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zh-CN" altLang="zh-CN" sz="7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32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24</a:t>
                      </a:r>
                      <a:endParaRPr kumimoji="0" lang="en-US" altLang="zh-CN" sz="4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0E0E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32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3</a:t>
                      </a:r>
                      <a:endParaRPr kumimoji="0" lang="en-US" altLang="zh-CN" sz="4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32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2</a:t>
                      </a:r>
                      <a:endParaRPr kumimoji="0" lang="en-US" altLang="zh-CN" sz="48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32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3</a:t>
                      </a:r>
                      <a:endParaRPr kumimoji="0" lang="en-US" altLang="zh-CN" sz="4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931737">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32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7</a:t>
                      </a:r>
                      <a:endParaRPr kumimoji="0" lang="en-US" altLang="zh-CN" sz="4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6E6E6"/>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32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1</a:t>
                      </a:r>
                      <a:endParaRPr kumimoji="0" lang="en-US" altLang="zh-CN" sz="48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32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3</a:t>
                      </a:r>
                      <a:endParaRPr kumimoji="0" lang="en-US" altLang="zh-CN" sz="4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32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1</a:t>
                      </a:r>
                      <a:endParaRPr kumimoji="0" lang="en-US" altLang="zh-CN" sz="48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zh-CN" altLang="zh-CN" sz="7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32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16</a:t>
                      </a:r>
                      <a:endParaRPr kumimoji="0" lang="en-US" altLang="zh-CN" sz="4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0E0E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32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2</a:t>
                      </a:r>
                      <a:endParaRPr kumimoji="0" lang="en-US" altLang="zh-CN" sz="48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32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3</a:t>
                      </a:r>
                      <a:endParaRPr kumimoji="0" lang="en-US" altLang="zh-CN" sz="4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32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1</a:t>
                      </a:r>
                      <a:endParaRPr kumimoji="0" lang="en-US" altLang="zh-CN" sz="4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zh-CN" altLang="zh-CN" sz="7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32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25</a:t>
                      </a:r>
                      <a:endParaRPr kumimoji="0" lang="en-US" altLang="zh-CN" sz="4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0E0E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32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3</a:t>
                      </a:r>
                      <a:endParaRPr kumimoji="0" lang="en-US" altLang="zh-CN" sz="4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32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3</a:t>
                      </a:r>
                      <a:endParaRPr kumimoji="0" lang="en-US" altLang="zh-CN" sz="4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32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1</a:t>
                      </a:r>
                      <a:endParaRPr kumimoji="0" lang="en-US" altLang="zh-CN" sz="4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931737">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32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8</a:t>
                      </a:r>
                      <a:endParaRPr kumimoji="0" lang="en-US" altLang="zh-CN" sz="4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6E6E6"/>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32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1</a:t>
                      </a:r>
                      <a:endParaRPr kumimoji="0" lang="en-US" altLang="zh-CN" sz="48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32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3</a:t>
                      </a:r>
                      <a:endParaRPr kumimoji="0" lang="en-US" altLang="zh-CN" sz="48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32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2</a:t>
                      </a:r>
                      <a:endParaRPr kumimoji="0" lang="en-US" altLang="zh-CN" sz="48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zh-CN" altLang="zh-CN" sz="7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32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17</a:t>
                      </a:r>
                      <a:endParaRPr kumimoji="0" lang="en-US" altLang="zh-CN" sz="4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0E0E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32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2</a:t>
                      </a:r>
                      <a:endParaRPr kumimoji="0" lang="en-US" altLang="zh-CN" sz="48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32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3</a:t>
                      </a:r>
                      <a:endParaRPr kumimoji="0" lang="en-US" altLang="zh-CN" sz="4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32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2</a:t>
                      </a:r>
                      <a:endParaRPr kumimoji="0" lang="en-US" altLang="zh-CN" sz="4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zh-CN" altLang="zh-CN" sz="7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32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26</a:t>
                      </a:r>
                      <a:endParaRPr kumimoji="0" lang="en-US" altLang="zh-CN" sz="4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0E0E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32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3</a:t>
                      </a:r>
                      <a:endParaRPr kumimoji="0" lang="en-US" altLang="zh-CN" sz="4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32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3</a:t>
                      </a:r>
                      <a:endParaRPr kumimoji="0" lang="en-US" altLang="zh-CN" sz="4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32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2</a:t>
                      </a:r>
                      <a:endParaRPr kumimoji="0" lang="en-US" altLang="zh-CN" sz="4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931737">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32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9</a:t>
                      </a:r>
                      <a:endParaRPr kumimoji="0" lang="en-US" altLang="zh-CN" sz="4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6E6E6"/>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32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1</a:t>
                      </a:r>
                      <a:endParaRPr kumimoji="0" lang="en-US" altLang="zh-CN" sz="48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32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3</a:t>
                      </a:r>
                      <a:endParaRPr kumimoji="0" lang="en-US" altLang="zh-CN" sz="4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32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3</a:t>
                      </a:r>
                      <a:endParaRPr kumimoji="0" lang="en-US" altLang="zh-CN" sz="48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zh-CN" altLang="zh-CN" sz="7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cap="flat">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32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18</a:t>
                      </a:r>
                      <a:endParaRPr kumimoji="0" lang="en-US" altLang="zh-CN" sz="4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0E0E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32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2</a:t>
                      </a:r>
                      <a:endParaRPr kumimoji="0" lang="en-US" altLang="zh-CN" sz="48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32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3</a:t>
                      </a:r>
                      <a:endParaRPr kumimoji="0" lang="en-US" altLang="zh-CN" sz="4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32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3</a:t>
                      </a:r>
                      <a:endParaRPr kumimoji="0" lang="en-US" altLang="zh-CN" sz="4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zh-CN" altLang="zh-CN" sz="72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cap="flat">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32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27</a:t>
                      </a:r>
                      <a:endParaRPr kumimoji="0" lang="en-US" altLang="zh-CN" sz="4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0E0E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32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3</a:t>
                      </a:r>
                      <a:endParaRPr kumimoji="0" lang="en-US" altLang="zh-CN" sz="4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32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3</a:t>
                      </a:r>
                      <a:endParaRPr kumimoji="0" lang="en-US" altLang="zh-CN" sz="4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32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3</a:t>
                      </a:r>
                      <a:endParaRPr kumimoji="0" lang="en-US" altLang="zh-CN" sz="48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bl>
          </a:graphicData>
        </a:graphic>
      </p:graphicFrame>
      <p:pic>
        <p:nvPicPr>
          <p:cNvPr id="3" name="音频 2">
            <a:hlinkClick r:id="" action="ppaction://media"/>
          </p:cNvPr>
          <p:cNvPicPr>
            <a:picLocks noChangeAspect="1"/>
          </p:cNvPicPr>
          <p:nvPr>
            <a:audioFile r:link="rId1"/>
            <p:extLst>
              <p:ext uri="{DAA4B4D4-6D71-4841-9C94-3DE7FCFB9230}">
                <p14:media xmlns:p14="http://schemas.microsoft.com/office/powerpoint/2010/main" r:link="rId2"/>
              </p:ext>
            </p:extLst>
          </p:nvPr>
        </p:nvPicPr>
        <p:blipFill>
          <a:blip r:embed="rId3"/>
          <a:stretch>
            <a:fillRect/>
          </a:stretch>
        </p:blipFill>
        <p:spPr>
          <a:xfrm>
            <a:off x="23923625" y="13255625"/>
            <a:ext cx="244475" cy="244475"/>
          </a:xfrm>
          <a:prstGeom prst="rect">
            <a:avLst/>
          </a:prstGeom>
        </p:spPr>
      </p:pic>
    </p:spTree>
    <p:custDataLst>
      <p:tags r:id="rId4"/>
    </p:custDataLst>
  </p:cSld>
  <p:clrMapOvr>
    <a:masterClrMapping/>
  </p:clrMapOvr>
  <p:transition spd="med" advTm="160608"/>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3"/>
                </p:tgtEl>
              </p:cMediaNode>
            </p:audio>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737970" y="1078867"/>
            <a:ext cx="8394850" cy="1042894"/>
          </a:xfrm>
          <a:ln w="12700">
            <a:miter lim="400000"/>
          </a:ln>
        </p:spPr>
        <p:txBody>
          <a:bodyPr lIns="50800" tIns="50800" rIns="50800" bIns="50800" anchor="ctr">
            <a:normAutofit/>
          </a:bodyPr>
          <a:lstStyle/>
          <a:p>
            <a:r>
              <a:rPr lang="zh-CN" altLang="en-US" dirty="0"/>
              <a:t>组合测试</a:t>
            </a:r>
            <a:endParaRPr lang="zh-CN" altLang="en-US" dirty="0"/>
          </a:p>
        </p:txBody>
      </p:sp>
      <p:sp>
        <p:nvSpPr>
          <p:cNvPr id="20" name="Rectangle 3"/>
          <p:cNvSpPr txBox="1">
            <a:spLocks noChangeArrowheads="1"/>
          </p:cNvSpPr>
          <p:nvPr/>
        </p:nvSpPr>
        <p:spPr>
          <a:xfrm>
            <a:off x="2737970" y="3086669"/>
            <a:ext cx="19550530" cy="9266043"/>
          </a:xfrm>
          <a:prstGeom prst="rect">
            <a:avLst/>
          </a:prstGeom>
          <a:ln w="12700">
            <a:miter lim="400000"/>
          </a:ln>
        </p:spPr>
        <p:txBody>
          <a:bodyPr lIns="50800" tIns="50800" rIns="50800" bIns="50800" anchor="t" anchorCtr="0">
            <a:noAutofit/>
          </a:bodyPr>
          <a:lstStyle>
            <a:lvl1pPr marL="635000" indent="-635000" algn="l">
              <a:lnSpc>
                <a:spcPct val="200000"/>
              </a:lnSpc>
              <a:buFont typeface="Wingdings" panose="05000000000000000000" pitchFamily="2" charset="2"/>
              <a:buChar char="n"/>
              <a:defRPr sz="4400" b="0">
                <a:latin typeface="微软雅黑" panose="020B0503020204020204" pitchFamily="34" charset="-122"/>
                <a:ea typeface="微软雅黑" panose="020B0503020204020204" pitchFamily="34" charset="-122"/>
                <a:cs typeface="微软雅黑" panose="020B0503020204020204" pitchFamily="34" charset="-122"/>
              </a:defRPr>
            </a:lvl1pPr>
            <a:lvl2pPr marL="1270000" indent="-635000" algn="l">
              <a:spcBef>
                <a:spcPts val="5900"/>
              </a:spcBef>
              <a:buSzPct val="125000"/>
              <a:buChar char="•"/>
              <a:defRPr sz="4000">
                <a:latin typeface="黑体" panose="02010609060101010101" pitchFamily="49" charset="-122"/>
                <a:ea typeface="黑体" panose="02010609060101010101" pitchFamily="49" charset="-122"/>
                <a:cs typeface="黑体" panose="02010609060101010101" pitchFamily="49" charset="-122"/>
              </a:defRPr>
            </a:lvl2pPr>
            <a:lvl3pPr marL="1905000" lvl="2" indent="-635000" algn="l">
              <a:lnSpc>
                <a:spcPct val="150000"/>
              </a:lnSpc>
              <a:buSzPct val="125000"/>
              <a:buFont typeface="Wingdings" panose="05000000000000000000" pitchFamily="2" charset="2"/>
              <a:buChar char="Ø"/>
              <a:defRPr sz="4400" b="0">
                <a:latin typeface="微软雅黑" panose="020B0503020204020204" pitchFamily="34" charset="-122"/>
                <a:ea typeface="微软雅黑" panose="020B0503020204020204" pitchFamily="34" charset="-122"/>
              </a:defRPr>
            </a:lvl3pPr>
            <a:lvl4pPr marL="2540000" indent="-635000" algn="l">
              <a:spcBef>
                <a:spcPts val="5900"/>
              </a:spcBef>
              <a:buSzPct val="125000"/>
              <a:buChar char="•"/>
              <a:defRPr sz="5200" b="0"/>
            </a:lvl4pPr>
            <a:lvl5pPr marL="3175000" indent="-635000" algn="l">
              <a:spcBef>
                <a:spcPts val="5900"/>
              </a:spcBef>
              <a:buSzPct val="125000"/>
              <a:buChar char="•"/>
              <a:defRPr sz="5200" b="0"/>
            </a:lvl5pPr>
            <a:lvl6pPr marL="3810000" indent="-635000" algn="l">
              <a:spcBef>
                <a:spcPts val="5900"/>
              </a:spcBef>
              <a:buSzPct val="125000"/>
              <a:buChar char="•"/>
              <a:defRPr sz="5200" b="0"/>
            </a:lvl6pPr>
            <a:lvl7pPr marL="4445000" indent="-635000" algn="l">
              <a:spcBef>
                <a:spcPts val="5900"/>
              </a:spcBef>
              <a:buSzPct val="125000"/>
              <a:buChar char="•"/>
              <a:defRPr sz="5200" b="0"/>
            </a:lvl7pPr>
            <a:lvl8pPr marL="5080000" indent="-635000" algn="l">
              <a:spcBef>
                <a:spcPts val="5900"/>
              </a:spcBef>
              <a:buSzPct val="125000"/>
              <a:buChar char="•"/>
              <a:defRPr sz="5200" b="0"/>
            </a:lvl8pPr>
            <a:lvl9pPr marL="5715000" indent="-635000" algn="l">
              <a:spcBef>
                <a:spcPts val="5900"/>
              </a:spcBef>
              <a:buSzPct val="125000"/>
              <a:buChar char="•"/>
              <a:defRPr sz="5200" b="0"/>
            </a:lvl9pPr>
          </a:lstStyle>
          <a:p>
            <a:r>
              <a:rPr lang="zh-CN" altLang="en-US" sz="4800" b="1" dirty="0"/>
              <a:t>输入组合测试</a:t>
            </a:r>
            <a:endParaRPr lang="en-US" altLang="zh-CN" sz="4800" b="1" dirty="0"/>
          </a:p>
          <a:p>
            <a:pPr lvl="2"/>
            <a:r>
              <a:rPr lang="zh-CN" altLang="en-US" sz="4800" dirty="0"/>
              <a:t>遍历所有的输入组合。</a:t>
            </a:r>
            <a:endParaRPr lang="en-US" altLang="zh-CN" sz="4800" dirty="0"/>
          </a:p>
          <a:p>
            <a:pPr marL="635000" lvl="2">
              <a:lnSpc>
                <a:spcPct val="200000"/>
              </a:lnSpc>
              <a:buSzTx/>
              <a:buFont typeface="Wingdings" panose="05000000000000000000" pitchFamily="2" charset="2"/>
              <a:buChar char="n"/>
            </a:pPr>
            <a:r>
              <a:rPr lang="zh-CN" altLang="en-US" sz="4800" b="1" dirty="0"/>
              <a:t>为什么要遍历所有的输入组合？</a:t>
            </a:r>
            <a:endParaRPr lang="en-US" altLang="zh-CN" sz="4800" b="1" dirty="0"/>
          </a:p>
          <a:p>
            <a:pPr lvl="2"/>
            <a:r>
              <a:rPr lang="zh-CN" altLang="en-US" sz="4800" dirty="0"/>
              <a:t>现有研究统计表明，很多程序的错误都是由参数之间的相互作用而导致。</a:t>
            </a:r>
            <a:endParaRPr lang="en-US" altLang="zh-CN" sz="4800" dirty="0"/>
          </a:p>
          <a:p>
            <a:pPr lvl="2"/>
            <a:r>
              <a:rPr lang="zh-CN" altLang="en-US" sz="4800" dirty="0"/>
              <a:t>每个单选框框单独遍历是不够的！</a:t>
            </a:r>
            <a:endParaRPr lang="en-US" altLang="zh-CN" sz="4800" dirty="0"/>
          </a:p>
          <a:p>
            <a:pPr lvl="2"/>
            <a:endParaRPr lang="en-US" altLang="zh-CN" sz="4800" dirty="0"/>
          </a:p>
          <a:p>
            <a:pPr marL="1270000" lvl="2" indent="0">
              <a:buNone/>
            </a:pPr>
            <a:endParaRPr lang="zh-CN" altLang="en-US" sz="4800" dirty="0"/>
          </a:p>
        </p:txBody>
      </p:sp>
      <p:sp>
        <p:nvSpPr>
          <p:cNvPr id="5" name="矩形 11"/>
          <p:cNvSpPr txBox="1"/>
          <p:nvPr/>
        </p:nvSpPr>
        <p:spPr>
          <a:xfrm>
            <a:off x="929060" y="1157763"/>
            <a:ext cx="1589696" cy="963998"/>
          </a:xfrm>
          <a:prstGeom prst="rect">
            <a:avLst/>
          </a:prstGeom>
          <a:noFill/>
          <a:ln w="12700" cap="flat">
            <a:noFill/>
            <a:miter lim="400000"/>
          </a:ln>
          <a:effectLst/>
        </p:spPr>
        <p:txBody>
          <a:bodyPr wrap="square" lIns="45719" tIns="45719" rIns="45719" bIns="45719" numCol="1" anchor="ctr">
            <a:noAutofit/>
          </a:bodyPr>
          <a:lstStyle>
            <a:lvl1pPr defTabSz="914400">
              <a:defRPr sz="4600" b="0">
                <a:solidFill>
                  <a:srgbClr val="FFFFFF"/>
                </a:solidFill>
                <a:latin typeface="Calibri" panose="020F0502020204030204"/>
                <a:ea typeface="Calibri" panose="020F0502020204030204"/>
                <a:cs typeface="Calibri" panose="020F0502020204030204"/>
                <a:sym typeface="Calibri" panose="020F0502020204030204"/>
              </a:defRPr>
            </a:lvl1pPr>
          </a:lstStyle>
          <a:p>
            <a:r>
              <a:rPr dirty="0"/>
              <a:t>01</a:t>
            </a:r>
            <a:endParaRPr dirty="0"/>
          </a:p>
        </p:txBody>
      </p:sp>
      <p:pic>
        <p:nvPicPr>
          <p:cNvPr id="4" name="音频 3">
            <a:hlinkClick r:id="" action="ppaction://media"/>
          </p:cNvPr>
          <p:cNvPicPr>
            <a:picLocks noChangeAspect="1"/>
          </p:cNvPicPr>
          <p:nvPr>
            <a:audioFile r:link="rId1"/>
            <p:extLst>
              <p:ext uri="{DAA4B4D4-6D71-4841-9C94-3DE7FCFB9230}">
                <p14:media xmlns:p14="http://schemas.microsoft.com/office/powerpoint/2010/main" r:link="rId2"/>
              </p:ext>
            </p:extLst>
          </p:nvPr>
        </p:nvPicPr>
        <p:blipFill>
          <a:blip r:embed="rId3"/>
          <a:stretch>
            <a:fillRect/>
          </a:stretch>
        </p:blipFill>
        <p:spPr>
          <a:xfrm>
            <a:off x="23923625" y="13255625"/>
            <a:ext cx="244475" cy="244475"/>
          </a:xfrm>
          <a:prstGeom prst="rect">
            <a:avLst/>
          </a:prstGeom>
        </p:spPr>
      </p:pic>
    </p:spTree>
    <p:custDataLst>
      <p:tags r:id="rId4"/>
    </p:custDataLst>
  </p:cSld>
  <p:clrMapOvr>
    <a:masterClrMapping/>
  </p:clrMapOvr>
  <p:transition spd="med" advTm="130759"/>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4"/>
                </p:tgtEl>
              </p:cMediaNode>
            </p:audio>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737970" y="1078867"/>
            <a:ext cx="8394850" cy="1042894"/>
          </a:xfrm>
          <a:ln w="12700">
            <a:miter lim="400000"/>
          </a:ln>
        </p:spPr>
        <p:txBody>
          <a:bodyPr lIns="50800" tIns="50800" rIns="50800" bIns="50800" anchor="ctr">
            <a:normAutofit/>
          </a:bodyPr>
          <a:lstStyle/>
          <a:p>
            <a:r>
              <a:rPr lang="zh-CN" altLang="en-US" dirty="0"/>
              <a:t>组合测试</a:t>
            </a:r>
            <a:endParaRPr lang="zh-CN" altLang="en-US" dirty="0"/>
          </a:p>
        </p:txBody>
      </p:sp>
      <p:sp>
        <p:nvSpPr>
          <p:cNvPr id="20" name="Rectangle 3"/>
          <p:cNvSpPr txBox="1">
            <a:spLocks noChangeArrowheads="1"/>
          </p:cNvSpPr>
          <p:nvPr/>
        </p:nvSpPr>
        <p:spPr>
          <a:xfrm>
            <a:off x="2737970" y="3086669"/>
            <a:ext cx="19550530" cy="9266043"/>
          </a:xfrm>
          <a:prstGeom prst="rect">
            <a:avLst/>
          </a:prstGeom>
          <a:ln w="12700">
            <a:miter lim="400000"/>
          </a:ln>
        </p:spPr>
        <p:txBody>
          <a:bodyPr lIns="50800" tIns="50800" rIns="50800" bIns="50800" anchor="t" anchorCtr="0">
            <a:noAutofit/>
          </a:bodyPr>
          <a:lstStyle>
            <a:lvl1pPr marL="635000" indent="-635000" algn="l">
              <a:lnSpc>
                <a:spcPct val="200000"/>
              </a:lnSpc>
              <a:buFont typeface="Wingdings" panose="05000000000000000000" pitchFamily="2" charset="2"/>
              <a:buChar char="n"/>
              <a:defRPr sz="4400" b="0">
                <a:latin typeface="微软雅黑" panose="020B0503020204020204" pitchFamily="34" charset="-122"/>
                <a:ea typeface="微软雅黑" panose="020B0503020204020204" pitchFamily="34" charset="-122"/>
                <a:cs typeface="微软雅黑" panose="020B0503020204020204" pitchFamily="34" charset="-122"/>
              </a:defRPr>
            </a:lvl1pPr>
            <a:lvl2pPr marL="1270000" indent="-635000" algn="l">
              <a:spcBef>
                <a:spcPts val="5900"/>
              </a:spcBef>
              <a:buSzPct val="125000"/>
              <a:buChar char="•"/>
              <a:defRPr sz="4000">
                <a:latin typeface="黑体" panose="02010609060101010101" pitchFamily="49" charset="-122"/>
                <a:ea typeface="黑体" panose="02010609060101010101" pitchFamily="49" charset="-122"/>
                <a:cs typeface="黑体" panose="02010609060101010101" pitchFamily="49" charset="-122"/>
              </a:defRPr>
            </a:lvl2pPr>
            <a:lvl3pPr marL="1905000" lvl="2" indent="-635000" algn="l">
              <a:lnSpc>
                <a:spcPct val="150000"/>
              </a:lnSpc>
              <a:buSzPct val="125000"/>
              <a:buFont typeface="Wingdings" panose="05000000000000000000" pitchFamily="2" charset="2"/>
              <a:buChar char="Ø"/>
              <a:defRPr sz="4400" b="0">
                <a:latin typeface="微软雅黑" panose="020B0503020204020204" pitchFamily="34" charset="-122"/>
                <a:ea typeface="微软雅黑" panose="020B0503020204020204" pitchFamily="34" charset="-122"/>
              </a:defRPr>
            </a:lvl3pPr>
            <a:lvl4pPr marL="2540000" indent="-635000" algn="l">
              <a:spcBef>
                <a:spcPts val="5900"/>
              </a:spcBef>
              <a:buSzPct val="125000"/>
              <a:buChar char="•"/>
              <a:defRPr sz="5200" b="0"/>
            </a:lvl4pPr>
            <a:lvl5pPr marL="3175000" indent="-635000" algn="l">
              <a:spcBef>
                <a:spcPts val="5900"/>
              </a:spcBef>
              <a:buSzPct val="125000"/>
              <a:buChar char="•"/>
              <a:defRPr sz="5200" b="0"/>
            </a:lvl5pPr>
            <a:lvl6pPr marL="3810000" indent="-635000" algn="l">
              <a:spcBef>
                <a:spcPts val="5900"/>
              </a:spcBef>
              <a:buSzPct val="125000"/>
              <a:buChar char="•"/>
              <a:defRPr sz="5200" b="0"/>
            </a:lvl6pPr>
            <a:lvl7pPr marL="4445000" indent="-635000" algn="l">
              <a:spcBef>
                <a:spcPts val="5900"/>
              </a:spcBef>
              <a:buSzPct val="125000"/>
              <a:buChar char="•"/>
              <a:defRPr sz="5200" b="0"/>
            </a:lvl7pPr>
            <a:lvl8pPr marL="5080000" indent="-635000" algn="l">
              <a:spcBef>
                <a:spcPts val="5900"/>
              </a:spcBef>
              <a:buSzPct val="125000"/>
              <a:buChar char="•"/>
              <a:defRPr sz="5200" b="0"/>
            </a:lvl8pPr>
            <a:lvl9pPr marL="5715000" indent="-635000" algn="l">
              <a:spcBef>
                <a:spcPts val="5900"/>
              </a:spcBef>
              <a:buSzPct val="125000"/>
              <a:buChar char="•"/>
              <a:defRPr sz="5200" b="0"/>
            </a:lvl9pPr>
          </a:lstStyle>
          <a:p>
            <a:r>
              <a:rPr lang="zh-CN" altLang="en-US" sz="4800" b="1" dirty="0"/>
              <a:t>如何简化测试？</a:t>
            </a:r>
            <a:endParaRPr lang="en-US" altLang="zh-CN" sz="4800" b="1" dirty="0"/>
          </a:p>
          <a:p>
            <a:pPr lvl="2"/>
            <a:r>
              <a:rPr lang="en-US" altLang="zh-CN" sz="4800" dirty="0"/>
              <a:t>70%</a:t>
            </a:r>
            <a:r>
              <a:rPr lang="zh-CN" altLang="en-US" sz="4800" dirty="0"/>
              <a:t>以上的错误是由 </a:t>
            </a:r>
            <a:r>
              <a:rPr lang="en-US" altLang="zh-CN" sz="4800" dirty="0"/>
              <a:t>2 </a:t>
            </a:r>
            <a:r>
              <a:rPr lang="zh-CN" altLang="en-US" sz="4800" dirty="0"/>
              <a:t>个以内的参数相互作用而引发的。</a:t>
            </a:r>
            <a:endParaRPr lang="en-US" altLang="zh-CN" sz="4800" dirty="0"/>
          </a:p>
          <a:p>
            <a:pPr lvl="2"/>
            <a:r>
              <a:rPr lang="en-US" altLang="zh-CN" sz="4800" dirty="0"/>
              <a:t>90%</a:t>
            </a:r>
            <a:r>
              <a:rPr lang="zh-CN" altLang="en-US" sz="4800" dirty="0"/>
              <a:t>以上的错误是由 </a:t>
            </a:r>
            <a:r>
              <a:rPr lang="en-US" altLang="zh-CN" sz="4800" dirty="0"/>
              <a:t>3 </a:t>
            </a:r>
            <a:r>
              <a:rPr lang="zh-CN" altLang="en-US" sz="4800" dirty="0"/>
              <a:t>个以内的参数相互作用而引发的。 </a:t>
            </a:r>
            <a:endParaRPr lang="en-US" altLang="zh-CN" sz="4800" dirty="0"/>
          </a:p>
          <a:p>
            <a:pPr marL="635000" lvl="2">
              <a:lnSpc>
                <a:spcPct val="200000"/>
              </a:lnSpc>
              <a:buSzTx/>
              <a:buFont typeface="Wingdings" panose="05000000000000000000" pitchFamily="2" charset="2"/>
              <a:buChar char="n"/>
            </a:pPr>
            <a:r>
              <a:rPr lang="zh-CN" altLang="en-US" sz="4800" b="1" dirty="0"/>
              <a:t>避免测试所有组合</a:t>
            </a:r>
            <a:endParaRPr lang="en-US" altLang="zh-CN" sz="4800" b="1" dirty="0"/>
          </a:p>
          <a:p>
            <a:pPr lvl="2"/>
            <a:r>
              <a:rPr lang="zh-CN" altLang="en-US" sz="4800" dirty="0"/>
              <a:t>两两组合解决</a:t>
            </a:r>
            <a:r>
              <a:rPr lang="en-US" altLang="zh-CN" sz="4800" dirty="0"/>
              <a:t>70%</a:t>
            </a:r>
            <a:r>
              <a:rPr lang="zh-CN" altLang="en-US" sz="4800" dirty="0"/>
              <a:t>的错误！</a:t>
            </a:r>
            <a:endParaRPr lang="en-US" altLang="zh-CN" sz="4800" dirty="0"/>
          </a:p>
          <a:p>
            <a:pPr lvl="3">
              <a:lnSpc>
                <a:spcPct val="150000"/>
              </a:lnSpc>
              <a:spcBef>
                <a:spcPts val="0"/>
              </a:spcBef>
            </a:pPr>
            <a:r>
              <a:rPr lang="zh-CN" altLang="en-US" sz="4800" dirty="0">
                <a:latin typeface="微软雅黑" panose="020B0503020204020204" pitchFamily="34" charset="-122"/>
                <a:ea typeface="微软雅黑" panose="020B0503020204020204" pitchFamily="34" charset="-122"/>
              </a:rPr>
              <a:t>覆盖任意两个输入元素间的所有组合。</a:t>
            </a:r>
            <a:endParaRPr lang="en-US" altLang="zh-CN" sz="4800" dirty="0">
              <a:latin typeface="微软雅黑" panose="020B0503020204020204" pitchFamily="34" charset="-122"/>
              <a:ea typeface="微软雅黑" panose="020B0503020204020204" pitchFamily="34" charset="-122"/>
            </a:endParaRPr>
          </a:p>
          <a:p>
            <a:pPr lvl="2"/>
            <a:r>
              <a:rPr lang="zh-CN" altLang="en-US" sz="4800" dirty="0"/>
              <a:t>三个组合解决</a:t>
            </a:r>
            <a:r>
              <a:rPr lang="en-US" altLang="zh-CN" sz="4800" dirty="0"/>
              <a:t>90%</a:t>
            </a:r>
            <a:r>
              <a:rPr lang="zh-CN" altLang="en-US" sz="4800" dirty="0"/>
              <a:t>的错误！</a:t>
            </a:r>
            <a:endParaRPr lang="en-US" altLang="zh-CN" sz="4800" dirty="0"/>
          </a:p>
          <a:p>
            <a:pPr lvl="2"/>
            <a:endParaRPr lang="en-US" altLang="zh-CN" sz="4800" dirty="0"/>
          </a:p>
          <a:p>
            <a:pPr marL="1270000" lvl="2" indent="0">
              <a:buNone/>
            </a:pPr>
            <a:endParaRPr lang="zh-CN" altLang="en-US" sz="4800" dirty="0"/>
          </a:p>
        </p:txBody>
      </p:sp>
      <p:sp>
        <p:nvSpPr>
          <p:cNvPr id="5" name="矩形 11"/>
          <p:cNvSpPr txBox="1"/>
          <p:nvPr/>
        </p:nvSpPr>
        <p:spPr>
          <a:xfrm>
            <a:off x="929060" y="1157763"/>
            <a:ext cx="1589696" cy="963998"/>
          </a:xfrm>
          <a:prstGeom prst="rect">
            <a:avLst/>
          </a:prstGeom>
          <a:noFill/>
          <a:ln w="12700" cap="flat">
            <a:noFill/>
            <a:miter lim="400000"/>
          </a:ln>
          <a:effectLst/>
        </p:spPr>
        <p:txBody>
          <a:bodyPr wrap="square" lIns="45719" tIns="45719" rIns="45719" bIns="45719" numCol="1" anchor="ctr">
            <a:noAutofit/>
          </a:bodyPr>
          <a:lstStyle>
            <a:lvl1pPr defTabSz="914400">
              <a:defRPr sz="4600" b="0">
                <a:solidFill>
                  <a:srgbClr val="FFFFFF"/>
                </a:solidFill>
                <a:latin typeface="Calibri" panose="020F0502020204030204"/>
                <a:ea typeface="Calibri" panose="020F0502020204030204"/>
                <a:cs typeface="Calibri" panose="020F0502020204030204"/>
                <a:sym typeface="Calibri" panose="020F0502020204030204"/>
              </a:defRPr>
            </a:lvl1pPr>
          </a:lstStyle>
          <a:p>
            <a:r>
              <a:rPr dirty="0"/>
              <a:t>01</a:t>
            </a:r>
            <a:endParaRPr dirty="0"/>
          </a:p>
        </p:txBody>
      </p:sp>
      <p:pic>
        <p:nvPicPr>
          <p:cNvPr id="3" name="音频 2">
            <a:hlinkClick r:id="" action="ppaction://media"/>
          </p:cNvPr>
          <p:cNvPicPr>
            <a:picLocks noChangeAspect="1"/>
          </p:cNvPicPr>
          <p:nvPr>
            <a:audioFile r:link="rId1"/>
            <p:extLst>
              <p:ext uri="{DAA4B4D4-6D71-4841-9C94-3DE7FCFB9230}">
                <p14:media xmlns:p14="http://schemas.microsoft.com/office/powerpoint/2010/main" r:link="rId2"/>
              </p:ext>
            </p:extLst>
          </p:nvPr>
        </p:nvPicPr>
        <p:blipFill>
          <a:blip r:embed="rId3"/>
          <a:stretch>
            <a:fillRect/>
          </a:stretch>
        </p:blipFill>
        <p:spPr>
          <a:xfrm>
            <a:off x="23923625" y="13255625"/>
            <a:ext cx="244475" cy="244475"/>
          </a:xfrm>
          <a:prstGeom prst="rect">
            <a:avLst/>
          </a:prstGeom>
        </p:spPr>
      </p:pic>
    </p:spTree>
    <p:custDataLst>
      <p:tags r:id="rId4"/>
    </p:custDataLst>
  </p:cSld>
  <p:clrMapOvr>
    <a:masterClrMapping/>
  </p:clrMapOvr>
  <p:transition spd="med" advTm="100156"/>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3"/>
                </p:tgtEl>
              </p:cMediaNode>
            </p:audio>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737970" y="1078867"/>
            <a:ext cx="8394850" cy="1042894"/>
          </a:xfrm>
          <a:ln w="12700">
            <a:miter lim="400000"/>
          </a:ln>
        </p:spPr>
        <p:txBody>
          <a:bodyPr lIns="50800" tIns="50800" rIns="50800" bIns="50800" anchor="ctr">
            <a:normAutofit/>
          </a:bodyPr>
          <a:lstStyle/>
          <a:p>
            <a:r>
              <a:rPr lang="zh-CN" altLang="en-US" dirty="0"/>
              <a:t>组合测试</a:t>
            </a:r>
            <a:endParaRPr lang="zh-CN" altLang="en-US" dirty="0"/>
          </a:p>
        </p:txBody>
      </p:sp>
      <p:sp>
        <p:nvSpPr>
          <p:cNvPr id="5" name="矩形 11"/>
          <p:cNvSpPr txBox="1"/>
          <p:nvPr/>
        </p:nvSpPr>
        <p:spPr>
          <a:xfrm>
            <a:off x="929060" y="1157763"/>
            <a:ext cx="1589696" cy="963998"/>
          </a:xfrm>
          <a:prstGeom prst="rect">
            <a:avLst/>
          </a:prstGeom>
          <a:noFill/>
          <a:ln w="12700" cap="flat">
            <a:noFill/>
            <a:miter lim="400000"/>
          </a:ln>
          <a:effectLst/>
        </p:spPr>
        <p:txBody>
          <a:bodyPr wrap="square" lIns="45719" tIns="45719" rIns="45719" bIns="45719" numCol="1" anchor="ctr">
            <a:noAutofit/>
          </a:bodyPr>
          <a:lstStyle>
            <a:lvl1pPr defTabSz="914400">
              <a:defRPr sz="4600" b="0">
                <a:solidFill>
                  <a:srgbClr val="FFFFFF"/>
                </a:solidFill>
                <a:latin typeface="Calibri" panose="020F0502020204030204"/>
                <a:ea typeface="Calibri" panose="020F0502020204030204"/>
                <a:cs typeface="Calibri" panose="020F0502020204030204"/>
                <a:sym typeface="Calibri" panose="020F0502020204030204"/>
              </a:defRPr>
            </a:lvl1pPr>
          </a:lstStyle>
          <a:p>
            <a:r>
              <a:rPr dirty="0"/>
              <a:t>01</a:t>
            </a:r>
            <a:endParaRPr dirty="0"/>
          </a:p>
        </p:txBody>
      </p:sp>
      <p:sp>
        <p:nvSpPr>
          <p:cNvPr id="6" name="内容占位符 2"/>
          <p:cNvSpPr txBox="1"/>
          <p:nvPr/>
        </p:nvSpPr>
        <p:spPr>
          <a:xfrm>
            <a:off x="2737970" y="3456623"/>
            <a:ext cx="18921182" cy="6342524"/>
          </a:xfrm>
          <a:prstGeom prst="rect">
            <a:avLst/>
          </a:prstGeom>
          <a:ln w="12700">
            <a:miter lim="400000"/>
          </a:ln>
        </p:spPr>
        <p:txBody>
          <a:bodyPr lIns="50800" tIns="50800" rIns="50800" bIns="50800" anchor="ctr">
            <a:normAutofit/>
          </a:bodyPr>
          <a:lstStyle>
            <a:lvl1pPr marL="635000" marR="0" indent="-635000" algn="l" defTabSz="825500" latinLnBrk="0">
              <a:lnSpc>
                <a:spcPct val="100000"/>
              </a:lnSpc>
              <a:spcBef>
                <a:spcPts val="5900"/>
              </a:spcBef>
              <a:spcAft>
                <a:spcPts val="0"/>
              </a:spcAft>
              <a:buClrTx/>
              <a:buSzPct val="125000"/>
              <a:buFontTx/>
              <a:buChar char="•"/>
              <a:defRPr sz="4400" b="1" i="0" u="none" strike="noStrike" cap="none" spc="0" baseline="0">
                <a:ln>
                  <a:noFill/>
                </a:ln>
                <a:solidFill>
                  <a:srgbClr val="000000"/>
                </a:solidFill>
                <a:uFillTx/>
                <a:latin typeface="微软雅黑" panose="020B0503020204020204" pitchFamily="34" charset="-122"/>
                <a:ea typeface="微软雅黑" panose="020B0503020204020204" pitchFamily="34" charset="-122"/>
                <a:cs typeface="微软雅黑" panose="020B0503020204020204" pitchFamily="34" charset="-122"/>
                <a:sym typeface="Helvetica Neue"/>
              </a:defRPr>
            </a:lvl1pPr>
            <a:lvl2pPr marL="1270000" marR="0" indent="-635000" algn="l" defTabSz="825500" latinLnBrk="0">
              <a:lnSpc>
                <a:spcPct val="100000"/>
              </a:lnSpc>
              <a:spcBef>
                <a:spcPts val="5900"/>
              </a:spcBef>
              <a:spcAft>
                <a:spcPts val="0"/>
              </a:spcAft>
              <a:buClrTx/>
              <a:buSzPct val="125000"/>
              <a:buFontTx/>
              <a:buChar char="•"/>
              <a:defRPr sz="4000" b="1" i="0" u="none" strike="noStrike" cap="none" spc="0" baseline="0">
                <a:ln>
                  <a:noFill/>
                </a:ln>
                <a:solidFill>
                  <a:srgbClr val="000000"/>
                </a:solidFill>
                <a:uFillTx/>
                <a:latin typeface="黑体" panose="02010609060101010101" pitchFamily="49" charset="-122"/>
                <a:ea typeface="黑体" panose="02010609060101010101" pitchFamily="49" charset="-122"/>
                <a:cs typeface="黑体" panose="02010609060101010101" pitchFamily="49" charset="-122"/>
                <a:sym typeface="Helvetica Neue"/>
              </a:defRPr>
            </a:lvl2pPr>
            <a:lvl3pPr marL="1905000" marR="0" indent="-635000" algn="l" defTabSz="825500" latinLnBrk="0">
              <a:lnSpc>
                <a:spcPct val="100000"/>
              </a:lnSpc>
              <a:spcBef>
                <a:spcPts val="5900"/>
              </a:spcBef>
              <a:spcAft>
                <a:spcPts val="0"/>
              </a:spcAft>
              <a:buClrTx/>
              <a:buSzPct val="125000"/>
              <a:buFontTx/>
              <a:buChar char="•"/>
              <a:defRPr sz="5200" b="0" i="0" u="none" strike="noStrike" cap="none" spc="0" baseline="0">
                <a:ln>
                  <a:noFill/>
                </a:ln>
                <a:solidFill>
                  <a:srgbClr val="000000"/>
                </a:solidFill>
                <a:uFillTx/>
                <a:latin typeface="Helvetica Neue"/>
                <a:ea typeface="Helvetica Neue"/>
                <a:cs typeface="Helvetica Neue"/>
                <a:sym typeface="Helvetica Neue"/>
              </a:defRPr>
            </a:lvl3pPr>
            <a:lvl4pPr marL="2540000" marR="0" indent="-635000" algn="l" defTabSz="825500" latinLnBrk="0">
              <a:lnSpc>
                <a:spcPct val="100000"/>
              </a:lnSpc>
              <a:spcBef>
                <a:spcPts val="5900"/>
              </a:spcBef>
              <a:spcAft>
                <a:spcPts val="0"/>
              </a:spcAft>
              <a:buClrTx/>
              <a:buSzPct val="125000"/>
              <a:buFontTx/>
              <a:buChar char="•"/>
              <a:defRPr sz="5200" b="0" i="0" u="none" strike="noStrike" cap="none" spc="0" baseline="0">
                <a:ln>
                  <a:noFill/>
                </a:ln>
                <a:solidFill>
                  <a:srgbClr val="000000"/>
                </a:solidFill>
                <a:uFillTx/>
                <a:latin typeface="Helvetica Neue"/>
                <a:ea typeface="Helvetica Neue"/>
                <a:cs typeface="Helvetica Neue"/>
                <a:sym typeface="Helvetica Neue"/>
              </a:defRPr>
            </a:lvl4pPr>
            <a:lvl5pPr marL="3175000" marR="0" indent="-635000" algn="l" defTabSz="825500" latinLnBrk="0">
              <a:lnSpc>
                <a:spcPct val="100000"/>
              </a:lnSpc>
              <a:spcBef>
                <a:spcPts val="5900"/>
              </a:spcBef>
              <a:spcAft>
                <a:spcPts val="0"/>
              </a:spcAft>
              <a:buClrTx/>
              <a:buSzPct val="125000"/>
              <a:buFontTx/>
              <a:buChar char="•"/>
              <a:defRPr sz="5200" b="0" i="0" u="none" strike="noStrike" cap="none" spc="0" baseline="0">
                <a:ln>
                  <a:noFill/>
                </a:ln>
                <a:solidFill>
                  <a:srgbClr val="000000"/>
                </a:solidFill>
                <a:uFillTx/>
                <a:latin typeface="Helvetica Neue"/>
                <a:ea typeface="Helvetica Neue"/>
                <a:cs typeface="Helvetica Neue"/>
                <a:sym typeface="Helvetica Neue"/>
              </a:defRPr>
            </a:lvl5pPr>
            <a:lvl6pPr marL="3810000" marR="0" indent="-635000" algn="l" defTabSz="825500" latinLnBrk="0">
              <a:lnSpc>
                <a:spcPct val="100000"/>
              </a:lnSpc>
              <a:spcBef>
                <a:spcPts val="5900"/>
              </a:spcBef>
              <a:spcAft>
                <a:spcPts val="0"/>
              </a:spcAft>
              <a:buClrTx/>
              <a:buSzPct val="125000"/>
              <a:buFontTx/>
              <a:buChar char="•"/>
              <a:defRPr sz="5200" b="0" i="0" u="none" strike="noStrike" cap="none" spc="0" baseline="0">
                <a:ln>
                  <a:noFill/>
                </a:ln>
                <a:solidFill>
                  <a:srgbClr val="000000"/>
                </a:solidFill>
                <a:uFillTx/>
                <a:latin typeface="Helvetica Neue"/>
                <a:ea typeface="Helvetica Neue"/>
                <a:cs typeface="Helvetica Neue"/>
                <a:sym typeface="Helvetica Neue"/>
              </a:defRPr>
            </a:lvl6pPr>
            <a:lvl7pPr marL="4445000" marR="0" indent="-635000" algn="l" defTabSz="825500" latinLnBrk="0">
              <a:lnSpc>
                <a:spcPct val="100000"/>
              </a:lnSpc>
              <a:spcBef>
                <a:spcPts val="5900"/>
              </a:spcBef>
              <a:spcAft>
                <a:spcPts val="0"/>
              </a:spcAft>
              <a:buClrTx/>
              <a:buSzPct val="125000"/>
              <a:buFontTx/>
              <a:buChar char="•"/>
              <a:defRPr sz="5200" b="0" i="0" u="none" strike="noStrike" cap="none" spc="0" baseline="0">
                <a:ln>
                  <a:noFill/>
                </a:ln>
                <a:solidFill>
                  <a:srgbClr val="000000"/>
                </a:solidFill>
                <a:uFillTx/>
                <a:latin typeface="Helvetica Neue"/>
                <a:ea typeface="Helvetica Neue"/>
                <a:cs typeface="Helvetica Neue"/>
                <a:sym typeface="Helvetica Neue"/>
              </a:defRPr>
            </a:lvl7pPr>
            <a:lvl8pPr marL="5080000" marR="0" indent="-635000" algn="l" defTabSz="825500" latinLnBrk="0">
              <a:lnSpc>
                <a:spcPct val="100000"/>
              </a:lnSpc>
              <a:spcBef>
                <a:spcPts val="5900"/>
              </a:spcBef>
              <a:spcAft>
                <a:spcPts val="0"/>
              </a:spcAft>
              <a:buClrTx/>
              <a:buSzPct val="125000"/>
              <a:buFontTx/>
              <a:buChar char="•"/>
              <a:defRPr sz="5200" b="0" i="0" u="none" strike="noStrike" cap="none" spc="0" baseline="0">
                <a:ln>
                  <a:noFill/>
                </a:ln>
                <a:solidFill>
                  <a:srgbClr val="000000"/>
                </a:solidFill>
                <a:uFillTx/>
                <a:latin typeface="Helvetica Neue"/>
                <a:ea typeface="Helvetica Neue"/>
                <a:cs typeface="Helvetica Neue"/>
                <a:sym typeface="Helvetica Neue"/>
              </a:defRPr>
            </a:lvl8pPr>
            <a:lvl9pPr marL="5715000" marR="0" indent="-635000" algn="l" defTabSz="825500" latinLnBrk="0">
              <a:lnSpc>
                <a:spcPct val="100000"/>
              </a:lnSpc>
              <a:spcBef>
                <a:spcPts val="5900"/>
              </a:spcBef>
              <a:spcAft>
                <a:spcPts val="0"/>
              </a:spcAft>
              <a:buClrTx/>
              <a:buSzPct val="125000"/>
              <a:buFontTx/>
              <a:buChar char="•"/>
              <a:defRPr sz="5200" b="0" i="0" u="none" strike="noStrike" cap="none" spc="0" baseline="0">
                <a:ln>
                  <a:noFill/>
                </a:ln>
                <a:solidFill>
                  <a:srgbClr val="000000"/>
                </a:solidFill>
                <a:uFillTx/>
                <a:latin typeface="Helvetica Neue"/>
                <a:ea typeface="Helvetica Neue"/>
                <a:cs typeface="Helvetica Neue"/>
                <a:sym typeface="Helvetica Neue"/>
              </a:defRPr>
            </a:lvl9pPr>
          </a:lstStyle>
          <a:p>
            <a:pPr marL="0" indent="0" algn="just" hangingPunct="1">
              <a:lnSpc>
                <a:spcPct val="150000"/>
              </a:lnSpc>
              <a:buNone/>
            </a:pPr>
            <a:r>
              <a:rPr lang="zh-CN" altLang="en-US" sz="5400" dirty="0"/>
              <a:t>组合测试的基本思想：从</a:t>
            </a:r>
            <a:r>
              <a:rPr lang="zh-CN" altLang="en-US" sz="5400" dirty="0">
                <a:solidFill>
                  <a:srgbClr val="FF3300"/>
                </a:solidFill>
              </a:rPr>
              <a:t>统计学</a:t>
            </a:r>
            <a:r>
              <a:rPr lang="zh-CN" altLang="en-US" sz="5400" dirty="0"/>
              <a:t>的角度对测试实验进行设计。</a:t>
            </a:r>
            <a:r>
              <a:rPr lang="zh-CN" altLang="en-US" sz="5400" dirty="0">
                <a:solidFill>
                  <a:srgbClr val="FF3300"/>
                </a:solidFill>
              </a:rPr>
              <a:t>该方法设计的测试用例以参数及参数之间的交互为覆盖标准</a:t>
            </a:r>
            <a:r>
              <a:rPr lang="zh-CN" altLang="en-US" sz="5400" dirty="0"/>
              <a:t>，虽然不能够进行完全的测试，但是利用该方法进行的测试得到的结果能够在一定程度上反映系统的内部规律，具有一定的代表性。</a:t>
            </a:r>
            <a:endParaRPr lang="zh-CN" altLang="en-US" sz="5400" dirty="0"/>
          </a:p>
        </p:txBody>
      </p:sp>
      <p:pic>
        <p:nvPicPr>
          <p:cNvPr id="3" name="音频 2">
            <a:hlinkClick r:id="" action="ppaction://media"/>
          </p:cNvPr>
          <p:cNvPicPr>
            <a:picLocks noChangeAspect="1"/>
          </p:cNvPicPr>
          <p:nvPr>
            <a:audioFile r:link="rId1"/>
            <p:extLst>
              <p:ext uri="{DAA4B4D4-6D71-4841-9C94-3DE7FCFB9230}">
                <p14:media xmlns:p14="http://schemas.microsoft.com/office/powerpoint/2010/main" r:link="rId2"/>
              </p:ext>
            </p:extLst>
          </p:nvPr>
        </p:nvPicPr>
        <p:blipFill>
          <a:blip r:embed="rId3"/>
          <a:stretch>
            <a:fillRect/>
          </a:stretch>
        </p:blipFill>
        <p:spPr>
          <a:xfrm>
            <a:off x="23923625" y="13255625"/>
            <a:ext cx="244475" cy="244475"/>
          </a:xfrm>
          <a:prstGeom prst="rect">
            <a:avLst/>
          </a:prstGeom>
        </p:spPr>
      </p:pic>
    </p:spTree>
    <p:custDataLst>
      <p:tags r:id="rId4"/>
    </p:custDataLst>
  </p:cSld>
  <p:clrMapOvr>
    <a:masterClrMapping/>
  </p:clrMapOvr>
  <p:transition spd="med" advTm="69879"/>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3"/>
                </p:tgtEl>
              </p:cMediaNode>
            </p:audio>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737970" y="1078867"/>
            <a:ext cx="8394850" cy="1042894"/>
          </a:xfrm>
          <a:ln w="12700">
            <a:miter lim="400000"/>
          </a:ln>
        </p:spPr>
        <p:txBody>
          <a:bodyPr lIns="50800" tIns="50800" rIns="50800" bIns="50800" anchor="ctr">
            <a:normAutofit/>
          </a:bodyPr>
          <a:lstStyle/>
          <a:p>
            <a:r>
              <a:rPr lang="zh-CN" altLang="en-US" dirty="0"/>
              <a:t>组合测试</a:t>
            </a:r>
            <a:endParaRPr lang="zh-CN" altLang="en-US" dirty="0"/>
          </a:p>
        </p:txBody>
      </p:sp>
      <p:sp>
        <p:nvSpPr>
          <p:cNvPr id="20" name="Rectangle 3"/>
          <p:cNvSpPr txBox="1">
            <a:spLocks noChangeArrowheads="1"/>
          </p:cNvSpPr>
          <p:nvPr/>
        </p:nvSpPr>
        <p:spPr>
          <a:xfrm>
            <a:off x="2737970" y="3086669"/>
            <a:ext cx="19550530" cy="9266043"/>
          </a:xfrm>
          <a:prstGeom prst="rect">
            <a:avLst/>
          </a:prstGeom>
          <a:ln w="12700">
            <a:miter lim="400000"/>
          </a:ln>
        </p:spPr>
        <p:txBody>
          <a:bodyPr lIns="50800" tIns="50800" rIns="50800" bIns="50800" anchor="t" anchorCtr="0">
            <a:noAutofit/>
          </a:bodyPr>
          <a:lstStyle>
            <a:lvl1pPr marL="635000" indent="-635000" algn="l">
              <a:lnSpc>
                <a:spcPct val="200000"/>
              </a:lnSpc>
              <a:buFont typeface="Wingdings" panose="05000000000000000000" pitchFamily="2" charset="2"/>
              <a:buChar char="n"/>
              <a:defRPr sz="4400" b="0">
                <a:latin typeface="微软雅黑" panose="020B0503020204020204" pitchFamily="34" charset="-122"/>
                <a:ea typeface="微软雅黑" panose="020B0503020204020204" pitchFamily="34" charset="-122"/>
                <a:cs typeface="微软雅黑" panose="020B0503020204020204" pitchFamily="34" charset="-122"/>
              </a:defRPr>
            </a:lvl1pPr>
            <a:lvl2pPr marL="1270000" indent="-635000" algn="l">
              <a:spcBef>
                <a:spcPts val="5900"/>
              </a:spcBef>
              <a:buSzPct val="125000"/>
              <a:buChar char="•"/>
              <a:defRPr sz="4000">
                <a:latin typeface="黑体" panose="02010609060101010101" pitchFamily="49" charset="-122"/>
                <a:ea typeface="黑体" panose="02010609060101010101" pitchFamily="49" charset="-122"/>
                <a:cs typeface="黑体" panose="02010609060101010101" pitchFamily="49" charset="-122"/>
              </a:defRPr>
            </a:lvl2pPr>
            <a:lvl3pPr marL="1905000" lvl="2" indent="-635000" algn="l">
              <a:lnSpc>
                <a:spcPct val="150000"/>
              </a:lnSpc>
              <a:buSzPct val="125000"/>
              <a:buFont typeface="Wingdings" panose="05000000000000000000" pitchFamily="2" charset="2"/>
              <a:buChar char="Ø"/>
              <a:defRPr sz="4400" b="0">
                <a:latin typeface="微软雅黑" panose="020B0503020204020204" pitchFamily="34" charset="-122"/>
                <a:ea typeface="微软雅黑" panose="020B0503020204020204" pitchFamily="34" charset="-122"/>
              </a:defRPr>
            </a:lvl3pPr>
            <a:lvl4pPr marL="2540000" indent="-635000" algn="l">
              <a:spcBef>
                <a:spcPts val="5900"/>
              </a:spcBef>
              <a:buSzPct val="125000"/>
              <a:buChar char="•"/>
              <a:defRPr sz="5200" b="0"/>
            </a:lvl4pPr>
            <a:lvl5pPr marL="3175000" indent="-635000" algn="l">
              <a:spcBef>
                <a:spcPts val="5900"/>
              </a:spcBef>
              <a:buSzPct val="125000"/>
              <a:buChar char="•"/>
              <a:defRPr sz="5200" b="0"/>
            </a:lvl5pPr>
            <a:lvl6pPr marL="3810000" indent="-635000" algn="l">
              <a:spcBef>
                <a:spcPts val="5900"/>
              </a:spcBef>
              <a:buSzPct val="125000"/>
              <a:buChar char="•"/>
              <a:defRPr sz="5200" b="0"/>
            </a:lvl6pPr>
            <a:lvl7pPr marL="4445000" indent="-635000" algn="l">
              <a:spcBef>
                <a:spcPts val="5900"/>
              </a:spcBef>
              <a:buSzPct val="125000"/>
              <a:buChar char="•"/>
              <a:defRPr sz="5200" b="0"/>
            </a:lvl7pPr>
            <a:lvl8pPr marL="5080000" indent="-635000" algn="l">
              <a:spcBef>
                <a:spcPts val="5900"/>
              </a:spcBef>
              <a:buSzPct val="125000"/>
              <a:buChar char="•"/>
              <a:defRPr sz="5200" b="0"/>
            </a:lvl8pPr>
            <a:lvl9pPr marL="5715000" indent="-635000" algn="l">
              <a:spcBef>
                <a:spcPts val="5900"/>
              </a:spcBef>
              <a:buSzPct val="125000"/>
              <a:buChar char="•"/>
              <a:defRPr sz="5200" b="0"/>
            </a:lvl9pPr>
          </a:lstStyle>
          <a:p>
            <a:r>
              <a:rPr lang="zh-CN" altLang="en-US" sz="4800" b="1" dirty="0"/>
              <a:t>配对测试（</a:t>
            </a:r>
            <a:r>
              <a:rPr lang="en-US" altLang="zh-CN" sz="4800" b="1" dirty="0"/>
              <a:t>pairwise</a:t>
            </a:r>
            <a:r>
              <a:rPr lang="zh-CN" altLang="en-US" sz="4800" b="1" dirty="0"/>
              <a:t>）</a:t>
            </a:r>
            <a:endParaRPr lang="zh-CN" altLang="en-US" sz="4800" b="1" dirty="0"/>
          </a:p>
          <a:p>
            <a:pPr lvl="2"/>
            <a:r>
              <a:rPr lang="zh-CN" altLang="en-US" sz="4800" dirty="0"/>
              <a:t>任意两个输入元素的任意组合都应该被覆盖。</a:t>
            </a:r>
            <a:endParaRPr lang="en-US" altLang="zh-CN" sz="4800" dirty="0"/>
          </a:p>
          <a:p>
            <a:pPr lvl="2"/>
            <a:r>
              <a:rPr lang="zh-CN" altLang="en-US" sz="4800" dirty="0"/>
              <a:t>在测试效率和测试覆盖率之间做出平衡组合。</a:t>
            </a:r>
            <a:endParaRPr lang="en-US" altLang="zh-CN" sz="4800" dirty="0"/>
          </a:p>
          <a:p>
            <a:pPr lvl="2"/>
            <a:r>
              <a:rPr lang="en-US" altLang="zh-CN" sz="4800" dirty="0"/>
              <a:t>70%</a:t>
            </a:r>
            <a:r>
              <a:rPr lang="zh-CN" altLang="en-US" sz="4800" dirty="0"/>
              <a:t>以上的错误是由 </a:t>
            </a:r>
            <a:r>
              <a:rPr lang="en-US" altLang="zh-CN" sz="4800" dirty="0"/>
              <a:t>2 </a:t>
            </a:r>
            <a:r>
              <a:rPr lang="zh-CN" altLang="en-US" sz="4800" dirty="0"/>
              <a:t>个以内的参数相互作用而引发的。</a:t>
            </a:r>
            <a:endParaRPr lang="en-US" altLang="zh-CN" sz="4800" dirty="0"/>
          </a:p>
          <a:p>
            <a:pPr lvl="2"/>
            <a:r>
              <a:rPr lang="zh-CN" altLang="en-US" sz="4800" dirty="0"/>
              <a:t>由于两因素组合测试在测试用例个数和错误检测能力上达到了较好的平衡，它是目前主流的组合测试方法。</a:t>
            </a:r>
            <a:endParaRPr lang="zh-CN" altLang="en-US" sz="4800" dirty="0"/>
          </a:p>
        </p:txBody>
      </p:sp>
      <p:sp>
        <p:nvSpPr>
          <p:cNvPr id="5" name="矩形 11"/>
          <p:cNvSpPr txBox="1"/>
          <p:nvPr/>
        </p:nvSpPr>
        <p:spPr>
          <a:xfrm>
            <a:off x="929060" y="1157763"/>
            <a:ext cx="1589696" cy="963998"/>
          </a:xfrm>
          <a:prstGeom prst="rect">
            <a:avLst/>
          </a:prstGeom>
          <a:noFill/>
          <a:ln w="12700" cap="flat">
            <a:noFill/>
            <a:miter lim="400000"/>
          </a:ln>
          <a:effectLst/>
        </p:spPr>
        <p:txBody>
          <a:bodyPr wrap="square" lIns="45719" tIns="45719" rIns="45719" bIns="45719" numCol="1" anchor="ctr">
            <a:noAutofit/>
          </a:bodyPr>
          <a:lstStyle>
            <a:lvl1pPr defTabSz="914400">
              <a:defRPr sz="4600" b="0">
                <a:solidFill>
                  <a:srgbClr val="FFFFFF"/>
                </a:solidFill>
                <a:latin typeface="Calibri" panose="020F0502020204030204"/>
                <a:ea typeface="Calibri" panose="020F0502020204030204"/>
                <a:cs typeface="Calibri" panose="020F0502020204030204"/>
                <a:sym typeface="Calibri" panose="020F0502020204030204"/>
              </a:defRPr>
            </a:lvl1pPr>
          </a:lstStyle>
          <a:p>
            <a:r>
              <a:rPr dirty="0"/>
              <a:t>01</a:t>
            </a:r>
            <a:endParaRPr dirty="0"/>
          </a:p>
        </p:txBody>
      </p:sp>
      <p:pic>
        <p:nvPicPr>
          <p:cNvPr id="3" name="音频 2">
            <a:hlinkClick r:id="" action="ppaction://media"/>
          </p:cNvPr>
          <p:cNvPicPr>
            <a:picLocks noChangeAspect="1"/>
          </p:cNvPicPr>
          <p:nvPr>
            <a:audioFile r:link="rId1"/>
            <p:extLst>
              <p:ext uri="{DAA4B4D4-6D71-4841-9C94-3DE7FCFB9230}">
                <p14:media xmlns:p14="http://schemas.microsoft.com/office/powerpoint/2010/main" r:link="rId2"/>
              </p:ext>
            </p:extLst>
          </p:nvPr>
        </p:nvPicPr>
        <p:blipFill>
          <a:blip r:embed="rId3"/>
          <a:stretch>
            <a:fillRect/>
          </a:stretch>
        </p:blipFill>
        <p:spPr>
          <a:xfrm>
            <a:off x="23923625" y="13255625"/>
            <a:ext cx="244475" cy="244475"/>
          </a:xfrm>
          <a:prstGeom prst="rect">
            <a:avLst/>
          </a:prstGeom>
        </p:spPr>
      </p:pic>
    </p:spTree>
    <p:custDataLst>
      <p:tags r:id="rId4"/>
    </p:custDataLst>
  </p:cSld>
  <p:clrMapOvr>
    <a:masterClrMapping/>
  </p:clrMapOvr>
  <p:transition spd="med" advTm="116359"/>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3"/>
                </p:tgtEl>
              </p:cMediaNode>
            </p:audio>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737970" y="1078867"/>
            <a:ext cx="8394850" cy="1042894"/>
          </a:xfrm>
          <a:ln w="12700">
            <a:miter lim="400000"/>
          </a:ln>
        </p:spPr>
        <p:txBody>
          <a:bodyPr lIns="50800" tIns="50800" rIns="50800" bIns="50800" anchor="ctr">
            <a:normAutofit/>
          </a:bodyPr>
          <a:lstStyle/>
          <a:p>
            <a:r>
              <a:rPr lang="zh-CN" altLang="en-US" dirty="0"/>
              <a:t>组合测试</a:t>
            </a:r>
            <a:endParaRPr lang="zh-CN" altLang="en-US" dirty="0"/>
          </a:p>
        </p:txBody>
      </p:sp>
      <p:sp>
        <p:nvSpPr>
          <p:cNvPr id="20" name="Rectangle 3"/>
          <p:cNvSpPr txBox="1">
            <a:spLocks noChangeArrowheads="1"/>
          </p:cNvSpPr>
          <p:nvPr/>
        </p:nvSpPr>
        <p:spPr>
          <a:xfrm>
            <a:off x="2737970" y="3086669"/>
            <a:ext cx="19550530" cy="9266043"/>
          </a:xfrm>
          <a:prstGeom prst="rect">
            <a:avLst/>
          </a:prstGeom>
          <a:ln w="12700">
            <a:miter lim="400000"/>
          </a:ln>
        </p:spPr>
        <p:txBody>
          <a:bodyPr lIns="50800" tIns="50800" rIns="50800" bIns="50800" anchor="t" anchorCtr="0">
            <a:noAutofit/>
          </a:bodyPr>
          <a:lstStyle>
            <a:lvl1pPr marL="635000" indent="-635000" algn="l">
              <a:lnSpc>
                <a:spcPct val="200000"/>
              </a:lnSpc>
              <a:buFont typeface="Wingdings" panose="05000000000000000000" pitchFamily="2" charset="2"/>
              <a:buChar char="n"/>
              <a:defRPr sz="4400" b="0">
                <a:latin typeface="微软雅黑" panose="020B0503020204020204" pitchFamily="34" charset="-122"/>
                <a:ea typeface="微软雅黑" panose="020B0503020204020204" pitchFamily="34" charset="-122"/>
                <a:cs typeface="微软雅黑" panose="020B0503020204020204" pitchFamily="34" charset="-122"/>
              </a:defRPr>
            </a:lvl1pPr>
            <a:lvl2pPr marL="1270000" indent="-635000" algn="l">
              <a:spcBef>
                <a:spcPts val="5900"/>
              </a:spcBef>
              <a:buSzPct val="125000"/>
              <a:buChar char="•"/>
              <a:defRPr sz="4000">
                <a:latin typeface="黑体" panose="02010609060101010101" pitchFamily="49" charset="-122"/>
                <a:ea typeface="黑体" panose="02010609060101010101" pitchFamily="49" charset="-122"/>
                <a:cs typeface="黑体" panose="02010609060101010101" pitchFamily="49" charset="-122"/>
              </a:defRPr>
            </a:lvl2pPr>
            <a:lvl3pPr marL="1905000" lvl="2" indent="-635000" algn="l">
              <a:lnSpc>
                <a:spcPct val="150000"/>
              </a:lnSpc>
              <a:buSzPct val="125000"/>
              <a:buFont typeface="Wingdings" panose="05000000000000000000" pitchFamily="2" charset="2"/>
              <a:buChar char="Ø"/>
              <a:defRPr sz="4400" b="0">
                <a:latin typeface="微软雅黑" panose="020B0503020204020204" pitchFamily="34" charset="-122"/>
                <a:ea typeface="微软雅黑" panose="020B0503020204020204" pitchFamily="34" charset="-122"/>
              </a:defRPr>
            </a:lvl3pPr>
            <a:lvl4pPr marL="2540000" indent="-635000" algn="l">
              <a:spcBef>
                <a:spcPts val="5900"/>
              </a:spcBef>
              <a:buSzPct val="125000"/>
              <a:buChar char="•"/>
              <a:defRPr sz="5200" b="0"/>
            </a:lvl4pPr>
            <a:lvl5pPr marL="3175000" indent="-635000" algn="l">
              <a:spcBef>
                <a:spcPts val="5900"/>
              </a:spcBef>
              <a:buSzPct val="125000"/>
              <a:buChar char="•"/>
              <a:defRPr sz="5200" b="0"/>
            </a:lvl5pPr>
            <a:lvl6pPr marL="3810000" indent="-635000" algn="l">
              <a:spcBef>
                <a:spcPts val="5900"/>
              </a:spcBef>
              <a:buSzPct val="125000"/>
              <a:buChar char="•"/>
              <a:defRPr sz="5200" b="0"/>
            </a:lvl6pPr>
            <a:lvl7pPr marL="4445000" indent="-635000" algn="l">
              <a:spcBef>
                <a:spcPts val="5900"/>
              </a:spcBef>
              <a:buSzPct val="125000"/>
              <a:buChar char="•"/>
              <a:defRPr sz="5200" b="0"/>
            </a:lvl7pPr>
            <a:lvl8pPr marL="5080000" indent="-635000" algn="l">
              <a:spcBef>
                <a:spcPts val="5900"/>
              </a:spcBef>
              <a:buSzPct val="125000"/>
              <a:buChar char="•"/>
              <a:defRPr sz="5200" b="0"/>
            </a:lvl8pPr>
            <a:lvl9pPr marL="5715000" indent="-635000" algn="l">
              <a:spcBef>
                <a:spcPts val="5900"/>
              </a:spcBef>
              <a:buSzPct val="125000"/>
              <a:buChar char="•"/>
              <a:defRPr sz="5200" b="0"/>
            </a:lvl9pPr>
          </a:lstStyle>
          <a:p>
            <a:r>
              <a:rPr lang="zh-CN" altLang="en-US" sz="4800" b="1" dirty="0"/>
              <a:t>配对测试（</a:t>
            </a:r>
            <a:r>
              <a:rPr lang="en-US" altLang="zh-CN" sz="4800" b="1" dirty="0"/>
              <a:t>pairwise</a:t>
            </a:r>
            <a:r>
              <a:rPr lang="zh-CN" altLang="en-US" sz="4800" b="1" dirty="0"/>
              <a:t>）</a:t>
            </a:r>
            <a:endParaRPr lang="zh-CN" altLang="en-US" sz="4800" b="1" dirty="0"/>
          </a:p>
          <a:p>
            <a:pPr lvl="2"/>
            <a:r>
              <a:rPr lang="zh-CN" altLang="en-US" sz="4800" dirty="0"/>
              <a:t>任意两个输入元素的任意组合都应该被覆盖。</a:t>
            </a:r>
            <a:endParaRPr lang="en-US" altLang="zh-CN" sz="4800" dirty="0"/>
          </a:p>
          <a:p>
            <a:pPr lvl="2"/>
            <a:endParaRPr lang="zh-CN" altLang="en-US" sz="4800" dirty="0"/>
          </a:p>
        </p:txBody>
      </p:sp>
      <p:sp>
        <p:nvSpPr>
          <p:cNvPr id="5" name="矩形 11"/>
          <p:cNvSpPr txBox="1"/>
          <p:nvPr/>
        </p:nvSpPr>
        <p:spPr>
          <a:xfrm>
            <a:off x="929060" y="1157763"/>
            <a:ext cx="1589696" cy="963998"/>
          </a:xfrm>
          <a:prstGeom prst="rect">
            <a:avLst/>
          </a:prstGeom>
          <a:noFill/>
          <a:ln w="12700" cap="flat">
            <a:noFill/>
            <a:miter lim="400000"/>
          </a:ln>
          <a:effectLst/>
        </p:spPr>
        <p:txBody>
          <a:bodyPr wrap="square" lIns="45719" tIns="45719" rIns="45719" bIns="45719" numCol="1" anchor="ctr">
            <a:noAutofit/>
          </a:bodyPr>
          <a:lstStyle>
            <a:lvl1pPr defTabSz="914400">
              <a:defRPr sz="4600" b="0">
                <a:solidFill>
                  <a:srgbClr val="FFFFFF"/>
                </a:solidFill>
                <a:latin typeface="Calibri" panose="020F0502020204030204"/>
                <a:ea typeface="Calibri" panose="020F0502020204030204"/>
                <a:cs typeface="Calibri" panose="020F0502020204030204"/>
                <a:sym typeface="Calibri" panose="020F0502020204030204"/>
              </a:defRPr>
            </a:lvl1pPr>
          </a:lstStyle>
          <a:p>
            <a:r>
              <a:rPr dirty="0"/>
              <a:t>01</a:t>
            </a:r>
            <a:endParaRPr dirty="0"/>
          </a:p>
        </p:txBody>
      </p:sp>
      <p:pic>
        <p:nvPicPr>
          <p:cNvPr id="6" name="Picture 3"/>
          <p:cNvPicPr>
            <a:picLocks noChangeAspect="1" noChangeArrowheads="1"/>
          </p:cNvPicPr>
          <p:nvPr/>
        </p:nvPicPr>
        <p:blipFill rotWithShape="1">
          <a:blip r:embed="rId1">
            <a:extLst>
              <a:ext uri="{28A0092B-C50C-407E-A947-70E740481C1C}">
                <a14:useLocalDpi xmlns:a14="http://schemas.microsoft.com/office/drawing/2010/main" val="0"/>
              </a:ext>
            </a:extLst>
          </a:blip>
          <a:srcRect l="8317" t="21587" r="6132" b="18266"/>
          <a:stretch>
            <a:fillRect/>
          </a:stretch>
        </p:blipFill>
        <p:spPr bwMode="auto">
          <a:xfrm>
            <a:off x="5804121" y="6134383"/>
            <a:ext cx="12527280" cy="3726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 name="音频 2">
            <a:hlinkClick r:id="" action="ppaction://media"/>
          </p:cNvPr>
          <p:cNvPicPr>
            <a:picLocks noChangeAspect="1"/>
          </p:cNvPicPr>
          <p:nvPr>
            <a:audioFile r:link="rId2"/>
            <p:extLst>
              <p:ext uri="{DAA4B4D4-6D71-4841-9C94-3DE7FCFB9230}">
                <p14:media xmlns:p14="http://schemas.microsoft.com/office/powerpoint/2010/main" r:link="rId3"/>
              </p:ext>
            </p:extLst>
          </p:nvPr>
        </p:nvPicPr>
        <p:blipFill>
          <a:blip r:embed="rId4"/>
          <a:stretch>
            <a:fillRect/>
          </a:stretch>
        </p:blipFill>
        <p:spPr>
          <a:xfrm>
            <a:off x="23923625" y="13255625"/>
            <a:ext cx="244475" cy="244475"/>
          </a:xfrm>
          <a:prstGeom prst="rect">
            <a:avLst/>
          </a:prstGeom>
        </p:spPr>
      </p:pic>
    </p:spTree>
    <p:custDataLst>
      <p:tags r:id="rId5"/>
    </p:custDataLst>
  </p:cSld>
  <p:clrMapOvr>
    <a:masterClrMapping/>
  </p:clrMapOvr>
  <p:transition spd="med" advTm="104383"/>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3"/>
                </p:tgtEl>
              </p:cMediaNode>
            </p:audio>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737970" y="1078867"/>
            <a:ext cx="8394850" cy="1042894"/>
          </a:xfrm>
          <a:ln w="12700">
            <a:miter lim="400000"/>
          </a:ln>
        </p:spPr>
        <p:txBody>
          <a:bodyPr lIns="50800" tIns="50800" rIns="50800" bIns="50800" anchor="ctr">
            <a:normAutofit/>
          </a:bodyPr>
          <a:lstStyle/>
          <a:p>
            <a:r>
              <a:rPr lang="zh-CN" altLang="en-US" dirty="0"/>
              <a:t>组合测试</a:t>
            </a:r>
            <a:endParaRPr lang="zh-CN" altLang="en-US" dirty="0"/>
          </a:p>
        </p:txBody>
      </p:sp>
      <p:sp>
        <p:nvSpPr>
          <p:cNvPr id="20" name="Rectangle 3"/>
          <p:cNvSpPr txBox="1">
            <a:spLocks noChangeArrowheads="1"/>
          </p:cNvSpPr>
          <p:nvPr/>
        </p:nvSpPr>
        <p:spPr>
          <a:xfrm>
            <a:off x="2737970" y="3086669"/>
            <a:ext cx="19550530" cy="9266043"/>
          </a:xfrm>
          <a:prstGeom prst="rect">
            <a:avLst/>
          </a:prstGeom>
          <a:ln w="12700">
            <a:miter lim="400000"/>
          </a:ln>
        </p:spPr>
        <p:txBody>
          <a:bodyPr lIns="50800" tIns="50800" rIns="50800" bIns="50800" anchor="t" anchorCtr="0">
            <a:noAutofit/>
          </a:bodyPr>
          <a:lstStyle>
            <a:lvl1pPr marL="635000" indent="-635000" algn="l">
              <a:lnSpc>
                <a:spcPct val="200000"/>
              </a:lnSpc>
              <a:buFont typeface="Wingdings" panose="05000000000000000000" pitchFamily="2" charset="2"/>
              <a:buChar char="n"/>
              <a:defRPr sz="4400" b="0">
                <a:latin typeface="微软雅黑" panose="020B0503020204020204" pitchFamily="34" charset="-122"/>
                <a:ea typeface="微软雅黑" panose="020B0503020204020204" pitchFamily="34" charset="-122"/>
                <a:cs typeface="微软雅黑" panose="020B0503020204020204" pitchFamily="34" charset="-122"/>
              </a:defRPr>
            </a:lvl1pPr>
            <a:lvl2pPr marL="1270000" indent="-635000" algn="l">
              <a:spcBef>
                <a:spcPts val="5900"/>
              </a:spcBef>
              <a:buSzPct val="125000"/>
              <a:buChar char="•"/>
              <a:defRPr sz="4000">
                <a:latin typeface="黑体" panose="02010609060101010101" pitchFamily="49" charset="-122"/>
                <a:ea typeface="黑体" panose="02010609060101010101" pitchFamily="49" charset="-122"/>
                <a:cs typeface="黑体" panose="02010609060101010101" pitchFamily="49" charset="-122"/>
              </a:defRPr>
            </a:lvl2pPr>
            <a:lvl3pPr marL="1905000" lvl="2" indent="-635000" algn="l">
              <a:lnSpc>
                <a:spcPct val="150000"/>
              </a:lnSpc>
              <a:buSzPct val="125000"/>
              <a:buFont typeface="Wingdings" panose="05000000000000000000" pitchFamily="2" charset="2"/>
              <a:buChar char="Ø"/>
              <a:defRPr sz="4400" b="0">
                <a:latin typeface="微软雅黑" panose="020B0503020204020204" pitchFamily="34" charset="-122"/>
                <a:ea typeface="微软雅黑" panose="020B0503020204020204" pitchFamily="34" charset="-122"/>
              </a:defRPr>
            </a:lvl3pPr>
            <a:lvl4pPr marL="2540000" indent="-635000" algn="l">
              <a:spcBef>
                <a:spcPts val="5900"/>
              </a:spcBef>
              <a:buSzPct val="125000"/>
              <a:buChar char="•"/>
              <a:defRPr sz="5200" b="0"/>
            </a:lvl4pPr>
            <a:lvl5pPr marL="3175000" indent="-635000" algn="l">
              <a:spcBef>
                <a:spcPts val="5900"/>
              </a:spcBef>
              <a:buSzPct val="125000"/>
              <a:buChar char="•"/>
              <a:defRPr sz="5200" b="0"/>
            </a:lvl5pPr>
            <a:lvl6pPr marL="3810000" indent="-635000" algn="l">
              <a:spcBef>
                <a:spcPts val="5900"/>
              </a:spcBef>
              <a:buSzPct val="125000"/>
              <a:buChar char="•"/>
              <a:defRPr sz="5200" b="0"/>
            </a:lvl6pPr>
            <a:lvl7pPr marL="4445000" indent="-635000" algn="l">
              <a:spcBef>
                <a:spcPts val="5900"/>
              </a:spcBef>
              <a:buSzPct val="125000"/>
              <a:buChar char="•"/>
              <a:defRPr sz="5200" b="0"/>
            </a:lvl7pPr>
            <a:lvl8pPr marL="5080000" indent="-635000" algn="l">
              <a:spcBef>
                <a:spcPts val="5900"/>
              </a:spcBef>
              <a:buSzPct val="125000"/>
              <a:buChar char="•"/>
              <a:defRPr sz="5200" b="0"/>
            </a:lvl8pPr>
            <a:lvl9pPr marL="5715000" indent="-635000" algn="l">
              <a:spcBef>
                <a:spcPts val="5900"/>
              </a:spcBef>
              <a:buSzPct val="125000"/>
              <a:buChar char="•"/>
              <a:defRPr sz="5200" b="0"/>
            </a:lvl9pPr>
          </a:lstStyle>
          <a:p>
            <a:r>
              <a:rPr lang="zh-CN" altLang="en-US" sz="4800" b="1" dirty="0"/>
              <a:t>求解配对测试用例的方法</a:t>
            </a:r>
            <a:endParaRPr lang="zh-CN" altLang="en-US" sz="4800" b="1" dirty="0"/>
          </a:p>
          <a:p>
            <a:pPr lvl="2" eaLnBrk="1"/>
            <a:r>
              <a:rPr lang="zh-CN" altLang="en-US" sz="4800" dirty="0"/>
              <a:t>正交实验设计法</a:t>
            </a:r>
            <a:endParaRPr lang="zh-CN" altLang="en-US" sz="4800" dirty="0"/>
          </a:p>
          <a:p>
            <a:pPr lvl="2"/>
            <a:endParaRPr lang="en-US" altLang="zh-CN" sz="4800" dirty="0"/>
          </a:p>
          <a:p>
            <a:pPr lvl="2"/>
            <a:endParaRPr lang="zh-CN" altLang="en-US" sz="4800" dirty="0"/>
          </a:p>
        </p:txBody>
      </p:sp>
      <p:sp>
        <p:nvSpPr>
          <p:cNvPr id="5" name="矩形 11"/>
          <p:cNvSpPr txBox="1"/>
          <p:nvPr/>
        </p:nvSpPr>
        <p:spPr>
          <a:xfrm>
            <a:off x="929060" y="1157763"/>
            <a:ext cx="1589696" cy="963998"/>
          </a:xfrm>
          <a:prstGeom prst="rect">
            <a:avLst/>
          </a:prstGeom>
          <a:noFill/>
          <a:ln w="12700" cap="flat">
            <a:noFill/>
            <a:miter lim="400000"/>
          </a:ln>
          <a:effectLst/>
        </p:spPr>
        <p:txBody>
          <a:bodyPr wrap="square" lIns="45719" tIns="45719" rIns="45719" bIns="45719" numCol="1" anchor="ctr">
            <a:noAutofit/>
          </a:bodyPr>
          <a:lstStyle>
            <a:lvl1pPr defTabSz="914400">
              <a:defRPr sz="4600" b="0">
                <a:solidFill>
                  <a:srgbClr val="FFFFFF"/>
                </a:solidFill>
                <a:latin typeface="Calibri" panose="020F0502020204030204"/>
                <a:ea typeface="Calibri" panose="020F0502020204030204"/>
                <a:cs typeface="Calibri" panose="020F0502020204030204"/>
                <a:sym typeface="Calibri" panose="020F0502020204030204"/>
              </a:defRPr>
            </a:lvl1pPr>
          </a:lstStyle>
          <a:p>
            <a:r>
              <a:rPr dirty="0"/>
              <a:t>01</a:t>
            </a:r>
            <a:endParaRPr dirty="0"/>
          </a:p>
        </p:txBody>
      </p:sp>
      <p:pic>
        <p:nvPicPr>
          <p:cNvPr id="3" name="音频 2">
            <a:hlinkClick r:id="" action="ppaction://media"/>
          </p:cNvPr>
          <p:cNvPicPr>
            <a:picLocks noChangeAspect="1"/>
          </p:cNvPicPr>
          <p:nvPr>
            <a:audioFile r:link="rId1"/>
            <p:extLst>
              <p:ext uri="{DAA4B4D4-6D71-4841-9C94-3DE7FCFB9230}">
                <p14:media xmlns:p14="http://schemas.microsoft.com/office/powerpoint/2010/main" r:link="rId2"/>
              </p:ext>
            </p:extLst>
          </p:nvPr>
        </p:nvPicPr>
        <p:blipFill>
          <a:blip r:embed="rId3"/>
          <a:stretch>
            <a:fillRect/>
          </a:stretch>
        </p:blipFill>
        <p:spPr>
          <a:xfrm>
            <a:off x="23923625" y="13255625"/>
            <a:ext cx="244475" cy="244475"/>
          </a:xfrm>
          <a:prstGeom prst="rect">
            <a:avLst/>
          </a:prstGeom>
        </p:spPr>
      </p:pic>
    </p:spTree>
    <p:custDataLst>
      <p:tags r:id="rId4"/>
    </p:custDataLst>
  </p:cSld>
  <p:clrMapOvr>
    <a:masterClrMapping/>
  </p:clrMapOvr>
  <p:transition spd="med" advTm="22062"/>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3"/>
                </p:tgtEl>
              </p:cMediaNode>
            </p:audio>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737970" y="1078867"/>
            <a:ext cx="8394850" cy="1042894"/>
          </a:xfrm>
          <a:ln w="12700">
            <a:miter lim="400000"/>
          </a:ln>
        </p:spPr>
        <p:txBody>
          <a:bodyPr lIns="50800" tIns="50800" rIns="50800" bIns="50800" anchor="ctr">
            <a:normAutofit/>
          </a:bodyPr>
          <a:lstStyle/>
          <a:p>
            <a:r>
              <a:rPr lang="zh-CN" altLang="en-US" dirty="0"/>
              <a:t>组合测试</a:t>
            </a:r>
            <a:endParaRPr lang="zh-CN" altLang="en-US" dirty="0"/>
          </a:p>
        </p:txBody>
      </p:sp>
      <p:sp>
        <p:nvSpPr>
          <p:cNvPr id="5" name="矩形 11"/>
          <p:cNvSpPr txBox="1"/>
          <p:nvPr/>
        </p:nvSpPr>
        <p:spPr>
          <a:xfrm>
            <a:off x="929060" y="1157763"/>
            <a:ext cx="1589696" cy="963998"/>
          </a:xfrm>
          <a:prstGeom prst="rect">
            <a:avLst/>
          </a:prstGeom>
          <a:noFill/>
          <a:ln w="12700" cap="flat">
            <a:noFill/>
            <a:miter lim="400000"/>
          </a:ln>
          <a:effectLst/>
        </p:spPr>
        <p:txBody>
          <a:bodyPr wrap="square" lIns="45719" tIns="45719" rIns="45719" bIns="45719" numCol="1" anchor="ctr">
            <a:noAutofit/>
          </a:bodyPr>
          <a:lstStyle>
            <a:lvl1pPr defTabSz="914400">
              <a:defRPr sz="4600" b="0">
                <a:solidFill>
                  <a:srgbClr val="FFFFFF"/>
                </a:solidFill>
                <a:latin typeface="Calibri" panose="020F0502020204030204"/>
                <a:ea typeface="Calibri" panose="020F0502020204030204"/>
                <a:cs typeface="Calibri" panose="020F0502020204030204"/>
                <a:sym typeface="Calibri" panose="020F0502020204030204"/>
              </a:defRPr>
            </a:lvl1pPr>
          </a:lstStyle>
          <a:p>
            <a:r>
              <a:rPr dirty="0"/>
              <a:t>01</a:t>
            </a:r>
            <a:endParaRPr dirty="0"/>
          </a:p>
        </p:txBody>
      </p:sp>
      <p:sp>
        <p:nvSpPr>
          <p:cNvPr id="6" name="Line 2"/>
          <p:cNvSpPr>
            <a:spLocks noChangeShapeType="1"/>
          </p:cNvSpPr>
          <p:nvPr/>
        </p:nvSpPr>
        <p:spPr bwMode="auto">
          <a:xfrm flipV="1">
            <a:off x="6623744" y="9388891"/>
            <a:ext cx="4718050" cy="22226"/>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sz="6600">
              <a:latin typeface="微软雅黑" panose="020B0503020204020204" pitchFamily="34" charset="-122"/>
              <a:ea typeface="微软雅黑" panose="020B0503020204020204" pitchFamily="34" charset="-122"/>
            </a:endParaRPr>
          </a:p>
        </p:txBody>
      </p:sp>
      <p:sp>
        <p:nvSpPr>
          <p:cNvPr id="7" name="Line 3"/>
          <p:cNvSpPr>
            <a:spLocks noChangeShapeType="1"/>
          </p:cNvSpPr>
          <p:nvPr/>
        </p:nvSpPr>
        <p:spPr bwMode="auto">
          <a:xfrm flipV="1">
            <a:off x="5137844" y="9411117"/>
            <a:ext cx="1479550" cy="117475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sz="6600">
              <a:latin typeface="微软雅黑" panose="020B0503020204020204" pitchFamily="34" charset="-122"/>
              <a:ea typeface="微软雅黑" panose="020B0503020204020204" pitchFamily="34" charset="-122"/>
            </a:endParaRPr>
          </a:p>
        </p:txBody>
      </p:sp>
      <p:sp>
        <p:nvSpPr>
          <p:cNvPr id="8" name="Line 4"/>
          <p:cNvSpPr>
            <a:spLocks noChangeShapeType="1"/>
          </p:cNvSpPr>
          <p:nvPr/>
        </p:nvSpPr>
        <p:spPr bwMode="auto">
          <a:xfrm>
            <a:off x="6623744" y="4981991"/>
            <a:ext cx="6350" cy="4429126"/>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sz="6600">
              <a:latin typeface="微软雅黑" panose="020B0503020204020204" pitchFamily="34" charset="-122"/>
              <a:ea typeface="微软雅黑" panose="020B0503020204020204" pitchFamily="34" charset="-122"/>
            </a:endParaRPr>
          </a:p>
        </p:txBody>
      </p:sp>
      <p:sp>
        <p:nvSpPr>
          <p:cNvPr id="9" name="Line 5"/>
          <p:cNvSpPr>
            <a:spLocks noChangeShapeType="1"/>
          </p:cNvSpPr>
          <p:nvPr/>
        </p:nvSpPr>
        <p:spPr bwMode="auto">
          <a:xfrm>
            <a:off x="11341793" y="4943891"/>
            <a:ext cx="0" cy="4403726"/>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sz="6600">
              <a:latin typeface="微软雅黑" panose="020B0503020204020204" pitchFamily="34" charset="-122"/>
              <a:ea typeface="微软雅黑" panose="020B0503020204020204" pitchFamily="34" charset="-122"/>
            </a:endParaRPr>
          </a:p>
        </p:txBody>
      </p:sp>
      <p:sp>
        <p:nvSpPr>
          <p:cNvPr id="10" name="Line 6"/>
          <p:cNvSpPr>
            <a:spLocks noChangeShapeType="1"/>
          </p:cNvSpPr>
          <p:nvPr/>
        </p:nvSpPr>
        <p:spPr bwMode="auto">
          <a:xfrm>
            <a:off x="6617393" y="4981990"/>
            <a:ext cx="472440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sz="6600">
              <a:latin typeface="微软雅黑" panose="020B0503020204020204" pitchFamily="34" charset="-122"/>
              <a:ea typeface="微软雅黑" panose="020B0503020204020204" pitchFamily="34" charset="-122"/>
            </a:endParaRPr>
          </a:p>
        </p:txBody>
      </p:sp>
      <p:sp>
        <p:nvSpPr>
          <p:cNvPr id="11" name="Line 7"/>
          <p:cNvSpPr>
            <a:spLocks noChangeShapeType="1"/>
          </p:cNvSpPr>
          <p:nvPr/>
        </p:nvSpPr>
        <p:spPr bwMode="auto">
          <a:xfrm flipV="1">
            <a:off x="9865417" y="4943891"/>
            <a:ext cx="1476376" cy="117475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sz="6600">
              <a:latin typeface="微软雅黑" panose="020B0503020204020204" pitchFamily="34" charset="-122"/>
              <a:ea typeface="微软雅黑" panose="020B0503020204020204" pitchFamily="34" charset="-122"/>
            </a:endParaRPr>
          </a:p>
        </p:txBody>
      </p:sp>
      <p:grpSp>
        <p:nvGrpSpPr>
          <p:cNvPr id="12" name="Group 10"/>
          <p:cNvGrpSpPr/>
          <p:nvPr/>
        </p:nvGrpSpPr>
        <p:grpSpPr bwMode="auto">
          <a:xfrm>
            <a:off x="5137844" y="6156740"/>
            <a:ext cx="4727574" cy="4406900"/>
            <a:chOff x="2517" y="10800"/>
            <a:chExt cx="2880" cy="2340"/>
          </a:xfrm>
        </p:grpSpPr>
        <p:sp>
          <p:nvSpPr>
            <p:cNvPr id="13" name="Line 11"/>
            <p:cNvSpPr>
              <a:spLocks noChangeShapeType="1"/>
            </p:cNvSpPr>
            <p:nvPr/>
          </p:nvSpPr>
          <p:spPr bwMode="auto">
            <a:xfrm>
              <a:off x="2517" y="13140"/>
              <a:ext cx="288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sz="6600">
                <a:latin typeface="微软雅黑" panose="020B0503020204020204" pitchFamily="34" charset="-122"/>
                <a:ea typeface="微软雅黑" panose="020B0503020204020204" pitchFamily="34" charset="-122"/>
              </a:endParaRPr>
            </a:p>
          </p:txBody>
        </p:sp>
        <p:sp>
          <p:nvSpPr>
            <p:cNvPr id="14" name="Line 12"/>
            <p:cNvSpPr>
              <a:spLocks noChangeShapeType="1"/>
            </p:cNvSpPr>
            <p:nvPr/>
          </p:nvSpPr>
          <p:spPr bwMode="auto">
            <a:xfrm>
              <a:off x="5397" y="10801"/>
              <a:ext cx="0" cy="2339"/>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sz="6600">
                <a:latin typeface="微软雅黑" panose="020B0503020204020204" pitchFamily="34" charset="-122"/>
                <a:ea typeface="微软雅黑" panose="020B0503020204020204" pitchFamily="34" charset="-122"/>
              </a:endParaRPr>
            </a:p>
          </p:txBody>
        </p:sp>
        <p:sp>
          <p:nvSpPr>
            <p:cNvPr id="15" name="Line 13"/>
            <p:cNvSpPr>
              <a:spLocks noChangeShapeType="1"/>
            </p:cNvSpPr>
            <p:nvPr/>
          </p:nvSpPr>
          <p:spPr bwMode="auto">
            <a:xfrm>
              <a:off x="2517" y="10801"/>
              <a:ext cx="0" cy="2339"/>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sz="6600">
                <a:latin typeface="微软雅黑" panose="020B0503020204020204" pitchFamily="34" charset="-122"/>
                <a:ea typeface="微软雅黑" panose="020B0503020204020204" pitchFamily="34" charset="-122"/>
              </a:endParaRPr>
            </a:p>
          </p:txBody>
        </p:sp>
        <p:sp>
          <p:nvSpPr>
            <p:cNvPr id="16" name="Line 14"/>
            <p:cNvSpPr>
              <a:spLocks noChangeShapeType="1"/>
            </p:cNvSpPr>
            <p:nvPr/>
          </p:nvSpPr>
          <p:spPr bwMode="auto">
            <a:xfrm>
              <a:off x="2517" y="10800"/>
              <a:ext cx="288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sz="6600">
                <a:latin typeface="微软雅黑" panose="020B0503020204020204" pitchFamily="34" charset="-122"/>
                <a:ea typeface="微软雅黑" panose="020B0503020204020204" pitchFamily="34" charset="-122"/>
              </a:endParaRPr>
            </a:p>
          </p:txBody>
        </p:sp>
        <p:sp>
          <p:nvSpPr>
            <p:cNvPr id="17" name="Line 15"/>
            <p:cNvSpPr>
              <a:spLocks noChangeShapeType="1"/>
            </p:cNvSpPr>
            <p:nvPr/>
          </p:nvSpPr>
          <p:spPr bwMode="auto">
            <a:xfrm>
              <a:off x="3957" y="10800"/>
              <a:ext cx="0" cy="234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sz="6600">
                <a:latin typeface="微软雅黑" panose="020B0503020204020204" pitchFamily="34" charset="-122"/>
                <a:ea typeface="微软雅黑" panose="020B0503020204020204" pitchFamily="34" charset="-122"/>
              </a:endParaRPr>
            </a:p>
          </p:txBody>
        </p:sp>
        <p:sp>
          <p:nvSpPr>
            <p:cNvPr id="18" name="Line 16"/>
            <p:cNvSpPr>
              <a:spLocks noChangeShapeType="1"/>
            </p:cNvSpPr>
            <p:nvPr/>
          </p:nvSpPr>
          <p:spPr bwMode="auto">
            <a:xfrm>
              <a:off x="2517" y="11892"/>
              <a:ext cx="288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sz="6600">
                <a:latin typeface="微软雅黑" panose="020B0503020204020204" pitchFamily="34" charset="-122"/>
                <a:ea typeface="微软雅黑" panose="020B0503020204020204" pitchFamily="34" charset="-122"/>
              </a:endParaRPr>
            </a:p>
          </p:txBody>
        </p:sp>
      </p:grpSp>
      <p:grpSp>
        <p:nvGrpSpPr>
          <p:cNvPr id="19" name="Group 17"/>
          <p:cNvGrpSpPr/>
          <p:nvPr/>
        </p:nvGrpSpPr>
        <p:grpSpPr bwMode="auto">
          <a:xfrm>
            <a:off x="5845867" y="5594766"/>
            <a:ext cx="4724400" cy="4406900"/>
            <a:chOff x="2517" y="10800"/>
            <a:chExt cx="2880" cy="2340"/>
          </a:xfrm>
        </p:grpSpPr>
        <p:sp>
          <p:nvSpPr>
            <p:cNvPr id="21" name="Line 18"/>
            <p:cNvSpPr>
              <a:spLocks noChangeShapeType="1"/>
            </p:cNvSpPr>
            <p:nvPr/>
          </p:nvSpPr>
          <p:spPr bwMode="auto">
            <a:xfrm>
              <a:off x="2517" y="13140"/>
              <a:ext cx="288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sz="6600">
                <a:latin typeface="微软雅黑" panose="020B0503020204020204" pitchFamily="34" charset="-122"/>
                <a:ea typeface="微软雅黑" panose="020B0503020204020204" pitchFamily="34" charset="-122"/>
              </a:endParaRPr>
            </a:p>
          </p:txBody>
        </p:sp>
        <p:sp>
          <p:nvSpPr>
            <p:cNvPr id="22" name="Line 19"/>
            <p:cNvSpPr>
              <a:spLocks noChangeShapeType="1"/>
            </p:cNvSpPr>
            <p:nvPr/>
          </p:nvSpPr>
          <p:spPr bwMode="auto">
            <a:xfrm>
              <a:off x="5397" y="10801"/>
              <a:ext cx="0" cy="2339"/>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sz="6600">
                <a:latin typeface="微软雅黑" panose="020B0503020204020204" pitchFamily="34" charset="-122"/>
                <a:ea typeface="微软雅黑" panose="020B0503020204020204" pitchFamily="34" charset="-122"/>
              </a:endParaRPr>
            </a:p>
          </p:txBody>
        </p:sp>
        <p:sp>
          <p:nvSpPr>
            <p:cNvPr id="23" name="Line 20"/>
            <p:cNvSpPr>
              <a:spLocks noChangeShapeType="1"/>
            </p:cNvSpPr>
            <p:nvPr/>
          </p:nvSpPr>
          <p:spPr bwMode="auto">
            <a:xfrm>
              <a:off x="2517" y="10801"/>
              <a:ext cx="0" cy="2339"/>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sz="6600">
                <a:latin typeface="微软雅黑" panose="020B0503020204020204" pitchFamily="34" charset="-122"/>
                <a:ea typeface="微软雅黑" panose="020B0503020204020204" pitchFamily="34" charset="-122"/>
              </a:endParaRPr>
            </a:p>
          </p:txBody>
        </p:sp>
        <p:sp>
          <p:nvSpPr>
            <p:cNvPr id="24" name="Line 21"/>
            <p:cNvSpPr>
              <a:spLocks noChangeShapeType="1"/>
            </p:cNvSpPr>
            <p:nvPr/>
          </p:nvSpPr>
          <p:spPr bwMode="auto">
            <a:xfrm>
              <a:off x="2517" y="10800"/>
              <a:ext cx="288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sz="6600">
                <a:latin typeface="微软雅黑" panose="020B0503020204020204" pitchFamily="34" charset="-122"/>
                <a:ea typeface="微软雅黑" panose="020B0503020204020204" pitchFamily="34" charset="-122"/>
              </a:endParaRPr>
            </a:p>
          </p:txBody>
        </p:sp>
        <p:sp>
          <p:nvSpPr>
            <p:cNvPr id="25" name="Line 22"/>
            <p:cNvSpPr>
              <a:spLocks noChangeShapeType="1"/>
            </p:cNvSpPr>
            <p:nvPr/>
          </p:nvSpPr>
          <p:spPr bwMode="auto">
            <a:xfrm>
              <a:off x="3957" y="10800"/>
              <a:ext cx="0" cy="234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sz="6600">
                <a:latin typeface="微软雅黑" panose="020B0503020204020204" pitchFamily="34" charset="-122"/>
                <a:ea typeface="微软雅黑" panose="020B0503020204020204" pitchFamily="34" charset="-122"/>
              </a:endParaRPr>
            </a:p>
          </p:txBody>
        </p:sp>
        <p:sp>
          <p:nvSpPr>
            <p:cNvPr id="26" name="Line 23"/>
            <p:cNvSpPr>
              <a:spLocks noChangeShapeType="1"/>
            </p:cNvSpPr>
            <p:nvPr/>
          </p:nvSpPr>
          <p:spPr bwMode="auto">
            <a:xfrm>
              <a:off x="2517" y="11892"/>
              <a:ext cx="288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sz="6600">
                <a:latin typeface="微软雅黑" panose="020B0503020204020204" pitchFamily="34" charset="-122"/>
                <a:ea typeface="微软雅黑" panose="020B0503020204020204" pitchFamily="34" charset="-122"/>
              </a:endParaRPr>
            </a:p>
          </p:txBody>
        </p:sp>
      </p:grpSp>
      <p:sp>
        <p:nvSpPr>
          <p:cNvPr id="27" name="Oval 24"/>
          <p:cNvSpPr>
            <a:spLocks noChangeArrowheads="1"/>
          </p:cNvSpPr>
          <p:nvPr/>
        </p:nvSpPr>
        <p:spPr bwMode="auto">
          <a:xfrm>
            <a:off x="11157644" y="4820067"/>
            <a:ext cx="295274" cy="295274"/>
          </a:xfrm>
          <a:prstGeom prst="ellipse">
            <a:avLst/>
          </a:prstGeom>
          <a:solidFill>
            <a:srgbClr val="FF0000"/>
          </a:solidFill>
          <a:ln w="9525" algn="ctr">
            <a:solidFill>
              <a:srgbClr val="000000"/>
            </a:solidFill>
            <a:round/>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4000">
              <a:latin typeface="微软雅黑" panose="020B0503020204020204" pitchFamily="34" charset="-122"/>
              <a:ea typeface="微软雅黑" panose="020B0503020204020204" pitchFamily="34" charset="-122"/>
            </a:endParaRPr>
          </a:p>
        </p:txBody>
      </p:sp>
      <p:sp>
        <p:nvSpPr>
          <p:cNvPr id="28" name="Oval 25"/>
          <p:cNvSpPr>
            <a:spLocks noChangeArrowheads="1"/>
          </p:cNvSpPr>
          <p:nvPr/>
        </p:nvSpPr>
        <p:spPr bwMode="auto">
          <a:xfrm>
            <a:off x="6477694" y="9204740"/>
            <a:ext cx="295274" cy="292100"/>
          </a:xfrm>
          <a:prstGeom prst="ellipse">
            <a:avLst/>
          </a:prstGeom>
          <a:solidFill>
            <a:srgbClr val="FF0000"/>
          </a:solidFill>
          <a:ln w="9525" algn="ctr">
            <a:solidFill>
              <a:srgbClr val="000000"/>
            </a:solidFill>
            <a:round/>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4000">
              <a:latin typeface="微软雅黑" panose="020B0503020204020204" pitchFamily="34" charset="-122"/>
              <a:ea typeface="微软雅黑" panose="020B0503020204020204" pitchFamily="34" charset="-122"/>
            </a:endParaRPr>
          </a:p>
        </p:txBody>
      </p:sp>
      <p:sp>
        <p:nvSpPr>
          <p:cNvPr id="29" name="Line 26"/>
          <p:cNvSpPr>
            <a:spLocks noChangeShapeType="1"/>
          </p:cNvSpPr>
          <p:nvPr/>
        </p:nvSpPr>
        <p:spPr bwMode="auto">
          <a:xfrm>
            <a:off x="6617393" y="7039390"/>
            <a:ext cx="472440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sz="6600">
              <a:latin typeface="微软雅黑" panose="020B0503020204020204" pitchFamily="34" charset="-122"/>
              <a:ea typeface="微软雅黑" panose="020B0503020204020204" pitchFamily="34" charset="-122"/>
            </a:endParaRPr>
          </a:p>
        </p:txBody>
      </p:sp>
      <p:sp>
        <p:nvSpPr>
          <p:cNvPr id="30" name="Line 27"/>
          <p:cNvSpPr>
            <a:spLocks noChangeShapeType="1"/>
          </p:cNvSpPr>
          <p:nvPr/>
        </p:nvSpPr>
        <p:spPr bwMode="auto">
          <a:xfrm>
            <a:off x="8979593" y="4981990"/>
            <a:ext cx="0" cy="44069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sz="6600">
              <a:latin typeface="微软雅黑" panose="020B0503020204020204" pitchFamily="34" charset="-122"/>
              <a:ea typeface="微软雅黑" panose="020B0503020204020204" pitchFamily="34" charset="-122"/>
            </a:endParaRPr>
          </a:p>
        </p:txBody>
      </p:sp>
      <p:sp>
        <p:nvSpPr>
          <p:cNvPr id="31" name="Oval 28"/>
          <p:cNvSpPr>
            <a:spLocks noChangeArrowheads="1"/>
          </p:cNvSpPr>
          <p:nvPr/>
        </p:nvSpPr>
        <p:spPr bwMode="auto">
          <a:xfrm>
            <a:off x="8839894" y="6877466"/>
            <a:ext cx="295274" cy="292100"/>
          </a:xfrm>
          <a:prstGeom prst="ellipse">
            <a:avLst/>
          </a:prstGeom>
          <a:solidFill>
            <a:srgbClr val="FF0000"/>
          </a:solidFill>
          <a:ln w="9525" algn="ctr">
            <a:solidFill>
              <a:srgbClr val="000000"/>
            </a:solidFill>
            <a:round/>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4000">
              <a:latin typeface="微软雅黑" panose="020B0503020204020204" pitchFamily="34" charset="-122"/>
              <a:ea typeface="微软雅黑" panose="020B0503020204020204" pitchFamily="34" charset="-122"/>
            </a:endParaRPr>
          </a:p>
        </p:txBody>
      </p:sp>
      <p:sp>
        <p:nvSpPr>
          <p:cNvPr id="32" name="Oval 29"/>
          <p:cNvSpPr>
            <a:spLocks noChangeArrowheads="1"/>
          </p:cNvSpPr>
          <p:nvPr/>
        </p:nvSpPr>
        <p:spPr bwMode="auto">
          <a:xfrm>
            <a:off x="5001317" y="6026566"/>
            <a:ext cx="295276" cy="292100"/>
          </a:xfrm>
          <a:prstGeom prst="ellipse">
            <a:avLst/>
          </a:prstGeom>
          <a:solidFill>
            <a:srgbClr val="FF0000"/>
          </a:solidFill>
          <a:ln w="9525" algn="ctr">
            <a:solidFill>
              <a:srgbClr val="000000"/>
            </a:solidFill>
            <a:round/>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4000">
              <a:latin typeface="微软雅黑" panose="020B0503020204020204" pitchFamily="34" charset="-122"/>
              <a:ea typeface="微软雅黑" panose="020B0503020204020204" pitchFamily="34" charset="-122"/>
            </a:endParaRPr>
          </a:p>
        </p:txBody>
      </p:sp>
      <p:sp>
        <p:nvSpPr>
          <p:cNvPr id="33" name="Line 30"/>
          <p:cNvSpPr>
            <a:spLocks noChangeShapeType="1"/>
          </p:cNvSpPr>
          <p:nvPr/>
        </p:nvSpPr>
        <p:spPr bwMode="auto">
          <a:xfrm flipV="1">
            <a:off x="5185468" y="4981991"/>
            <a:ext cx="1431926" cy="1114426"/>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sz="6600">
              <a:latin typeface="微软雅黑" panose="020B0503020204020204" pitchFamily="34" charset="-122"/>
              <a:ea typeface="微软雅黑" panose="020B0503020204020204" pitchFamily="34" charset="-122"/>
            </a:endParaRPr>
          </a:p>
        </p:txBody>
      </p:sp>
      <p:sp>
        <p:nvSpPr>
          <p:cNvPr id="34" name="Line 31"/>
          <p:cNvSpPr>
            <a:spLocks noChangeShapeType="1"/>
          </p:cNvSpPr>
          <p:nvPr/>
        </p:nvSpPr>
        <p:spPr bwMode="auto">
          <a:xfrm flipV="1">
            <a:off x="9865417" y="9388891"/>
            <a:ext cx="1476376" cy="117475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sz="6600">
              <a:latin typeface="微软雅黑" panose="020B0503020204020204" pitchFamily="34" charset="-122"/>
              <a:ea typeface="微软雅黑" panose="020B0503020204020204" pitchFamily="34" charset="-122"/>
            </a:endParaRPr>
          </a:p>
        </p:txBody>
      </p:sp>
      <p:sp>
        <p:nvSpPr>
          <p:cNvPr id="35" name="Line 32"/>
          <p:cNvSpPr>
            <a:spLocks noChangeShapeType="1"/>
          </p:cNvSpPr>
          <p:nvPr/>
        </p:nvSpPr>
        <p:spPr bwMode="auto">
          <a:xfrm flipV="1">
            <a:off x="9865417" y="7039391"/>
            <a:ext cx="1476376" cy="117475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sz="6600">
              <a:latin typeface="微软雅黑" panose="020B0503020204020204" pitchFamily="34" charset="-122"/>
              <a:ea typeface="微软雅黑" panose="020B0503020204020204" pitchFamily="34" charset="-122"/>
            </a:endParaRPr>
          </a:p>
        </p:txBody>
      </p:sp>
      <p:sp>
        <p:nvSpPr>
          <p:cNvPr id="36" name="Line 33"/>
          <p:cNvSpPr>
            <a:spLocks noChangeShapeType="1"/>
          </p:cNvSpPr>
          <p:nvPr/>
        </p:nvSpPr>
        <p:spPr bwMode="auto">
          <a:xfrm flipV="1">
            <a:off x="5137844" y="7039391"/>
            <a:ext cx="1479550" cy="117475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sz="6600">
              <a:latin typeface="微软雅黑" panose="020B0503020204020204" pitchFamily="34" charset="-122"/>
              <a:ea typeface="微软雅黑" panose="020B0503020204020204" pitchFamily="34" charset="-122"/>
            </a:endParaRPr>
          </a:p>
        </p:txBody>
      </p:sp>
      <p:sp>
        <p:nvSpPr>
          <p:cNvPr id="37" name="Line 34"/>
          <p:cNvSpPr>
            <a:spLocks noChangeShapeType="1"/>
          </p:cNvSpPr>
          <p:nvPr/>
        </p:nvSpPr>
        <p:spPr bwMode="auto">
          <a:xfrm flipV="1">
            <a:off x="7503217" y="9388891"/>
            <a:ext cx="1476376" cy="117475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sz="6600">
              <a:latin typeface="微软雅黑" panose="020B0503020204020204" pitchFamily="34" charset="-122"/>
              <a:ea typeface="微软雅黑" panose="020B0503020204020204" pitchFamily="34" charset="-122"/>
            </a:endParaRPr>
          </a:p>
        </p:txBody>
      </p:sp>
      <p:sp>
        <p:nvSpPr>
          <p:cNvPr id="38" name="Line 35"/>
          <p:cNvSpPr>
            <a:spLocks noChangeShapeType="1"/>
          </p:cNvSpPr>
          <p:nvPr/>
        </p:nvSpPr>
        <p:spPr bwMode="auto">
          <a:xfrm flipV="1">
            <a:off x="7503217" y="4981991"/>
            <a:ext cx="1476376" cy="117475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sz="6600">
              <a:latin typeface="微软雅黑" panose="020B0503020204020204" pitchFamily="34" charset="-122"/>
              <a:ea typeface="微软雅黑" panose="020B0503020204020204" pitchFamily="34" charset="-122"/>
            </a:endParaRPr>
          </a:p>
        </p:txBody>
      </p:sp>
      <p:sp>
        <p:nvSpPr>
          <p:cNvPr id="39" name="Line 36"/>
          <p:cNvSpPr>
            <a:spLocks noChangeShapeType="1"/>
          </p:cNvSpPr>
          <p:nvPr/>
        </p:nvSpPr>
        <p:spPr bwMode="auto">
          <a:xfrm flipV="1">
            <a:off x="7503217" y="7039391"/>
            <a:ext cx="1476376" cy="117475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sz="6600">
              <a:latin typeface="微软雅黑" panose="020B0503020204020204" pitchFamily="34" charset="-122"/>
              <a:ea typeface="微软雅黑" panose="020B0503020204020204" pitchFamily="34" charset="-122"/>
            </a:endParaRPr>
          </a:p>
        </p:txBody>
      </p:sp>
      <p:sp>
        <p:nvSpPr>
          <p:cNvPr id="40" name="Oval 37"/>
          <p:cNvSpPr>
            <a:spLocks noChangeArrowheads="1"/>
          </p:cNvSpPr>
          <p:nvPr/>
        </p:nvSpPr>
        <p:spPr bwMode="auto">
          <a:xfrm>
            <a:off x="9706667" y="8052216"/>
            <a:ext cx="295276" cy="292100"/>
          </a:xfrm>
          <a:prstGeom prst="ellipse">
            <a:avLst/>
          </a:prstGeom>
          <a:solidFill>
            <a:srgbClr val="FF0000"/>
          </a:solidFill>
          <a:ln w="9525" algn="ctr">
            <a:solidFill>
              <a:srgbClr val="000000"/>
            </a:solidFill>
            <a:round/>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4000">
              <a:latin typeface="微软雅黑" panose="020B0503020204020204" pitchFamily="34" charset="-122"/>
              <a:ea typeface="微软雅黑" panose="020B0503020204020204" pitchFamily="34" charset="-122"/>
            </a:endParaRPr>
          </a:p>
        </p:txBody>
      </p:sp>
      <p:sp>
        <p:nvSpPr>
          <p:cNvPr id="41" name="Oval 38"/>
          <p:cNvSpPr>
            <a:spLocks noChangeArrowheads="1"/>
          </p:cNvSpPr>
          <p:nvPr/>
        </p:nvSpPr>
        <p:spPr bwMode="auto">
          <a:xfrm>
            <a:off x="8046144" y="5439190"/>
            <a:ext cx="295274" cy="292100"/>
          </a:xfrm>
          <a:prstGeom prst="ellipse">
            <a:avLst/>
          </a:prstGeom>
          <a:solidFill>
            <a:srgbClr val="FF0000"/>
          </a:solidFill>
          <a:ln w="9525" algn="ctr">
            <a:solidFill>
              <a:srgbClr val="000000"/>
            </a:solidFill>
            <a:round/>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4000">
              <a:latin typeface="微软雅黑" panose="020B0503020204020204" pitchFamily="34" charset="-122"/>
              <a:ea typeface="微软雅黑" panose="020B0503020204020204" pitchFamily="34" charset="-122"/>
            </a:endParaRPr>
          </a:p>
        </p:txBody>
      </p:sp>
      <p:sp>
        <p:nvSpPr>
          <p:cNvPr id="42" name="Oval 39"/>
          <p:cNvSpPr>
            <a:spLocks noChangeArrowheads="1"/>
          </p:cNvSpPr>
          <p:nvPr/>
        </p:nvSpPr>
        <p:spPr bwMode="auto">
          <a:xfrm>
            <a:off x="5696644" y="7429916"/>
            <a:ext cx="295274" cy="292100"/>
          </a:xfrm>
          <a:prstGeom prst="ellipse">
            <a:avLst/>
          </a:prstGeom>
          <a:solidFill>
            <a:srgbClr val="FF0000"/>
          </a:solidFill>
          <a:ln w="9525" algn="ctr">
            <a:solidFill>
              <a:srgbClr val="000000"/>
            </a:solidFill>
            <a:round/>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4000">
              <a:latin typeface="微软雅黑" panose="020B0503020204020204" pitchFamily="34" charset="-122"/>
              <a:ea typeface="微软雅黑" panose="020B0503020204020204" pitchFamily="34" charset="-122"/>
            </a:endParaRPr>
          </a:p>
        </p:txBody>
      </p:sp>
      <p:sp>
        <p:nvSpPr>
          <p:cNvPr id="43" name="Oval 40"/>
          <p:cNvSpPr>
            <a:spLocks noChangeArrowheads="1"/>
          </p:cNvSpPr>
          <p:nvPr/>
        </p:nvSpPr>
        <p:spPr bwMode="auto">
          <a:xfrm>
            <a:off x="10455967" y="9817516"/>
            <a:ext cx="295276" cy="292100"/>
          </a:xfrm>
          <a:prstGeom prst="ellipse">
            <a:avLst/>
          </a:prstGeom>
          <a:solidFill>
            <a:srgbClr val="FF0000"/>
          </a:solidFill>
          <a:ln w="9525" algn="ctr">
            <a:solidFill>
              <a:srgbClr val="000000"/>
            </a:solidFill>
            <a:round/>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4000">
              <a:latin typeface="微软雅黑" panose="020B0503020204020204" pitchFamily="34" charset="-122"/>
              <a:ea typeface="微软雅黑" panose="020B0503020204020204" pitchFamily="34" charset="-122"/>
            </a:endParaRPr>
          </a:p>
        </p:txBody>
      </p:sp>
      <p:sp>
        <p:nvSpPr>
          <p:cNvPr id="44" name="Oval 41"/>
          <p:cNvSpPr>
            <a:spLocks noChangeArrowheads="1"/>
          </p:cNvSpPr>
          <p:nvPr/>
        </p:nvSpPr>
        <p:spPr bwMode="auto">
          <a:xfrm>
            <a:off x="7341294" y="10373140"/>
            <a:ext cx="295274" cy="295276"/>
          </a:xfrm>
          <a:prstGeom prst="ellipse">
            <a:avLst/>
          </a:prstGeom>
          <a:solidFill>
            <a:srgbClr val="FF0000"/>
          </a:solidFill>
          <a:ln w="9525" algn="ctr">
            <a:solidFill>
              <a:srgbClr val="000000"/>
            </a:solidFill>
            <a:round/>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4000">
              <a:latin typeface="微软雅黑" panose="020B0503020204020204" pitchFamily="34" charset="-122"/>
              <a:ea typeface="微软雅黑" panose="020B0503020204020204" pitchFamily="34" charset="-122"/>
            </a:endParaRPr>
          </a:p>
        </p:txBody>
      </p:sp>
      <p:sp>
        <p:nvSpPr>
          <p:cNvPr id="45" name="Rectangle 42"/>
          <p:cNvSpPr>
            <a:spLocks noChangeArrowheads="1"/>
          </p:cNvSpPr>
          <p:nvPr/>
        </p:nvSpPr>
        <p:spPr bwMode="auto">
          <a:xfrm>
            <a:off x="10751243" y="3918367"/>
            <a:ext cx="1181100" cy="882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FontTx/>
              <a:buNone/>
            </a:pPr>
            <a:r>
              <a:rPr lang="en-US" altLang="zh-CN" sz="2400">
                <a:latin typeface="微软雅黑" panose="020B0503020204020204" pitchFamily="34" charset="-122"/>
                <a:ea typeface="微软雅黑" panose="020B0503020204020204" pitchFamily="34" charset="-122"/>
              </a:rPr>
              <a:t>B3</a:t>
            </a:r>
            <a:endParaRPr lang="en-US" altLang="zh-CN" sz="4000">
              <a:latin typeface="微软雅黑" panose="020B0503020204020204" pitchFamily="34" charset="-122"/>
              <a:ea typeface="微软雅黑" panose="020B0503020204020204" pitchFamily="34" charset="-122"/>
            </a:endParaRPr>
          </a:p>
        </p:txBody>
      </p:sp>
      <p:sp>
        <p:nvSpPr>
          <p:cNvPr id="46" name="Rectangle 43"/>
          <p:cNvSpPr>
            <a:spLocks noChangeArrowheads="1"/>
          </p:cNvSpPr>
          <p:nvPr/>
        </p:nvSpPr>
        <p:spPr bwMode="auto">
          <a:xfrm>
            <a:off x="8389043" y="3937417"/>
            <a:ext cx="1181100" cy="882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FontTx/>
              <a:buNone/>
            </a:pPr>
            <a:r>
              <a:rPr lang="en-US" altLang="zh-CN" sz="2400">
                <a:latin typeface="微软雅黑" panose="020B0503020204020204" pitchFamily="34" charset="-122"/>
                <a:ea typeface="微软雅黑" panose="020B0503020204020204" pitchFamily="34" charset="-122"/>
              </a:rPr>
              <a:t>B2</a:t>
            </a:r>
            <a:endParaRPr lang="en-US" altLang="zh-CN" sz="4000">
              <a:latin typeface="微软雅黑" panose="020B0503020204020204" pitchFamily="34" charset="-122"/>
              <a:ea typeface="微软雅黑" panose="020B0503020204020204" pitchFamily="34" charset="-122"/>
            </a:endParaRPr>
          </a:p>
        </p:txBody>
      </p:sp>
      <p:sp>
        <p:nvSpPr>
          <p:cNvPr id="47" name="Rectangle 44"/>
          <p:cNvSpPr>
            <a:spLocks noChangeArrowheads="1"/>
          </p:cNvSpPr>
          <p:nvPr/>
        </p:nvSpPr>
        <p:spPr bwMode="auto">
          <a:xfrm>
            <a:off x="6023667" y="3937417"/>
            <a:ext cx="1181100" cy="882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FontTx/>
              <a:buNone/>
            </a:pPr>
            <a:r>
              <a:rPr lang="en-US" altLang="zh-CN" sz="2400" dirty="0">
                <a:latin typeface="微软雅黑" panose="020B0503020204020204" pitchFamily="34" charset="-122"/>
                <a:ea typeface="微软雅黑" panose="020B0503020204020204" pitchFamily="34" charset="-122"/>
              </a:rPr>
              <a:t>B1</a:t>
            </a:r>
            <a:endParaRPr lang="en-US" altLang="zh-CN" sz="4000" dirty="0">
              <a:latin typeface="微软雅黑" panose="020B0503020204020204" pitchFamily="34" charset="-122"/>
              <a:ea typeface="微软雅黑" panose="020B0503020204020204" pitchFamily="34" charset="-122"/>
            </a:endParaRPr>
          </a:p>
        </p:txBody>
      </p:sp>
      <p:sp>
        <p:nvSpPr>
          <p:cNvPr id="48" name="Rectangle 45"/>
          <p:cNvSpPr>
            <a:spLocks noChangeArrowheads="1"/>
          </p:cNvSpPr>
          <p:nvPr/>
        </p:nvSpPr>
        <p:spPr bwMode="auto">
          <a:xfrm>
            <a:off x="3661467" y="5699541"/>
            <a:ext cx="1181100" cy="882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FontTx/>
              <a:buNone/>
            </a:pPr>
            <a:r>
              <a:rPr lang="en-US" altLang="zh-CN" sz="2400">
                <a:latin typeface="微软雅黑" panose="020B0503020204020204" pitchFamily="34" charset="-122"/>
                <a:ea typeface="微软雅黑" panose="020B0503020204020204" pitchFamily="34" charset="-122"/>
              </a:rPr>
              <a:t>A1</a:t>
            </a:r>
            <a:endParaRPr lang="en-US" altLang="zh-CN" sz="4000">
              <a:latin typeface="微软雅黑" panose="020B0503020204020204" pitchFamily="34" charset="-122"/>
              <a:ea typeface="微软雅黑" panose="020B0503020204020204" pitchFamily="34" charset="-122"/>
            </a:endParaRPr>
          </a:p>
        </p:txBody>
      </p:sp>
      <p:sp>
        <p:nvSpPr>
          <p:cNvPr id="49" name="Rectangle 46"/>
          <p:cNvSpPr>
            <a:spLocks noChangeArrowheads="1"/>
          </p:cNvSpPr>
          <p:nvPr/>
        </p:nvSpPr>
        <p:spPr bwMode="auto">
          <a:xfrm>
            <a:off x="3661467" y="7756940"/>
            <a:ext cx="1181100" cy="8794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FontTx/>
              <a:buNone/>
            </a:pPr>
            <a:r>
              <a:rPr lang="en-US" altLang="zh-CN" sz="2400">
                <a:latin typeface="微软雅黑" panose="020B0503020204020204" pitchFamily="34" charset="-122"/>
                <a:ea typeface="微软雅黑" panose="020B0503020204020204" pitchFamily="34" charset="-122"/>
              </a:rPr>
              <a:t>A2</a:t>
            </a:r>
            <a:endParaRPr lang="en-US" altLang="zh-CN" sz="4000">
              <a:latin typeface="微软雅黑" panose="020B0503020204020204" pitchFamily="34" charset="-122"/>
              <a:ea typeface="微软雅黑" panose="020B0503020204020204" pitchFamily="34" charset="-122"/>
            </a:endParaRPr>
          </a:p>
        </p:txBody>
      </p:sp>
      <p:sp>
        <p:nvSpPr>
          <p:cNvPr id="50" name="Rectangle 47"/>
          <p:cNvSpPr>
            <a:spLocks noChangeArrowheads="1"/>
          </p:cNvSpPr>
          <p:nvPr/>
        </p:nvSpPr>
        <p:spPr bwMode="auto">
          <a:xfrm>
            <a:off x="3661467" y="10106440"/>
            <a:ext cx="1181100" cy="8794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FontTx/>
              <a:buNone/>
            </a:pPr>
            <a:r>
              <a:rPr lang="en-US" altLang="zh-CN" sz="2400">
                <a:latin typeface="微软雅黑" panose="020B0503020204020204" pitchFamily="34" charset="-122"/>
                <a:ea typeface="微软雅黑" panose="020B0503020204020204" pitchFamily="34" charset="-122"/>
              </a:rPr>
              <a:t>A3</a:t>
            </a:r>
            <a:endParaRPr lang="en-US" altLang="zh-CN" sz="4000">
              <a:latin typeface="微软雅黑" panose="020B0503020204020204" pitchFamily="34" charset="-122"/>
              <a:ea typeface="微软雅黑" panose="020B0503020204020204" pitchFamily="34" charset="-122"/>
            </a:endParaRPr>
          </a:p>
        </p:txBody>
      </p:sp>
      <p:sp>
        <p:nvSpPr>
          <p:cNvPr id="51" name="Rectangle 48"/>
          <p:cNvSpPr>
            <a:spLocks noChangeArrowheads="1"/>
          </p:cNvSpPr>
          <p:nvPr/>
        </p:nvSpPr>
        <p:spPr bwMode="auto">
          <a:xfrm>
            <a:off x="11637067" y="8931690"/>
            <a:ext cx="1181100" cy="8794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FontTx/>
              <a:buNone/>
            </a:pPr>
            <a:r>
              <a:rPr lang="en-US" altLang="zh-CN" sz="2400" dirty="0">
                <a:latin typeface="微软雅黑" panose="020B0503020204020204" pitchFamily="34" charset="-122"/>
                <a:ea typeface="微软雅黑" panose="020B0503020204020204" pitchFamily="34" charset="-122"/>
              </a:rPr>
              <a:t>C3</a:t>
            </a:r>
            <a:endParaRPr lang="en-US" altLang="zh-CN" sz="4000" dirty="0">
              <a:latin typeface="微软雅黑" panose="020B0503020204020204" pitchFamily="34" charset="-122"/>
              <a:ea typeface="微软雅黑" panose="020B0503020204020204" pitchFamily="34" charset="-122"/>
            </a:endParaRPr>
          </a:p>
        </p:txBody>
      </p:sp>
      <p:sp>
        <p:nvSpPr>
          <p:cNvPr id="52" name="Rectangle 49"/>
          <p:cNvSpPr>
            <a:spLocks noChangeArrowheads="1"/>
          </p:cNvSpPr>
          <p:nvPr/>
        </p:nvSpPr>
        <p:spPr bwMode="auto">
          <a:xfrm>
            <a:off x="11046517" y="9811167"/>
            <a:ext cx="1181100" cy="882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FontTx/>
              <a:buNone/>
            </a:pPr>
            <a:r>
              <a:rPr lang="en-US" altLang="zh-CN" sz="2400">
                <a:latin typeface="微软雅黑" panose="020B0503020204020204" pitchFamily="34" charset="-122"/>
                <a:ea typeface="微软雅黑" panose="020B0503020204020204" pitchFamily="34" charset="-122"/>
              </a:rPr>
              <a:t>C2</a:t>
            </a:r>
            <a:endParaRPr lang="en-US" altLang="zh-CN" sz="4000">
              <a:latin typeface="微软雅黑" panose="020B0503020204020204" pitchFamily="34" charset="-122"/>
              <a:ea typeface="微软雅黑" panose="020B0503020204020204" pitchFamily="34" charset="-122"/>
            </a:endParaRPr>
          </a:p>
        </p:txBody>
      </p:sp>
      <p:sp>
        <p:nvSpPr>
          <p:cNvPr id="53" name="Rectangle 50"/>
          <p:cNvSpPr>
            <a:spLocks noChangeArrowheads="1"/>
          </p:cNvSpPr>
          <p:nvPr/>
        </p:nvSpPr>
        <p:spPr bwMode="auto">
          <a:xfrm>
            <a:off x="10160693" y="10398541"/>
            <a:ext cx="1181100" cy="882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FontTx/>
              <a:buNone/>
            </a:pPr>
            <a:r>
              <a:rPr lang="en-US" altLang="zh-CN" sz="2400">
                <a:latin typeface="微软雅黑" panose="020B0503020204020204" pitchFamily="34" charset="-122"/>
                <a:ea typeface="微软雅黑" panose="020B0503020204020204" pitchFamily="34" charset="-122"/>
              </a:rPr>
              <a:t>C1</a:t>
            </a:r>
            <a:endParaRPr lang="en-US" altLang="zh-CN" sz="4000">
              <a:latin typeface="微软雅黑" panose="020B0503020204020204" pitchFamily="34" charset="-122"/>
              <a:ea typeface="微软雅黑" panose="020B0503020204020204" pitchFamily="34" charset="-122"/>
            </a:endParaRPr>
          </a:p>
        </p:txBody>
      </p:sp>
      <p:sp>
        <p:nvSpPr>
          <p:cNvPr id="54" name="矩形 2"/>
          <p:cNvSpPr/>
          <p:nvPr/>
        </p:nvSpPr>
        <p:spPr>
          <a:xfrm>
            <a:off x="13841480" y="5579488"/>
            <a:ext cx="10326620" cy="3046988"/>
          </a:xfrm>
          <a:prstGeom prst="rect">
            <a:avLst/>
          </a:prstGeom>
        </p:spPr>
        <p:txBody>
          <a:bodyPr wrap="square">
            <a:spAutoFit/>
          </a:bodyPr>
          <a:lstStyle/>
          <a:p>
            <a:pPr marL="914400" indent="-914400" algn="l">
              <a:buFont typeface="Wingdings" panose="05000000000000000000" pitchFamily="2" charset="2"/>
              <a:buChar char="Ø"/>
              <a:defRPr/>
            </a:pPr>
            <a:r>
              <a:rPr lang="zh-CN" altLang="en-US" sz="4800" dirty="0">
                <a:latin typeface="微软雅黑" panose="020B0503020204020204" pitchFamily="34" charset="-122"/>
                <a:ea typeface="微软雅黑" panose="020B0503020204020204" pitchFamily="34" charset="-122"/>
              </a:rPr>
              <a:t>选的点都不在一个线上 </a:t>
            </a:r>
            <a:endParaRPr lang="en-US" altLang="zh-CN" sz="4800" dirty="0">
              <a:latin typeface="微软雅黑" panose="020B0503020204020204" pitchFamily="34" charset="-122"/>
              <a:ea typeface="微软雅黑" panose="020B0503020204020204" pitchFamily="34" charset="-122"/>
            </a:endParaRPr>
          </a:p>
          <a:p>
            <a:pPr algn="l">
              <a:defRPr/>
            </a:pPr>
            <a:r>
              <a:rPr lang="en-US" altLang="zh-CN" sz="4800" dirty="0">
                <a:latin typeface="微软雅黑" panose="020B0503020204020204" pitchFamily="34" charset="-122"/>
                <a:ea typeface="微软雅黑" panose="020B0503020204020204" pitchFamily="34" charset="-122"/>
              </a:rPr>
              <a:t>  </a:t>
            </a:r>
            <a:r>
              <a:rPr lang="zh-CN" altLang="en-US" sz="4800" dirty="0">
                <a:latin typeface="微软雅黑" panose="020B0503020204020204" pitchFamily="34" charset="-122"/>
                <a:ea typeface="微软雅黑" panose="020B0503020204020204" pitchFamily="34" charset="-122"/>
              </a:rPr>
              <a:t>（共同的坐标值不超过</a:t>
            </a:r>
            <a:r>
              <a:rPr lang="en-US" altLang="zh-CN" sz="4800" dirty="0">
                <a:latin typeface="微软雅黑" panose="020B0503020204020204" pitchFamily="34" charset="-122"/>
                <a:ea typeface="微软雅黑" panose="020B0503020204020204" pitchFamily="34" charset="-122"/>
              </a:rPr>
              <a:t>1</a:t>
            </a:r>
            <a:r>
              <a:rPr lang="zh-CN" altLang="en-US" sz="4800" dirty="0">
                <a:latin typeface="微软雅黑" panose="020B0503020204020204" pitchFamily="34" charset="-122"/>
                <a:ea typeface="微软雅黑" panose="020B0503020204020204" pitchFamily="34" charset="-122"/>
              </a:rPr>
              <a:t>个）</a:t>
            </a:r>
            <a:endParaRPr lang="en-US" altLang="zh-CN" sz="4800" dirty="0">
              <a:latin typeface="微软雅黑" panose="020B0503020204020204" pitchFamily="34" charset="-122"/>
              <a:ea typeface="微软雅黑" panose="020B0503020204020204" pitchFamily="34" charset="-122"/>
            </a:endParaRPr>
          </a:p>
          <a:p>
            <a:pPr marL="685800" indent="-685800">
              <a:buFont typeface="Wingdings" panose="05000000000000000000" pitchFamily="2" charset="2"/>
              <a:buChar char="Ø"/>
              <a:defRPr/>
            </a:pPr>
            <a:endParaRPr lang="en-US" altLang="zh-CN" sz="4800" dirty="0">
              <a:latin typeface="微软雅黑" panose="020B0503020204020204" pitchFamily="34" charset="-122"/>
              <a:ea typeface="微软雅黑" panose="020B0503020204020204" pitchFamily="34" charset="-122"/>
            </a:endParaRPr>
          </a:p>
          <a:p>
            <a:pPr marL="914400" indent="-914400" algn="l">
              <a:buFont typeface="Wingdings" panose="05000000000000000000" pitchFamily="2" charset="2"/>
              <a:buChar char="Ø"/>
              <a:defRPr/>
            </a:pPr>
            <a:r>
              <a:rPr lang="zh-CN" altLang="en-US" sz="4800" dirty="0">
                <a:latin typeface="微软雅黑" panose="020B0503020204020204" pitchFamily="34" charset="-122"/>
                <a:ea typeface="微软雅黑" panose="020B0503020204020204" pitchFamily="34" charset="-122"/>
              </a:rPr>
              <a:t>任意两个平面必须有共同点</a:t>
            </a:r>
            <a:r>
              <a:rPr lang="en-US" altLang="zh-CN" sz="4800" dirty="0">
                <a:latin typeface="微软雅黑" panose="020B0503020204020204" pitchFamily="34" charset="-122"/>
                <a:ea typeface="微软雅黑" panose="020B0503020204020204" pitchFamily="34" charset="-122"/>
              </a:rPr>
              <a:t>(</a:t>
            </a:r>
            <a:r>
              <a:rPr lang="zh-CN" altLang="en-US" sz="4800" dirty="0">
                <a:latin typeface="微软雅黑" panose="020B0503020204020204" pitchFamily="34" charset="-122"/>
                <a:ea typeface="微软雅黑" panose="020B0503020204020204" pitchFamily="34" charset="-122"/>
              </a:rPr>
              <a:t>交点</a:t>
            </a:r>
            <a:r>
              <a:rPr lang="en-US" altLang="zh-CN" sz="4800" dirty="0">
                <a:latin typeface="微软雅黑" panose="020B0503020204020204" pitchFamily="34" charset="-122"/>
                <a:ea typeface="微软雅黑" panose="020B0503020204020204" pitchFamily="34" charset="-122"/>
              </a:rPr>
              <a:t>)</a:t>
            </a:r>
            <a:endParaRPr lang="zh-CN" altLang="en-US" sz="4800" dirty="0">
              <a:latin typeface="微软雅黑" panose="020B0503020204020204" pitchFamily="34" charset="-122"/>
              <a:ea typeface="微软雅黑" panose="020B0503020204020204" pitchFamily="34" charset="-122"/>
            </a:endParaRPr>
          </a:p>
        </p:txBody>
      </p:sp>
      <p:pic>
        <p:nvPicPr>
          <p:cNvPr id="3" name="音频 2">
            <a:hlinkClick r:id="" action="ppaction://media"/>
          </p:cNvPr>
          <p:cNvPicPr>
            <a:picLocks noChangeAspect="1"/>
          </p:cNvPicPr>
          <p:nvPr>
            <a:audioFile r:link="rId1"/>
            <p:extLst>
              <p:ext uri="{DAA4B4D4-6D71-4841-9C94-3DE7FCFB9230}">
                <p14:media xmlns:p14="http://schemas.microsoft.com/office/powerpoint/2010/main" r:link="rId2"/>
              </p:ext>
            </p:extLst>
          </p:nvPr>
        </p:nvPicPr>
        <p:blipFill>
          <a:blip r:embed="rId3"/>
          <a:stretch>
            <a:fillRect/>
          </a:stretch>
        </p:blipFill>
        <p:spPr>
          <a:xfrm>
            <a:off x="23923625" y="13255625"/>
            <a:ext cx="244475" cy="244475"/>
          </a:xfrm>
          <a:prstGeom prst="rect">
            <a:avLst/>
          </a:prstGeom>
        </p:spPr>
      </p:pic>
    </p:spTree>
    <p:custDataLst>
      <p:tags r:id="rId4"/>
    </p:custDataLst>
  </p:cSld>
  <p:clrMapOvr>
    <a:masterClrMapping/>
  </p:clrMapOvr>
  <p:transition spd="med" advTm="137976"/>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
                                        </p:tgtEl>
                                      </p:cBhvr>
                                    </p:cmd>
                                  </p:childTnLst>
                                </p:cTn>
                              </p:par>
                            </p:childTnLst>
                          </p:cTn>
                        </p:par>
                      </p:childTnLst>
                    </p:cTn>
                  </p:par>
                  <p:par>
                    <p:cTn id="7" fill="hold">
                      <p:stCondLst>
                        <p:cond delay="indefinite"/>
                      </p:stCondLst>
                      <p:childTnLst>
                        <p:par>
                          <p:cTn id="8" fill="hold">
                            <p:stCondLst>
                              <p:cond delay="0"/>
                            </p:stCondLst>
                            <p:childTnLst>
                              <p:par>
                                <p:cTn id="9" presetID="42" presetClass="entr" presetSubtype="0" fill="hold" grpId="0" nodeType="clickEffect">
                                  <p:stCondLst>
                                    <p:cond delay="0"/>
                                  </p:stCondLst>
                                  <p:childTnLst>
                                    <p:set>
                                      <p:cBhvr>
                                        <p:cTn id="10" dur="1" fill="hold">
                                          <p:stCondLst>
                                            <p:cond delay="0"/>
                                          </p:stCondLst>
                                        </p:cTn>
                                        <p:tgtEl>
                                          <p:spTgt spid="54"/>
                                        </p:tgtEl>
                                        <p:attrNameLst>
                                          <p:attrName>style.visibility</p:attrName>
                                        </p:attrNameLst>
                                      </p:cBhvr>
                                      <p:to>
                                        <p:strVal val="visible"/>
                                      </p:to>
                                    </p:set>
                                    <p:animEffect transition="in" filter="fade">
                                      <p:cBhvr>
                                        <p:cTn id="11" dur="1000"/>
                                        <p:tgtEl>
                                          <p:spTgt spid="54"/>
                                        </p:tgtEl>
                                      </p:cBhvr>
                                    </p:animEffect>
                                    <p:anim calcmode="lin" valueType="num">
                                      <p:cBhvr>
                                        <p:cTn id="12" dur="1000" fill="hold"/>
                                        <p:tgtEl>
                                          <p:spTgt spid="54"/>
                                        </p:tgtEl>
                                        <p:attrNameLst>
                                          <p:attrName>ppt_x</p:attrName>
                                        </p:attrNameLst>
                                      </p:cBhvr>
                                      <p:tavLst>
                                        <p:tav tm="0">
                                          <p:val>
                                            <p:strVal val="#ppt_x"/>
                                          </p:val>
                                        </p:tav>
                                        <p:tav tm="100000">
                                          <p:val>
                                            <p:strVal val="#ppt_x"/>
                                          </p:val>
                                        </p:tav>
                                      </p:tavLst>
                                    </p:anim>
                                    <p:anim calcmode="lin" valueType="num">
                                      <p:cBhvr>
                                        <p:cTn id="13" dur="1000" fill="hold"/>
                                        <p:tgtEl>
                                          <p:spTgt spid="5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14" fill="hold" display="0">
                  <p:stCondLst>
                    <p:cond delay="indefinite"/>
                  </p:stCondLst>
                  <p:endCondLst>
                    <p:cond evt="onStopAudio" delay="0">
                      <p:tgtEl>
                        <p:sldTgt/>
                      </p:tgtEl>
                    </p:cond>
                  </p:endCondLst>
                </p:cTn>
                <p:tgtEl>
                  <p:spTgt spid="3"/>
                </p:tgtEl>
              </p:cMediaNode>
            </p:audio>
          </p:childTnLst>
        </p:cTn>
      </p:par>
    </p:tnLst>
    <p:bldLst>
      <p:bldP spid="54"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5" name="图片 5"/>
          <p:cNvPicPr>
            <a:picLocks noChangeAspect="1"/>
          </p:cNvPicPr>
          <p:nvPr/>
        </p:nvPicPr>
        <p:blipFill>
          <a:blip r:embed="rId1">
            <a:extLst>
              <a:ext uri="{28A0092B-C50C-407E-A947-70E740481C1C}">
                <a14:useLocalDpi xmlns:a14="http://schemas.microsoft.com/office/drawing/2010/main" val="0"/>
              </a:ext>
            </a:extLst>
          </a:blip>
          <a:srcRect t="10912" r="17679"/>
          <a:stretch>
            <a:fillRect/>
          </a:stretch>
        </p:blipFill>
        <p:spPr bwMode="auto">
          <a:xfrm>
            <a:off x="10995579" y="2121761"/>
            <a:ext cx="10864850" cy="88169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p:cNvSpPr>
            <a:spLocks noGrp="1"/>
          </p:cNvSpPr>
          <p:nvPr>
            <p:ph type="title"/>
          </p:nvPr>
        </p:nvSpPr>
        <p:spPr>
          <a:xfrm>
            <a:off x="2737970" y="1078867"/>
            <a:ext cx="8394850" cy="1042894"/>
          </a:xfrm>
          <a:ln w="12700">
            <a:miter lim="400000"/>
          </a:ln>
        </p:spPr>
        <p:txBody>
          <a:bodyPr lIns="50800" tIns="50800" rIns="50800" bIns="50800" anchor="ctr">
            <a:normAutofit/>
          </a:bodyPr>
          <a:lstStyle/>
          <a:p>
            <a:r>
              <a:rPr lang="zh-CN" altLang="en-US" dirty="0"/>
              <a:t>组合测试</a:t>
            </a:r>
            <a:endParaRPr lang="zh-CN" altLang="en-US" dirty="0"/>
          </a:p>
        </p:txBody>
      </p:sp>
      <p:sp>
        <p:nvSpPr>
          <p:cNvPr id="5" name="矩形 11"/>
          <p:cNvSpPr txBox="1"/>
          <p:nvPr/>
        </p:nvSpPr>
        <p:spPr>
          <a:xfrm>
            <a:off x="929060" y="1157763"/>
            <a:ext cx="1589696" cy="963998"/>
          </a:xfrm>
          <a:prstGeom prst="rect">
            <a:avLst/>
          </a:prstGeom>
          <a:noFill/>
          <a:ln w="12700" cap="flat">
            <a:noFill/>
            <a:miter lim="400000"/>
          </a:ln>
          <a:effectLst/>
        </p:spPr>
        <p:txBody>
          <a:bodyPr wrap="square" lIns="45719" tIns="45719" rIns="45719" bIns="45719" numCol="1" anchor="ctr">
            <a:noAutofit/>
          </a:bodyPr>
          <a:lstStyle>
            <a:lvl1pPr defTabSz="914400">
              <a:defRPr sz="4600" b="0">
                <a:solidFill>
                  <a:srgbClr val="FFFFFF"/>
                </a:solidFill>
                <a:latin typeface="Calibri" panose="020F0502020204030204"/>
                <a:ea typeface="Calibri" panose="020F0502020204030204"/>
                <a:cs typeface="Calibri" panose="020F0502020204030204"/>
                <a:sym typeface="Calibri" panose="020F0502020204030204"/>
              </a:defRPr>
            </a:lvl1pPr>
          </a:lstStyle>
          <a:p>
            <a:r>
              <a:rPr dirty="0"/>
              <a:t>01</a:t>
            </a:r>
            <a:endParaRPr dirty="0"/>
          </a:p>
        </p:txBody>
      </p:sp>
      <p:sp>
        <p:nvSpPr>
          <p:cNvPr id="6" name="Line 2"/>
          <p:cNvSpPr>
            <a:spLocks noChangeShapeType="1"/>
          </p:cNvSpPr>
          <p:nvPr/>
        </p:nvSpPr>
        <p:spPr bwMode="auto">
          <a:xfrm flipV="1">
            <a:off x="6595169" y="10187849"/>
            <a:ext cx="4718050" cy="22226"/>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sz="6600">
              <a:latin typeface="微软雅黑" panose="020B0503020204020204" pitchFamily="34" charset="-122"/>
              <a:ea typeface="微软雅黑" panose="020B0503020204020204" pitchFamily="34" charset="-122"/>
            </a:endParaRPr>
          </a:p>
        </p:txBody>
      </p:sp>
      <p:sp>
        <p:nvSpPr>
          <p:cNvPr id="7" name="Line 3"/>
          <p:cNvSpPr>
            <a:spLocks noChangeShapeType="1"/>
          </p:cNvSpPr>
          <p:nvPr/>
        </p:nvSpPr>
        <p:spPr bwMode="auto">
          <a:xfrm flipV="1">
            <a:off x="5109269" y="10210075"/>
            <a:ext cx="1479550" cy="117475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sz="6600">
              <a:latin typeface="微软雅黑" panose="020B0503020204020204" pitchFamily="34" charset="-122"/>
              <a:ea typeface="微软雅黑" panose="020B0503020204020204" pitchFamily="34" charset="-122"/>
            </a:endParaRPr>
          </a:p>
        </p:txBody>
      </p:sp>
      <p:sp>
        <p:nvSpPr>
          <p:cNvPr id="8" name="Line 4"/>
          <p:cNvSpPr>
            <a:spLocks noChangeShapeType="1"/>
          </p:cNvSpPr>
          <p:nvPr/>
        </p:nvSpPr>
        <p:spPr bwMode="auto">
          <a:xfrm>
            <a:off x="6595169" y="5780949"/>
            <a:ext cx="6350" cy="4429126"/>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sz="6600">
              <a:latin typeface="微软雅黑" panose="020B0503020204020204" pitchFamily="34" charset="-122"/>
              <a:ea typeface="微软雅黑" panose="020B0503020204020204" pitchFamily="34" charset="-122"/>
            </a:endParaRPr>
          </a:p>
        </p:txBody>
      </p:sp>
      <p:sp>
        <p:nvSpPr>
          <p:cNvPr id="9" name="Line 5"/>
          <p:cNvSpPr>
            <a:spLocks noChangeShapeType="1"/>
          </p:cNvSpPr>
          <p:nvPr/>
        </p:nvSpPr>
        <p:spPr bwMode="auto">
          <a:xfrm>
            <a:off x="11313218" y="5742849"/>
            <a:ext cx="0" cy="4403726"/>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sz="6600">
              <a:latin typeface="微软雅黑" panose="020B0503020204020204" pitchFamily="34" charset="-122"/>
              <a:ea typeface="微软雅黑" panose="020B0503020204020204" pitchFamily="34" charset="-122"/>
            </a:endParaRPr>
          </a:p>
        </p:txBody>
      </p:sp>
      <p:sp>
        <p:nvSpPr>
          <p:cNvPr id="10" name="Line 6"/>
          <p:cNvSpPr>
            <a:spLocks noChangeShapeType="1"/>
          </p:cNvSpPr>
          <p:nvPr/>
        </p:nvSpPr>
        <p:spPr bwMode="auto">
          <a:xfrm>
            <a:off x="6588818" y="5780948"/>
            <a:ext cx="472440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sz="6600">
              <a:latin typeface="微软雅黑" panose="020B0503020204020204" pitchFamily="34" charset="-122"/>
              <a:ea typeface="微软雅黑" panose="020B0503020204020204" pitchFamily="34" charset="-122"/>
            </a:endParaRPr>
          </a:p>
        </p:txBody>
      </p:sp>
      <p:sp>
        <p:nvSpPr>
          <p:cNvPr id="11" name="Line 7"/>
          <p:cNvSpPr>
            <a:spLocks noChangeShapeType="1"/>
          </p:cNvSpPr>
          <p:nvPr/>
        </p:nvSpPr>
        <p:spPr bwMode="auto">
          <a:xfrm flipV="1">
            <a:off x="9836842" y="5742849"/>
            <a:ext cx="1476376" cy="117475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sz="6600">
              <a:latin typeface="微软雅黑" panose="020B0503020204020204" pitchFamily="34" charset="-122"/>
              <a:ea typeface="微软雅黑" panose="020B0503020204020204" pitchFamily="34" charset="-122"/>
            </a:endParaRPr>
          </a:p>
        </p:txBody>
      </p:sp>
      <p:grpSp>
        <p:nvGrpSpPr>
          <p:cNvPr id="12" name="Group 10"/>
          <p:cNvGrpSpPr/>
          <p:nvPr/>
        </p:nvGrpSpPr>
        <p:grpSpPr bwMode="auto">
          <a:xfrm>
            <a:off x="5109269" y="6955698"/>
            <a:ext cx="4727574" cy="4406900"/>
            <a:chOff x="2517" y="10800"/>
            <a:chExt cx="2880" cy="2340"/>
          </a:xfrm>
        </p:grpSpPr>
        <p:sp>
          <p:nvSpPr>
            <p:cNvPr id="13" name="Line 11"/>
            <p:cNvSpPr>
              <a:spLocks noChangeShapeType="1"/>
            </p:cNvSpPr>
            <p:nvPr/>
          </p:nvSpPr>
          <p:spPr bwMode="auto">
            <a:xfrm>
              <a:off x="2517" y="13140"/>
              <a:ext cx="288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sz="6600">
                <a:latin typeface="微软雅黑" panose="020B0503020204020204" pitchFamily="34" charset="-122"/>
                <a:ea typeface="微软雅黑" panose="020B0503020204020204" pitchFamily="34" charset="-122"/>
              </a:endParaRPr>
            </a:p>
          </p:txBody>
        </p:sp>
        <p:sp>
          <p:nvSpPr>
            <p:cNvPr id="14" name="Line 12"/>
            <p:cNvSpPr>
              <a:spLocks noChangeShapeType="1"/>
            </p:cNvSpPr>
            <p:nvPr/>
          </p:nvSpPr>
          <p:spPr bwMode="auto">
            <a:xfrm>
              <a:off x="5397" y="10801"/>
              <a:ext cx="0" cy="2339"/>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sz="6600">
                <a:latin typeface="微软雅黑" panose="020B0503020204020204" pitchFamily="34" charset="-122"/>
                <a:ea typeface="微软雅黑" panose="020B0503020204020204" pitchFamily="34" charset="-122"/>
              </a:endParaRPr>
            </a:p>
          </p:txBody>
        </p:sp>
        <p:sp>
          <p:nvSpPr>
            <p:cNvPr id="15" name="Line 13"/>
            <p:cNvSpPr>
              <a:spLocks noChangeShapeType="1"/>
            </p:cNvSpPr>
            <p:nvPr/>
          </p:nvSpPr>
          <p:spPr bwMode="auto">
            <a:xfrm>
              <a:off x="2517" y="10801"/>
              <a:ext cx="0" cy="2339"/>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sz="6600">
                <a:latin typeface="微软雅黑" panose="020B0503020204020204" pitchFamily="34" charset="-122"/>
                <a:ea typeface="微软雅黑" panose="020B0503020204020204" pitchFamily="34" charset="-122"/>
              </a:endParaRPr>
            </a:p>
          </p:txBody>
        </p:sp>
        <p:sp>
          <p:nvSpPr>
            <p:cNvPr id="16" name="Line 14"/>
            <p:cNvSpPr>
              <a:spLocks noChangeShapeType="1"/>
            </p:cNvSpPr>
            <p:nvPr/>
          </p:nvSpPr>
          <p:spPr bwMode="auto">
            <a:xfrm>
              <a:off x="2517" y="10800"/>
              <a:ext cx="288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sz="6600">
                <a:latin typeface="微软雅黑" panose="020B0503020204020204" pitchFamily="34" charset="-122"/>
                <a:ea typeface="微软雅黑" panose="020B0503020204020204" pitchFamily="34" charset="-122"/>
              </a:endParaRPr>
            </a:p>
          </p:txBody>
        </p:sp>
        <p:sp>
          <p:nvSpPr>
            <p:cNvPr id="17" name="Line 15"/>
            <p:cNvSpPr>
              <a:spLocks noChangeShapeType="1"/>
            </p:cNvSpPr>
            <p:nvPr/>
          </p:nvSpPr>
          <p:spPr bwMode="auto">
            <a:xfrm>
              <a:off x="3957" y="10800"/>
              <a:ext cx="0" cy="234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sz="6600">
                <a:latin typeface="微软雅黑" panose="020B0503020204020204" pitchFamily="34" charset="-122"/>
                <a:ea typeface="微软雅黑" panose="020B0503020204020204" pitchFamily="34" charset="-122"/>
              </a:endParaRPr>
            </a:p>
          </p:txBody>
        </p:sp>
        <p:sp>
          <p:nvSpPr>
            <p:cNvPr id="18" name="Line 16"/>
            <p:cNvSpPr>
              <a:spLocks noChangeShapeType="1"/>
            </p:cNvSpPr>
            <p:nvPr/>
          </p:nvSpPr>
          <p:spPr bwMode="auto">
            <a:xfrm>
              <a:off x="2517" y="11892"/>
              <a:ext cx="288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sz="6600">
                <a:latin typeface="微软雅黑" panose="020B0503020204020204" pitchFamily="34" charset="-122"/>
                <a:ea typeface="微软雅黑" panose="020B0503020204020204" pitchFamily="34" charset="-122"/>
              </a:endParaRPr>
            </a:p>
          </p:txBody>
        </p:sp>
      </p:grpSp>
      <p:grpSp>
        <p:nvGrpSpPr>
          <p:cNvPr id="19" name="Group 17"/>
          <p:cNvGrpSpPr/>
          <p:nvPr/>
        </p:nvGrpSpPr>
        <p:grpSpPr bwMode="auto">
          <a:xfrm>
            <a:off x="5817292" y="6393724"/>
            <a:ext cx="4724400" cy="4406900"/>
            <a:chOff x="2517" y="10800"/>
            <a:chExt cx="2880" cy="2340"/>
          </a:xfrm>
        </p:grpSpPr>
        <p:sp>
          <p:nvSpPr>
            <p:cNvPr id="21" name="Line 18"/>
            <p:cNvSpPr>
              <a:spLocks noChangeShapeType="1"/>
            </p:cNvSpPr>
            <p:nvPr/>
          </p:nvSpPr>
          <p:spPr bwMode="auto">
            <a:xfrm>
              <a:off x="2517" y="13140"/>
              <a:ext cx="288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sz="6600">
                <a:latin typeface="微软雅黑" panose="020B0503020204020204" pitchFamily="34" charset="-122"/>
                <a:ea typeface="微软雅黑" panose="020B0503020204020204" pitchFamily="34" charset="-122"/>
              </a:endParaRPr>
            </a:p>
          </p:txBody>
        </p:sp>
        <p:sp>
          <p:nvSpPr>
            <p:cNvPr id="22" name="Line 19"/>
            <p:cNvSpPr>
              <a:spLocks noChangeShapeType="1"/>
            </p:cNvSpPr>
            <p:nvPr/>
          </p:nvSpPr>
          <p:spPr bwMode="auto">
            <a:xfrm>
              <a:off x="5397" y="10801"/>
              <a:ext cx="0" cy="2339"/>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sz="6600">
                <a:latin typeface="微软雅黑" panose="020B0503020204020204" pitchFamily="34" charset="-122"/>
                <a:ea typeface="微软雅黑" panose="020B0503020204020204" pitchFamily="34" charset="-122"/>
              </a:endParaRPr>
            </a:p>
          </p:txBody>
        </p:sp>
        <p:sp>
          <p:nvSpPr>
            <p:cNvPr id="23" name="Line 20"/>
            <p:cNvSpPr>
              <a:spLocks noChangeShapeType="1"/>
            </p:cNvSpPr>
            <p:nvPr/>
          </p:nvSpPr>
          <p:spPr bwMode="auto">
            <a:xfrm>
              <a:off x="2517" y="10801"/>
              <a:ext cx="0" cy="2339"/>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sz="6600">
                <a:latin typeface="微软雅黑" panose="020B0503020204020204" pitchFamily="34" charset="-122"/>
                <a:ea typeface="微软雅黑" panose="020B0503020204020204" pitchFamily="34" charset="-122"/>
              </a:endParaRPr>
            </a:p>
          </p:txBody>
        </p:sp>
        <p:sp>
          <p:nvSpPr>
            <p:cNvPr id="24" name="Line 21"/>
            <p:cNvSpPr>
              <a:spLocks noChangeShapeType="1"/>
            </p:cNvSpPr>
            <p:nvPr/>
          </p:nvSpPr>
          <p:spPr bwMode="auto">
            <a:xfrm>
              <a:off x="2517" y="10800"/>
              <a:ext cx="288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sz="6600">
                <a:latin typeface="微软雅黑" panose="020B0503020204020204" pitchFamily="34" charset="-122"/>
                <a:ea typeface="微软雅黑" panose="020B0503020204020204" pitchFamily="34" charset="-122"/>
              </a:endParaRPr>
            </a:p>
          </p:txBody>
        </p:sp>
        <p:sp>
          <p:nvSpPr>
            <p:cNvPr id="25" name="Line 22"/>
            <p:cNvSpPr>
              <a:spLocks noChangeShapeType="1"/>
            </p:cNvSpPr>
            <p:nvPr/>
          </p:nvSpPr>
          <p:spPr bwMode="auto">
            <a:xfrm>
              <a:off x="3957" y="10800"/>
              <a:ext cx="0" cy="234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sz="6600">
                <a:latin typeface="微软雅黑" panose="020B0503020204020204" pitchFamily="34" charset="-122"/>
                <a:ea typeface="微软雅黑" panose="020B0503020204020204" pitchFamily="34" charset="-122"/>
              </a:endParaRPr>
            </a:p>
          </p:txBody>
        </p:sp>
        <p:sp>
          <p:nvSpPr>
            <p:cNvPr id="26" name="Line 23"/>
            <p:cNvSpPr>
              <a:spLocks noChangeShapeType="1"/>
            </p:cNvSpPr>
            <p:nvPr/>
          </p:nvSpPr>
          <p:spPr bwMode="auto">
            <a:xfrm>
              <a:off x="2517" y="11892"/>
              <a:ext cx="288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sz="6600">
                <a:latin typeface="微软雅黑" panose="020B0503020204020204" pitchFamily="34" charset="-122"/>
                <a:ea typeface="微软雅黑" panose="020B0503020204020204" pitchFamily="34" charset="-122"/>
              </a:endParaRPr>
            </a:p>
          </p:txBody>
        </p:sp>
      </p:grpSp>
      <p:sp>
        <p:nvSpPr>
          <p:cNvPr id="27" name="Oval 24"/>
          <p:cNvSpPr>
            <a:spLocks noChangeArrowheads="1"/>
          </p:cNvSpPr>
          <p:nvPr/>
        </p:nvSpPr>
        <p:spPr bwMode="auto">
          <a:xfrm>
            <a:off x="11129069" y="5619025"/>
            <a:ext cx="295274" cy="295274"/>
          </a:xfrm>
          <a:prstGeom prst="ellipse">
            <a:avLst/>
          </a:prstGeom>
          <a:solidFill>
            <a:srgbClr val="FF0000"/>
          </a:solidFill>
          <a:ln w="9525" algn="ctr">
            <a:solidFill>
              <a:srgbClr val="000000"/>
            </a:solidFill>
            <a:round/>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4000">
              <a:latin typeface="微软雅黑" panose="020B0503020204020204" pitchFamily="34" charset="-122"/>
              <a:ea typeface="微软雅黑" panose="020B0503020204020204" pitchFamily="34" charset="-122"/>
            </a:endParaRPr>
          </a:p>
        </p:txBody>
      </p:sp>
      <p:sp>
        <p:nvSpPr>
          <p:cNvPr id="28" name="Oval 25"/>
          <p:cNvSpPr>
            <a:spLocks noChangeArrowheads="1"/>
          </p:cNvSpPr>
          <p:nvPr/>
        </p:nvSpPr>
        <p:spPr bwMode="auto">
          <a:xfrm>
            <a:off x="6449119" y="10003698"/>
            <a:ext cx="295274" cy="292100"/>
          </a:xfrm>
          <a:prstGeom prst="ellipse">
            <a:avLst/>
          </a:prstGeom>
          <a:solidFill>
            <a:srgbClr val="FF0000"/>
          </a:solidFill>
          <a:ln w="9525" algn="ctr">
            <a:solidFill>
              <a:srgbClr val="000000"/>
            </a:solidFill>
            <a:round/>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4000">
              <a:latin typeface="微软雅黑" panose="020B0503020204020204" pitchFamily="34" charset="-122"/>
              <a:ea typeface="微软雅黑" panose="020B0503020204020204" pitchFamily="34" charset="-122"/>
            </a:endParaRPr>
          </a:p>
        </p:txBody>
      </p:sp>
      <p:sp>
        <p:nvSpPr>
          <p:cNvPr id="29" name="Line 26"/>
          <p:cNvSpPr>
            <a:spLocks noChangeShapeType="1"/>
          </p:cNvSpPr>
          <p:nvPr/>
        </p:nvSpPr>
        <p:spPr bwMode="auto">
          <a:xfrm>
            <a:off x="6588818" y="7838348"/>
            <a:ext cx="472440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sz="6600">
              <a:latin typeface="微软雅黑" panose="020B0503020204020204" pitchFamily="34" charset="-122"/>
              <a:ea typeface="微软雅黑" panose="020B0503020204020204" pitchFamily="34" charset="-122"/>
            </a:endParaRPr>
          </a:p>
        </p:txBody>
      </p:sp>
      <p:sp>
        <p:nvSpPr>
          <p:cNvPr id="30" name="Line 27"/>
          <p:cNvSpPr>
            <a:spLocks noChangeShapeType="1"/>
          </p:cNvSpPr>
          <p:nvPr/>
        </p:nvSpPr>
        <p:spPr bwMode="auto">
          <a:xfrm>
            <a:off x="8951018" y="5780948"/>
            <a:ext cx="0" cy="44069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sz="6600">
              <a:latin typeface="微软雅黑" panose="020B0503020204020204" pitchFamily="34" charset="-122"/>
              <a:ea typeface="微软雅黑" panose="020B0503020204020204" pitchFamily="34" charset="-122"/>
            </a:endParaRPr>
          </a:p>
        </p:txBody>
      </p:sp>
      <p:sp>
        <p:nvSpPr>
          <p:cNvPr id="31" name="Oval 28"/>
          <p:cNvSpPr>
            <a:spLocks noChangeArrowheads="1"/>
          </p:cNvSpPr>
          <p:nvPr/>
        </p:nvSpPr>
        <p:spPr bwMode="auto">
          <a:xfrm>
            <a:off x="8811319" y="7676424"/>
            <a:ext cx="295274" cy="292100"/>
          </a:xfrm>
          <a:prstGeom prst="ellipse">
            <a:avLst/>
          </a:prstGeom>
          <a:solidFill>
            <a:srgbClr val="FF0000"/>
          </a:solidFill>
          <a:ln w="9525" algn="ctr">
            <a:solidFill>
              <a:srgbClr val="000000"/>
            </a:solidFill>
            <a:round/>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4000">
              <a:latin typeface="微软雅黑" panose="020B0503020204020204" pitchFamily="34" charset="-122"/>
              <a:ea typeface="微软雅黑" panose="020B0503020204020204" pitchFamily="34" charset="-122"/>
            </a:endParaRPr>
          </a:p>
        </p:txBody>
      </p:sp>
      <p:sp>
        <p:nvSpPr>
          <p:cNvPr id="32" name="Oval 29"/>
          <p:cNvSpPr>
            <a:spLocks noChangeArrowheads="1"/>
          </p:cNvSpPr>
          <p:nvPr/>
        </p:nvSpPr>
        <p:spPr bwMode="auto">
          <a:xfrm>
            <a:off x="4972742" y="6825524"/>
            <a:ext cx="295276" cy="292100"/>
          </a:xfrm>
          <a:prstGeom prst="ellipse">
            <a:avLst/>
          </a:prstGeom>
          <a:solidFill>
            <a:srgbClr val="FF0000"/>
          </a:solidFill>
          <a:ln w="9525" algn="ctr">
            <a:solidFill>
              <a:srgbClr val="000000"/>
            </a:solidFill>
            <a:round/>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4000">
              <a:latin typeface="微软雅黑" panose="020B0503020204020204" pitchFamily="34" charset="-122"/>
              <a:ea typeface="微软雅黑" panose="020B0503020204020204" pitchFamily="34" charset="-122"/>
            </a:endParaRPr>
          </a:p>
        </p:txBody>
      </p:sp>
      <p:sp>
        <p:nvSpPr>
          <p:cNvPr id="33" name="Line 30"/>
          <p:cNvSpPr>
            <a:spLocks noChangeShapeType="1"/>
          </p:cNvSpPr>
          <p:nvPr/>
        </p:nvSpPr>
        <p:spPr bwMode="auto">
          <a:xfrm flipV="1">
            <a:off x="5156893" y="5780949"/>
            <a:ext cx="1431926" cy="1114426"/>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sz="6600">
              <a:latin typeface="微软雅黑" panose="020B0503020204020204" pitchFamily="34" charset="-122"/>
              <a:ea typeface="微软雅黑" panose="020B0503020204020204" pitchFamily="34" charset="-122"/>
            </a:endParaRPr>
          </a:p>
        </p:txBody>
      </p:sp>
      <p:sp>
        <p:nvSpPr>
          <p:cNvPr id="34" name="Line 31"/>
          <p:cNvSpPr>
            <a:spLocks noChangeShapeType="1"/>
          </p:cNvSpPr>
          <p:nvPr/>
        </p:nvSpPr>
        <p:spPr bwMode="auto">
          <a:xfrm flipV="1">
            <a:off x="9836842" y="10187849"/>
            <a:ext cx="1476376" cy="117475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sz="6600">
              <a:latin typeface="微软雅黑" panose="020B0503020204020204" pitchFamily="34" charset="-122"/>
              <a:ea typeface="微软雅黑" panose="020B0503020204020204" pitchFamily="34" charset="-122"/>
            </a:endParaRPr>
          </a:p>
        </p:txBody>
      </p:sp>
      <p:sp>
        <p:nvSpPr>
          <p:cNvPr id="35" name="Line 32"/>
          <p:cNvSpPr>
            <a:spLocks noChangeShapeType="1"/>
          </p:cNvSpPr>
          <p:nvPr/>
        </p:nvSpPr>
        <p:spPr bwMode="auto">
          <a:xfrm flipV="1">
            <a:off x="9836842" y="7838349"/>
            <a:ext cx="1476376" cy="117475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sz="6600">
              <a:latin typeface="微软雅黑" panose="020B0503020204020204" pitchFamily="34" charset="-122"/>
              <a:ea typeface="微软雅黑" panose="020B0503020204020204" pitchFamily="34" charset="-122"/>
            </a:endParaRPr>
          </a:p>
        </p:txBody>
      </p:sp>
      <p:sp>
        <p:nvSpPr>
          <p:cNvPr id="36" name="Line 33"/>
          <p:cNvSpPr>
            <a:spLocks noChangeShapeType="1"/>
          </p:cNvSpPr>
          <p:nvPr/>
        </p:nvSpPr>
        <p:spPr bwMode="auto">
          <a:xfrm flipV="1">
            <a:off x="5109269" y="7838349"/>
            <a:ext cx="1479550" cy="117475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sz="6600">
              <a:latin typeface="微软雅黑" panose="020B0503020204020204" pitchFamily="34" charset="-122"/>
              <a:ea typeface="微软雅黑" panose="020B0503020204020204" pitchFamily="34" charset="-122"/>
            </a:endParaRPr>
          </a:p>
        </p:txBody>
      </p:sp>
      <p:sp>
        <p:nvSpPr>
          <p:cNvPr id="37" name="Line 34"/>
          <p:cNvSpPr>
            <a:spLocks noChangeShapeType="1"/>
          </p:cNvSpPr>
          <p:nvPr/>
        </p:nvSpPr>
        <p:spPr bwMode="auto">
          <a:xfrm flipV="1">
            <a:off x="7474642" y="10187849"/>
            <a:ext cx="1476376" cy="117475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sz="6600">
              <a:latin typeface="微软雅黑" panose="020B0503020204020204" pitchFamily="34" charset="-122"/>
              <a:ea typeface="微软雅黑" panose="020B0503020204020204" pitchFamily="34" charset="-122"/>
            </a:endParaRPr>
          </a:p>
        </p:txBody>
      </p:sp>
      <p:sp>
        <p:nvSpPr>
          <p:cNvPr id="38" name="Line 35"/>
          <p:cNvSpPr>
            <a:spLocks noChangeShapeType="1"/>
          </p:cNvSpPr>
          <p:nvPr/>
        </p:nvSpPr>
        <p:spPr bwMode="auto">
          <a:xfrm flipV="1">
            <a:off x="7474642" y="5780949"/>
            <a:ext cx="1476376" cy="117475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sz="6600">
              <a:latin typeface="微软雅黑" panose="020B0503020204020204" pitchFamily="34" charset="-122"/>
              <a:ea typeface="微软雅黑" panose="020B0503020204020204" pitchFamily="34" charset="-122"/>
            </a:endParaRPr>
          </a:p>
        </p:txBody>
      </p:sp>
      <p:sp>
        <p:nvSpPr>
          <p:cNvPr id="39" name="Line 36"/>
          <p:cNvSpPr>
            <a:spLocks noChangeShapeType="1"/>
          </p:cNvSpPr>
          <p:nvPr/>
        </p:nvSpPr>
        <p:spPr bwMode="auto">
          <a:xfrm flipV="1">
            <a:off x="7474642" y="7838349"/>
            <a:ext cx="1476376" cy="117475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sz="6600">
              <a:latin typeface="微软雅黑" panose="020B0503020204020204" pitchFamily="34" charset="-122"/>
              <a:ea typeface="微软雅黑" panose="020B0503020204020204" pitchFamily="34" charset="-122"/>
            </a:endParaRPr>
          </a:p>
        </p:txBody>
      </p:sp>
      <p:sp>
        <p:nvSpPr>
          <p:cNvPr id="40" name="Oval 37"/>
          <p:cNvSpPr>
            <a:spLocks noChangeArrowheads="1"/>
          </p:cNvSpPr>
          <p:nvPr/>
        </p:nvSpPr>
        <p:spPr bwMode="auto">
          <a:xfrm>
            <a:off x="9678092" y="8851174"/>
            <a:ext cx="295276" cy="292100"/>
          </a:xfrm>
          <a:prstGeom prst="ellipse">
            <a:avLst/>
          </a:prstGeom>
          <a:solidFill>
            <a:srgbClr val="FF0000"/>
          </a:solidFill>
          <a:ln w="9525" algn="ctr">
            <a:solidFill>
              <a:srgbClr val="000000"/>
            </a:solidFill>
            <a:round/>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4000">
              <a:latin typeface="微软雅黑" panose="020B0503020204020204" pitchFamily="34" charset="-122"/>
              <a:ea typeface="微软雅黑" panose="020B0503020204020204" pitchFamily="34" charset="-122"/>
            </a:endParaRPr>
          </a:p>
        </p:txBody>
      </p:sp>
      <p:sp>
        <p:nvSpPr>
          <p:cNvPr id="41" name="Oval 38"/>
          <p:cNvSpPr>
            <a:spLocks noChangeArrowheads="1"/>
          </p:cNvSpPr>
          <p:nvPr/>
        </p:nvSpPr>
        <p:spPr bwMode="auto">
          <a:xfrm>
            <a:off x="8017569" y="6238148"/>
            <a:ext cx="295274" cy="292100"/>
          </a:xfrm>
          <a:prstGeom prst="ellipse">
            <a:avLst/>
          </a:prstGeom>
          <a:solidFill>
            <a:srgbClr val="FF0000"/>
          </a:solidFill>
          <a:ln w="9525" algn="ctr">
            <a:solidFill>
              <a:srgbClr val="000000"/>
            </a:solidFill>
            <a:round/>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4000">
              <a:latin typeface="微软雅黑" panose="020B0503020204020204" pitchFamily="34" charset="-122"/>
              <a:ea typeface="微软雅黑" panose="020B0503020204020204" pitchFamily="34" charset="-122"/>
            </a:endParaRPr>
          </a:p>
        </p:txBody>
      </p:sp>
      <p:sp>
        <p:nvSpPr>
          <p:cNvPr id="42" name="Oval 39"/>
          <p:cNvSpPr>
            <a:spLocks noChangeArrowheads="1"/>
          </p:cNvSpPr>
          <p:nvPr/>
        </p:nvSpPr>
        <p:spPr bwMode="auto">
          <a:xfrm>
            <a:off x="5668069" y="8228874"/>
            <a:ext cx="295274" cy="292100"/>
          </a:xfrm>
          <a:prstGeom prst="ellipse">
            <a:avLst/>
          </a:prstGeom>
          <a:solidFill>
            <a:srgbClr val="FF0000"/>
          </a:solidFill>
          <a:ln w="9525" algn="ctr">
            <a:solidFill>
              <a:srgbClr val="000000"/>
            </a:solidFill>
            <a:round/>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4000">
              <a:latin typeface="微软雅黑" panose="020B0503020204020204" pitchFamily="34" charset="-122"/>
              <a:ea typeface="微软雅黑" panose="020B0503020204020204" pitchFamily="34" charset="-122"/>
            </a:endParaRPr>
          </a:p>
        </p:txBody>
      </p:sp>
      <p:sp>
        <p:nvSpPr>
          <p:cNvPr id="43" name="Oval 40"/>
          <p:cNvSpPr>
            <a:spLocks noChangeArrowheads="1"/>
          </p:cNvSpPr>
          <p:nvPr/>
        </p:nvSpPr>
        <p:spPr bwMode="auto">
          <a:xfrm>
            <a:off x="10427392" y="10616474"/>
            <a:ext cx="295276" cy="292100"/>
          </a:xfrm>
          <a:prstGeom prst="ellipse">
            <a:avLst/>
          </a:prstGeom>
          <a:solidFill>
            <a:srgbClr val="FF0000"/>
          </a:solidFill>
          <a:ln w="9525" algn="ctr">
            <a:solidFill>
              <a:srgbClr val="000000"/>
            </a:solidFill>
            <a:round/>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4000">
              <a:latin typeface="微软雅黑" panose="020B0503020204020204" pitchFamily="34" charset="-122"/>
              <a:ea typeface="微软雅黑" panose="020B0503020204020204" pitchFamily="34" charset="-122"/>
            </a:endParaRPr>
          </a:p>
        </p:txBody>
      </p:sp>
      <p:sp>
        <p:nvSpPr>
          <p:cNvPr id="44" name="Oval 41"/>
          <p:cNvSpPr>
            <a:spLocks noChangeArrowheads="1"/>
          </p:cNvSpPr>
          <p:nvPr/>
        </p:nvSpPr>
        <p:spPr bwMode="auto">
          <a:xfrm>
            <a:off x="7312719" y="11172098"/>
            <a:ext cx="295274" cy="295276"/>
          </a:xfrm>
          <a:prstGeom prst="ellipse">
            <a:avLst/>
          </a:prstGeom>
          <a:solidFill>
            <a:srgbClr val="FF0000"/>
          </a:solidFill>
          <a:ln w="9525" algn="ctr">
            <a:solidFill>
              <a:srgbClr val="000000"/>
            </a:solidFill>
            <a:round/>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4000">
              <a:latin typeface="微软雅黑" panose="020B0503020204020204" pitchFamily="34" charset="-122"/>
              <a:ea typeface="微软雅黑" panose="020B0503020204020204" pitchFamily="34" charset="-122"/>
            </a:endParaRPr>
          </a:p>
        </p:txBody>
      </p:sp>
      <p:sp>
        <p:nvSpPr>
          <p:cNvPr id="45" name="Rectangle 42"/>
          <p:cNvSpPr>
            <a:spLocks noChangeArrowheads="1"/>
          </p:cNvSpPr>
          <p:nvPr/>
        </p:nvSpPr>
        <p:spPr bwMode="auto">
          <a:xfrm>
            <a:off x="10722668" y="4717325"/>
            <a:ext cx="1181100" cy="882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FontTx/>
              <a:buNone/>
            </a:pPr>
            <a:r>
              <a:rPr lang="en-US" altLang="zh-CN" sz="2400">
                <a:latin typeface="微软雅黑" panose="020B0503020204020204" pitchFamily="34" charset="-122"/>
                <a:ea typeface="微软雅黑" panose="020B0503020204020204" pitchFamily="34" charset="-122"/>
              </a:rPr>
              <a:t>B3</a:t>
            </a:r>
            <a:endParaRPr lang="en-US" altLang="zh-CN" sz="4000">
              <a:latin typeface="微软雅黑" panose="020B0503020204020204" pitchFamily="34" charset="-122"/>
              <a:ea typeface="微软雅黑" panose="020B0503020204020204" pitchFamily="34" charset="-122"/>
            </a:endParaRPr>
          </a:p>
        </p:txBody>
      </p:sp>
      <p:sp>
        <p:nvSpPr>
          <p:cNvPr id="46" name="Rectangle 43"/>
          <p:cNvSpPr>
            <a:spLocks noChangeArrowheads="1"/>
          </p:cNvSpPr>
          <p:nvPr/>
        </p:nvSpPr>
        <p:spPr bwMode="auto">
          <a:xfrm>
            <a:off x="8360468" y="4736375"/>
            <a:ext cx="1181100" cy="882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FontTx/>
              <a:buNone/>
            </a:pPr>
            <a:r>
              <a:rPr lang="en-US" altLang="zh-CN" sz="2400">
                <a:latin typeface="微软雅黑" panose="020B0503020204020204" pitchFamily="34" charset="-122"/>
                <a:ea typeface="微软雅黑" panose="020B0503020204020204" pitchFamily="34" charset="-122"/>
              </a:rPr>
              <a:t>B2</a:t>
            </a:r>
            <a:endParaRPr lang="en-US" altLang="zh-CN" sz="4000">
              <a:latin typeface="微软雅黑" panose="020B0503020204020204" pitchFamily="34" charset="-122"/>
              <a:ea typeface="微软雅黑" panose="020B0503020204020204" pitchFamily="34" charset="-122"/>
            </a:endParaRPr>
          </a:p>
        </p:txBody>
      </p:sp>
      <p:sp>
        <p:nvSpPr>
          <p:cNvPr id="47" name="Rectangle 44"/>
          <p:cNvSpPr>
            <a:spLocks noChangeArrowheads="1"/>
          </p:cNvSpPr>
          <p:nvPr/>
        </p:nvSpPr>
        <p:spPr bwMode="auto">
          <a:xfrm>
            <a:off x="5995092" y="4736375"/>
            <a:ext cx="1181100" cy="882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FontTx/>
              <a:buNone/>
            </a:pPr>
            <a:r>
              <a:rPr lang="en-US" altLang="zh-CN" sz="2400" dirty="0">
                <a:latin typeface="微软雅黑" panose="020B0503020204020204" pitchFamily="34" charset="-122"/>
                <a:ea typeface="微软雅黑" panose="020B0503020204020204" pitchFamily="34" charset="-122"/>
              </a:rPr>
              <a:t>B1</a:t>
            </a:r>
            <a:endParaRPr lang="en-US" altLang="zh-CN" sz="4000" dirty="0">
              <a:latin typeface="微软雅黑" panose="020B0503020204020204" pitchFamily="34" charset="-122"/>
              <a:ea typeface="微软雅黑" panose="020B0503020204020204" pitchFamily="34" charset="-122"/>
            </a:endParaRPr>
          </a:p>
        </p:txBody>
      </p:sp>
      <p:sp>
        <p:nvSpPr>
          <p:cNvPr id="48" name="Rectangle 45"/>
          <p:cNvSpPr>
            <a:spLocks noChangeArrowheads="1"/>
          </p:cNvSpPr>
          <p:nvPr/>
        </p:nvSpPr>
        <p:spPr bwMode="auto">
          <a:xfrm>
            <a:off x="3632892" y="6498499"/>
            <a:ext cx="1181100" cy="882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FontTx/>
              <a:buNone/>
            </a:pPr>
            <a:r>
              <a:rPr lang="en-US" altLang="zh-CN" sz="2400">
                <a:latin typeface="微软雅黑" panose="020B0503020204020204" pitchFamily="34" charset="-122"/>
                <a:ea typeface="微软雅黑" panose="020B0503020204020204" pitchFamily="34" charset="-122"/>
              </a:rPr>
              <a:t>A1</a:t>
            </a:r>
            <a:endParaRPr lang="en-US" altLang="zh-CN" sz="4000">
              <a:latin typeface="微软雅黑" panose="020B0503020204020204" pitchFamily="34" charset="-122"/>
              <a:ea typeface="微软雅黑" panose="020B0503020204020204" pitchFamily="34" charset="-122"/>
            </a:endParaRPr>
          </a:p>
        </p:txBody>
      </p:sp>
      <p:sp>
        <p:nvSpPr>
          <p:cNvPr id="49" name="Rectangle 46"/>
          <p:cNvSpPr>
            <a:spLocks noChangeArrowheads="1"/>
          </p:cNvSpPr>
          <p:nvPr/>
        </p:nvSpPr>
        <p:spPr bwMode="auto">
          <a:xfrm>
            <a:off x="3632892" y="8555898"/>
            <a:ext cx="1181100" cy="8794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FontTx/>
              <a:buNone/>
            </a:pPr>
            <a:r>
              <a:rPr lang="en-US" altLang="zh-CN" sz="2400">
                <a:latin typeface="微软雅黑" panose="020B0503020204020204" pitchFamily="34" charset="-122"/>
                <a:ea typeface="微软雅黑" panose="020B0503020204020204" pitchFamily="34" charset="-122"/>
              </a:rPr>
              <a:t>A2</a:t>
            </a:r>
            <a:endParaRPr lang="en-US" altLang="zh-CN" sz="4000">
              <a:latin typeface="微软雅黑" panose="020B0503020204020204" pitchFamily="34" charset="-122"/>
              <a:ea typeface="微软雅黑" panose="020B0503020204020204" pitchFamily="34" charset="-122"/>
            </a:endParaRPr>
          </a:p>
        </p:txBody>
      </p:sp>
      <p:sp>
        <p:nvSpPr>
          <p:cNvPr id="50" name="Rectangle 47"/>
          <p:cNvSpPr>
            <a:spLocks noChangeArrowheads="1"/>
          </p:cNvSpPr>
          <p:nvPr/>
        </p:nvSpPr>
        <p:spPr bwMode="auto">
          <a:xfrm>
            <a:off x="3632892" y="10905398"/>
            <a:ext cx="1181100" cy="8794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FontTx/>
              <a:buNone/>
            </a:pPr>
            <a:r>
              <a:rPr lang="en-US" altLang="zh-CN" sz="2400">
                <a:latin typeface="微软雅黑" panose="020B0503020204020204" pitchFamily="34" charset="-122"/>
                <a:ea typeface="微软雅黑" panose="020B0503020204020204" pitchFamily="34" charset="-122"/>
              </a:rPr>
              <a:t>A3</a:t>
            </a:r>
            <a:endParaRPr lang="en-US" altLang="zh-CN" sz="4000">
              <a:latin typeface="微软雅黑" panose="020B0503020204020204" pitchFamily="34" charset="-122"/>
              <a:ea typeface="微软雅黑" panose="020B0503020204020204" pitchFamily="34" charset="-122"/>
            </a:endParaRPr>
          </a:p>
        </p:txBody>
      </p:sp>
      <p:sp>
        <p:nvSpPr>
          <p:cNvPr id="51" name="Rectangle 48"/>
          <p:cNvSpPr>
            <a:spLocks noChangeArrowheads="1"/>
          </p:cNvSpPr>
          <p:nvPr/>
        </p:nvSpPr>
        <p:spPr bwMode="auto">
          <a:xfrm>
            <a:off x="11608492" y="9730648"/>
            <a:ext cx="1181100" cy="8794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FontTx/>
              <a:buNone/>
            </a:pPr>
            <a:r>
              <a:rPr lang="en-US" altLang="zh-CN" sz="2400" dirty="0">
                <a:latin typeface="微软雅黑" panose="020B0503020204020204" pitchFamily="34" charset="-122"/>
                <a:ea typeface="微软雅黑" panose="020B0503020204020204" pitchFamily="34" charset="-122"/>
              </a:rPr>
              <a:t>C3</a:t>
            </a:r>
            <a:endParaRPr lang="en-US" altLang="zh-CN" sz="4000" dirty="0">
              <a:latin typeface="微软雅黑" panose="020B0503020204020204" pitchFamily="34" charset="-122"/>
              <a:ea typeface="微软雅黑" panose="020B0503020204020204" pitchFamily="34" charset="-122"/>
            </a:endParaRPr>
          </a:p>
        </p:txBody>
      </p:sp>
      <p:sp>
        <p:nvSpPr>
          <p:cNvPr id="52" name="Rectangle 49"/>
          <p:cNvSpPr>
            <a:spLocks noChangeArrowheads="1"/>
          </p:cNvSpPr>
          <p:nvPr/>
        </p:nvSpPr>
        <p:spPr bwMode="auto">
          <a:xfrm>
            <a:off x="11017942" y="10610125"/>
            <a:ext cx="1181100" cy="882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FontTx/>
              <a:buNone/>
            </a:pPr>
            <a:r>
              <a:rPr lang="en-US" altLang="zh-CN" sz="2400">
                <a:latin typeface="微软雅黑" panose="020B0503020204020204" pitchFamily="34" charset="-122"/>
                <a:ea typeface="微软雅黑" panose="020B0503020204020204" pitchFamily="34" charset="-122"/>
              </a:rPr>
              <a:t>C2</a:t>
            </a:r>
            <a:endParaRPr lang="en-US" altLang="zh-CN" sz="4000">
              <a:latin typeface="微软雅黑" panose="020B0503020204020204" pitchFamily="34" charset="-122"/>
              <a:ea typeface="微软雅黑" panose="020B0503020204020204" pitchFamily="34" charset="-122"/>
            </a:endParaRPr>
          </a:p>
        </p:txBody>
      </p:sp>
      <p:sp>
        <p:nvSpPr>
          <p:cNvPr id="53" name="Rectangle 50"/>
          <p:cNvSpPr>
            <a:spLocks noChangeArrowheads="1"/>
          </p:cNvSpPr>
          <p:nvPr/>
        </p:nvSpPr>
        <p:spPr bwMode="auto">
          <a:xfrm>
            <a:off x="10132118" y="11197499"/>
            <a:ext cx="1181100" cy="882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FontTx/>
              <a:buNone/>
            </a:pPr>
            <a:r>
              <a:rPr lang="en-US" altLang="zh-CN" sz="2400">
                <a:latin typeface="微软雅黑" panose="020B0503020204020204" pitchFamily="34" charset="-122"/>
                <a:ea typeface="微软雅黑" panose="020B0503020204020204" pitchFamily="34" charset="-122"/>
              </a:rPr>
              <a:t>C1</a:t>
            </a:r>
            <a:endParaRPr lang="en-US" altLang="zh-CN" sz="4000">
              <a:latin typeface="微软雅黑" panose="020B0503020204020204" pitchFamily="34" charset="-122"/>
              <a:ea typeface="微软雅黑" panose="020B0503020204020204" pitchFamily="34" charset="-122"/>
            </a:endParaRPr>
          </a:p>
        </p:txBody>
      </p:sp>
      <p:cxnSp>
        <p:nvCxnSpPr>
          <p:cNvPr id="56" name="直接箭头连接符 2"/>
          <p:cNvCxnSpPr/>
          <p:nvPr/>
        </p:nvCxnSpPr>
        <p:spPr>
          <a:xfrm flipV="1">
            <a:off x="5128184" y="4119906"/>
            <a:ext cx="9294737" cy="2811135"/>
          </a:xfrm>
          <a:prstGeom prst="straightConnector1">
            <a:avLst/>
          </a:prstGeom>
          <a:ln w="38100" cap="flat" cmpd="sng" algn="ctr">
            <a:solidFill>
              <a:srgbClr val="FF0000"/>
            </a:solidFill>
            <a:prstDash val="dash"/>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57" name="直接箭头连接符 10"/>
          <p:cNvCxnSpPr/>
          <p:nvPr/>
        </p:nvCxnSpPr>
        <p:spPr>
          <a:xfrm flipV="1">
            <a:off x="8387216" y="4716478"/>
            <a:ext cx="6122120" cy="1613746"/>
          </a:xfrm>
          <a:prstGeom prst="straightConnector1">
            <a:avLst/>
          </a:prstGeom>
          <a:ln w="38100" cap="flat" cmpd="sng" algn="ctr">
            <a:solidFill>
              <a:srgbClr val="00B050"/>
            </a:solidFill>
            <a:prstDash val="dash"/>
            <a:round/>
            <a:headEnd type="none" w="med" len="med"/>
            <a:tailEnd type="arrow" w="med" len="med"/>
          </a:ln>
        </p:spPr>
        <p:style>
          <a:lnRef idx="0">
            <a:scrgbClr r="0" g="0" b="0"/>
          </a:lnRef>
          <a:fillRef idx="0">
            <a:scrgbClr r="0" g="0" b="0"/>
          </a:fillRef>
          <a:effectRef idx="0">
            <a:scrgbClr r="0" g="0" b="0"/>
          </a:effectRef>
          <a:fontRef idx="minor">
            <a:schemeClr val="tx1"/>
          </a:fontRef>
        </p:style>
      </p:cxnSp>
      <p:pic>
        <p:nvPicPr>
          <p:cNvPr id="20" name="音频 19">
            <a:hlinkClick r:id="" action="ppaction://media"/>
          </p:cNvPr>
          <p:cNvPicPr>
            <a:picLocks noChangeAspect="1"/>
          </p:cNvPicPr>
          <p:nvPr>
            <a:audioFile r:link="rId2"/>
            <p:extLst>
              <p:ext uri="{DAA4B4D4-6D71-4841-9C94-3DE7FCFB9230}">
                <p14:media xmlns:p14="http://schemas.microsoft.com/office/powerpoint/2010/main" r:link="rId3"/>
              </p:ext>
            </p:extLst>
          </p:nvPr>
        </p:nvPicPr>
        <p:blipFill>
          <a:blip r:embed="rId4"/>
          <a:stretch>
            <a:fillRect/>
          </a:stretch>
        </p:blipFill>
        <p:spPr>
          <a:xfrm>
            <a:off x="23923625" y="13255625"/>
            <a:ext cx="244475" cy="244475"/>
          </a:xfrm>
          <a:prstGeom prst="rect">
            <a:avLst/>
          </a:prstGeom>
        </p:spPr>
      </p:pic>
    </p:spTree>
    <p:custDataLst>
      <p:tags r:id="rId5"/>
    </p:custDataLst>
  </p:cSld>
  <p:clrMapOvr>
    <a:masterClrMapping/>
  </p:clrMapOvr>
  <p:transition spd="med" advTm="69350"/>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20"/>
                </p:tgtEl>
              </p:cMediaNode>
            </p:audio>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小结</a:t>
            </a:r>
            <a:endParaRPr lang="zh-CN" altLang="en-US" dirty="0"/>
          </a:p>
        </p:txBody>
      </p:sp>
      <p:sp>
        <p:nvSpPr>
          <p:cNvPr id="4" name="矩形 3"/>
          <p:cNvSpPr/>
          <p:nvPr/>
        </p:nvSpPr>
        <p:spPr>
          <a:xfrm>
            <a:off x="91440" y="3812119"/>
            <a:ext cx="24383999" cy="1015663"/>
          </a:xfrm>
          <a:prstGeom prst="rect">
            <a:avLst/>
          </a:prstGeom>
        </p:spPr>
        <p:txBody>
          <a:bodyPr wrap="square">
            <a:spAutoFit/>
          </a:bodyPr>
          <a:lstStyle/>
          <a:p>
            <a:r>
              <a:rPr lang="zh-CN" altLang="en-US" sz="6000" dirty="0">
                <a:solidFill>
                  <a:srgbClr val="FF0000"/>
                </a:solidFill>
                <a:latin typeface="微软雅黑" panose="020B0503020204020204" pitchFamily="34" charset="-122"/>
                <a:ea typeface="微软雅黑" panose="020B0503020204020204" pitchFamily="34" charset="-122"/>
              </a:rPr>
              <a:t>输入组合测试方法是黑盒测试技术的一种</a:t>
            </a:r>
            <a:endParaRPr lang="en-US" altLang="zh-CN" sz="6000" u="sng" dirty="0">
              <a:solidFill>
                <a:srgbClr val="FF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5" name="矩形 4"/>
          <p:cNvSpPr/>
          <p:nvPr/>
        </p:nvSpPr>
        <p:spPr>
          <a:xfrm>
            <a:off x="8372" y="6152273"/>
            <a:ext cx="24384000" cy="1015663"/>
          </a:xfrm>
          <a:prstGeom prst="rect">
            <a:avLst/>
          </a:prstGeom>
        </p:spPr>
        <p:txBody>
          <a:bodyPr wrap="square">
            <a:spAutoFit/>
          </a:bodyPr>
          <a:lstStyle/>
          <a:p>
            <a:r>
              <a:rPr lang="zh-CN" altLang="en-US" sz="6000" dirty="0">
                <a:solidFill>
                  <a:srgbClr val="FF0000"/>
                </a:solidFill>
                <a:latin typeface="微软雅黑" panose="020B0503020204020204" pitchFamily="34" charset="-122"/>
                <a:ea typeface="微软雅黑" panose="020B0503020204020204" pitchFamily="34" charset="-122"/>
              </a:rPr>
              <a:t>输入组合测试方法强调不同输入的互相影响</a:t>
            </a:r>
            <a:endParaRPr lang="zh-CN" altLang="en-US" sz="6000" dirty="0">
              <a:solidFill>
                <a:srgbClr val="FF0000"/>
              </a:solidFill>
              <a:latin typeface="微软雅黑" panose="020B0503020204020204" pitchFamily="34" charset="-122"/>
              <a:ea typeface="微软雅黑" panose="020B0503020204020204" pitchFamily="34" charset="-122"/>
            </a:endParaRPr>
          </a:p>
        </p:txBody>
      </p:sp>
      <p:sp>
        <p:nvSpPr>
          <p:cNvPr id="6" name="矩形 5"/>
          <p:cNvSpPr/>
          <p:nvPr/>
        </p:nvSpPr>
        <p:spPr>
          <a:xfrm>
            <a:off x="91440" y="8492427"/>
            <a:ext cx="24292560" cy="1938992"/>
          </a:xfrm>
          <a:prstGeom prst="rect">
            <a:avLst/>
          </a:prstGeom>
        </p:spPr>
        <p:txBody>
          <a:bodyPr wrap="square">
            <a:spAutoFit/>
          </a:bodyPr>
          <a:lstStyle/>
          <a:p>
            <a:r>
              <a:rPr lang="zh-CN" altLang="en-US" sz="6000" dirty="0">
                <a:solidFill>
                  <a:srgbClr val="FF0000"/>
                </a:solidFill>
                <a:latin typeface="微软雅黑" panose="020B0503020204020204" pitchFamily="34" charset="-122"/>
                <a:ea typeface="微软雅黑" panose="020B0503020204020204" pitchFamily="34" charset="-122"/>
              </a:rPr>
              <a:t>配对测试用最经济的手段保证较高的错误发现能力</a:t>
            </a:r>
            <a:endParaRPr lang="en-US" altLang="zh-CN" sz="6000" dirty="0">
              <a:solidFill>
                <a:srgbClr val="FF0000"/>
              </a:solidFill>
              <a:latin typeface="微软雅黑" panose="020B0503020204020204" pitchFamily="34" charset="-122"/>
              <a:ea typeface="微软雅黑" panose="020B0503020204020204" pitchFamily="34" charset="-122"/>
            </a:endParaRPr>
          </a:p>
          <a:p>
            <a:endParaRPr lang="en-US" altLang="zh-CN" sz="6000" dirty="0">
              <a:solidFill>
                <a:srgbClr val="FF0000"/>
              </a:solidFill>
              <a:latin typeface="微软雅黑" panose="020B0503020204020204" pitchFamily="34" charset="-122"/>
              <a:ea typeface="微软雅黑" panose="020B0503020204020204" pitchFamily="34" charset="-122"/>
            </a:endParaRPr>
          </a:p>
        </p:txBody>
      </p:sp>
      <p:sp>
        <p:nvSpPr>
          <p:cNvPr id="7" name="矩形 11"/>
          <p:cNvSpPr txBox="1"/>
          <p:nvPr/>
        </p:nvSpPr>
        <p:spPr>
          <a:xfrm>
            <a:off x="929060" y="1157763"/>
            <a:ext cx="1589696" cy="963998"/>
          </a:xfrm>
          <a:prstGeom prst="rect">
            <a:avLst/>
          </a:prstGeom>
          <a:noFill/>
          <a:ln w="12700" cap="flat">
            <a:noFill/>
            <a:miter lim="400000"/>
          </a:ln>
          <a:effectLst/>
        </p:spPr>
        <p:txBody>
          <a:bodyPr wrap="square" lIns="45719" tIns="45719" rIns="45719" bIns="45719" numCol="1" anchor="ctr">
            <a:noAutofit/>
          </a:bodyPr>
          <a:lstStyle>
            <a:lvl1pPr defTabSz="914400">
              <a:defRPr sz="4600" b="0">
                <a:solidFill>
                  <a:srgbClr val="FFFFFF"/>
                </a:solidFill>
                <a:latin typeface="Calibri" panose="020F0502020204030204"/>
                <a:ea typeface="Calibri" panose="020F0502020204030204"/>
                <a:cs typeface="Calibri" panose="020F0502020204030204"/>
                <a:sym typeface="Calibri" panose="020F0502020204030204"/>
              </a:defRPr>
            </a:lvl1pPr>
          </a:lstStyle>
          <a:p>
            <a:r>
              <a:rPr dirty="0"/>
              <a:t>0</a:t>
            </a:r>
            <a:r>
              <a:rPr lang="en-US" altLang="zh-CN" dirty="0"/>
              <a:t>1</a:t>
            </a:r>
            <a:endParaRPr dirty="0"/>
          </a:p>
        </p:txBody>
      </p:sp>
      <p:pic>
        <p:nvPicPr>
          <p:cNvPr id="8" name="音频 7">
            <a:hlinkClick r:id="" action="ppaction://media"/>
          </p:cNvPr>
          <p:cNvPicPr>
            <a:picLocks noChangeAspect="1"/>
          </p:cNvPicPr>
          <p:nvPr>
            <a:audioFile r:link="rId1"/>
            <p:extLst>
              <p:ext uri="{DAA4B4D4-6D71-4841-9C94-3DE7FCFB9230}">
                <p14:media xmlns:p14="http://schemas.microsoft.com/office/powerpoint/2010/main" r:link="rId2"/>
              </p:ext>
            </p:extLst>
          </p:nvPr>
        </p:nvPicPr>
        <p:blipFill>
          <a:blip r:embed="rId3"/>
          <a:stretch>
            <a:fillRect/>
          </a:stretch>
        </p:blipFill>
        <p:spPr>
          <a:xfrm>
            <a:off x="23923625" y="13255625"/>
            <a:ext cx="244475" cy="244475"/>
          </a:xfrm>
          <a:prstGeom prst="rect">
            <a:avLst/>
          </a:prstGeom>
        </p:spPr>
      </p:pic>
    </p:spTree>
  </p:cSld>
  <p:clrMapOvr>
    <a:masterClrMapping/>
  </p:clrMapOvr>
  <p:transition spd="med" advTm="174247"/>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8"/>
                                        </p:tgtEl>
                                      </p:cBhvr>
                                    </p:cmd>
                                  </p:childTnLst>
                                </p:cTn>
                              </p:par>
                            </p:childTnLst>
                          </p:cTn>
                        </p:par>
                        <p:par>
                          <p:cTn id="7" fill="hold">
                            <p:stCondLst>
                              <p:cond delay="0"/>
                            </p:stCondLst>
                            <p:childTnLst>
                              <p:par>
                                <p:cTn id="8" presetID="22" presetClass="entr" presetSubtype="8" fill="hold" grpId="0" nodeType="after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wipe(left)">
                                      <p:cBhvr>
                                        <p:cTn id="10" dur="2000"/>
                                        <p:tgtEl>
                                          <p:spTgt spid="4"/>
                                        </p:tgtEl>
                                      </p:cBhvr>
                                    </p:animEffect>
                                  </p:childTnLst>
                                </p:cTn>
                              </p:par>
                            </p:childTnLst>
                          </p:cTn>
                        </p:par>
                        <p:par>
                          <p:cTn id="11" fill="hold">
                            <p:stCondLst>
                              <p:cond delay="2000"/>
                            </p:stCondLst>
                            <p:childTnLst>
                              <p:par>
                                <p:cTn id="12" presetID="22" presetClass="entr" presetSubtype="8" fill="hold" grpId="0" nodeType="after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wipe(left)">
                                      <p:cBhvr>
                                        <p:cTn id="14" dur="1000"/>
                                        <p:tgtEl>
                                          <p:spTgt spid="5"/>
                                        </p:tgtEl>
                                      </p:cBhvr>
                                    </p:animEffect>
                                  </p:childTnLst>
                                </p:cTn>
                              </p:par>
                            </p:childTnLst>
                          </p:cTn>
                        </p:par>
                        <p:par>
                          <p:cTn id="15" fill="hold">
                            <p:stCondLst>
                              <p:cond delay="3000"/>
                            </p:stCondLst>
                            <p:childTnLst>
                              <p:par>
                                <p:cTn id="16" presetID="22" presetClass="entr" presetSubtype="8" fill="hold" grpId="0" nodeType="after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wipe(left)">
                                      <p:cBhvr>
                                        <p:cTn id="18" dur="1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19" fill="hold" display="0">
                  <p:stCondLst>
                    <p:cond delay="indefinite"/>
                  </p:stCondLst>
                  <p:endCondLst>
                    <p:cond evt="onStopAudio" delay="0">
                      <p:tgtEl>
                        <p:sldTgt/>
                      </p:tgtEl>
                    </p:cond>
                  </p:endCondLst>
                </p:cTn>
                <p:tgtEl>
                  <p:spTgt spid="8"/>
                </p:tgtEl>
              </p:cMediaNode>
            </p:audio>
          </p:childTnLst>
        </p:cTn>
      </p:par>
    </p:tnLst>
    <p:bldLst>
      <p:bldP spid="4" grpId="0"/>
      <p:bldP spid="5" grpId="0"/>
      <p:bldP spid="6"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 name="矩形"/>
          <p:cNvSpPr/>
          <p:nvPr/>
        </p:nvSpPr>
        <p:spPr>
          <a:xfrm>
            <a:off x="0" y="-1"/>
            <a:ext cx="7841556" cy="13716001"/>
          </a:xfrm>
          <a:prstGeom prst="rect">
            <a:avLst/>
          </a:prstGeom>
          <a:solidFill>
            <a:srgbClr val="A8271A"/>
          </a:solidFill>
          <a:ln w="12700">
            <a:miter lim="400000"/>
          </a:ln>
        </p:spPr>
        <p:txBody>
          <a:bodyPr lIns="0" tIns="0" rIns="0" bIns="0" anchor="ctr"/>
          <a:lstStyle/>
          <a:p>
            <a:pPr>
              <a:defRPr sz="3200" b="0">
                <a:solidFill>
                  <a:srgbClr val="FFFFFF"/>
                </a:solidFill>
                <a:latin typeface="+mn-lt"/>
                <a:ea typeface="+mn-ea"/>
                <a:cs typeface="+mn-cs"/>
                <a:sym typeface="Helvetica Neue Medium"/>
              </a:defRPr>
            </a:pPr>
          </a:p>
        </p:txBody>
      </p:sp>
      <p:grpSp>
        <p:nvGrpSpPr>
          <p:cNvPr id="3" name="组合 2"/>
          <p:cNvGrpSpPr/>
          <p:nvPr/>
        </p:nvGrpSpPr>
        <p:grpSpPr>
          <a:xfrm>
            <a:off x="1020575" y="5555311"/>
            <a:ext cx="5189258" cy="2605375"/>
            <a:chOff x="1130303" y="5796540"/>
            <a:chExt cx="5189258" cy="2605375"/>
          </a:xfrm>
        </p:grpSpPr>
        <p:sp>
          <p:nvSpPr>
            <p:cNvPr id="132" name="文本框 3"/>
            <p:cNvSpPr txBox="1"/>
            <p:nvPr/>
          </p:nvSpPr>
          <p:spPr>
            <a:xfrm>
              <a:off x="1821401" y="7230559"/>
              <a:ext cx="3807062" cy="906381"/>
            </a:xfrm>
            <a:prstGeom prst="rect">
              <a:avLst/>
            </a:prstGeom>
            <a:ln w="12700">
              <a:miter lim="400000"/>
            </a:ln>
          </p:spPr>
          <p:txBody>
            <a:bodyPr lIns="45719" rIns="45719"/>
            <a:lstStyle>
              <a:lvl1pPr defTabSz="914400">
                <a:defRPr sz="240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lvl1pPr>
            </a:lstStyle>
            <a:p>
              <a:r>
                <a:rPr dirty="0"/>
                <a:t>CONTENTS</a:t>
              </a:r>
              <a:endParaRPr dirty="0"/>
            </a:p>
          </p:txBody>
        </p:sp>
        <p:sp>
          <p:nvSpPr>
            <p:cNvPr id="133" name="文本框 3"/>
            <p:cNvSpPr txBox="1"/>
            <p:nvPr/>
          </p:nvSpPr>
          <p:spPr>
            <a:xfrm>
              <a:off x="1130303" y="5796540"/>
              <a:ext cx="5189258" cy="2605375"/>
            </a:xfrm>
            <a:prstGeom prst="rect">
              <a:avLst/>
            </a:prstGeom>
            <a:ln w="12700">
              <a:miter lim="400000"/>
            </a:ln>
          </p:spPr>
          <p:txBody>
            <a:bodyPr lIns="45719" rIns="45719"/>
            <a:lstStyle>
              <a:lvl1pPr defTabSz="914400">
                <a:defRPr sz="7000" spc="1166">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lvl1pPr>
            </a:lstStyle>
            <a:p>
              <a:pPr>
                <a:defRPr b="0">
                  <a:latin typeface="Arial Black" panose="020B0A04020102020204"/>
                  <a:ea typeface="Arial Black" panose="020B0A04020102020204"/>
                  <a:cs typeface="Arial Black" panose="020B0A04020102020204"/>
                  <a:sym typeface="Arial Black" panose="020B0A04020102020204"/>
                </a:defRPr>
              </a:pPr>
              <a:r>
                <a:rPr b="1" dirty="0">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目录</a:t>
              </a:r>
              <a:endParaRPr b="1" dirty="0">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grpSp>
      <p:grpSp>
        <p:nvGrpSpPr>
          <p:cNvPr id="130" name="成组"/>
          <p:cNvGrpSpPr/>
          <p:nvPr/>
        </p:nvGrpSpPr>
        <p:grpSpPr>
          <a:xfrm>
            <a:off x="9136452" y="2478174"/>
            <a:ext cx="5947866" cy="1343465"/>
            <a:chOff x="0" y="0"/>
            <a:chExt cx="5830084" cy="1343464"/>
          </a:xfrm>
        </p:grpSpPr>
        <p:sp>
          <p:nvSpPr>
            <p:cNvPr id="127" name="矩形 5"/>
            <p:cNvSpPr txBox="1"/>
            <p:nvPr/>
          </p:nvSpPr>
          <p:spPr>
            <a:xfrm>
              <a:off x="2084780" y="244454"/>
              <a:ext cx="3745304" cy="854556"/>
            </a:xfrm>
            <a:prstGeom prst="rect">
              <a:avLst/>
            </a:prstGeom>
            <a:noFill/>
            <a:ln w="12700" cap="flat">
              <a:noFill/>
              <a:miter lim="400000"/>
            </a:ln>
            <a:effectLst/>
          </p:spPr>
          <p:txBody>
            <a:bodyPr wrap="square" lIns="45719" tIns="45719" rIns="45719" bIns="45719" numCol="1" anchor="t">
              <a:noAutofit/>
            </a:bodyPr>
            <a:lstStyle>
              <a:lvl1pPr defTabSz="914400">
                <a:defRPr sz="3600" b="0">
                  <a:solidFill>
                    <a:srgbClr val="40404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lvl1pPr>
            </a:lstStyle>
            <a:p>
              <a:pPr algn="l"/>
              <a:r>
                <a:rPr lang="zh-CN" altLang="en-US" sz="4400" dirty="0">
                  <a:solidFill>
                    <a:srgbClr val="000000"/>
                  </a:solidFill>
                </a:rPr>
                <a:t>组合测试</a:t>
              </a:r>
              <a:endParaRPr lang="zh-CN" altLang="en-US" sz="4400" dirty="0">
                <a:solidFill>
                  <a:srgbClr val="000000"/>
                </a:solidFill>
              </a:endParaRPr>
            </a:p>
          </p:txBody>
        </p:sp>
        <p:sp>
          <p:nvSpPr>
            <p:cNvPr id="128" name="Freeform 5"/>
            <p:cNvSpPr/>
            <p:nvPr/>
          </p:nvSpPr>
          <p:spPr>
            <a:xfrm rot="5400000">
              <a:off x="107376" y="66017"/>
              <a:ext cx="1343464" cy="1211429"/>
            </a:xfrm>
            <a:custGeom>
              <a:avLst/>
              <a:gdLst/>
              <a:ahLst/>
              <a:cxnLst>
                <a:cxn ang="0">
                  <a:pos x="wd2" y="hd2"/>
                </a:cxn>
                <a:cxn ang="5400000">
                  <a:pos x="wd2" y="hd2"/>
                </a:cxn>
                <a:cxn ang="10800000">
                  <a:pos x="wd2" y="hd2"/>
                </a:cxn>
                <a:cxn ang="16200000">
                  <a:pos x="wd2" y="hd2"/>
                </a:cxn>
              </a:cxnLst>
              <a:rect l="0" t="0" r="r" b="b"/>
              <a:pathLst>
                <a:path w="21600" h="21583" extrusionOk="0">
                  <a:moveTo>
                    <a:pt x="16957" y="20435"/>
                  </a:moveTo>
                  <a:cubicBezTo>
                    <a:pt x="16775" y="20771"/>
                    <a:pt x="16523" y="21062"/>
                    <a:pt x="16200" y="21274"/>
                  </a:cubicBezTo>
                  <a:cubicBezTo>
                    <a:pt x="15861" y="21495"/>
                    <a:pt x="15491" y="21592"/>
                    <a:pt x="15120" y="21583"/>
                  </a:cubicBezTo>
                  <a:lnTo>
                    <a:pt x="6433" y="21583"/>
                  </a:lnTo>
                  <a:cubicBezTo>
                    <a:pt x="6086" y="21583"/>
                    <a:pt x="5723" y="21486"/>
                    <a:pt x="5400" y="21274"/>
                  </a:cubicBezTo>
                  <a:cubicBezTo>
                    <a:pt x="5077" y="21062"/>
                    <a:pt x="4817" y="20771"/>
                    <a:pt x="4643" y="20426"/>
                  </a:cubicBezTo>
                  <a:lnTo>
                    <a:pt x="284" y="11966"/>
                  </a:lnTo>
                  <a:cubicBezTo>
                    <a:pt x="102" y="11622"/>
                    <a:pt x="0" y="11225"/>
                    <a:pt x="0" y="10792"/>
                  </a:cubicBezTo>
                  <a:cubicBezTo>
                    <a:pt x="0" y="10359"/>
                    <a:pt x="102" y="9962"/>
                    <a:pt x="284" y="9609"/>
                  </a:cubicBezTo>
                  <a:lnTo>
                    <a:pt x="4627" y="1184"/>
                  </a:lnTo>
                  <a:cubicBezTo>
                    <a:pt x="4809" y="840"/>
                    <a:pt x="5069" y="531"/>
                    <a:pt x="5400" y="319"/>
                  </a:cubicBezTo>
                  <a:cubicBezTo>
                    <a:pt x="5707" y="116"/>
                    <a:pt x="6046" y="10"/>
                    <a:pt x="6385" y="1"/>
                  </a:cubicBezTo>
                  <a:lnTo>
                    <a:pt x="15104" y="1"/>
                  </a:lnTo>
                  <a:cubicBezTo>
                    <a:pt x="15475" y="-8"/>
                    <a:pt x="15853" y="89"/>
                    <a:pt x="16200" y="319"/>
                  </a:cubicBezTo>
                  <a:cubicBezTo>
                    <a:pt x="16523" y="522"/>
                    <a:pt x="16783" y="813"/>
                    <a:pt x="16957" y="1158"/>
                  </a:cubicBezTo>
                  <a:lnTo>
                    <a:pt x="21300" y="9582"/>
                  </a:lnTo>
                  <a:cubicBezTo>
                    <a:pt x="21490" y="9935"/>
                    <a:pt x="21600" y="10350"/>
                    <a:pt x="21600" y="10792"/>
                  </a:cubicBezTo>
                  <a:cubicBezTo>
                    <a:pt x="21600" y="11242"/>
                    <a:pt x="21490" y="11657"/>
                    <a:pt x="21293" y="12011"/>
                  </a:cubicBezTo>
                  <a:lnTo>
                    <a:pt x="16957" y="20435"/>
                  </a:lnTo>
                  <a:close/>
                </a:path>
              </a:pathLst>
            </a:custGeom>
            <a:solidFill>
              <a:srgbClr val="A8271A"/>
            </a:solidFill>
            <a:ln w="12700" cap="flat">
              <a:noFill/>
              <a:miter lim="400000"/>
            </a:ln>
            <a:effectLst/>
          </p:spPr>
          <p:txBody>
            <a:bodyPr wrap="square" lIns="45719" tIns="45719" rIns="45719" bIns="45719" numCol="1" anchor="ctr">
              <a:noAutofit/>
            </a:bodyPr>
            <a:lstStyle/>
            <a:p>
              <a:pPr defTabSz="914400">
                <a:defRPr sz="4800" b="0">
                  <a:solidFill>
                    <a:srgbClr val="FFFFFF"/>
                  </a:solidFill>
                  <a:latin typeface="Calibri" panose="020F0502020204030204"/>
                  <a:ea typeface="Calibri" panose="020F0502020204030204"/>
                  <a:cs typeface="Calibri" panose="020F0502020204030204"/>
                  <a:sym typeface="Calibri" panose="020F0502020204030204"/>
                </a:defRPr>
              </a:pPr>
            </a:p>
          </p:txBody>
        </p:sp>
        <p:sp>
          <p:nvSpPr>
            <p:cNvPr id="129" name="矩形 11"/>
            <p:cNvSpPr txBox="1"/>
            <p:nvPr/>
          </p:nvSpPr>
          <p:spPr>
            <a:xfrm>
              <a:off x="0" y="189733"/>
              <a:ext cx="1558216" cy="963997"/>
            </a:xfrm>
            <a:prstGeom prst="rect">
              <a:avLst/>
            </a:prstGeom>
            <a:noFill/>
            <a:ln w="12700" cap="flat">
              <a:noFill/>
              <a:miter lim="400000"/>
            </a:ln>
            <a:effectLst/>
          </p:spPr>
          <p:txBody>
            <a:bodyPr wrap="square" lIns="45719" tIns="45719" rIns="45719" bIns="45719" numCol="1" anchor="ctr">
              <a:noAutofit/>
            </a:bodyPr>
            <a:lstStyle>
              <a:lvl1pPr defTabSz="914400">
                <a:defRPr sz="4600" b="0">
                  <a:solidFill>
                    <a:srgbClr val="FFFFFF"/>
                  </a:solidFill>
                  <a:latin typeface="Calibri" panose="020F0502020204030204"/>
                  <a:ea typeface="Calibri" panose="020F0502020204030204"/>
                  <a:cs typeface="Calibri" panose="020F0502020204030204"/>
                  <a:sym typeface="Calibri" panose="020F0502020204030204"/>
                </a:defRPr>
              </a:lvl1pPr>
            </a:lstStyle>
            <a:p>
              <a:r>
                <a:t>01</a:t>
              </a:r>
            </a:p>
          </p:txBody>
        </p:sp>
      </p:grpSp>
      <p:sp>
        <p:nvSpPr>
          <p:cNvPr id="134" name="矩形 5"/>
          <p:cNvSpPr txBox="1"/>
          <p:nvPr/>
        </p:nvSpPr>
        <p:spPr>
          <a:xfrm>
            <a:off x="11263349" y="4605410"/>
            <a:ext cx="5682868" cy="715196"/>
          </a:xfrm>
          <a:prstGeom prst="rect">
            <a:avLst/>
          </a:prstGeom>
          <a:noFill/>
          <a:ln w="12700" cap="flat">
            <a:noFill/>
            <a:miter lim="400000"/>
          </a:ln>
          <a:effectLst/>
        </p:spPr>
        <p:txBody>
          <a:bodyPr wrap="square" lIns="45719" tIns="45719" rIns="45719" bIns="45719" numCol="1" anchor="t">
            <a:noAutofit/>
          </a:bodyPr>
          <a:lstStyle>
            <a:lvl1pPr defTabSz="914400">
              <a:defRPr sz="3600" b="0">
                <a:solidFill>
                  <a:srgbClr val="40404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lvl1pPr>
          </a:lstStyle>
          <a:p>
            <a:pPr algn="l"/>
            <a:r>
              <a:rPr lang="zh-CN" altLang="en-US" sz="4400" b="1" dirty="0">
                <a:solidFill>
                  <a:srgbClr val="FF0000"/>
                </a:solidFill>
              </a:rPr>
              <a:t>基于状态机的测试方法</a:t>
            </a:r>
            <a:endParaRPr sz="4400" b="1" dirty="0">
              <a:solidFill>
                <a:srgbClr val="FF0000"/>
              </a:solidFill>
            </a:endParaRPr>
          </a:p>
        </p:txBody>
      </p:sp>
      <p:sp>
        <p:nvSpPr>
          <p:cNvPr id="135" name="Freeform 5"/>
          <p:cNvSpPr/>
          <p:nvPr/>
        </p:nvSpPr>
        <p:spPr>
          <a:xfrm rot="5400000">
            <a:off x="9259567" y="4386002"/>
            <a:ext cx="1343465" cy="1235903"/>
          </a:xfrm>
          <a:custGeom>
            <a:avLst/>
            <a:gdLst/>
            <a:ahLst/>
            <a:cxnLst>
              <a:cxn ang="0">
                <a:pos x="wd2" y="hd2"/>
              </a:cxn>
              <a:cxn ang="5400000">
                <a:pos x="wd2" y="hd2"/>
              </a:cxn>
              <a:cxn ang="10800000">
                <a:pos x="wd2" y="hd2"/>
              </a:cxn>
              <a:cxn ang="16200000">
                <a:pos x="wd2" y="hd2"/>
              </a:cxn>
            </a:cxnLst>
            <a:rect l="0" t="0" r="r" b="b"/>
            <a:pathLst>
              <a:path w="21600" h="21583" extrusionOk="0">
                <a:moveTo>
                  <a:pt x="16957" y="20435"/>
                </a:moveTo>
                <a:cubicBezTo>
                  <a:pt x="16775" y="20771"/>
                  <a:pt x="16523" y="21062"/>
                  <a:pt x="16200" y="21274"/>
                </a:cubicBezTo>
                <a:cubicBezTo>
                  <a:pt x="15861" y="21495"/>
                  <a:pt x="15491" y="21592"/>
                  <a:pt x="15120" y="21583"/>
                </a:cubicBezTo>
                <a:lnTo>
                  <a:pt x="6433" y="21583"/>
                </a:lnTo>
                <a:cubicBezTo>
                  <a:pt x="6086" y="21583"/>
                  <a:pt x="5723" y="21486"/>
                  <a:pt x="5400" y="21274"/>
                </a:cubicBezTo>
                <a:cubicBezTo>
                  <a:pt x="5077" y="21062"/>
                  <a:pt x="4817" y="20771"/>
                  <a:pt x="4643" y="20426"/>
                </a:cubicBezTo>
                <a:lnTo>
                  <a:pt x="284" y="11966"/>
                </a:lnTo>
                <a:cubicBezTo>
                  <a:pt x="102" y="11622"/>
                  <a:pt x="0" y="11225"/>
                  <a:pt x="0" y="10792"/>
                </a:cubicBezTo>
                <a:cubicBezTo>
                  <a:pt x="0" y="10359"/>
                  <a:pt x="102" y="9962"/>
                  <a:pt x="284" y="9609"/>
                </a:cubicBezTo>
                <a:lnTo>
                  <a:pt x="4627" y="1184"/>
                </a:lnTo>
                <a:cubicBezTo>
                  <a:pt x="4809" y="840"/>
                  <a:pt x="5069" y="531"/>
                  <a:pt x="5400" y="319"/>
                </a:cubicBezTo>
                <a:cubicBezTo>
                  <a:pt x="5707" y="116"/>
                  <a:pt x="6046" y="10"/>
                  <a:pt x="6385" y="1"/>
                </a:cubicBezTo>
                <a:lnTo>
                  <a:pt x="15104" y="1"/>
                </a:lnTo>
                <a:cubicBezTo>
                  <a:pt x="15475" y="-8"/>
                  <a:pt x="15853" y="89"/>
                  <a:pt x="16200" y="319"/>
                </a:cubicBezTo>
                <a:cubicBezTo>
                  <a:pt x="16523" y="522"/>
                  <a:pt x="16783" y="813"/>
                  <a:pt x="16957" y="1158"/>
                </a:cubicBezTo>
                <a:lnTo>
                  <a:pt x="21300" y="9582"/>
                </a:lnTo>
                <a:cubicBezTo>
                  <a:pt x="21490" y="9935"/>
                  <a:pt x="21600" y="10350"/>
                  <a:pt x="21600" y="10792"/>
                </a:cubicBezTo>
                <a:cubicBezTo>
                  <a:pt x="21600" y="11242"/>
                  <a:pt x="21490" y="11657"/>
                  <a:pt x="21293" y="12011"/>
                </a:cubicBezTo>
                <a:lnTo>
                  <a:pt x="16957" y="20435"/>
                </a:lnTo>
                <a:close/>
              </a:path>
            </a:pathLst>
          </a:custGeom>
          <a:solidFill>
            <a:srgbClr val="A8271A"/>
          </a:solidFill>
          <a:ln w="12700" cap="flat">
            <a:noFill/>
            <a:miter lim="400000"/>
          </a:ln>
          <a:effectLst/>
        </p:spPr>
        <p:txBody>
          <a:bodyPr wrap="square" lIns="45719" tIns="45719" rIns="45719" bIns="45719" numCol="1" anchor="ctr">
            <a:noAutofit/>
          </a:bodyPr>
          <a:lstStyle/>
          <a:p>
            <a:pPr defTabSz="914400">
              <a:defRPr sz="4800" b="0">
                <a:solidFill>
                  <a:srgbClr val="FFFFFF"/>
                </a:solidFill>
                <a:latin typeface="Calibri" panose="020F0502020204030204"/>
                <a:ea typeface="Calibri" panose="020F0502020204030204"/>
                <a:cs typeface="Calibri" panose="020F0502020204030204"/>
                <a:sym typeface="Calibri" panose="020F0502020204030204"/>
              </a:defRPr>
            </a:pPr>
          </a:p>
        </p:txBody>
      </p:sp>
      <p:sp>
        <p:nvSpPr>
          <p:cNvPr id="136" name="矩形 11"/>
          <p:cNvSpPr txBox="1"/>
          <p:nvPr/>
        </p:nvSpPr>
        <p:spPr>
          <a:xfrm>
            <a:off x="9136452" y="4481009"/>
            <a:ext cx="1589696" cy="963998"/>
          </a:xfrm>
          <a:prstGeom prst="rect">
            <a:avLst/>
          </a:prstGeom>
          <a:noFill/>
          <a:ln w="12700" cap="flat">
            <a:noFill/>
            <a:miter lim="400000"/>
          </a:ln>
          <a:effectLst/>
        </p:spPr>
        <p:txBody>
          <a:bodyPr wrap="square" lIns="45719" tIns="45719" rIns="45719" bIns="45719" numCol="1" anchor="ctr">
            <a:noAutofit/>
          </a:bodyPr>
          <a:lstStyle>
            <a:lvl1pPr defTabSz="914400">
              <a:defRPr sz="4600" b="0">
                <a:solidFill>
                  <a:srgbClr val="FFFFFF"/>
                </a:solidFill>
                <a:latin typeface="Calibri" panose="020F0502020204030204"/>
                <a:ea typeface="Calibri" panose="020F0502020204030204"/>
                <a:cs typeface="Calibri" panose="020F0502020204030204"/>
                <a:sym typeface="Calibri" panose="020F0502020204030204"/>
              </a:defRPr>
            </a:lvl1pPr>
          </a:lstStyle>
          <a:p>
            <a:r>
              <a:t>02</a:t>
            </a:r>
          </a:p>
        </p:txBody>
      </p:sp>
      <p:sp>
        <p:nvSpPr>
          <p:cNvPr id="138" name="矩形 5"/>
          <p:cNvSpPr txBox="1"/>
          <p:nvPr/>
        </p:nvSpPr>
        <p:spPr>
          <a:xfrm>
            <a:off x="11263350" y="6485443"/>
            <a:ext cx="4601490" cy="692598"/>
          </a:xfrm>
          <a:prstGeom prst="rect">
            <a:avLst/>
          </a:prstGeom>
          <a:noFill/>
          <a:ln w="12700" cap="flat">
            <a:noFill/>
            <a:miter lim="400000"/>
          </a:ln>
          <a:effectLst/>
        </p:spPr>
        <p:txBody>
          <a:bodyPr wrap="square" lIns="45719" tIns="45719" rIns="45719" bIns="45719" numCol="1" anchor="t">
            <a:noAutofit/>
          </a:bodyPr>
          <a:lstStyle>
            <a:lvl1pPr defTabSz="914400">
              <a:defRPr sz="3600" b="0">
                <a:solidFill>
                  <a:srgbClr val="40404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lvl1pPr>
          </a:lstStyle>
          <a:p>
            <a:pPr algn="l"/>
            <a:r>
              <a:rPr lang="zh-CN" altLang="en-US" sz="4400" dirty="0">
                <a:solidFill>
                  <a:srgbClr val="000000"/>
                </a:solidFill>
              </a:rPr>
              <a:t>其他黑盒测试方法</a:t>
            </a:r>
            <a:endParaRPr sz="4400" dirty="0">
              <a:solidFill>
                <a:srgbClr val="000000"/>
              </a:solidFill>
            </a:endParaRPr>
          </a:p>
        </p:txBody>
      </p:sp>
      <p:sp>
        <p:nvSpPr>
          <p:cNvPr id="139" name="Freeform 5"/>
          <p:cNvSpPr/>
          <p:nvPr/>
        </p:nvSpPr>
        <p:spPr>
          <a:xfrm rot="5400000">
            <a:off x="9259567" y="6240049"/>
            <a:ext cx="1343465" cy="1235903"/>
          </a:xfrm>
          <a:custGeom>
            <a:avLst/>
            <a:gdLst/>
            <a:ahLst/>
            <a:cxnLst>
              <a:cxn ang="0">
                <a:pos x="wd2" y="hd2"/>
              </a:cxn>
              <a:cxn ang="5400000">
                <a:pos x="wd2" y="hd2"/>
              </a:cxn>
              <a:cxn ang="10800000">
                <a:pos x="wd2" y="hd2"/>
              </a:cxn>
              <a:cxn ang="16200000">
                <a:pos x="wd2" y="hd2"/>
              </a:cxn>
            </a:cxnLst>
            <a:rect l="0" t="0" r="r" b="b"/>
            <a:pathLst>
              <a:path w="21600" h="21583" extrusionOk="0">
                <a:moveTo>
                  <a:pt x="16957" y="20435"/>
                </a:moveTo>
                <a:cubicBezTo>
                  <a:pt x="16775" y="20771"/>
                  <a:pt x="16523" y="21062"/>
                  <a:pt x="16200" y="21274"/>
                </a:cubicBezTo>
                <a:cubicBezTo>
                  <a:pt x="15861" y="21495"/>
                  <a:pt x="15491" y="21592"/>
                  <a:pt x="15120" y="21583"/>
                </a:cubicBezTo>
                <a:lnTo>
                  <a:pt x="6433" y="21583"/>
                </a:lnTo>
                <a:cubicBezTo>
                  <a:pt x="6086" y="21583"/>
                  <a:pt x="5723" y="21486"/>
                  <a:pt x="5400" y="21274"/>
                </a:cubicBezTo>
                <a:cubicBezTo>
                  <a:pt x="5077" y="21062"/>
                  <a:pt x="4817" y="20771"/>
                  <a:pt x="4643" y="20426"/>
                </a:cubicBezTo>
                <a:lnTo>
                  <a:pt x="284" y="11966"/>
                </a:lnTo>
                <a:cubicBezTo>
                  <a:pt x="102" y="11622"/>
                  <a:pt x="0" y="11225"/>
                  <a:pt x="0" y="10792"/>
                </a:cubicBezTo>
                <a:cubicBezTo>
                  <a:pt x="0" y="10359"/>
                  <a:pt x="102" y="9962"/>
                  <a:pt x="284" y="9609"/>
                </a:cubicBezTo>
                <a:lnTo>
                  <a:pt x="4627" y="1184"/>
                </a:lnTo>
                <a:cubicBezTo>
                  <a:pt x="4809" y="840"/>
                  <a:pt x="5069" y="531"/>
                  <a:pt x="5400" y="319"/>
                </a:cubicBezTo>
                <a:cubicBezTo>
                  <a:pt x="5707" y="116"/>
                  <a:pt x="6046" y="10"/>
                  <a:pt x="6385" y="1"/>
                </a:cubicBezTo>
                <a:lnTo>
                  <a:pt x="15104" y="1"/>
                </a:lnTo>
                <a:cubicBezTo>
                  <a:pt x="15475" y="-8"/>
                  <a:pt x="15853" y="89"/>
                  <a:pt x="16200" y="319"/>
                </a:cubicBezTo>
                <a:cubicBezTo>
                  <a:pt x="16523" y="522"/>
                  <a:pt x="16783" y="813"/>
                  <a:pt x="16957" y="1158"/>
                </a:cubicBezTo>
                <a:lnTo>
                  <a:pt x="21300" y="9582"/>
                </a:lnTo>
                <a:cubicBezTo>
                  <a:pt x="21490" y="9935"/>
                  <a:pt x="21600" y="10350"/>
                  <a:pt x="21600" y="10792"/>
                </a:cubicBezTo>
                <a:cubicBezTo>
                  <a:pt x="21600" y="11242"/>
                  <a:pt x="21490" y="11657"/>
                  <a:pt x="21293" y="12011"/>
                </a:cubicBezTo>
                <a:lnTo>
                  <a:pt x="16957" y="20435"/>
                </a:lnTo>
                <a:close/>
              </a:path>
            </a:pathLst>
          </a:custGeom>
          <a:solidFill>
            <a:srgbClr val="A8271A"/>
          </a:solidFill>
          <a:ln w="12700" cap="flat">
            <a:noFill/>
            <a:miter lim="400000"/>
          </a:ln>
          <a:effectLst/>
        </p:spPr>
        <p:txBody>
          <a:bodyPr wrap="square" lIns="45719" tIns="45719" rIns="45719" bIns="45719" numCol="1" anchor="ctr">
            <a:noAutofit/>
          </a:bodyPr>
          <a:lstStyle/>
          <a:p>
            <a:pPr defTabSz="914400">
              <a:defRPr sz="4800" b="0">
                <a:solidFill>
                  <a:srgbClr val="FFFFFF"/>
                </a:solidFill>
                <a:latin typeface="Calibri" panose="020F0502020204030204"/>
                <a:ea typeface="Calibri" panose="020F0502020204030204"/>
                <a:cs typeface="Calibri" panose="020F0502020204030204"/>
                <a:sym typeface="Calibri" panose="020F0502020204030204"/>
              </a:defRPr>
            </a:pPr>
          </a:p>
        </p:txBody>
      </p:sp>
      <p:sp>
        <p:nvSpPr>
          <p:cNvPr id="140" name="矩形 11"/>
          <p:cNvSpPr txBox="1"/>
          <p:nvPr/>
        </p:nvSpPr>
        <p:spPr>
          <a:xfrm>
            <a:off x="9136452" y="6376001"/>
            <a:ext cx="1589696" cy="963998"/>
          </a:xfrm>
          <a:prstGeom prst="rect">
            <a:avLst/>
          </a:prstGeom>
          <a:noFill/>
          <a:ln w="12700" cap="flat">
            <a:noFill/>
            <a:miter lim="400000"/>
          </a:ln>
          <a:effectLst/>
        </p:spPr>
        <p:txBody>
          <a:bodyPr wrap="square" lIns="45719" tIns="45719" rIns="45719" bIns="45719" numCol="1" anchor="ctr">
            <a:noAutofit/>
          </a:bodyPr>
          <a:lstStyle>
            <a:lvl1pPr defTabSz="914400">
              <a:defRPr sz="4600" b="0">
                <a:solidFill>
                  <a:srgbClr val="FFFFFF"/>
                </a:solidFill>
                <a:latin typeface="Calibri" panose="020F0502020204030204"/>
                <a:ea typeface="Calibri" panose="020F0502020204030204"/>
                <a:cs typeface="Calibri" panose="020F0502020204030204"/>
                <a:sym typeface="Calibri" panose="020F0502020204030204"/>
              </a:defRPr>
            </a:lvl1pPr>
          </a:lstStyle>
          <a:p>
            <a:r>
              <a:rPr dirty="0"/>
              <a:t>03</a:t>
            </a:r>
            <a:endParaRPr dirty="0"/>
          </a:p>
        </p:txBody>
      </p:sp>
      <p:grpSp>
        <p:nvGrpSpPr>
          <p:cNvPr id="145" name="成组"/>
          <p:cNvGrpSpPr/>
          <p:nvPr/>
        </p:nvGrpSpPr>
        <p:grpSpPr>
          <a:xfrm>
            <a:off x="9136452" y="8040315"/>
            <a:ext cx="6332147" cy="1343465"/>
            <a:chOff x="0" y="0"/>
            <a:chExt cx="6206756" cy="1343464"/>
          </a:xfrm>
        </p:grpSpPr>
        <p:sp>
          <p:nvSpPr>
            <p:cNvPr id="142" name="矩形 5"/>
            <p:cNvSpPr txBox="1"/>
            <p:nvPr/>
          </p:nvSpPr>
          <p:spPr>
            <a:xfrm>
              <a:off x="1668153" y="299174"/>
              <a:ext cx="4538603" cy="601311"/>
            </a:xfrm>
            <a:prstGeom prst="rect">
              <a:avLst/>
            </a:prstGeom>
            <a:noFill/>
            <a:ln w="12700" cap="flat">
              <a:noFill/>
              <a:miter lim="400000"/>
            </a:ln>
            <a:effectLst/>
          </p:spPr>
          <p:txBody>
            <a:bodyPr wrap="square" lIns="45719" tIns="45719" rIns="45719" bIns="45719" numCol="1" anchor="t">
              <a:noAutofit/>
            </a:bodyPr>
            <a:lstStyle>
              <a:lvl1pPr defTabSz="914400">
                <a:defRPr sz="3600" b="0">
                  <a:solidFill>
                    <a:srgbClr val="40404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lvl1pPr>
            </a:lstStyle>
            <a:p>
              <a:pPr algn="l"/>
              <a:endParaRPr dirty="0"/>
            </a:p>
          </p:txBody>
        </p:sp>
        <p:sp>
          <p:nvSpPr>
            <p:cNvPr id="143" name="Freeform 5"/>
            <p:cNvSpPr/>
            <p:nvPr/>
          </p:nvSpPr>
          <p:spPr>
            <a:xfrm rot="5400000">
              <a:off x="107376" y="66017"/>
              <a:ext cx="1343464" cy="1211429"/>
            </a:xfrm>
            <a:custGeom>
              <a:avLst/>
              <a:gdLst/>
              <a:ahLst/>
              <a:cxnLst>
                <a:cxn ang="0">
                  <a:pos x="wd2" y="hd2"/>
                </a:cxn>
                <a:cxn ang="5400000">
                  <a:pos x="wd2" y="hd2"/>
                </a:cxn>
                <a:cxn ang="10800000">
                  <a:pos x="wd2" y="hd2"/>
                </a:cxn>
                <a:cxn ang="16200000">
                  <a:pos x="wd2" y="hd2"/>
                </a:cxn>
              </a:cxnLst>
              <a:rect l="0" t="0" r="r" b="b"/>
              <a:pathLst>
                <a:path w="21600" h="21583" extrusionOk="0">
                  <a:moveTo>
                    <a:pt x="16957" y="20435"/>
                  </a:moveTo>
                  <a:cubicBezTo>
                    <a:pt x="16775" y="20771"/>
                    <a:pt x="16523" y="21062"/>
                    <a:pt x="16200" y="21274"/>
                  </a:cubicBezTo>
                  <a:cubicBezTo>
                    <a:pt x="15861" y="21495"/>
                    <a:pt x="15491" y="21592"/>
                    <a:pt x="15120" y="21583"/>
                  </a:cubicBezTo>
                  <a:lnTo>
                    <a:pt x="6433" y="21583"/>
                  </a:lnTo>
                  <a:cubicBezTo>
                    <a:pt x="6086" y="21583"/>
                    <a:pt x="5723" y="21486"/>
                    <a:pt x="5400" y="21274"/>
                  </a:cubicBezTo>
                  <a:cubicBezTo>
                    <a:pt x="5077" y="21062"/>
                    <a:pt x="4817" y="20771"/>
                    <a:pt x="4643" y="20426"/>
                  </a:cubicBezTo>
                  <a:lnTo>
                    <a:pt x="284" y="11966"/>
                  </a:lnTo>
                  <a:cubicBezTo>
                    <a:pt x="102" y="11622"/>
                    <a:pt x="0" y="11225"/>
                    <a:pt x="0" y="10792"/>
                  </a:cubicBezTo>
                  <a:cubicBezTo>
                    <a:pt x="0" y="10359"/>
                    <a:pt x="102" y="9962"/>
                    <a:pt x="284" y="9609"/>
                  </a:cubicBezTo>
                  <a:lnTo>
                    <a:pt x="4627" y="1184"/>
                  </a:lnTo>
                  <a:cubicBezTo>
                    <a:pt x="4809" y="840"/>
                    <a:pt x="5069" y="531"/>
                    <a:pt x="5400" y="319"/>
                  </a:cubicBezTo>
                  <a:cubicBezTo>
                    <a:pt x="5707" y="116"/>
                    <a:pt x="6046" y="10"/>
                    <a:pt x="6385" y="1"/>
                  </a:cubicBezTo>
                  <a:lnTo>
                    <a:pt x="15104" y="1"/>
                  </a:lnTo>
                  <a:cubicBezTo>
                    <a:pt x="15475" y="-8"/>
                    <a:pt x="15853" y="89"/>
                    <a:pt x="16200" y="319"/>
                  </a:cubicBezTo>
                  <a:cubicBezTo>
                    <a:pt x="16523" y="522"/>
                    <a:pt x="16783" y="813"/>
                    <a:pt x="16957" y="1158"/>
                  </a:cubicBezTo>
                  <a:lnTo>
                    <a:pt x="21300" y="9582"/>
                  </a:lnTo>
                  <a:cubicBezTo>
                    <a:pt x="21490" y="9935"/>
                    <a:pt x="21600" y="10350"/>
                    <a:pt x="21600" y="10792"/>
                  </a:cubicBezTo>
                  <a:cubicBezTo>
                    <a:pt x="21600" y="11242"/>
                    <a:pt x="21490" y="11657"/>
                    <a:pt x="21293" y="12011"/>
                  </a:cubicBezTo>
                  <a:lnTo>
                    <a:pt x="16957" y="20435"/>
                  </a:lnTo>
                  <a:close/>
                </a:path>
              </a:pathLst>
            </a:custGeom>
            <a:solidFill>
              <a:srgbClr val="A8271A"/>
            </a:solidFill>
            <a:ln w="12700" cap="flat">
              <a:noFill/>
              <a:miter lim="400000"/>
            </a:ln>
            <a:effectLst/>
          </p:spPr>
          <p:txBody>
            <a:bodyPr wrap="square" lIns="45719" tIns="45719" rIns="45719" bIns="45719" numCol="1" anchor="ctr">
              <a:noAutofit/>
            </a:bodyPr>
            <a:lstStyle/>
            <a:p>
              <a:pPr defTabSz="914400">
                <a:defRPr sz="4800" b="0">
                  <a:solidFill>
                    <a:srgbClr val="FFFFFF"/>
                  </a:solidFill>
                  <a:latin typeface="Calibri" panose="020F0502020204030204"/>
                  <a:ea typeface="Calibri" panose="020F0502020204030204"/>
                  <a:cs typeface="Calibri" panose="020F0502020204030204"/>
                  <a:sym typeface="Calibri" panose="020F0502020204030204"/>
                </a:defRPr>
              </a:pPr>
            </a:p>
          </p:txBody>
        </p:sp>
        <p:sp>
          <p:nvSpPr>
            <p:cNvPr id="144" name="矩形 11"/>
            <p:cNvSpPr txBox="1"/>
            <p:nvPr/>
          </p:nvSpPr>
          <p:spPr>
            <a:xfrm>
              <a:off x="0" y="189733"/>
              <a:ext cx="1558216" cy="963997"/>
            </a:xfrm>
            <a:prstGeom prst="rect">
              <a:avLst/>
            </a:prstGeom>
            <a:noFill/>
            <a:ln w="12700" cap="flat">
              <a:noFill/>
              <a:miter lim="400000"/>
            </a:ln>
            <a:effectLst/>
          </p:spPr>
          <p:txBody>
            <a:bodyPr wrap="square" lIns="45719" tIns="45719" rIns="45719" bIns="45719" numCol="1" anchor="ctr">
              <a:noAutofit/>
            </a:bodyPr>
            <a:lstStyle>
              <a:lvl1pPr defTabSz="914400">
                <a:defRPr sz="4600" b="0">
                  <a:solidFill>
                    <a:srgbClr val="FFFFFF"/>
                  </a:solidFill>
                  <a:latin typeface="Calibri" panose="020F0502020204030204"/>
                  <a:ea typeface="Calibri" panose="020F0502020204030204"/>
                  <a:cs typeface="Calibri" panose="020F0502020204030204"/>
                  <a:sym typeface="Calibri" panose="020F0502020204030204"/>
                </a:defRPr>
              </a:lvl1pPr>
            </a:lstStyle>
            <a:p>
              <a:r>
                <a:rPr dirty="0"/>
                <a:t>04</a:t>
              </a:r>
              <a:endParaRPr dirty="0"/>
            </a:p>
          </p:txBody>
        </p:sp>
      </p:grpSp>
      <p:sp>
        <p:nvSpPr>
          <p:cNvPr id="146" name="矩形 5"/>
          <p:cNvSpPr txBox="1"/>
          <p:nvPr/>
        </p:nvSpPr>
        <p:spPr>
          <a:xfrm>
            <a:off x="11263350" y="8320568"/>
            <a:ext cx="2471296" cy="782959"/>
          </a:xfrm>
          <a:prstGeom prst="rect">
            <a:avLst/>
          </a:prstGeom>
          <a:noFill/>
          <a:ln w="12700" cap="flat">
            <a:noFill/>
            <a:miter lim="400000"/>
          </a:ln>
          <a:effectLst/>
        </p:spPr>
        <p:txBody>
          <a:bodyPr wrap="square" lIns="45719" tIns="45719" rIns="45719" bIns="45719" numCol="1" anchor="t">
            <a:noAutofit/>
          </a:bodyPr>
          <a:lstStyle>
            <a:lvl1pPr defTabSz="914400">
              <a:defRPr sz="3600" b="0">
                <a:solidFill>
                  <a:srgbClr val="40404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lvl1pPr>
          </a:lstStyle>
          <a:p>
            <a:pPr algn="l"/>
            <a:r>
              <a:rPr lang="zh-CN" altLang="en-US" sz="4400" dirty="0">
                <a:solidFill>
                  <a:srgbClr val="000000"/>
                </a:solidFill>
              </a:rPr>
              <a:t>小结</a:t>
            </a:r>
            <a:endParaRPr sz="4400" dirty="0">
              <a:solidFill>
                <a:srgbClr val="000000"/>
              </a:solidFill>
            </a:endParaRPr>
          </a:p>
        </p:txBody>
      </p:sp>
      <p:pic>
        <p:nvPicPr>
          <p:cNvPr id="2" name="音频 1">
            <a:hlinkClick r:id="" action="ppaction://media"/>
          </p:cNvPr>
          <p:cNvPicPr>
            <a:picLocks noChangeAspect="1"/>
          </p:cNvPicPr>
          <p:nvPr>
            <a:audioFile r:link="rId1"/>
            <p:extLst>
              <p:ext uri="{DAA4B4D4-6D71-4841-9C94-3DE7FCFB9230}">
                <p14:media xmlns:p14="http://schemas.microsoft.com/office/powerpoint/2010/main" r:link="rId2"/>
              </p:ext>
            </p:extLst>
          </p:nvPr>
        </p:nvPicPr>
        <p:blipFill>
          <a:blip r:embed="rId3"/>
          <a:stretch>
            <a:fillRect/>
          </a:stretch>
        </p:blipFill>
        <p:spPr>
          <a:xfrm>
            <a:off x="23923625" y="13255625"/>
            <a:ext cx="244475" cy="244475"/>
          </a:xfrm>
          <a:prstGeom prst="rect">
            <a:avLst/>
          </a:prstGeom>
        </p:spPr>
      </p:pic>
    </p:spTree>
  </p:cSld>
  <p:clrMapOvr>
    <a:masterClrMapping/>
  </p:clrMapOvr>
  <p:transition spd="med" advTm="16325"/>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2"/>
                </p:tgtEl>
              </p:cMediaNode>
            </p:audio>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737970" y="1078867"/>
            <a:ext cx="8394850" cy="1042894"/>
          </a:xfrm>
          <a:ln w="12700">
            <a:miter lim="400000"/>
          </a:ln>
        </p:spPr>
        <p:txBody>
          <a:bodyPr lIns="50800" tIns="50800" rIns="50800" bIns="50800" anchor="ctr">
            <a:normAutofit/>
          </a:bodyPr>
          <a:lstStyle/>
          <a:p>
            <a:r>
              <a:rPr lang="zh-CN" altLang="en-US" dirty="0"/>
              <a:t>基于状态机的测试方法</a:t>
            </a:r>
            <a:endParaRPr lang="zh-CN" altLang="en-US" dirty="0"/>
          </a:p>
        </p:txBody>
      </p:sp>
      <p:sp>
        <p:nvSpPr>
          <p:cNvPr id="5" name="矩形 11"/>
          <p:cNvSpPr txBox="1"/>
          <p:nvPr/>
        </p:nvSpPr>
        <p:spPr>
          <a:xfrm>
            <a:off x="929060" y="1157763"/>
            <a:ext cx="1589696" cy="963998"/>
          </a:xfrm>
          <a:prstGeom prst="rect">
            <a:avLst/>
          </a:prstGeom>
          <a:noFill/>
          <a:ln w="12700" cap="flat">
            <a:noFill/>
            <a:miter lim="400000"/>
          </a:ln>
          <a:effectLst/>
        </p:spPr>
        <p:txBody>
          <a:bodyPr wrap="square" lIns="45719" tIns="45719" rIns="45719" bIns="45719" numCol="1" anchor="ctr">
            <a:noAutofit/>
          </a:bodyPr>
          <a:lstStyle>
            <a:lvl1pPr defTabSz="914400">
              <a:defRPr sz="4600" b="0">
                <a:solidFill>
                  <a:srgbClr val="FFFFFF"/>
                </a:solidFill>
                <a:latin typeface="Calibri" panose="020F0502020204030204"/>
                <a:ea typeface="Calibri" panose="020F0502020204030204"/>
                <a:cs typeface="Calibri" panose="020F0502020204030204"/>
                <a:sym typeface="Calibri" panose="020F0502020204030204"/>
              </a:defRPr>
            </a:lvl1pPr>
          </a:lstStyle>
          <a:p>
            <a:r>
              <a:rPr dirty="0"/>
              <a:t>0</a:t>
            </a:r>
            <a:r>
              <a:rPr lang="en-US" altLang="zh-CN" dirty="0"/>
              <a:t>2</a:t>
            </a:r>
            <a:endParaRPr dirty="0"/>
          </a:p>
        </p:txBody>
      </p:sp>
      <p:sp>
        <p:nvSpPr>
          <p:cNvPr id="6" name="Rectangle 3"/>
          <p:cNvSpPr txBox="1">
            <a:spLocks noChangeArrowheads="1"/>
          </p:cNvSpPr>
          <p:nvPr/>
        </p:nvSpPr>
        <p:spPr>
          <a:xfrm>
            <a:off x="2737970" y="3086669"/>
            <a:ext cx="19550530" cy="9266043"/>
          </a:xfrm>
          <a:prstGeom prst="rect">
            <a:avLst/>
          </a:prstGeom>
          <a:ln w="12700">
            <a:miter lim="400000"/>
          </a:ln>
        </p:spPr>
        <p:txBody>
          <a:bodyPr lIns="50800" tIns="50800" rIns="50800" bIns="50800" anchor="t" anchorCtr="0">
            <a:noAutofit/>
          </a:bodyPr>
          <a:lstStyle>
            <a:lvl1pPr marL="635000" indent="-635000" algn="l">
              <a:lnSpc>
                <a:spcPct val="200000"/>
              </a:lnSpc>
              <a:buFont typeface="Wingdings" panose="05000000000000000000" pitchFamily="2" charset="2"/>
              <a:buChar char="n"/>
              <a:defRPr sz="4400" b="0">
                <a:latin typeface="微软雅黑" panose="020B0503020204020204" pitchFamily="34" charset="-122"/>
                <a:ea typeface="微软雅黑" panose="020B0503020204020204" pitchFamily="34" charset="-122"/>
                <a:cs typeface="微软雅黑" panose="020B0503020204020204" pitchFamily="34" charset="-122"/>
              </a:defRPr>
            </a:lvl1pPr>
            <a:lvl2pPr marL="1270000" indent="-635000" algn="l">
              <a:spcBef>
                <a:spcPts val="5900"/>
              </a:spcBef>
              <a:buSzPct val="125000"/>
              <a:buChar char="•"/>
              <a:defRPr sz="4000">
                <a:latin typeface="黑体" panose="02010609060101010101" pitchFamily="49" charset="-122"/>
                <a:ea typeface="黑体" panose="02010609060101010101" pitchFamily="49" charset="-122"/>
                <a:cs typeface="黑体" panose="02010609060101010101" pitchFamily="49" charset="-122"/>
              </a:defRPr>
            </a:lvl2pPr>
            <a:lvl3pPr marL="1905000" lvl="2" indent="-635000" algn="l">
              <a:lnSpc>
                <a:spcPct val="150000"/>
              </a:lnSpc>
              <a:buSzPct val="125000"/>
              <a:buFont typeface="Wingdings" panose="05000000000000000000" pitchFamily="2" charset="2"/>
              <a:buChar char="Ø"/>
              <a:defRPr sz="4400" b="0">
                <a:latin typeface="微软雅黑" panose="020B0503020204020204" pitchFamily="34" charset="-122"/>
                <a:ea typeface="微软雅黑" panose="020B0503020204020204" pitchFamily="34" charset="-122"/>
              </a:defRPr>
            </a:lvl3pPr>
            <a:lvl4pPr marL="2540000" indent="-635000" algn="l">
              <a:spcBef>
                <a:spcPts val="5900"/>
              </a:spcBef>
              <a:buSzPct val="125000"/>
              <a:buChar char="•"/>
              <a:defRPr sz="5200" b="0"/>
            </a:lvl4pPr>
            <a:lvl5pPr marL="3175000" indent="-635000" algn="l">
              <a:spcBef>
                <a:spcPts val="5900"/>
              </a:spcBef>
              <a:buSzPct val="125000"/>
              <a:buChar char="•"/>
              <a:defRPr sz="5200" b="0"/>
            </a:lvl5pPr>
            <a:lvl6pPr marL="3810000" indent="-635000" algn="l">
              <a:spcBef>
                <a:spcPts val="5900"/>
              </a:spcBef>
              <a:buSzPct val="125000"/>
              <a:buChar char="•"/>
              <a:defRPr sz="5200" b="0"/>
            </a:lvl6pPr>
            <a:lvl7pPr marL="4445000" indent="-635000" algn="l">
              <a:spcBef>
                <a:spcPts val="5900"/>
              </a:spcBef>
              <a:buSzPct val="125000"/>
              <a:buChar char="•"/>
              <a:defRPr sz="5200" b="0"/>
            </a:lvl7pPr>
            <a:lvl8pPr marL="5080000" indent="-635000" algn="l">
              <a:spcBef>
                <a:spcPts val="5900"/>
              </a:spcBef>
              <a:buSzPct val="125000"/>
              <a:buChar char="•"/>
              <a:defRPr sz="5200" b="0"/>
            </a:lvl8pPr>
            <a:lvl9pPr marL="5715000" indent="-635000" algn="l">
              <a:spcBef>
                <a:spcPts val="5900"/>
              </a:spcBef>
              <a:buSzPct val="125000"/>
              <a:buChar char="•"/>
              <a:defRPr sz="5200" b="0"/>
            </a:lvl9pPr>
          </a:lstStyle>
          <a:p>
            <a:r>
              <a:rPr lang="zh-CN" altLang="en-US" sz="4800" b="1" dirty="0"/>
              <a:t>基于状态机的测试方法</a:t>
            </a:r>
            <a:endParaRPr lang="en-US" altLang="zh-CN" sz="4800" b="1" dirty="0"/>
          </a:p>
          <a:p>
            <a:pPr lvl="2" eaLnBrk="1"/>
            <a:r>
              <a:rPr lang="zh-CN" altLang="en-US" sz="4800" dirty="0"/>
              <a:t>以软件的状态机图为基础，以覆盖状态机元素</a:t>
            </a:r>
            <a:r>
              <a:rPr lang="en-US" altLang="zh-CN" sz="4800" dirty="0"/>
              <a:t>(</a:t>
            </a:r>
            <a:r>
              <a:rPr lang="zh-CN" altLang="en-US" sz="4800" dirty="0"/>
              <a:t>状态、转换、动作、事件</a:t>
            </a:r>
            <a:r>
              <a:rPr lang="en-US" altLang="zh-CN" sz="4800" dirty="0"/>
              <a:t>)</a:t>
            </a:r>
            <a:r>
              <a:rPr lang="zh-CN" altLang="en-US" sz="4800" dirty="0"/>
              <a:t>为目标的一种软件测试方法。</a:t>
            </a:r>
            <a:endParaRPr lang="zh-CN" altLang="en-US" sz="4800" dirty="0"/>
          </a:p>
          <a:p>
            <a:pPr lvl="2"/>
            <a:endParaRPr lang="en-US" altLang="zh-CN" sz="4800" dirty="0"/>
          </a:p>
          <a:p>
            <a:pPr lvl="2"/>
            <a:endParaRPr lang="zh-CN" altLang="en-US" sz="4800" dirty="0"/>
          </a:p>
        </p:txBody>
      </p:sp>
      <p:pic>
        <p:nvPicPr>
          <p:cNvPr id="3" name="音频 2">
            <a:hlinkClick r:id="" action="ppaction://media"/>
          </p:cNvPr>
          <p:cNvPicPr>
            <a:picLocks noChangeAspect="1"/>
          </p:cNvPicPr>
          <p:nvPr>
            <a:audioFile r:link="rId1"/>
            <p:extLst>
              <p:ext uri="{DAA4B4D4-6D71-4841-9C94-3DE7FCFB9230}">
                <p14:media xmlns:p14="http://schemas.microsoft.com/office/powerpoint/2010/main" r:link="rId2"/>
              </p:ext>
            </p:extLst>
          </p:nvPr>
        </p:nvPicPr>
        <p:blipFill>
          <a:blip r:embed="rId3"/>
          <a:stretch>
            <a:fillRect/>
          </a:stretch>
        </p:blipFill>
        <p:spPr>
          <a:xfrm>
            <a:off x="23923625" y="13255625"/>
            <a:ext cx="244475" cy="244475"/>
          </a:xfrm>
          <a:prstGeom prst="rect">
            <a:avLst/>
          </a:prstGeom>
        </p:spPr>
      </p:pic>
    </p:spTree>
    <p:custDataLst>
      <p:tags r:id="rId4"/>
    </p:custDataLst>
  </p:cSld>
  <p:clrMapOvr>
    <a:masterClrMapping/>
  </p:clrMapOvr>
  <p:transition spd="med" advTm="41000"/>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3"/>
                </p:tgtEl>
              </p:cMediaNode>
            </p:audio>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737970" y="1078867"/>
            <a:ext cx="8394850" cy="1042894"/>
          </a:xfrm>
          <a:ln w="12700">
            <a:miter lim="400000"/>
          </a:ln>
        </p:spPr>
        <p:txBody>
          <a:bodyPr lIns="50800" tIns="50800" rIns="50800" bIns="50800" anchor="ctr">
            <a:normAutofit/>
          </a:bodyPr>
          <a:lstStyle/>
          <a:p>
            <a:r>
              <a:rPr lang="zh-CN" altLang="en-US" dirty="0"/>
              <a:t>基于状态机的测试方法</a:t>
            </a:r>
            <a:endParaRPr lang="zh-CN" altLang="en-US" dirty="0"/>
          </a:p>
        </p:txBody>
      </p:sp>
      <p:sp>
        <p:nvSpPr>
          <p:cNvPr id="5" name="矩形 11"/>
          <p:cNvSpPr txBox="1"/>
          <p:nvPr/>
        </p:nvSpPr>
        <p:spPr>
          <a:xfrm>
            <a:off x="929060" y="1157763"/>
            <a:ext cx="1589696" cy="963998"/>
          </a:xfrm>
          <a:prstGeom prst="rect">
            <a:avLst/>
          </a:prstGeom>
          <a:noFill/>
          <a:ln w="12700" cap="flat">
            <a:noFill/>
            <a:miter lim="400000"/>
          </a:ln>
          <a:effectLst/>
        </p:spPr>
        <p:txBody>
          <a:bodyPr wrap="square" lIns="45719" tIns="45719" rIns="45719" bIns="45719" numCol="1" anchor="ctr">
            <a:noAutofit/>
          </a:bodyPr>
          <a:lstStyle>
            <a:lvl1pPr defTabSz="914400">
              <a:defRPr sz="4600" b="0">
                <a:solidFill>
                  <a:srgbClr val="FFFFFF"/>
                </a:solidFill>
                <a:latin typeface="Calibri" panose="020F0502020204030204"/>
                <a:ea typeface="Calibri" panose="020F0502020204030204"/>
                <a:cs typeface="Calibri" panose="020F0502020204030204"/>
                <a:sym typeface="Calibri" panose="020F0502020204030204"/>
              </a:defRPr>
            </a:lvl1pPr>
          </a:lstStyle>
          <a:p>
            <a:r>
              <a:rPr dirty="0"/>
              <a:t>0</a:t>
            </a:r>
            <a:r>
              <a:rPr lang="en-US" altLang="zh-CN" dirty="0"/>
              <a:t>2</a:t>
            </a:r>
            <a:endParaRPr dirty="0"/>
          </a:p>
        </p:txBody>
      </p:sp>
      <p:sp>
        <p:nvSpPr>
          <p:cNvPr id="6" name="Rectangle 3"/>
          <p:cNvSpPr txBox="1">
            <a:spLocks noChangeArrowheads="1"/>
          </p:cNvSpPr>
          <p:nvPr/>
        </p:nvSpPr>
        <p:spPr>
          <a:xfrm>
            <a:off x="2737970" y="3086669"/>
            <a:ext cx="8796986" cy="9266043"/>
          </a:xfrm>
          <a:prstGeom prst="rect">
            <a:avLst/>
          </a:prstGeom>
          <a:ln w="12700">
            <a:miter lim="400000"/>
          </a:ln>
        </p:spPr>
        <p:txBody>
          <a:bodyPr lIns="50800" tIns="50800" rIns="50800" bIns="50800" anchor="t" anchorCtr="0">
            <a:noAutofit/>
          </a:bodyPr>
          <a:lstStyle>
            <a:lvl1pPr marL="635000" indent="-635000" algn="l">
              <a:lnSpc>
                <a:spcPct val="200000"/>
              </a:lnSpc>
              <a:buFont typeface="Wingdings" panose="05000000000000000000" pitchFamily="2" charset="2"/>
              <a:buChar char="n"/>
              <a:defRPr sz="4400" b="0">
                <a:latin typeface="微软雅黑" panose="020B0503020204020204" pitchFamily="34" charset="-122"/>
                <a:ea typeface="微软雅黑" panose="020B0503020204020204" pitchFamily="34" charset="-122"/>
                <a:cs typeface="微软雅黑" panose="020B0503020204020204" pitchFamily="34" charset="-122"/>
              </a:defRPr>
            </a:lvl1pPr>
            <a:lvl2pPr marL="1270000" indent="-635000" algn="l">
              <a:spcBef>
                <a:spcPts val="5900"/>
              </a:spcBef>
              <a:buSzPct val="125000"/>
              <a:buChar char="•"/>
              <a:defRPr sz="4000">
                <a:latin typeface="黑体" panose="02010609060101010101" pitchFamily="49" charset="-122"/>
                <a:ea typeface="黑体" panose="02010609060101010101" pitchFamily="49" charset="-122"/>
                <a:cs typeface="黑体" panose="02010609060101010101" pitchFamily="49" charset="-122"/>
              </a:defRPr>
            </a:lvl2pPr>
            <a:lvl3pPr marL="1905000" lvl="2" indent="-635000" algn="l">
              <a:lnSpc>
                <a:spcPct val="150000"/>
              </a:lnSpc>
              <a:buSzPct val="125000"/>
              <a:buFont typeface="Wingdings" panose="05000000000000000000" pitchFamily="2" charset="2"/>
              <a:buChar char="Ø"/>
              <a:defRPr sz="4400" b="0">
                <a:latin typeface="微软雅黑" panose="020B0503020204020204" pitchFamily="34" charset="-122"/>
                <a:ea typeface="微软雅黑" panose="020B0503020204020204" pitchFamily="34" charset="-122"/>
              </a:defRPr>
            </a:lvl3pPr>
            <a:lvl4pPr marL="2540000" indent="-635000" algn="l">
              <a:spcBef>
                <a:spcPts val="5900"/>
              </a:spcBef>
              <a:buSzPct val="125000"/>
              <a:buChar char="•"/>
              <a:defRPr sz="5200" b="0"/>
            </a:lvl4pPr>
            <a:lvl5pPr marL="3175000" indent="-635000" algn="l">
              <a:spcBef>
                <a:spcPts val="5900"/>
              </a:spcBef>
              <a:buSzPct val="125000"/>
              <a:buChar char="•"/>
              <a:defRPr sz="5200" b="0"/>
            </a:lvl5pPr>
            <a:lvl6pPr marL="3810000" indent="-635000" algn="l">
              <a:spcBef>
                <a:spcPts val="5900"/>
              </a:spcBef>
              <a:buSzPct val="125000"/>
              <a:buChar char="•"/>
              <a:defRPr sz="5200" b="0"/>
            </a:lvl6pPr>
            <a:lvl7pPr marL="4445000" indent="-635000" algn="l">
              <a:spcBef>
                <a:spcPts val="5900"/>
              </a:spcBef>
              <a:buSzPct val="125000"/>
              <a:buChar char="•"/>
              <a:defRPr sz="5200" b="0"/>
            </a:lvl7pPr>
            <a:lvl8pPr marL="5080000" indent="-635000" algn="l">
              <a:spcBef>
                <a:spcPts val="5900"/>
              </a:spcBef>
              <a:buSzPct val="125000"/>
              <a:buChar char="•"/>
              <a:defRPr sz="5200" b="0"/>
            </a:lvl8pPr>
            <a:lvl9pPr marL="5715000" indent="-635000" algn="l">
              <a:spcBef>
                <a:spcPts val="5900"/>
              </a:spcBef>
              <a:buSzPct val="125000"/>
              <a:buChar char="•"/>
              <a:defRPr sz="5200" b="0"/>
            </a:lvl9pPr>
          </a:lstStyle>
          <a:p>
            <a:r>
              <a:rPr lang="zh-CN" altLang="en-US" sz="4800" b="1" dirty="0"/>
              <a:t>基于状态机的测试方法</a:t>
            </a:r>
            <a:endParaRPr lang="en-US" altLang="zh-CN" sz="4800" b="1" dirty="0"/>
          </a:p>
          <a:p>
            <a:pPr lvl="2" eaLnBrk="1"/>
            <a:r>
              <a:rPr lang="zh-CN" altLang="en-US" sz="4800" dirty="0"/>
              <a:t>以软件的</a:t>
            </a:r>
            <a:r>
              <a:rPr lang="zh-CN" altLang="en-US" sz="4800" b="1" dirty="0">
                <a:solidFill>
                  <a:srgbClr val="FF0000"/>
                </a:solidFill>
              </a:rPr>
              <a:t>状态机图</a:t>
            </a:r>
            <a:r>
              <a:rPr lang="zh-CN" altLang="en-US" sz="4800" dirty="0"/>
              <a:t>为基础，以覆盖状态机元素</a:t>
            </a:r>
            <a:r>
              <a:rPr lang="en-US" altLang="zh-CN" sz="4800" dirty="0"/>
              <a:t>(</a:t>
            </a:r>
            <a:r>
              <a:rPr lang="zh-CN" altLang="en-US" sz="4800" b="1" dirty="0">
                <a:solidFill>
                  <a:srgbClr val="FF0000"/>
                </a:solidFill>
              </a:rPr>
              <a:t>状态、转换、动作、事件</a:t>
            </a:r>
            <a:r>
              <a:rPr lang="en-US" altLang="zh-CN" sz="4800" dirty="0"/>
              <a:t>)</a:t>
            </a:r>
            <a:r>
              <a:rPr lang="zh-CN" altLang="en-US" sz="4800" dirty="0"/>
              <a:t>为目标的一种软件测试方法。</a:t>
            </a:r>
            <a:endParaRPr lang="zh-CN" altLang="en-US" sz="4800" dirty="0"/>
          </a:p>
          <a:p>
            <a:pPr lvl="2"/>
            <a:endParaRPr lang="en-US" altLang="zh-CN" sz="4800" dirty="0"/>
          </a:p>
          <a:p>
            <a:pPr lvl="2"/>
            <a:endParaRPr lang="zh-CN" altLang="en-US" sz="4800" dirty="0"/>
          </a:p>
        </p:txBody>
      </p:sp>
      <p:grpSp>
        <p:nvGrpSpPr>
          <p:cNvPr id="7" name="Group 3"/>
          <p:cNvGrpSpPr/>
          <p:nvPr/>
        </p:nvGrpSpPr>
        <p:grpSpPr bwMode="auto">
          <a:xfrm>
            <a:off x="12955032" y="2672798"/>
            <a:ext cx="10233286" cy="8370403"/>
            <a:chOff x="2678" y="8616"/>
            <a:chExt cx="6536" cy="4836"/>
          </a:xfrm>
        </p:grpSpPr>
        <p:sp>
          <p:nvSpPr>
            <p:cNvPr id="8" name="Oval 4"/>
            <p:cNvSpPr>
              <a:spLocks noChangeArrowheads="1"/>
            </p:cNvSpPr>
            <p:nvPr/>
          </p:nvSpPr>
          <p:spPr bwMode="auto">
            <a:xfrm>
              <a:off x="4382" y="8616"/>
              <a:ext cx="180" cy="156"/>
            </a:xfrm>
            <a:prstGeom prst="ellipse">
              <a:avLst/>
            </a:prstGeom>
            <a:solidFill>
              <a:srgbClr val="000000"/>
            </a:solidFill>
            <a:ln w="57150" algn="ctr">
              <a:solidFill>
                <a:srgbClr val="000000"/>
              </a:solidFill>
              <a:round/>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360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9" name="AutoShape 5"/>
            <p:cNvSpPr>
              <a:spLocks noChangeArrowheads="1"/>
            </p:cNvSpPr>
            <p:nvPr/>
          </p:nvSpPr>
          <p:spPr bwMode="auto">
            <a:xfrm>
              <a:off x="3758" y="9240"/>
              <a:ext cx="1440" cy="780"/>
            </a:xfrm>
            <a:prstGeom prst="flowChartAlternateProcess">
              <a:avLst/>
            </a:prstGeom>
            <a:noFill/>
            <a:ln w="57150" algn="ctr">
              <a:solidFill>
                <a:srgbClr val="000000"/>
              </a:solidFill>
              <a:miter lim="800000"/>
            </a:ln>
            <a:extLst>
              <a:ext uri="{909E8E84-426E-40DD-AFC4-6F175D3DCCD1}">
                <a14:hiddenFill xmlns:a14="http://schemas.microsoft.com/office/drawing/2010/main">
                  <a:solidFill>
                    <a:srgbClr val="FFFFFF"/>
                  </a:solidFill>
                </a14:hiddenFill>
              </a:ext>
            </a:extLst>
          </p:spPr>
          <p:txBody>
            <a:bodyPr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en-US" altLang="zh-CN" sz="2800" dirty="0">
                  <a:latin typeface="Times New Roman" panose="02020603050405020304" pitchFamily="18" charset="0"/>
                  <a:cs typeface="Times New Roman" panose="02020603050405020304" pitchFamily="18" charset="0"/>
                </a:rPr>
                <a:t>empty</a:t>
              </a:r>
              <a:endParaRPr lang="en-US" altLang="zh-CN" sz="2800" dirty="0">
                <a:latin typeface="Times New Roman" panose="02020603050405020304" pitchFamily="18" charset="0"/>
                <a:cs typeface="Times New Roman" panose="02020603050405020304" pitchFamily="18" charset="0"/>
              </a:endParaRPr>
            </a:p>
          </p:txBody>
        </p:sp>
        <p:sp>
          <p:nvSpPr>
            <p:cNvPr id="10" name="AutoShape 6"/>
            <p:cNvSpPr>
              <a:spLocks noChangeArrowheads="1"/>
            </p:cNvSpPr>
            <p:nvPr/>
          </p:nvSpPr>
          <p:spPr bwMode="auto">
            <a:xfrm>
              <a:off x="3758" y="10956"/>
              <a:ext cx="1440" cy="780"/>
            </a:xfrm>
            <a:prstGeom prst="flowChartAlternateProcess">
              <a:avLst/>
            </a:prstGeom>
            <a:noFill/>
            <a:ln w="57150" algn="ctr">
              <a:solidFill>
                <a:srgbClr val="000000"/>
              </a:solidFill>
              <a:miter lim="800000"/>
            </a:ln>
            <a:extLst>
              <a:ext uri="{909E8E84-426E-40DD-AFC4-6F175D3DCCD1}">
                <a14:hiddenFill xmlns:a14="http://schemas.microsoft.com/office/drawing/2010/main">
                  <a:solidFill>
                    <a:srgbClr val="FFFFFF"/>
                  </a:solidFill>
                </a14:hiddenFill>
              </a:ext>
            </a:extLst>
          </p:spPr>
          <p:txBody>
            <a:bodyPr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FontTx/>
                <a:buNone/>
              </a:pPr>
              <a:r>
                <a:rPr lang="en-US" altLang="zh-CN" sz="2800">
                  <a:latin typeface="Times New Roman" panose="02020603050405020304" pitchFamily="18" charset="0"/>
                  <a:cs typeface="Times New Roman" panose="02020603050405020304" pitchFamily="18" charset="0"/>
                </a:rPr>
                <a:t>Partially full</a:t>
              </a:r>
              <a:endParaRPr lang="en-US" altLang="zh-CN" sz="2800">
                <a:latin typeface="Times New Roman" panose="02020603050405020304" pitchFamily="18" charset="0"/>
                <a:cs typeface="Times New Roman" panose="02020603050405020304" pitchFamily="18" charset="0"/>
              </a:endParaRPr>
            </a:p>
          </p:txBody>
        </p:sp>
        <p:sp>
          <p:nvSpPr>
            <p:cNvPr id="11" name="AutoShape 7"/>
            <p:cNvSpPr>
              <a:spLocks noChangeArrowheads="1"/>
            </p:cNvSpPr>
            <p:nvPr/>
          </p:nvSpPr>
          <p:spPr bwMode="auto">
            <a:xfrm>
              <a:off x="3758" y="12672"/>
              <a:ext cx="1440" cy="780"/>
            </a:xfrm>
            <a:prstGeom prst="flowChartAlternateProcess">
              <a:avLst/>
            </a:prstGeom>
            <a:noFill/>
            <a:ln w="57150" algn="ctr">
              <a:solidFill>
                <a:srgbClr val="000000"/>
              </a:solidFill>
              <a:miter lim="800000"/>
            </a:ln>
            <a:extLst>
              <a:ext uri="{909E8E84-426E-40DD-AFC4-6F175D3DCCD1}">
                <a14:hiddenFill xmlns:a14="http://schemas.microsoft.com/office/drawing/2010/main">
                  <a:solidFill>
                    <a:srgbClr val="FFFFFF"/>
                  </a:solidFill>
                </a14:hiddenFill>
              </a:ext>
            </a:extLst>
          </p:spPr>
          <p:txBody>
            <a:bodyPr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en-US" altLang="zh-CN" sz="2800">
                  <a:latin typeface="Times New Roman" panose="02020603050405020304" pitchFamily="18" charset="0"/>
                  <a:cs typeface="Times New Roman" panose="02020603050405020304" pitchFamily="18" charset="0"/>
                </a:rPr>
                <a:t>full</a:t>
              </a:r>
              <a:endParaRPr lang="en-US" altLang="zh-CN" sz="2800">
                <a:latin typeface="Times New Roman" panose="02020603050405020304" pitchFamily="18" charset="0"/>
                <a:cs typeface="Times New Roman" panose="02020603050405020304" pitchFamily="18" charset="0"/>
              </a:endParaRPr>
            </a:p>
          </p:txBody>
        </p:sp>
        <p:sp>
          <p:nvSpPr>
            <p:cNvPr id="12" name="Line 8"/>
            <p:cNvSpPr>
              <a:spLocks noChangeShapeType="1"/>
            </p:cNvSpPr>
            <p:nvPr/>
          </p:nvSpPr>
          <p:spPr bwMode="auto">
            <a:xfrm>
              <a:off x="4478" y="8772"/>
              <a:ext cx="0" cy="468"/>
            </a:xfrm>
            <a:prstGeom prst="line">
              <a:avLst/>
            </a:prstGeom>
            <a:noFill/>
            <a:ln w="57150">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sz="6000">
                <a:latin typeface="Times New Roman" panose="02020603050405020304" pitchFamily="18" charset="0"/>
                <a:cs typeface="Times New Roman" panose="02020603050405020304" pitchFamily="18" charset="0"/>
              </a:endParaRPr>
            </a:p>
          </p:txBody>
        </p:sp>
        <p:sp>
          <p:nvSpPr>
            <p:cNvPr id="13" name="Line 9"/>
            <p:cNvSpPr>
              <a:spLocks noChangeShapeType="1"/>
            </p:cNvSpPr>
            <p:nvPr/>
          </p:nvSpPr>
          <p:spPr bwMode="auto">
            <a:xfrm>
              <a:off x="4118" y="10020"/>
              <a:ext cx="0" cy="936"/>
            </a:xfrm>
            <a:prstGeom prst="line">
              <a:avLst/>
            </a:prstGeom>
            <a:noFill/>
            <a:ln w="57150">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sz="6000">
                <a:latin typeface="Times New Roman" panose="02020603050405020304" pitchFamily="18" charset="0"/>
                <a:cs typeface="Times New Roman" panose="02020603050405020304" pitchFamily="18" charset="0"/>
              </a:endParaRPr>
            </a:p>
          </p:txBody>
        </p:sp>
        <p:sp>
          <p:nvSpPr>
            <p:cNvPr id="14" name="Line 10"/>
            <p:cNvSpPr>
              <a:spLocks noChangeShapeType="1"/>
            </p:cNvSpPr>
            <p:nvPr/>
          </p:nvSpPr>
          <p:spPr bwMode="auto">
            <a:xfrm>
              <a:off x="4838" y="10020"/>
              <a:ext cx="0" cy="936"/>
            </a:xfrm>
            <a:prstGeom prst="line">
              <a:avLst/>
            </a:prstGeom>
            <a:noFill/>
            <a:ln w="57150">
              <a:solidFill>
                <a:srgbClr val="000000"/>
              </a:solidFill>
              <a:round/>
              <a:headEnd type="triangle" w="med" len="med"/>
            </a:ln>
            <a:extLst>
              <a:ext uri="{909E8E84-426E-40DD-AFC4-6F175D3DCCD1}">
                <a14:hiddenFill xmlns:a14="http://schemas.microsoft.com/office/drawing/2010/main">
                  <a:noFill/>
                </a14:hiddenFill>
              </a:ext>
            </a:extLst>
          </p:spPr>
          <p:txBody>
            <a:bodyPr/>
            <a:lstStyle/>
            <a:p>
              <a:endParaRPr lang="zh-CN" altLang="en-US" sz="6000">
                <a:latin typeface="Times New Roman" panose="02020603050405020304" pitchFamily="18" charset="0"/>
                <a:cs typeface="Times New Roman" panose="02020603050405020304" pitchFamily="18" charset="0"/>
              </a:endParaRPr>
            </a:p>
          </p:txBody>
        </p:sp>
        <p:sp>
          <p:nvSpPr>
            <p:cNvPr id="15" name="Line 11"/>
            <p:cNvSpPr>
              <a:spLocks noChangeShapeType="1"/>
            </p:cNvSpPr>
            <p:nvPr/>
          </p:nvSpPr>
          <p:spPr bwMode="auto">
            <a:xfrm>
              <a:off x="4118" y="11736"/>
              <a:ext cx="0" cy="936"/>
            </a:xfrm>
            <a:prstGeom prst="line">
              <a:avLst/>
            </a:prstGeom>
            <a:noFill/>
            <a:ln w="57150">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sz="6000">
                <a:latin typeface="Times New Roman" panose="02020603050405020304" pitchFamily="18" charset="0"/>
                <a:cs typeface="Times New Roman" panose="02020603050405020304" pitchFamily="18" charset="0"/>
              </a:endParaRPr>
            </a:p>
          </p:txBody>
        </p:sp>
        <p:sp>
          <p:nvSpPr>
            <p:cNvPr id="16" name="Line 12"/>
            <p:cNvSpPr>
              <a:spLocks noChangeShapeType="1"/>
            </p:cNvSpPr>
            <p:nvPr/>
          </p:nvSpPr>
          <p:spPr bwMode="auto">
            <a:xfrm>
              <a:off x="4838" y="11736"/>
              <a:ext cx="0" cy="936"/>
            </a:xfrm>
            <a:prstGeom prst="line">
              <a:avLst/>
            </a:prstGeom>
            <a:noFill/>
            <a:ln w="57150">
              <a:solidFill>
                <a:srgbClr val="000000"/>
              </a:solidFill>
              <a:round/>
              <a:headEnd type="triangle" w="med" len="med"/>
            </a:ln>
            <a:extLst>
              <a:ext uri="{909E8E84-426E-40DD-AFC4-6F175D3DCCD1}">
                <a14:hiddenFill xmlns:a14="http://schemas.microsoft.com/office/drawing/2010/main">
                  <a:noFill/>
                </a14:hiddenFill>
              </a:ext>
            </a:extLst>
          </p:spPr>
          <p:txBody>
            <a:bodyPr/>
            <a:lstStyle/>
            <a:p>
              <a:endParaRPr lang="zh-CN" altLang="en-US" sz="6000">
                <a:latin typeface="Times New Roman" panose="02020603050405020304" pitchFamily="18" charset="0"/>
                <a:cs typeface="Times New Roman" panose="02020603050405020304" pitchFamily="18" charset="0"/>
              </a:endParaRPr>
            </a:p>
          </p:txBody>
        </p:sp>
        <p:grpSp>
          <p:nvGrpSpPr>
            <p:cNvPr id="17" name="Group 13"/>
            <p:cNvGrpSpPr/>
            <p:nvPr/>
          </p:nvGrpSpPr>
          <p:grpSpPr bwMode="auto">
            <a:xfrm>
              <a:off x="7898" y="11112"/>
              <a:ext cx="360" cy="312"/>
              <a:chOff x="7898" y="11112"/>
              <a:chExt cx="360" cy="312"/>
            </a:xfrm>
          </p:grpSpPr>
          <p:sp>
            <p:nvSpPr>
              <p:cNvPr id="49" name="Oval 14"/>
              <p:cNvSpPr>
                <a:spLocks noChangeArrowheads="1"/>
              </p:cNvSpPr>
              <p:nvPr/>
            </p:nvSpPr>
            <p:spPr bwMode="auto">
              <a:xfrm>
                <a:off x="7898" y="11112"/>
                <a:ext cx="360" cy="312"/>
              </a:xfrm>
              <a:prstGeom prst="ellipse">
                <a:avLst/>
              </a:prstGeom>
              <a:noFill/>
              <a:ln w="57150" algn="ctr">
                <a:solidFill>
                  <a:srgbClr val="000000"/>
                </a:solidFill>
                <a:rou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360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50" name="Oval 15"/>
              <p:cNvSpPr>
                <a:spLocks noChangeArrowheads="1"/>
              </p:cNvSpPr>
              <p:nvPr/>
            </p:nvSpPr>
            <p:spPr bwMode="auto">
              <a:xfrm>
                <a:off x="7994" y="11184"/>
                <a:ext cx="180" cy="156"/>
              </a:xfrm>
              <a:prstGeom prst="ellipse">
                <a:avLst/>
              </a:prstGeom>
              <a:solidFill>
                <a:srgbClr val="000000"/>
              </a:solidFill>
              <a:ln w="57150" algn="ctr">
                <a:solidFill>
                  <a:srgbClr val="000000"/>
                </a:solidFill>
                <a:round/>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3600">
                  <a:latin typeface="Times New Roman" panose="02020603050405020304" pitchFamily="18" charset="0"/>
                  <a:ea typeface="黑体" panose="02010609060101010101" pitchFamily="49" charset="-122"/>
                  <a:cs typeface="Times New Roman" panose="02020603050405020304" pitchFamily="18" charset="0"/>
                </a:endParaRPr>
              </a:p>
            </p:txBody>
          </p:sp>
        </p:grpSp>
        <p:sp>
          <p:nvSpPr>
            <p:cNvPr id="18" name="Line 16"/>
            <p:cNvSpPr>
              <a:spLocks noChangeShapeType="1"/>
            </p:cNvSpPr>
            <p:nvPr/>
          </p:nvSpPr>
          <p:spPr bwMode="auto">
            <a:xfrm>
              <a:off x="5198" y="9552"/>
              <a:ext cx="2700" cy="1716"/>
            </a:xfrm>
            <a:prstGeom prst="line">
              <a:avLst/>
            </a:prstGeom>
            <a:noFill/>
            <a:ln w="57150">
              <a:solidFill>
                <a:srgbClr val="FF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sz="6000">
                <a:latin typeface="Times New Roman" panose="02020603050405020304" pitchFamily="18" charset="0"/>
                <a:cs typeface="Times New Roman" panose="02020603050405020304" pitchFamily="18" charset="0"/>
              </a:endParaRPr>
            </a:p>
          </p:txBody>
        </p:sp>
        <p:sp>
          <p:nvSpPr>
            <p:cNvPr id="19" name="Line 17"/>
            <p:cNvSpPr>
              <a:spLocks noChangeShapeType="1"/>
            </p:cNvSpPr>
            <p:nvPr/>
          </p:nvSpPr>
          <p:spPr bwMode="auto">
            <a:xfrm>
              <a:off x="5198" y="11268"/>
              <a:ext cx="2700" cy="0"/>
            </a:xfrm>
            <a:prstGeom prst="line">
              <a:avLst/>
            </a:prstGeom>
            <a:noFill/>
            <a:ln w="57150">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sz="6000">
                <a:latin typeface="Times New Roman" panose="02020603050405020304" pitchFamily="18" charset="0"/>
                <a:cs typeface="Times New Roman" panose="02020603050405020304" pitchFamily="18" charset="0"/>
              </a:endParaRPr>
            </a:p>
          </p:txBody>
        </p:sp>
        <p:sp>
          <p:nvSpPr>
            <p:cNvPr id="20" name="Line 18"/>
            <p:cNvSpPr>
              <a:spLocks noChangeShapeType="1"/>
            </p:cNvSpPr>
            <p:nvPr/>
          </p:nvSpPr>
          <p:spPr bwMode="auto">
            <a:xfrm flipV="1">
              <a:off x="5198" y="11268"/>
              <a:ext cx="2700" cy="1716"/>
            </a:xfrm>
            <a:prstGeom prst="line">
              <a:avLst/>
            </a:prstGeom>
            <a:noFill/>
            <a:ln w="57150">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sz="6000">
                <a:latin typeface="Times New Roman" panose="02020603050405020304" pitchFamily="18" charset="0"/>
                <a:cs typeface="Times New Roman" panose="02020603050405020304" pitchFamily="18" charset="0"/>
              </a:endParaRPr>
            </a:p>
          </p:txBody>
        </p:sp>
        <p:sp>
          <p:nvSpPr>
            <p:cNvPr id="21" name="Rectangle 19"/>
            <p:cNvSpPr>
              <a:spLocks noChangeArrowheads="1"/>
            </p:cNvSpPr>
            <p:nvPr/>
          </p:nvSpPr>
          <p:spPr bwMode="auto">
            <a:xfrm>
              <a:off x="4670" y="8716"/>
              <a:ext cx="1440" cy="468"/>
            </a:xfrm>
            <a:prstGeom prst="rect">
              <a:avLst/>
            </a:prstGeom>
            <a:noFill/>
            <a:ln w="9525" algn="ctr">
              <a:no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FontTx/>
                <a:buNone/>
              </a:pPr>
              <a:r>
                <a:rPr lang="en-US" altLang="zh-CN" sz="2800">
                  <a:latin typeface="Times New Roman" panose="02020603050405020304" pitchFamily="18" charset="0"/>
                  <a:cs typeface="Times New Roman" panose="02020603050405020304" pitchFamily="18" charset="0"/>
                </a:rPr>
                <a:t>construction</a:t>
              </a:r>
              <a:endParaRPr lang="en-US" altLang="zh-CN" sz="2800">
                <a:latin typeface="Times New Roman" panose="02020603050405020304" pitchFamily="18" charset="0"/>
                <a:cs typeface="Times New Roman" panose="02020603050405020304" pitchFamily="18" charset="0"/>
              </a:endParaRPr>
            </a:p>
          </p:txBody>
        </p:sp>
        <p:sp>
          <p:nvSpPr>
            <p:cNvPr id="22" name="Rectangle 20"/>
            <p:cNvSpPr>
              <a:spLocks noChangeArrowheads="1"/>
            </p:cNvSpPr>
            <p:nvPr/>
          </p:nvSpPr>
          <p:spPr bwMode="auto">
            <a:xfrm>
              <a:off x="5738" y="10020"/>
              <a:ext cx="3476" cy="468"/>
            </a:xfrm>
            <a:prstGeom prst="rect">
              <a:avLst/>
            </a:prstGeom>
            <a:noFill/>
            <a:ln w="9525" algn="ctr">
              <a:no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FontTx/>
                <a:buNone/>
              </a:pPr>
              <a:r>
                <a:rPr lang="en-US" altLang="zh-CN" sz="2800" dirty="0">
                  <a:solidFill>
                    <a:srgbClr val="FF0000"/>
                  </a:solidFill>
                  <a:latin typeface="Times New Roman" panose="02020603050405020304" pitchFamily="18" charset="0"/>
                  <a:cs typeface="Times New Roman" panose="02020603050405020304" pitchFamily="18" charset="0"/>
                </a:rPr>
                <a:t>Destruction/Remove All Elements</a:t>
              </a:r>
              <a:endParaRPr lang="en-US" altLang="zh-CN" sz="2800" dirty="0">
                <a:solidFill>
                  <a:srgbClr val="FF0000"/>
                </a:solidFill>
                <a:latin typeface="Times New Roman" panose="02020603050405020304" pitchFamily="18" charset="0"/>
                <a:cs typeface="Times New Roman" panose="02020603050405020304" pitchFamily="18" charset="0"/>
              </a:endParaRPr>
            </a:p>
          </p:txBody>
        </p:sp>
        <p:sp>
          <p:nvSpPr>
            <p:cNvPr id="23" name="Rectangle 21"/>
            <p:cNvSpPr>
              <a:spLocks noChangeArrowheads="1"/>
            </p:cNvSpPr>
            <p:nvPr/>
          </p:nvSpPr>
          <p:spPr bwMode="auto">
            <a:xfrm>
              <a:off x="5918" y="12048"/>
              <a:ext cx="1440" cy="468"/>
            </a:xfrm>
            <a:prstGeom prst="rect">
              <a:avLst/>
            </a:prstGeom>
            <a:noFill/>
            <a:ln w="9525" algn="ctr">
              <a:no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FontTx/>
                <a:buNone/>
              </a:pPr>
              <a:r>
                <a:rPr lang="en-US" altLang="zh-CN" sz="2800">
                  <a:latin typeface="Times New Roman" panose="02020603050405020304" pitchFamily="18" charset="0"/>
                  <a:cs typeface="Times New Roman" panose="02020603050405020304" pitchFamily="18" charset="0"/>
                </a:rPr>
                <a:t>destruction</a:t>
              </a:r>
              <a:endParaRPr lang="en-US" altLang="zh-CN" sz="2800">
                <a:latin typeface="Times New Roman" panose="02020603050405020304" pitchFamily="18" charset="0"/>
                <a:cs typeface="Times New Roman" panose="02020603050405020304" pitchFamily="18" charset="0"/>
              </a:endParaRPr>
            </a:p>
          </p:txBody>
        </p:sp>
        <p:sp>
          <p:nvSpPr>
            <p:cNvPr id="24" name="Rectangle 22"/>
            <p:cNvSpPr>
              <a:spLocks noChangeArrowheads="1"/>
            </p:cNvSpPr>
            <p:nvPr/>
          </p:nvSpPr>
          <p:spPr bwMode="auto">
            <a:xfrm>
              <a:off x="5738" y="10956"/>
              <a:ext cx="1440" cy="468"/>
            </a:xfrm>
            <a:prstGeom prst="rect">
              <a:avLst/>
            </a:prstGeom>
            <a:noFill/>
            <a:ln w="9525" algn="ctr">
              <a:no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FontTx/>
                <a:buNone/>
              </a:pPr>
              <a:r>
                <a:rPr lang="en-US" altLang="zh-CN" sz="2800">
                  <a:latin typeface="Times New Roman" panose="02020603050405020304" pitchFamily="18" charset="0"/>
                  <a:cs typeface="Times New Roman" panose="02020603050405020304" pitchFamily="18" charset="0"/>
                </a:rPr>
                <a:t>destruction</a:t>
              </a:r>
              <a:endParaRPr lang="en-US" altLang="zh-CN" sz="2800">
                <a:latin typeface="Times New Roman" panose="02020603050405020304" pitchFamily="18" charset="0"/>
                <a:cs typeface="Times New Roman" panose="02020603050405020304" pitchFamily="18" charset="0"/>
              </a:endParaRPr>
            </a:p>
          </p:txBody>
        </p:sp>
        <p:sp>
          <p:nvSpPr>
            <p:cNvPr id="25" name="Rectangle 23"/>
            <p:cNvSpPr>
              <a:spLocks noChangeArrowheads="1"/>
            </p:cNvSpPr>
            <p:nvPr/>
          </p:nvSpPr>
          <p:spPr bwMode="auto">
            <a:xfrm>
              <a:off x="3578" y="12048"/>
              <a:ext cx="900" cy="468"/>
            </a:xfrm>
            <a:prstGeom prst="rect">
              <a:avLst/>
            </a:prstGeom>
            <a:noFill/>
            <a:ln w="9525" algn="ctr">
              <a:solidFill>
                <a:srgbClr val="00000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FontTx/>
                <a:buNone/>
              </a:pPr>
              <a:r>
                <a:rPr lang="en-US" altLang="zh-CN" sz="2800">
                  <a:latin typeface="Times New Roman" panose="02020603050405020304" pitchFamily="18" charset="0"/>
                  <a:cs typeface="Times New Roman" panose="02020603050405020304" pitchFamily="18" charset="0"/>
                </a:rPr>
                <a:t>Puch()</a:t>
              </a:r>
              <a:endParaRPr lang="en-US" altLang="zh-CN" sz="2800">
                <a:latin typeface="Times New Roman" panose="02020603050405020304" pitchFamily="18" charset="0"/>
                <a:cs typeface="Times New Roman" panose="02020603050405020304" pitchFamily="18" charset="0"/>
              </a:endParaRPr>
            </a:p>
          </p:txBody>
        </p:sp>
        <p:sp>
          <p:nvSpPr>
            <p:cNvPr id="26" name="Rectangle 24"/>
            <p:cNvSpPr>
              <a:spLocks noChangeArrowheads="1"/>
            </p:cNvSpPr>
            <p:nvPr/>
          </p:nvSpPr>
          <p:spPr bwMode="auto">
            <a:xfrm>
              <a:off x="4478" y="12048"/>
              <a:ext cx="900" cy="468"/>
            </a:xfrm>
            <a:prstGeom prst="rect">
              <a:avLst/>
            </a:prstGeom>
            <a:noFill/>
            <a:ln w="9525" algn="ctr">
              <a:no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FontTx/>
                <a:buNone/>
              </a:pPr>
              <a:r>
                <a:rPr lang="en-US" altLang="zh-CN" sz="2800">
                  <a:latin typeface="Times New Roman" panose="02020603050405020304" pitchFamily="18" charset="0"/>
                  <a:cs typeface="Times New Roman" panose="02020603050405020304" pitchFamily="18" charset="0"/>
                </a:rPr>
                <a:t>Pop()</a:t>
              </a:r>
              <a:endParaRPr lang="en-US" altLang="zh-CN" sz="2800">
                <a:latin typeface="Times New Roman" panose="02020603050405020304" pitchFamily="18" charset="0"/>
                <a:cs typeface="Times New Roman" panose="02020603050405020304" pitchFamily="18" charset="0"/>
              </a:endParaRPr>
            </a:p>
          </p:txBody>
        </p:sp>
        <p:sp>
          <p:nvSpPr>
            <p:cNvPr id="27" name="Rectangle 25"/>
            <p:cNvSpPr>
              <a:spLocks noChangeArrowheads="1"/>
            </p:cNvSpPr>
            <p:nvPr/>
          </p:nvSpPr>
          <p:spPr bwMode="auto">
            <a:xfrm>
              <a:off x="3578" y="10332"/>
              <a:ext cx="900" cy="468"/>
            </a:xfrm>
            <a:prstGeom prst="rect">
              <a:avLst/>
            </a:prstGeom>
            <a:noFill/>
            <a:ln w="9525" algn="ctr">
              <a:no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FontTx/>
                <a:buNone/>
              </a:pPr>
              <a:r>
                <a:rPr lang="en-US" altLang="zh-CN" sz="2800">
                  <a:latin typeface="Times New Roman" panose="02020603050405020304" pitchFamily="18" charset="0"/>
                  <a:cs typeface="Times New Roman" panose="02020603050405020304" pitchFamily="18" charset="0"/>
                </a:rPr>
                <a:t>Puch()</a:t>
              </a:r>
              <a:endParaRPr lang="en-US" altLang="zh-CN" sz="2800">
                <a:latin typeface="Times New Roman" panose="02020603050405020304" pitchFamily="18" charset="0"/>
                <a:cs typeface="Times New Roman" panose="02020603050405020304" pitchFamily="18" charset="0"/>
              </a:endParaRPr>
            </a:p>
          </p:txBody>
        </p:sp>
        <p:sp>
          <p:nvSpPr>
            <p:cNvPr id="28" name="Rectangle 26"/>
            <p:cNvSpPr>
              <a:spLocks noChangeArrowheads="1"/>
            </p:cNvSpPr>
            <p:nvPr/>
          </p:nvSpPr>
          <p:spPr bwMode="auto">
            <a:xfrm>
              <a:off x="4478" y="10332"/>
              <a:ext cx="900" cy="468"/>
            </a:xfrm>
            <a:prstGeom prst="rect">
              <a:avLst/>
            </a:prstGeom>
            <a:noFill/>
            <a:ln w="9525" algn="ctr">
              <a:no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FontTx/>
                <a:buNone/>
              </a:pPr>
              <a:r>
                <a:rPr lang="en-US" altLang="zh-CN" sz="2800">
                  <a:latin typeface="Times New Roman" panose="02020603050405020304" pitchFamily="18" charset="0"/>
                  <a:cs typeface="Times New Roman" panose="02020603050405020304" pitchFamily="18" charset="0"/>
                </a:rPr>
                <a:t>Pop()</a:t>
              </a:r>
              <a:endParaRPr lang="en-US" altLang="zh-CN" sz="2800">
                <a:latin typeface="Times New Roman" panose="02020603050405020304" pitchFamily="18" charset="0"/>
                <a:cs typeface="Times New Roman" panose="02020603050405020304" pitchFamily="18" charset="0"/>
              </a:endParaRPr>
            </a:p>
          </p:txBody>
        </p:sp>
        <p:sp>
          <p:nvSpPr>
            <p:cNvPr id="29" name="Rectangle 27"/>
            <p:cNvSpPr>
              <a:spLocks noChangeArrowheads="1"/>
            </p:cNvSpPr>
            <p:nvPr/>
          </p:nvSpPr>
          <p:spPr bwMode="auto">
            <a:xfrm>
              <a:off x="3003" y="9200"/>
              <a:ext cx="963" cy="468"/>
            </a:xfrm>
            <a:prstGeom prst="rect">
              <a:avLst/>
            </a:prstGeom>
            <a:noFill/>
            <a:ln w="9525" algn="ctr">
              <a:no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FontTx/>
                <a:buNone/>
              </a:pPr>
              <a:r>
                <a:rPr lang="en-US" altLang="zh-CN" sz="2800" dirty="0">
                  <a:latin typeface="Times New Roman" panose="02020603050405020304" pitchFamily="18" charset="0"/>
                  <a:cs typeface="Times New Roman" panose="02020603050405020304" pitchFamily="18" charset="0"/>
                </a:rPr>
                <a:t>Pop()</a:t>
              </a:r>
              <a:endParaRPr lang="en-US" altLang="zh-CN" sz="2800" dirty="0">
                <a:latin typeface="Times New Roman" panose="02020603050405020304" pitchFamily="18" charset="0"/>
                <a:cs typeface="Times New Roman" panose="02020603050405020304" pitchFamily="18" charset="0"/>
              </a:endParaRPr>
            </a:p>
          </p:txBody>
        </p:sp>
        <p:grpSp>
          <p:nvGrpSpPr>
            <p:cNvPr id="30" name="Group 28"/>
            <p:cNvGrpSpPr/>
            <p:nvPr/>
          </p:nvGrpSpPr>
          <p:grpSpPr bwMode="auto">
            <a:xfrm>
              <a:off x="3038" y="9552"/>
              <a:ext cx="720" cy="312"/>
              <a:chOff x="3038" y="9552"/>
              <a:chExt cx="720" cy="312"/>
            </a:xfrm>
          </p:grpSpPr>
          <p:sp>
            <p:nvSpPr>
              <p:cNvPr id="46" name="Line 29"/>
              <p:cNvSpPr>
                <a:spLocks noChangeShapeType="1"/>
              </p:cNvSpPr>
              <p:nvPr/>
            </p:nvSpPr>
            <p:spPr bwMode="auto">
              <a:xfrm flipH="1">
                <a:off x="3038" y="9864"/>
                <a:ext cx="720" cy="0"/>
              </a:xfrm>
              <a:prstGeom prst="line">
                <a:avLst/>
              </a:prstGeom>
              <a:noFill/>
              <a:ln w="57150">
                <a:solidFill>
                  <a:srgbClr val="000000"/>
                </a:solidFill>
                <a:round/>
              </a:ln>
              <a:extLst>
                <a:ext uri="{909E8E84-426E-40DD-AFC4-6F175D3DCCD1}">
                  <a14:hiddenFill xmlns:a14="http://schemas.microsoft.com/office/drawing/2010/main">
                    <a:noFill/>
                  </a14:hiddenFill>
                </a:ext>
              </a:extLst>
            </p:spPr>
            <p:txBody>
              <a:bodyPr/>
              <a:lstStyle/>
              <a:p>
                <a:endParaRPr lang="zh-CN" altLang="en-US" sz="6000">
                  <a:latin typeface="Times New Roman" panose="02020603050405020304" pitchFamily="18" charset="0"/>
                  <a:cs typeface="Times New Roman" panose="02020603050405020304" pitchFamily="18" charset="0"/>
                </a:endParaRPr>
              </a:p>
            </p:txBody>
          </p:sp>
          <p:sp>
            <p:nvSpPr>
              <p:cNvPr id="47" name="Line 30"/>
              <p:cNvSpPr>
                <a:spLocks noChangeShapeType="1"/>
              </p:cNvSpPr>
              <p:nvPr/>
            </p:nvSpPr>
            <p:spPr bwMode="auto">
              <a:xfrm>
                <a:off x="3038" y="9552"/>
                <a:ext cx="720" cy="0"/>
              </a:xfrm>
              <a:prstGeom prst="line">
                <a:avLst/>
              </a:prstGeom>
              <a:noFill/>
              <a:ln w="57150">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sz="6000">
                  <a:latin typeface="Times New Roman" panose="02020603050405020304" pitchFamily="18" charset="0"/>
                  <a:cs typeface="Times New Roman" panose="02020603050405020304" pitchFamily="18" charset="0"/>
                </a:endParaRPr>
              </a:p>
            </p:txBody>
          </p:sp>
          <p:sp>
            <p:nvSpPr>
              <p:cNvPr id="48" name="Line 31"/>
              <p:cNvSpPr>
                <a:spLocks noChangeShapeType="1"/>
              </p:cNvSpPr>
              <p:nvPr/>
            </p:nvSpPr>
            <p:spPr bwMode="auto">
              <a:xfrm>
                <a:off x="3038" y="9552"/>
                <a:ext cx="0" cy="312"/>
              </a:xfrm>
              <a:prstGeom prst="line">
                <a:avLst/>
              </a:prstGeom>
              <a:noFill/>
              <a:ln w="57150">
                <a:solidFill>
                  <a:srgbClr val="000000"/>
                </a:solidFill>
                <a:round/>
              </a:ln>
              <a:extLst>
                <a:ext uri="{909E8E84-426E-40DD-AFC4-6F175D3DCCD1}">
                  <a14:hiddenFill xmlns:a14="http://schemas.microsoft.com/office/drawing/2010/main">
                    <a:noFill/>
                  </a14:hiddenFill>
                </a:ext>
              </a:extLst>
            </p:spPr>
            <p:txBody>
              <a:bodyPr/>
              <a:lstStyle/>
              <a:p>
                <a:endParaRPr lang="zh-CN" altLang="en-US" sz="6000">
                  <a:latin typeface="Times New Roman" panose="02020603050405020304" pitchFamily="18" charset="0"/>
                  <a:cs typeface="Times New Roman" panose="02020603050405020304" pitchFamily="18" charset="0"/>
                </a:endParaRPr>
              </a:p>
            </p:txBody>
          </p:sp>
        </p:grpSp>
        <p:grpSp>
          <p:nvGrpSpPr>
            <p:cNvPr id="31" name="Group 32"/>
            <p:cNvGrpSpPr/>
            <p:nvPr/>
          </p:nvGrpSpPr>
          <p:grpSpPr bwMode="auto">
            <a:xfrm>
              <a:off x="3038" y="12828"/>
              <a:ext cx="720" cy="312"/>
              <a:chOff x="3038" y="9552"/>
              <a:chExt cx="720" cy="312"/>
            </a:xfrm>
          </p:grpSpPr>
          <p:sp>
            <p:nvSpPr>
              <p:cNvPr id="43" name="Line 33"/>
              <p:cNvSpPr>
                <a:spLocks noChangeShapeType="1"/>
              </p:cNvSpPr>
              <p:nvPr/>
            </p:nvSpPr>
            <p:spPr bwMode="auto">
              <a:xfrm flipH="1">
                <a:off x="3038" y="9864"/>
                <a:ext cx="720" cy="0"/>
              </a:xfrm>
              <a:prstGeom prst="line">
                <a:avLst/>
              </a:prstGeom>
              <a:noFill/>
              <a:ln w="57150">
                <a:solidFill>
                  <a:srgbClr val="000000"/>
                </a:solidFill>
                <a:round/>
              </a:ln>
              <a:extLst>
                <a:ext uri="{909E8E84-426E-40DD-AFC4-6F175D3DCCD1}">
                  <a14:hiddenFill xmlns:a14="http://schemas.microsoft.com/office/drawing/2010/main">
                    <a:noFill/>
                  </a14:hiddenFill>
                </a:ext>
              </a:extLst>
            </p:spPr>
            <p:txBody>
              <a:bodyPr/>
              <a:lstStyle/>
              <a:p>
                <a:endParaRPr lang="zh-CN" altLang="en-US" sz="6000">
                  <a:latin typeface="Times New Roman" panose="02020603050405020304" pitchFamily="18" charset="0"/>
                  <a:cs typeface="Times New Roman" panose="02020603050405020304" pitchFamily="18" charset="0"/>
                </a:endParaRPr>
              </a:p>
            </p:txBody>
          </p:sp>
          <p:sp>
            <p:nvSpPr>
              <p:cNvPr id="44" name="Line 34"/>
              <p:cNvSpPr>
                <a:spLocks noChangeShapeType="1"/>
              </p:cNvSpPr>
              <p:nvPr/>
            </p:nvSpPr>
            <p:spPr bwMode="auto">
              <a:xfrm>
                <a:off x="3038" y="9552"/>
                <a:ext cx="720" cy="0"/>
              </a:xfrm>
              <a:prstGeom prst="line">
                <a:avLst/>
              </a:prstGeom>
              <a:noFill/>
              <a:ln w="57150">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sz="6000">
                  <a:latin typeface="Times New Roman" panose="02020603050405020304" pitchFamily="18" charset="0"/>
                  <a:cs typeface="Times New Roman" panose="02020603050405020304" pitchFamily="18" charset="0"/>
                </a:endParaRPr>
              </a:p>
            </p:txBody>
          </p:sp>
          <p:sp>
            <p:nvSpPr>
              <p:cNvPr id="45" name="Line 35"/>
              <p:cNvSpPr>
                <a:spLocks noChangeShapeType="1"/>
              </p:cNvSpPr>
              <p:nvPr/>
            </p:nvSpPr>
            <p:spPr bwMode="auto">
              <a:xfrm>
                <a:off x="3038" y="9552"/>
                <a:ext cx="0" cy="312"/>
              </a:xfrm>
              <a:prstGeom prst="line">
                <a:avLst/>
              </a:prstGeom>
              <a:noFill/>
              <a:ln w="57150">
                <a:solidFill>
                  <a:srgbClr val="000000"/>
                </a:solidFill>
                <a:round/>
              </a:ln>
              <a:extLst>
                <a:ext uri="{909E8E84-426E-40DD-AFC4-6F175D3DCCD1}">
                  <a14:hiddenFill xmlns:a14="http://schemas.microsoft.com/office/drawing/2010/main">
                    <a:noFill/>
                  </a14:hiddenFill>
                </a:ext>
              </a:extLst>
            </p:spPr>
            <p:txBody>
              <a:bodyPr/>
              <a:lstStyle/>
              <a:p>
                <a:endParaRPr lang="zh-CN" altLang="en-US" sz="6000">
                  <a:latin typeface="Times New Roman" panose="02020603050405020304" pitchFamily="18" charset="0"/>
                  <a:cs typeface="Times New Roman" panose="02020603050405020304" pitchFamily="18" charset="0"/>
                </a:endParaRPr>
              </a:p>
            </p:txBody>
          </p:sp>
        </p:grpSp>
        <p:sp>
          <p:nvSpPr>
            <p:cNvPr id="32" name="Rectangle 36"/>
            <p:cNvSpPr>
              <a:spLocks noChangeArrowheads="1"/>
            </p:cNvSpPr>
            <p:nvPr/>
          </p:nvSpPr>
          <p:spPr bwMode="auto">
            <a:xfrm>
              <a:off x="2678" y="12360"/>
              <a:ext cx="900" cy="468"/>
            </a:xfrm>
            <a:prstGeom prst="rect">
              <a:avLst/>
            </a:prstGeom>
            <a:noFill/>
            <a:ln w="9525" algn="ctr">
              <a:no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FontTx/>
                <a:buNone/>
              </a:pPr>
              <a:r>
                <a:rPr lang="en-US" altLang="zh-CN" sz="2800">
                  <a:latin typeface="Times New Roman" panose="02020603050405020304" pitchFamily="18" charset="0"/>
                  <a:cs typeface="Times New Roman" panose="02020603050405020304" pitchFamily="18" charset="0"/>
                </a:rPr>
                <a:t>Puch()</a:t>
              </a:r>
              <a:endParaRPr lang="en-US" altLang="zh-CN" sz="2800">
                <a:latin typeface="Times New Roman" panose="02020603050405020304" pitchFamily="18" charset="0"/>
                <a:cs typeface="Times New Roman" panose="02020603050405020304" pitchFamily="18" charset="0"/>
              </a:endParaRPr>
            </a:p>
          </p:txBody>
        </p:sp>
        <p:grpSp>
          <p:nvGrpSpPr>
            <p:cNvPr id="33" name="Group 37"/>
            <p:cNvGrpSpPr/>
            <p:nvPr/>
          </p:nvGrpSpPr>
          <p:grpSpPr bwMode="auto">
            <a:xfrm>
              <a:off x="3038" y="11112"/>
              <a:ext cx="720" cy="156"/>
              <a:chOff x="3038" y="11112"/>
              <a:chExt cx="720" cy="156"/>
            </a:xfrm>
          </p:grpSpPr>
          <p:sp>
            <p:nvSpPr>
              <p:cNvPr id="40" name="Line 38"/>
              <p:cNvSpPr>
                <a:spLocks noChangeShapeType="1"/>
              </p:cNvSpPr>
              <p:nvPr/>
            </p:nvSpPr>
            <p:spPr bwMode="auto">
              <a:xfrm flipH="1">
                <a:off x="3038" y="11268"/>
                <a:ext cx="720" cy="0"/>
              </a:xfrm>
              <a:prstGeom prst="line">
                <a:avLst/>
              </a:prstGeom>
              <a:noFill/>
              <a:ln w="57150">
                <a:solidFill>
                  <a:srgbClr val="000000"/>
                </a:solidFill>
                <a:round/>
              </a:ln>
              <a:extLst>
                <a:ext uri="{909E8E84-426E-40DD-AFC4-6F175D3DCCD1}">
                  <a14:hiddenFill xmlns:a14="http://schemas.microsoft.com/office/drawing/2010/main">
                    <a:noFill/>
                  </a14:hiddenFill>
                </a:ext>
              </a:extLst>
            </p:spPr>
            <p:txBody>
              <a:bodyPr/>
              <a:lstStyle/>
              <a:p>
                <a:endParaRPr lang="zh-CN" altLang="en-US" sz="6000">
                  <a:latin typeface="Times New Roman" panose="02020603050405020304" pitchFamily="18" charset="0"/>
                  <a:cs typeface="Times New Roman" panose="02020603050405020304" pitchFamily="18" charset="0"/>
                </a:endParaRPr>
              </a:p>
            </p:txBody>
          </p:sp>
          <p:sp>
            <p:nvSpPr>
              <p:cNvPr id="41" name="Line 39"/>
              <p:cNvSpPr>
                <a:spLocks noChangeShapeType="1"/>
              </p:cNvSpPr>
              <p:nvPr/>
            </p:nvSpPr>
            <p:spPr bwMode="auto">
              <a:xfrm>
                <a:off x="3038" y="11112"/>
                <a:ext cx="720" cy="0"/>
              </a:xfrm>
              <a:prstGeom prst="line">
                <a:avLst/>
              </a:prstGeom>
              <a:noFill/>
              <a:ln w="57150">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sz="6000">
                  <a:latin typeface="Times New Roman" panose="02020603050405020304" pitchFamily="18" charset="0"/>
                  <a:cs typeface="Times New Roman" panose="02020603050405020304" pitchFamily="18" charset="0"/>
                </a:endParaRPr>
              </a:p>
            </p:txBody>
          </p:sp>
          <p:sp>
            <p:nvSpPr>
              <p:cNvPr id="42" name="Line 40"/>
              <p:cNvSpPr>
                <a:spLocks noChangeShapeType="1"/>
              </p:cNvSpPr>
              <p:nvPr/>
            </p:nvSpPr>
            <p:spPr bwMode="auto">
              <a:xfrm flipV="1">
                <a:off x="3038" y="11112"/>
                <a:ext cx="0" cy="156"/>
              </a:xfrm>
              <a:prstGeom prst="line">
                <a:avLst/>
              </a:prstGeom>
              <a:noFill/>
              <a:ln w="57150">
                <a:solidFill>
                  <a:srgbClr val="000000"/>
                </a:solidFill>
                <a:round/>
              </a:ln>
              <a:extLst>
                <a:ext uri="{909E8E84-426E-40DD-AFC4-6F175D3DCCD1}">
                  <a14:hiddenFill xmlns:a14="http://schemas.microsoft.com/office/drawing/2010/main">
                    <a:noFill/>
                  </a14:hiddenFill>
                </a:ext>
              </a:extLst>
            </p:spPr>
            <p:txBody>
              <a:bodyPr/>
              <a:lstStyle/>
              <a:p>
                <a:endParaRPr lang="zh-CN" altLang="en-US" sz="6000">
                  <a:latin typeface="Times New Roman" panose="02020603050405020304" pitchFamily="18" charset="0"/>
                  <a:cs typeface="Times New Roman" panose="02020603050405020304" pitchFamily="18" charset="0"/>
                </a:endParaRPr>
              </a:p>
            </p:txBody>
          </p:sp>
        </p:grpSp>
        <p:grpSp>
          <p:nvGrpSpPr>
            <p:cNvPr id="34" name="Group 41"/>
            <p:cNvGrpSpPr/>
            <p:nvPr/>
          </p:nvGrpSpPr>
          <p:grpSpPr bwMode="auto">
            <a:xfrm>
              <a:off x="3038" y="11424"/>
              <a:ext cx="720" cy="156"/>
              <a:chOff x="3038" y="11112"/>
              <a:chExt cx="720" cy="156"/>
            </a:xfrm>
          </p:grpSpPr>
          <p:sp>
            <p:nvSpPr>
              <p:cNvPr id="37" name="Line 42"/>
              <p:cNvSpPr>
                <a:spLocks noChangeShapeType="1"/>
              </p:cNvSpPr>
              <p:nvPr/>
            </p:nvSpPr>
            <p:spPr bwMode="auto">
              <a:xfrm flipH="1">
                <a:off x="3038" y="11268"/>
                <a:ext cx="720" cy="0"/>
              </a:xfrm>
              <a:prstGeom prst="line">
                <a:avLst/>
              </a:prstGeom>
              <a:noFill/>
              <a:ln w="57150">
                <a:solidFill>
                  <a:srgbClr val="000000"/>
                </a:solidFill>
                <a:round/>
              </a:ln>
              <a:extLst>
                <a:ext uri="{909E8E84-426E-40DD-AFC4-6F175D3DCCD1}">
                  <a14:hiddenFill xmlns:a14="http://schemas.microsoft.com/office/drawing/2010/main">
                    <a:noFill/>
                  </a14:hiddenFill>
                </a:ext>
              </a:extLst>
            </p:spPr>
            <p:txBody>
              <a:bodyPr/>
              <a:lstStyle/>
              <a:p>
                <a:endParaRPr lang="zh-CN" altLang="en-US" sz="6000">
                  <a:latin typeface="Times New Roman" panose="02020603050405020304" pitchFamily="18" charset="0"/>
                  <a:cs typeface="Times New Roman" panose="02020603050405020304" pitchFamily="18" charset="0"/>
                </a:endParaRPr>
              </a:p>
            </p:txBody>
          </p:sp>
          <p:sp>
            <p:nvSpPr>
              <p:cNvPr id="38" name="Line 43"/>
              <p:cNvSpPr>
                <a:spLocks noChangeShapeType="1"/>
              </p:cNvSpPr>
              <p:nvPr/>
            </p:nvSpPr>
            <p:spPr bwMode="auto">
              <a:xfrm>
                <a:off x="3038" y="11112"/>
                <a:ext cx="720" cy="0"/>
              </a:xfrm>
              <a:prstGeom prst="line">
                <a:avLst/>
              </a:prstGeom>
              <a:noFill/>
              <a:ln w="57150">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sz="6000">
                  <a:latin typeface="Times New Roman" panose="02020603050405020304" pitchFamily="18" charset="0"/>
                  <a:cs typeface="Times New Roman" panose="02020603050405020304" pitchFamily="18" charset="0"/>
                </a:endParaRPr>
              </a:p>
            </p:txBody>
          </p:sp>
          <p:sp>
            <p:nvSpPr>
              <p:cNvPr id="39" name="Line 44"/>
              <p:cNvSpPr>
                <a:spLocks noChangeShapeType="1"/>
              </p:cNvSpPr>
              <p:nvPr/>
            </p:nvSpPr>
            <p:spPr bwMode="auto">
              <a:xfrm flipV="1">
                <a:off x="3038" y="11112"/>
                <a:ext cx="0" cy="156"/>
              </a:xfrm>
              <a:prstGeom prst="line">
                <a:avLst/>
              </a:prstGeom>
              <a:noFill/>
              <a:ln w="57150">
                <a:solidFill>
                  <a:srgbClr val="000000"/>
                </a:solidFill>
                <a:round/>
              </a:ln>
              <a:extLst>
                <a:ext uri="{909E8E84-426E-40DD-AFC4-6F175D3DCCD1}">
                  <a14:hiddenFill xmlns:a14="http://schemas.microsoft.com/office/drawing/2010/main">
                    <a:noFill/>
                  </a14:hiddenFill>
                </a:ext>
              </a:extLst>
            </p:spPr>
            <p:txBody>
              <a:bodyPr/>
              <a:lstStyle/>
              <a:p>
                <a:endParaRPr lang="zh-CN" altLang="en-US" sz="6000">
                  <a:latin typeface="Times New Roman" panose="02020603050405020304" pitchFamily="18" charset="0"/>
                  <a:cs typeface="Times New Roman" panose="02020603050405020304" pitchFamily="18" charset="0"/>
                </a:endParaRPr>
              </a:p>
            </p:txBody>
          </p:sp>
        </p:grpSp>
        <p:sp>
          <p:nvSpPr>
            <p:cNvPr id="35" name="Rectangle 45"/>
            <p:cNvSpPr>
              <a:spLocks noChangeArrowheads="1"/>
            </p:cNvSpPr>
            <p:nvPr/>
          </p:nvSpPr>
          <p:spPr bwMode="auto">
            <a:xfrm>
              <a:off x="2678" y="10644"/>
              <a:ext cx="900" cy="468"/>
            </a:xfrm>
            <a:prstGeom prst="rect">
              <a:avLst/>
            </a:prstGeom>
            <a:noFill/>
            <a:ln w="9525" algn="ctr">
              <a:no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FontTx/>
                <a:buNone/>
              </a:pPr>
              <a:r>
                <a:rPr lang="en-US" altLang="zh-CN" sz="2800">
                  <a:latin typeface="Times New Roman" panose="02020603050405020304" pitchFamily="18" charset="0"/>
                  <a:cs typeface="Times New Roman" panose="02020603050405020304" pitchFamily="18" charset="0"/>
                </a:rPr>
                <a:t>Puch()</a:t>
              </a:r>
              <a:endParaRPr lang="en-US" altLang="zh-CN" sz="2800">
                <a:latin typeface="Times New Roman" panose="02020603050405020304" pitchFamily="18" charset="0"/>
                <a:cs typeface="Times New Roman" panose="02020603050405020304" pitchFamily="18" charset="0"/>
              </a:endParaRPr>
            </a:p>
          </p:txBody>
        </p:sp>
        <p:sp>
          <p:nvSpPr>
            <p:cNvPr id="36" name="Rectangle 46"/>
            <p:cNvSpPr>
              <a:spLocks noChangeArrowheads="1"/>
            </p:cNvSpPr>
            <p:nvPr/>
          </p:nvSpPr>
          <p:spPr bwMode="auto">
            <a:xfrm>
              <a:off x="2678" y="11580"/>
              <a:ext cx="900" cy="468"/>
            </a:xfrm>
            <a:prstGeom prst="rect">
              <a:avLst/>
            </a:prstGeom>
            <a:noFill/>
            <a:ln w="9525" algn="ctr">
              <a:no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FontTx/>
                <a:buNone/>
              </a:pPr>
              <a:r>
                <a:rPr lang="en-US" altLang="zh-CN" sz="2800">
                  <a:latin typeface="Times New Roman" panose="02020603050405020304" pitchFamily="18" charset="0"/>
                  <a:cs typeface="Times New Roman" panose="02020603050405020304" pitchFamily="18" charset="0"/>
                </a:rPr>
                <a:t>Pop()</a:t>
              </a:r>
              <a:endParaRPr lang="en-US" altLang="zh-CN" sz="2800">
                <a:latin typeface="Times New Roman" panose="02020603050405020304" pitchFamily="18" charset="0"/>
                <a:cs typeface="Times New Roman" panose="02020603050405020304" pitchFamily="18" charset="0"/>
              </a:endParaRPr>
            </a:p>
          </p:txBody>
        </p:sp>
      </p:grpSp>
      <p:pic>
        <p:nvPicPr>
          <p:cNvPr id="3" name="音频 2">
            <a:hlinkClick r:id="" action="ppaction://media"/>
          </p:cNvPr>
          <p:cNvPicPr>
            <a:picLocks noChangeAspect="1"/>
          </p:cNvPicPr>
          <p:nvPr>
            <a:audioFile r:link="rId1"/>
            <p:extLst>
              <p:ext uri="{DAA4B4D4-6D71-4841-9C94-3DE7FCFB9230}">
                <p14:media xmlns:p14="http://schemas.microsoft.com/office/powerpoint/2010/main" r:link="rId2"/>
              </p:ext>
            </p:extLst>
          </p:nvPr>
        </p:nvPicPr>
        <p:blipFill>
          <a:blip r:embed="rId3"/>
          <a:stretch>
            <a:fillRect/>
          </a:stretch>
        </p:blipFill>
        <p:spPr>
          <a:xfrm>
            <a:off x="23923625" y="13255625"/>
            <a:ext cx="244475" cy="244475"/>
          </a:xfrm>
          <a:prstGeom prst="rect">
            <a:avLst/>
          </a:prstGeom>
        </p:spPr>
      </p:pic>
    </p:spTree>
    <p:custDataLst>
      <p:tags r:id="rId4"/>
    </p:custDataLst>
  </p:cSld>
  <p:clrMapOvr>
    <a:masterClrMapping/>
  </p:clrMapOvr>
  <p:transition spd="med" advTm="263602"/>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3"/>
                </p:tgtEl>
              </p:cMediaNode>
            </p:audio>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737970" y="1078867"/>
            <a:ext cx="8394850" cy="1042894"/>
          </a:xfrm>
          <a:ln w="12700">
            <a:miter lim="400000"/>
          </a:ln>
        </p:spPr>
        <p:txBody>
          <a:bodyPr lIns="50800" tIns="50800" rIns="50800" bIns="50800" anchor="ctr">
            <a:normAutofit/>
          </a:bodyPr>
          <a:lstStyle/>
          <a:p>
            <a:r>
              <a:rPr lang="zh-CN" altLang="en-US" dirty="0"/>
              <a:t>基于状态机的测试方法</a:t>
            </a:r>
            <a:endParaRPr lang="zh-CN" altLang="en-US" dirty="0"/>
          </a:p>
        </p:txBody>
      </p:sp>
      <p:sp>
        <p:nvSpPr>
          <p:cNvPr id="5" name="矩形 11"/>
          <p:cNvSpPr txBox="1"/>
          <p:nvPr/>
        </p:nvSpPr>
        <p:spPr>
          <a:xfrm>
            <a:off x="929060" y="1157763"/>
            <a:ext cx="1589696" cy="963998"/>
          </a:xfrm>
          <a:prstGeom prst="rect">
            <a:avLst/>
          </a:prstGeom>
          <a:noFill/>
          <a:ln w="12700" cap="flat">
            <a:noFill/>
            <a:miter lim="400000"/>
          </a:ln>
          <a:effectLst/>
        </p:spPr>
        <p:txBody>
          <a:bodyPr wrap="square" lIns="45719" tIns="45719" rIns="45719" bIns="45719" numCol="1" anchor="ctr">
            <a:noAutofit/>
          </a:bodyPr>
          <a:lstStyle>
            <a:lvl1pPr defTabSz="914400">
              <a:defRPr sz="4600" b="0">
                <a:solidFill>
                  <a:srgbClr val="FFFFFF"/>
                </a:solidFill>
                <a:latin typeface="Calibri" panose="020F0502020204030204"/>
                <a:ea typeface="Calibri" panose="020F0502020204030204"/>
                <a:cs typeface="Calibri" panose="020F0502020204030204"/>
                <a:sym typeface="Calibri" panose="020F0502020204030204"/>
              </a:defRPr>
            </a:lvl1pPr>
          </a:lstStyle>
          <a:p>
            <a:r>
              <a:rPr dirty="0"/>
              <a:t>0</a:t>
            </a:r>
            <a:r>
              <a:rPr lang="en-US" altLang="zh-CN" dirty="0"/>
              <a:t>2</a:t>
            </a:r>
            <a:endParaRPr dirty="0"/>
          </a:p>
        </p:txBody>
      </p:sp>
      <p:sp>
        <p:nvSpPr>
          <p:cNvPr id="6" name="Rectangle 3"/>
          <p:cNvSpPr txBox="1">
            <a:spLocks noChangeArrowheads="1"/>
          </p:cNvSpPr>
          <p:nvPr/>
        </p:nvSpPr>
        <p:spPr>
          <a:xfrm>
            <a:off x="2709396" y="2507428"/>
            <a:ext cx="9847561" cy="10321217"/>
          </a:xfrm>
          <a:prstGeom prst="rect">
            <a:avLst/>
          </a:prstGeom>
          <a:ln w="12700">
            <a:miter lim="400000"/>
          </a:ln>
        </p:spPr>
        <p:txBody>
          <a:bodyPr lIns="50800" tIns="50800" rIns="50800" bIns="50800" anchor="t" anchorCtr="0">
            <a:noAutofit/>
          </a:bodyPr>
          <a:lstStyle>
            <a:lvl1pPr marL="635000" indent="-635000" algn="l">
              <a:lnSpc>
                <a:spcPct val="200000"/>
              </a:lnSpc>
              <a:buFont typeface="Wingdings" panose="05000000000000000000" pitchFamily="2" charset="2"/>
              <a:buChar char="n"/>
              <a:defRPr sz="4400" b="0">
                <a:latin typeface="微软雅黑" panose="020B0503020204020204" pitchFamily="34" charset="-122"/>
                <a:ea typeface="微软雅黑" panose="020B0503020204020204" pitchFamily="34" charset="-122"/>
                <a:cs typeface="微软雅黑" panose="020B0503020204020204" pitchFamily="34" charset="-122"/>
              </a:defRPr>
            </a:lvl1pPr>
            <a:lvl2pPr marL="1270000" indent="-635000" algn="l">
              <a:spcBef>
                <a:spcPts val="5900"/>
              </a:spcBef>
              <a:buSzPct val="125000"/>
              <a:buChar char="•"/>
              <a:defRPr sz="4000">
                <a:latin typeface="黑体" panose="02010609060101010101" pitchFamily="49" charset="-122"/>
                <a:ea typeface="黑体" panose="02010609060101010101" pitchFamily="49" charset="-122"/>
                <a:cs typeface="黑体" panose="02010609060101010101" pitchFamily="49" charset="-122"/>
              </a:defRPr>
            </a:lvl2pPr>
            <a:lvl3pPr marL="1905000" lvl="2" indent="-635000" algn="l">
              <a:lnSpc>
                <a:spcPct val="150000"/>
              </a:lnSpc>
              <a:buSzPct val="125000"/>
              <a:buFont typeface="Wingdings" panose="05000000000000000000" pitchFamily="2" charset="2"/>
              <a:buChar char="Ø"/>
              <a:defRPr sz="4400" b="0">
                <a:latin typeface="微软雅黑" panose="020B0503020204020204" pitchFamily="34" charset="-122"/>
                <a:ea typeface="微软雅黑" panose="020B0503020204020204" pitchFamily="34" charset="-122"/>
              </a:defRPr>
            </a:lvl3pPr>
            <a:lvl4pPr marL="2540000" indent="-635000" algn="l">
              <a:spcBef>
                <a:spcPts val="5900"/>
              </a:spcBef>
              <a:buSzPct val="125000"/>
              <a:buChar char="•"/>
              <a:defRPr sz="5200" b="0"/>
            </a:lvl4pPr>
            <a:lvl5pPr marL="3175000" indent="-635000" algn="l">
              <a:spcBef>
                <a:spcPts val="5900"/>
              </a:spcBef>
              <a:buSzPct val="125000"/>
              <a:buChar char="•"/>
              <a:defRPr sz="5200" b="0"/>
            </a:lvl5pPr>
            <a:lvl6pPr marL="3810000" indent="-635000" algn="l">
              <a:spcBef>
                <a:spcPts val="5900"/>
              </a:spcBef>
              <a:buSzPct val="125000"/>
              <a:buChar char="•"/>
              <a:defRPr sz="5200" b="0"/>
            </a:lvl6pPr>
            <a:lvl7pPr marL="4445000" indent="-635000" algn="l">
              <a:spcBef>
                <a:spcPts val="5900"/>
              </a:spcBef>
              <a:buSzPct val="125000"/>
              <a:buChar char="•"/>
              <a:defRPr sz="5200" b="0"/>
            </a:lvl7pPr>
            <a:lvl8pPr marL="5080000" indent="-635000" algn="l">
              <a:spcBef>
                <a:spcPts val="5900"/>
              </a:spcBef>
              <a:buSzPct val="125000"/>
              <a:buChar char="•"/>
              <a:defRPr sz="5200" b="0"/>
            </a:lvl8pPr>
            <a:lvl9pPr marL="5715000" indent="-635000" algn="l">
              <a:spcBef>
                <a:spcPts val="5900"/>
              </a:spcBef>
              <a:buSzPct val="125000"/>
              <a:buChar char="•"/>
              <a:defRPr sz="5200" b="0"/>
            </a:lvl9pPr>
          </a:lstStyle>
          <a:p>
            <a:r>
              <a:rPr lang="zh-CN" altLang="en-US" sz="4800" b="1" dirty="0"/>
              <a:t>覆盖标准</a:t>
            </a:r>
            <a:endParaRPr lang="en-US" altLang="zh-CN" sz="4800" b="1" dirty="0"/>
          </a:p>
          <a:p>
            <a:pPr lvl="2" eaLnBrk="1"/>
            <a:r>
              <a:rPr lang="zh-CN" altLang="en-US" sz="4800" dirty="0"/>
              <a:t>覆盖所有事件</a:t>
            </a:r>
            <a:endParaRPr lang="en-US" altLang="zh-CN" sz="4800" dirty="0"/>
          </a:p>
          <a:p>
            <a:pPr lvl="2" eaLnBrk="1"/>
            <a:r>
              <a:rPr lang="zh-CN" altLang="en-US" sz="4800" dirty="0"/>
              <a:t>覆盖所有状态</a:t>
            </a:r>
            <a:endParaRPr lang="en-US" altLang="zh-CN" sz="4800" dirty="0"/>
          </a:p>
          <a:p>
            <a:pPr lvl="2" eaLnBrk="1"/>
            <a:r>
              <a:rPr lang="zh-CN" altLang="en-US" sz="4800" dirty="0"/>
              <a:t>覆盖所有动作</a:t>
            </a:r>
            <a:endParaRPr lang="en-US" altLang="zh-CN" sz="4800" dirty="0"/>
          </a:p>
          <a:p>
            <a:pPr lvl="2" eaLnBrk="1"/>
            <a:r>
              <a:rPr lang="zh-CN" altLang="en-US" sz="4800" dirty="0"/>
              <a:t>覆盖所有转换（迁移）</a:t>
            </a:r>
            <a:endParaRPr lang="en-US" altLang="zh-CN" sz="4800" dirty="0"/>
          </a:p>
          <a:p>
            <a:pPr lvl="2" eaLnBrk="1"/>
            <a:r>
              <a:rPr lang="zh-CN" altLang="en-US" sz="4800" dirty="0"/>
              <a:t>覆盖所有长度为</a:t>
            </a:r>
            <a:r>
              <a:rPr lang="en-US" altLang="zh-CN" sz="4800" dirty="0"/>
              <a:t>n</a:t>
            </a:r>
            <a:r>
              <a:rPr lang="zh-CN" altLang="en-US" sz="4800" dirty="0"/>
              <a:t>的转换系列</a:t>
            </a:r>
            <a:endParaRPr lang="en-US" altLang="zh-CN" sz="4800" dirty="0"/>
          </a:p>
          <a:p>
            <a:pPr lvl="2" eaLnBrk="1"/>
            <a:r>
              <a:rPr lang="zh-CN" altLang="en-US" sz="4800" dirty="0"/>
              <a:t>覆盖所有路径</a:t>
            </a:r>
            <a:endParaRPr lang="zh-CN" altLang="en-US" sz="4800" dirty="0"/>
          </a:p>
          <a:p>
            <a:pPr lvl="2"/>
            <a:endParaRPr lang="en-US" altLang="zh-CN" sz="4800" dirty="0"/>
          </a:p>
          <a:p>
            <a:pPr lvl="2"/>
            <a:endParaRPr lang="zh-CN" altLang="en-US" sz="4800" dirty="0"/>
          </a:p>
        </p:txBody>
      </p:sp>
      <p:grpSp>
        <p:nvGrpSpPr>
          <p:cNvPr id="7" name="Group 3"/>
          <p:cNvGrpSpPr/>
          <p:nvPr/>
        </p:nvGrpSpPr>
        <p:grpSpPr bwMode="auto">
          <a:xfrm>
            <a:off x="12926457" y="3347829"/>
            <a:ext cx="10233286" cy="8370403"/>
            <a:chOff x="2678" y="8616"/>
            <a:chExt cx="6536" cy="4836"/>
          </a:xfrm>
        </p:grpSpPr>
        <p:sp>
          <p:nvSpPr>
            <p:cNvPr id="8" name="Oval 4"/>
            <p:cNvSpPr>
              <a:spLocks noChangeArrowheads="1"/>
            </p:cNvSpPr>
            <p:nvPr/>
          </p:nvSpPr>
          <p:spPr bwMode="auto">
            <a:xfrm>
              <a:off x="4382" y="8616"/>
              <a:ext cx="180" cy="156"/>
            </a:xfrm>
            <a:prstGeom prst="ellipse">
              <a:avLst/>
            </a:prstGeom>
            <a:solidFill>
              <a:srgbClr val="000000"/>
            </a:solidFill>
            <a:ln w="57150" algn="ctr">
              <a:solidFill>
                <a:srgbClr val="000000"/>
              </a:solidFill>
              <a:round/>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360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9" name="AutoShape 5"/>
            <p:cNvSpPr>
              <a:spLocks noChangeArrowheads="1"/>
            </p:cNvSpPr>
            <p:nvPr/>
          </p:nvSpPr>
          <p:spPr bwMode="auto">
            <a:xfrm>
              <a:off x="3758" y="9240"/>
              <a:ext cx="1440" cy="780"/>
            </a:xfrm>
            <a:prstGeom prst="flowChartAlternateProcess">
              <a:avLst/>
            </a:prstGeom>
            <a:noFill/>
            <a:ln w="57150" algn="ctr">
              <a:solidFill>
                <a:srgbClr val="000000"/>
              </a:solidFill>
              <a:miter lim="800000"/>
            </a:ln>
            <a:extLst>
              <a:ext uri="{909E8E84-426E-40DD-AFC4-6F175D3DCCD1}">
                <a14:hiddenFill xmlns:a14="http://schemas.microsoft.com/office/drawing/2010/main">
                  <a:solidFill>
                    <a:srgbClr val="FFFFFF"/>
                  </a:solidFill>
                </a14:hiddenFill>
              </a:ext>
            </a:extLst>
          </p:spPr>
          <p:txBody>
            <a:bodyPr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en-US" altLang="zh-CN" sz="2800" dirty="0">
                  <a:latin typeface="Times New Roman" panose="02020603050405020304" pitchFamily="18" charset="0"/>
                  <a:cs typeface="Times New Roman" panose="02020603050405020304" pitchFamily="18" charset="0"/>
                </a:rPr>
                <a:t>empty</a:t>
              </a:r>
              <a:endParaRPr lang="en-US" altLang="zh-CN" sz="2800" dirty="0">
                <a:latin typeface="Times New Roman" panose="02020603050405020304" pitchFamily="18" charset="0"/>
                <a:cs typeface="Times New Roman" panose="02020603050405020304" pitchFamily="18" charset="0"/>
              </a:endParaRPr>
            </a:p>
          </p:txBody>
        </p:sp>
        <p:sp>
          <p:nvSpPr>
            <p:cNvPr id="10" name="AutoShape 6"/>
            <p:cNvSpPr>
              <a:spLocks noChangeArrowheads="1"/>
            </p:cNvSpPr>
            <p:nvPr/>
          </p:nvSpPr>
          <p:spPr bwMode="auto">
            <a:xfrm>
              <a:off x="3758" y="10956"/>
              <a:ext cx="1440" cy="780"/>
            </a:xfrm>
            <a:prstGeom prst="flowChartAlternateProcess">
              <a:avLst/>
            </a:prstGeom>
            <a:noFill/>
            <a:ln w="57150" algn="ctr">
              <a:solidFill>
                <a:srgbClr val="000000"/>
              </a:solidFill>
              <a:miter lim="800000"/>
            </a:ln>
            <a:extLst>
              <a:ext uri="{909E8E84-426E-40DD-AFC4-6F175D3DCCD1}">
                <a14:hiddenFill xmlns:a14="http://schemas.microsoft.com/office/drawing/2010/main">
                  <a:solidFill>
                    <a:srgbClr val="FFFFFF"/>
                  </a:solidFill>
                </a14:hiddenFill>
              </a:ext>
            </a:extLst>
          </p:spPr>
          <p:txBody>
            <a:bodyPr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FontTx/>
                <a:buNone/>
              </a:pPr>
              <a:r>
                <a:rPr lang="en-US" altLang="zh-CN" sz="2800">
                  <a:latin typeface="Times New Roman" panose="02020603050405020304" pitchFamily="18" charset="0"/>
                  <a:cs typeface="Times New Roman" panose="02020603050405020304" pitchFamily="18" charset="0"/>
                </a:rPr>
                <a:t>Partially full</a:t>
              </a:r>
              <a:endParaRPr lang="en-US" altLang="zh-CN" sz="2800">
                <a:latin typeface="Times New Roman" panose="02020603050405020304" pitchFamily="18" charset="0"/>
                <a:cs typeface="Times New Roman" panose="02020603050405020304" pitchFamily="18" charset="0"/>
              </a:endParaRPr>
            </a:p>
          </p:txBody>
        </p:sp>
        <p:sp>
          <p:nvSpPr>
            <p:cNvPr id="11" name="AutoShape 7"/>
            <p:cNvSpPr>
              <a:spLocks noChangeArrowheads="1"/>
            </p:cNvSpPr>
            <p:nvPr/>
          </p:nvSpPr>
          <p:spPr bwMode="auto">
            <a:xfrm>
              <a:off x="3758" y="12672"/>
              <a:ext cx="1440" cy="780"/>
            </a:xfrm>
            <a:prstGeom prst="flowChartAlternateProcess">
              <a:avLst/>
            </a:prstGeom>
            <a:noFill/>
            <a:ln w="57150" algn="ctr">
              <a:solidFill>
                <a:srgbClr val="000000"/>
              </a:solidFill>
              <a:miter lim="800000"/>
            </a:ln>
            <a:extLst>
              <a:ext uri="{909E8E84-426E-40DD-AFC4-6F175D3DCCD1}">
                <a14:hiddenFill xmlns:a14="http://schemas.microsoft.com/office/drawing/2010/main">
                  <a:solidFill>
                    <a:srgbClr val="FFFFFF"/>
                  </a:solidFill>
                </a14:hiddenFill>
              </a:ext>
            </a:extLst>
          </p:spPr>
          <p:txBody>
            <a:bodyPr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en-US" altLang="zh-CN" sz="2800">
                  <a:latin typeface="Times New Roman" panose="02020603050405020304" pitchFamily="18" charset="0"/>
                  <a:cs typeface="Times New Roman" panose="02020603050405020304" pitchFamily="18" charset="0"/>
                </a:rPr>
                <a:t>full</a:t>
              </a:r>
              <a:endParaRPr lang="en-US" altLang="zh-CN" sz="2800">
                <a:latin typeface="Times New Roman" panose="02020603050405020304" pitchFamily="18" charset="0"/>
                <a:cs typeface="Times New Roman" panose="02020603050405020304" pitchFamily="18" charset="0"/>
              </a:endParaRPr>
            </a:p>
          </p:txBody>
        </p:sp>
        <p:sp>
          <p:nvSpPr>
            <p:cNvPr id="12" name="Line 8"/>
            <p:cNvSpPr>
              <a:spLocks noChangeShapeType="1"/>
            </p:cNvSpPr>
            <p:nvPr/>
          </p:nvSpPr>
          <p:spPr bwMode="auto">
            <a:xfrm>
              <a:off x="4478" y="8772"/>
              <a:ext cx="0" cy="468"/>
            </a:xfrm>
            <a:prstGeom prst="line">
              <a:avLst/>
            </a:prstGeom>
            <a:noFill/>
            <a:ln w="57150">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sz="6000">
                <a:latin typeface="Times New Roman" panose="02020603050405020304" pitchFamily="18" charset="0"/>
                <a:cs typeface="Times New Roman" panose="02020603050405020304" pitchFamily="18" charset="0"/>
              </a:endParaRPr>
            </a:p>
          </p:txBody>
        </p:sp>
        <p:sp>
          <p:nvSpPr>
            <p:cNvPr id="13" name="Line 9"/>
            <p:cNvSpPr>
              <a:spLocks noChangeShapeType="1"/>
            </p:cNvSpPr>
            <p:nvPr/>
          </p:nvSpPr>
          <p:spPr bwMode="auto">
            <a:xfrm>
              <a:off x="4118" y="10020"/>
              <a:ext cx="0" cy="936"/>
            </a:xfrm>
            <a:prstGeom prst="line">
              <a:avLst/>
            </a:prstGeom>
            <a:noFill/>
            <a:ln w="57150">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sz="6000">
                <a:latin typeface="Times New Roman" panose="02020603050405020304" pitchFamily="18" charset="0"/>
                <a:cs typeface="Times New Roman" panose="02020603050405020304" pitchFamily="18" charset="0"/>
              </a:endParaRPr>
            </a:p>
          </p:txBody>
        </p:sp>
        <p:sp>
          <p:nvSpPr>
            <p:cNvPr id="14" name="Line 10"/>
            <p:cNvSpPr>
              <a:spLocks noChangeShapeType="1"/>
            </p:cNvSpPr>
            <p:nvPr/>
          </p:nvSpPr>
          <p:spPr bwMode="auto">
            <a:xfrm>
              <a:off x="4838" y="10020"/>
              <a:ext cx="0" cy="936"/>
            </a:xfrm>
            <a:prstGeom prst="line">
              <a:avLst/>
            </a:prstGeom>
            <a:noFill/>
            <a:ln w="57150">
              <a:solidFill>
                <a:srgbClr val="000000"/>
              </a:solidFill>
              <a:round/>
              <a:headEnd type="triangle" w="med" len="med"/>
            </a:ln>
            <a:extLst>
              <a:ext uri="{909E8E84-426E-40DD-AFC4-6F175D3DCCD1}">
                <a14:hiddenFill xmlns:a14="http://schemas.microsoft.com/office/drawing/2010/main">
                  <a:noFill/>
                </a14:hiddenFill>
              </a:ext>
            </a:extLst>
          </p:spPr>
          <p:txBody>
            <a:bodyPr/>
            <a:lstStyle/>
            <a:p>
              <a:endParaRPr lang="zh-CN" altLang="en-US" sz="6000">
                <a:latin typeface="Times New Roman" panose="02020603050405020304" pitchFamily="18" charset="0"/>
                <a:cs typeface="Times New Roman" panose="02020603050405020304" pitchFamily="18" charset="0"/>
              </a:endParaRPr>
            </a:p>
          </p:txBody>
        </p:sp>
        <p:sp>
          <p:nvSpPr>
            <p:cNvPr id="15" name="Line 11"/>
            <p:cNvSpPr>
              <a:spLocks noChangeShapeType="1"/>
            </p:cNvSpPr>
            <p:nvPr/>
          </p:nvSpPr>
          <p:spPr bwMode="auto">
            <a:xfrm>
              <a:off x="4118" y="11736"/>
              <a:ext cx="0" cy="936"/>
            </a:xfrm>
            <a:prstGeom prst="line">
              <a:avLst/>
            </a:prstGeom>
            <a:noFill/>
            <a:ln w="57150">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sz="6000">
                <a:latin typeface="Times New Roman" panose="02020603050405020304" pitchFamily="18" charset="0"/>
                <a:cs typeface="Times New Roman" panose="02020603050405020304" pitchFamily="18" charset="0"/>
              </a:endParaRPr>
            </a:p>
          </p:txBody>
        </p:sp>
        <p:sp>
          <p:nvSpPr>
            <p:cNvPr id="16" name="Line 12"/>
            <p:cNvSpPr>
              <a:spLocks noChangeShapeType="1"/>
            </p:cNvSpPr>
            <p:nvPr/>
          </p:nvSpPr>
          <p:spPr bwMode="auto">
            <a:xfrm>
              <a:off x="4838" y="11736"/>
              <a:ext cx="0" cy="936"/>
            </a:xfrm>
            <a:prstGeom prst="line">
              <a:avLst/>
            </a:prstGeom>
            <a:noFill/>
            <a:ln w="57150">
              <a:solidFill>
                <a:srgbClr val="000000"/>
              </a:solidFill>
              <a:round/>
              <a:headEnd type="triangle" w="med" len="med"/>
            </a:ln>
            <a:extLst>
              <a:ext uri="{909E8E84-426E-40DD-AFC4-6F175D3DCCD1}">
                <a14:hiddenFill xmlns:a14="http://schemas.microsoft.com/office/drawing/2010/main">
                  <a:noFill/>
                </a14:hiddenFill>
              </a:ext>
            </a:extLst>
          </p:spPr>
          <p:txBody>
            <a:bodyPr/>
            <a:lstStyle/>
            <a:p>
              <a:endParaRPr lang="zh-CN" altLang="en-US" sz="6000">
                <a:latin typeface="Times New Roman" panose="02020603050405020304" pitchFamily="18" charset="0"/>
                <a:cs typeface="Times New Roman" panose="02020603050405020304" pitchFamily="18" charset="0"/>
              </a:endParaRPr>
            </a:p>
          </p:txBody>
        </p:sp>
        <p:grpSp>
          <p:nvGrpSpPr>
            <p:cNvPr id="17" name="Group 13"/>
            <p:cNvGrpSpPr/>
            <p:nvPr/>
          </p:nvGrpSpPr>
          <p:grpSpPr bwMode="auto">
            <a:xfrm>
              <a:off x="7898" y="11112"/>
              <a:ext cx="360" cy="312"/>
              <a:chOff x="7898" y="11112"/>
              <a:chExt cx="360" cy="312"/>
            </a:xfrm>
          </p:grpSpPr>
          <p:sp>
            <p:nvSpPr>
              <p:cNvPr id="49" name="Oval 14"/>
              <p:cNvSpPr>
                <a:spLocks noChangeArrowheads="1"/>
              </p:cNvSpPr>
              <p:nvPr/>
            </p:nvSpPr>
            <p:spPr bwMode="auto">
              <a:xfrm>
                <a:off x="7898" y="11112"/>
                <a:ext cx="360" cy="312"/>
              </a:xfrm>
              <a:prstGeom prst="ellipse">
                <a:avLst/>
              </a:prstGeom>
              <a:noFill/>
              <a:ln w="57150" algn="ctr">
                <a:solidFill>
                  <a:srgbClr val="000000"/>
                </a:solidFill>
                <a:rou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360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50" name="Oval 15"/>
              <p:cNvSpPr>
                <a:spLocks noChangeArrowheads="1"/>
              </p:cNvSpPr>
              <p:nvPr/>
            </p:nvSpPr>
            <p:spPr bwMode="auto">
              <a:xfrm>
                <a:off x="7994" y="11184"/>
                <a:ext cx="180" cy="156"/>
              </a:xfrm>
              <a:prstGeom prst="ellipse">
                <a:avLst/>
              </a:prstGeom>
              <a:solidFill>
                <a:srgbClr val="000000"/>
              </a:solidFill>
              <a:ln w="57150" algn="ctr">
                <a:solidFill>
                  <a:srgbClr val="000000"/>
                </a:solidFill>
                <a:round/>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3600">
                  <a:latin typeface="Times New Roman" panose="02020603050405020304" pitchFamily="18" charset="0"/>
                  <a:ea typeface="黑体" panose="02010609060101010101" pitchFamily="49" charset="-122"/>
                  <a:cs typeface="Times New Roman" panose="02020603050405020304" pitchFamily="18" charset="0"/>
                </a:endParaRPr>
              </a:p>
            </p:txBody>
          </p:sp>
        </p:grpSp>
        <p:sp>
          <p:nvSpPr>
            <p:cNvPr id="18" name="Line 16"/>
            <p:cNvSpPr>
              <a:spLocks noChangeShapeType="1"/>
            </p:cNvSpPr>
            <p:nvPr/>
          </p:nvSpPr>
          <p:spPr bwMode="auto">
            <a:xfrm>
              <a:off x="5198" y="9552"/>
              <a:ext cx="2700" cy="1716"/>
            </a:xfrm>
            <a:prstGeom prst="line">
              <a:avLst/>
            </a:prstGeom>
            <a:noFill/>
            <a:ln w="57150">
              <a:solidFill>
                <a:srgbClr val="FF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sz="6000">
                <a:latin typeface="Times New Roman" panose="02020603050405020304" pitchFamily="18" charset="0"/>
                <a:cs typeface="Times New Roman" panose="02020603050405020304" pitchFamily="18" charset="0"/>
              </a:endParaRPr>
            </a:p>
          </p:txBody>
        </p:sp>
        <p:sp>
          <p:nvSpPr>
            <p:cNvPr id="19" name="Line 17"/>
            <p:cNvSpPr>
              <a:spLocks noChangeShapeType="1"/>
            </p:cNvSpPr>
            <p:nvPr/>
          </p:nvSpPr>
          <p:spPr bwMode="auto">
            <a:xfrm>
              <a:off x="5198" y="11268"/>
              <a:ext cx="2700" cy="0"/>
            </a:xfrm>
            <a:prstGeom prst="line">
              <a:avLst/>
            </a:prstGeom>
            <a:noFill/>
            <a:ln w="57150">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sz="6000">
                <a:latin typeface="Times New Roman" panose="02020603050405020304" pitchFamily="18" charset="0"/>
                <a:cs typeface="Times New Roman" panose="02020603050405020304" pitchFamily="18" charset="0"/>
              </a:endParaRPr>
            </a:p>
          </p:txBody>
        </p:sp>
        <p:sp>
          <p:nvSpPr>
            <p:cNvPr id="20" name="Line 18"/>
            <p:cNvSpPr>
              <a:spLocks noChangeShapeType="1"/>
            </p:cNvSpPr>
            <p:nvPr/>
          </p:nvSpPr>
          <p:spPr bwMode="auto">
            <a:xfrm flipV="1">
              <a:off x="5198" y="11268"/>
              <a:ext cx="2700" cy="1716"/>
            </a:xfrm>
            <a:prstGeom prst="line">
              <a:avLst/>
            </a:prstGeom>
            <a:noFill/>
            <a:ln w="57150">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sz="6000">
                <a:latin typeface="Times New Roman" panose="02020603050405020304" pitchFamily="18" charset="0"/>
                <a:cs typeface="Times New Roman" panose="02020603050405020304" pitchFamily="18" charset="0"/>
              </a:endParaRPr>
            </a:p>
          </p:txBody>
        </p:sp>
        <p:sp>
          <p:nvSpPr>
            <p:cNvPr id="21" name="Rectangle 19"/>
            <p:cNvSpPr>
              <a:spLocks noChangeArrowheads="1"/>
            </p:cNvSpPr>
            <p:nvPr/>
          </p:nvSpPr>
          <p:spPr bwMode="auto">
            <a:xfrm>
              <a:off x="4670" y="8716"/>
              <a:ext cx="1440" cy="468"/>
            </a:xfrm>
            <a:prstGeom prst="rect">
              <a:avLst/>
            </a:prstGeom>
            <a:noFill/>
            <a:ln w="9525" algn="ctr">
              <a:no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FontTx/>
                <a:buNone/>
              </a:pPr>
              <a:r>
                <a:rPr lang="en-US" altLang="zh-CN" sz="2800">
                  <a:latin typeface="Times New Roman" panose="02020603050405020304" pitchFamily="18" charset="0"/>
                  <a:cs typeface="Times New Roman" panose="02020603050405020304" pitchFamily="18" charset="0"/>
                </a:rPr>
                <a:t>construction</a:t>
              </a:r>
              <a:endParaRPr lang="en-US" altLang="zh-CN" sz="2800">
                <a:latin typeface="Times New Roman" panose="02020603050405020304" pitchFamily="18" charset="0"/>
                <a:cs typeface="Times New Roman" panose="02020603050405020304" pitchFamily="18" charset="0"/>
              </a:endParaRPr>
            </a:p>
          </p:txBody>
        </p:sp>
        <p:sp>
          <p:nvSpPr>
            <p:cNvPr id="22" name="Rectangle 20"/>
            <p:cNvSpPr>
              <a:spLocks noChangeArrowheads="1"/>
            </p:cNvSpPr>
            <p:nvPr/>
          </p:nvSpPr>
          <p:spPr bwMode="auto">
            <a:xfrm>
              <a:off x="5738" y="10020"/>
              <a:ext cx="3476" cy="468"/>
            </a:xfrm>
            <a:prstGeom prst="rect">
              <a:avLst/>
            </a:prstGeom>
            <a:noFill/>
            <a:ln w="9525" algn="ctr">
              <a:no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FontTx/>
                <a:buNone/>
              </a:pPr>
              <a:r>
                <a:rPr lang="en-US" altLang="zh-CN" sz="2800" dirty="0">
                  <a:solidFill>
                    <a:srgbClr val="FF0000"/>
                  </a:solidFill>
                  <a:latin typeface="Times New Roman" panose="02020603050405020304" pitchFamily="18" charset="0"/>
                  <a:cs typeface="Times New Roman" panose="02020603050405020304" pitchFamily="18" charset="0"/>
                </a:rPr>
                <a:t>Destruction/Remove All Elements</a:t>
              </a:r>
              <a:endParaRPr lang="en-US" altLang="zh-CN" sz="2800" dirty="0">
                <a:solidFill>
                  <a:srgbClr val="FF0000"/>
                </a:solidFill>
                <a:latin typeface="Times New Roman" panose="02020603050405020304" pitchFamily="18" charset="0"/>
                <a:cs typeface="Times New Roman" panose="02020603050405020304" pitchFamily="18" charset="0"/>
              </a:endParaRPr>
            </a:p>
          </p:txBody>
        </p:sp>
        <p:sp>
          <p:nvSpPr>
            <p:cNvPr id="23" name="Rectangle 21"/>
            <p:cNvSpPr>
              <a:spLocks noChangeArrowheads="1"/>
            </p:cNvSpPr>
            <p:nvPr/>
          </p:nvSpPr>
          <p:spPr bwMode="auto">
            <a:xfrm>
              <a:off x="5918" y="12048"/>
              <a:ext cx="1440" cy="468"/>
            </a:xfrm>
            <a:prstGeom prst="rect">
              <a:avLst/>
            </a:prstGeom>
            <a:noFill/>
            <a:ln w="9525" algn="ctr">
              <a:no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FontTx/>
                <a:buNone/>
              </a:pPr>
              <a:r>
                <a:rPr lang="en-US" altLang="zh-CN" sz="2800">
                  <a:latin typeface="Times New Roman" panose="02020603050405020304" pitchFamily="18" charset="0"/>
                  <a:cs typeface="Times New Roman" panose="02020603050405020304" pitchFamily="18" charset="0"/>
                </a:rPr>
                <a:t>destruction</a:t>
              </a:r>
              <a:endParaRPr lang="en-US" altLang="zh-CN" sz="2800">
                <a:latin typeface="Times New Roman" panose="02020603050405020304" pitchFamily="18" charset="0"/>
                <a:cs typeface="Times New Roman" panose="02020603050405020304" pitchFamily="18" charset="0"/>
              </a:endParaRPr>
            </a:p>
          </p:txBody>
        </p:sp>
        <p:sp>
          <p:nvSpPr>
            <p:cNvPr id="24" name="Rectangle 22"/>
            <p:cNvSpPr>
              <a:spLocks noChangeArrowheads="1"/>
            </p:cNvSpPr>
            <p:nvPr/>
          </p:nvSpPr>
          <p:spPr bwMode="auto">
            <a:xfrm>
              <a:off x="5738" y="10956"/>
              <a:ext cx="1440" cy="468"/>
            </a:xfrm>
            <a:prstGeom prst="rect">
              <a:avLst/>
            </a:prstGeom>
            <a:noFill/>
            <a:ln w="9525" algn="ctr">
              <a:no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FontTx/>
                <a:buNone/>
              </a:pPr>
              <a:r>
                <a:rPr lang="en-US" altLang="zh-CN" sz="2800">
                  <a:latin typeface="Times New Roman" panose="02020603050405020304" pitchFamily="18" charset="0"/>
                  <a:cs typeface="Times New Roman" panose="02020603050405020304" pitchFamily="18" charset="0"/>
                </a:rPr>
                <a:t>destruction</a:t>
              </a:r>
              <a:endParaRPr lang="en-US" altLang="zh-CN" sz="2800">
                <a:latin typeface="Times New Roman" panose="02020603050405020304" pitchFamily="18" charset="0"/>
                <a:cs typeface="Times New Roman" panose="02020603050405020304" pitchFamily="18" charset="0"/>
              </a:endParaRPr>
            </a:p>
          </p:txBody>
        </p:sp>
        <p:sp>
          <p:nvSpPr>
            <p:cNvPr id="25" name="Rectangle 23"/>
            <p:cNvSpPr>
              <a:spLocks noChangeArrowheads="1"/>
            </p:cNvSpPr>
            <p:nvPr/>
          </p:nvSpPr>
          <p:spPr bwMode="auto">
            <a:xfrm>
              <a:off x="3578" y="12048"/>
              <a:ext cx="900" cy="468"/>
            </a:xfrm>
            <a:prstGeom prst="rect">
              <a:avLst/>
            </a:prstGeom>
            <a:noFill/>
            <a:ln w="9525" algn="ctr">
              <a:solidFill>
                <a:srgbClr val="00000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FontTx/>
                <a:buNone/>
              </a:pPr>
              <a:r>
                <a:rPr lang="en-US" altLang="zh-CN" sz="2800">
                  <a:latin typeface="Times New Roman" panose="02020603050405020304" pitchFamily="18" charset="0"/>
                  <a:cs typeface="Times New Roman" panose="02020603050405020304" pitchFamily="18" charset="0"/>
                </a:rPr>
                <a:t>Puch()</a:t>
              </a:r>
              <a:endParaRPr lang="en-US" altLang="zh-CN" sz="2800">
                <a:latin typeface="Times New Roman" panose="02020603050405020304" pitchFamily="18" charset="0"/>
                <a:cs typeface="Times New Roman" panose="02020603050405020304" pitchFamily="18" charset="0"/>
              </a:endParaRPr>
            </a:p>
          </p:txBody>
        </p:sp>
        <p:sp>
          <p:nvSpPr>
            <p:cNvPr id="26" name="Rectangle 24"/>
            <p:cNvSpPr>
              <a:spLocks noChangeArrowheads="1"/>
            </p:cNvSpPr>
            <p:nvPr/>
          </p:nvSpPr>
          <p:spPr bwMode="auto">
            <a:xfrm>
              <a:off x="4478" y="12048"/>
              <a:ext cx="900" cy="468"/>
            </a:xfrm>
            <a:prstGeom prst="rect">
              <a:avLst/>
            </a:prstGeom>
            <a:noFill/>
            <a:ln w="9525" algn="ctr">
              <a:no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FontTx/>
                <a:buNone/>
              </a:pPr>
              <a:r>
                <a:rPr lang="en-US" altLang="zh-CN" sz="2800">
                  <a:latin typeface="Times New Roman" panose="02020603050405020304" pitchFamily="18" charset="0"/>
                  <a:cs typeface="Times New Roman" panose="02020603050405020304" pitchFamily="18" charset="0"/>
                </a:rPr>
                <a:t>Pop()</a:t>
              </a:r>
              <a:endParaRPr lang="en-US" altLang="zh-CN" sz="2800">
                <a:latin typeface="Times New Roman" panose="02020603050405020304" pitchFamily="18" charset="0"/>
                <a:cs typeface="Times New Roman" panose="02020603050405020304" pitchFamily="18" charset="0"/>
              </a:endParaRPr>
            </a:p>
          </p:txBody>
        </p:sp>
        <p:sp>
          <p:nvSpPr>
            <p:cNvPr id="27" name="Rectangle 25"/>
            <p:cNvSpPr>
              <a:spLocks noChangeArrowheads="1"/>
            </p:cNvSpPr>
            <p:nvPr/>
          </p:nvSpPr>
          <p:spPr bwMode="auto">
            <a:xfrm>
              <a:off x="3578" y="10332"/>
              <a:ext cx="900" cy="468"/>
            </a:xfrm>
            <a:prstGeom prst="rect">
              <a:avLst/>
            </a:prstGeom>
            <a:noFill/>
            <a:ln w="9525" algn="ctr">
              <a:no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FontTx/>
                <a:buNone/>
              </a:pPr>
              <a:r>
                <a:rPr lang="en-US" altLang="zh-CN" sz="2800" dirty="0" err="1">
                  <a:latin typeface="Times New Roman" panose="02020603050405020304" pitchFamily="18" charset="0"/>
                  <a:cs typeface="Times New Roman" panose="02020603050405020304" pitchFamily="18" charset="0"/>
                </a:rPr>
                <a:t>Puch</a:t>
              </a:r>
              <a:r>
                <a:rPr lang="en-US" altLang="zh-CN" sz="2800" dirty="0">
                  <a:latin typeface="Times New Roman" panose="02020603050405020304" pitchFamily="18" charset="0"/>
                  <a:cs typeface="Times New Roman" panose="02020603050405020304" pitchFamily="18" charset="0"/>
                </a:rPr>
                <a:t>()</a:t>
              </a:r>
              <a:endParaRPr lang="en-US" altLang="zh-CN" sz="2800" dirty="0">
                <a:latin typeface="Times New Roman" panose="02020603050405020304" pitchFamily="18" charset="0"/>
                <a:cs typeface="Times New Roman" panose="02020603050405020304" pitchFamily="18" charset="0"/>
              </a:endParaRPr>
            </a:p>
          </p:txBody>
        </p:sp>
        <p:sp>
          <p:nvSpPr>
            <p:cNvPr id="28" name="Rectangle 26"/>
            <p:cNvSpPr>
              <a:spLocks noChangeArrowheads="1"/>
            </p:cNvSpPr>
            <p:nvPr/>
          </p:nvSpPr>
          <p:spPr bwMode="auto">
            <a:xfrm>
              <a:off x="4478" y="10332"/>
              <a:ext cx="900" cy="468"/>
            </a:xfrm>
            <a:prstGeom prst="rect">
              <a:avLst/>
            </a:prstGeom>
            <a:noFill/>
            <a:ln w="9525" algn="ctr">
              <a:no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FontTx/>
                <a:buNone/>
              </a:pPr>
              <a:r>
                <a:rPr lang="en-US" altLang="zh-CN" sz="2800">
                  <a:latin typeface="Times New Roman" panose="02020603050405020304" pitchFamily="18" charset="0"/>
                  <a:cs typeface="Times New Roman" panose="02020603050405020304" pitchFamily="18" charset="0"/>
                </a:rPr>
                <a:t>Pop()</a:t>
              </a:r>
              <a:endParaRPr lang="en-US" altLang="zh-CN" sz="2800">
                <a:latin typeface="Times New Roman" panose="02020603050405020304" pitchFamily="18" charset="0"/>
                <a:cs typeface="Times New Roman" panose="02020603050405020304" pitchFamily="18" charset="0"/>
              </a:endParaRPr>
            </a:p>
          </p:txBody>
        </p:sp>
        <p:sp>
          <p:nvSpPr>
            <p:cNvPr id="29" name="Rectangle 27"/>
            <p:cNvSpPr>
              <a:spLocks noChangeArrowheads="1"/>
            </p:cNvSpPr>
            <p:nvPr/>
          </p:nvSpPr>
          <p:spPr bwMode="auto">
            <a:xfrm>
              <a:off x="3003" y="9200"/>
              <a:ext cx="963" cy="468"/>
            </a:xfrm>
            <a:prstGeom prst="rect">
              <a:avLst/>
            </a:prstGeom>
            <a:noFill/>
            <a:ln w="9525" algn="ctr">
              <a:no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FontTx/>
                <a:buNone/>
              </a:pPr>
              <a:r>
                <a:rPr lang="en-US" altLang="zh-CN" sz="2800" dirty="0">
                  <a:latin typeface="Times New Roman" panose="02020603050405020304" pitchFamily="18" charset="0"/>
                  <a:cs typeface="Times New Roman" panose="02020603050405020304" pitchFamily="18" charset="0"/>
                </a:rPr>
                <a:t>Pop()</a:t>
              </a:r>
              <a:endParaRPr lang="en-US" altLang="zh-CN" sz="2800" dirty="0">
                <a:latin typeface="Times New Roman" panose="02020603050405020304" pitchFamily="18" charset="0"/>
                <a:cs typeface="Times New Roman" panose="02020603050405020304" pitchFamily="18" charset="0"/>
              </a:endParaRPr>
            </a:p>
          </p:txBody>
        </p:sp>
        <p:grpSp>
          <p:nvGrpSpPr>
            <p:cNvPr id="30" name="Group 28"/>
            <p:cNvGrpSpPr/>
            <p:nvPr/>
          </p:nvGrpSpPr>
          <p:grpSpPr bwMode="auto">
            <a:xfrm>
              <a:off x="3038" y="9552"/>
              <a:ext cx="720" cy="312"/>
              <a:chOff x="3038" y="9552"/>
              <a:chExt cx="720" cy="312"/>
            </a:xfrm>
          </p:grpSpPr>
          <p:sp>
            <p:nvSpPr>
              <p:cNvPr id="46" name="Line 29"/>
              <p:cNvSpPr>
                <a:spLocks noChangeShapeType="1"/>
              </p:cNvSpPr>
              <p:nvPr/>
            </p:nvSpPr>
            <p:spPr bwMode="auto">
              <a:xfrm flipH="1">
                <a:off x="3038" y="9864"/>
                <a:ext cx="720" cy="0"/>
              </a:xfrm>
              <a:prstGeom prst="line">
                <a:avLst/>
              </a:prstGeom>
              <a:noFill/>
              <a:ln w="57150">
                <a:solidFill>
                  <a:srgbClr val="000000"/>
                </a:solidFill>
                <a:round/>
              </a:ln>
              <a:extLst>
                <a:ext uri="{909E8E84-426E-40DD-AFC4-6F175D3DCCD1}">
                  <a14:hiddenFill xmlns:a14="http://schemas.microsoft.com/office/drawing/2010/main">
                    <a:noFill/>
                  </a14:hiddenFill>
                </a:ext>
              </a:extLst>
            </p:spPr>
            <p:txBody>
              <a:bodyPr/>
              <a:lstStyle/>
              <a:p>
                <a:endParaRPr lang="zh-CN" altLang="en-US" sz="6000">
                  <a:latin typeface="Times New Roman" panose="02020603050405020304" pitchFamily="18" charset="0"/>
                  <a:cs typeface="Times New Roman" panose="02020603050405020304" pitchFamily="18" charset="0"/>
                </a:endParaRPr>
              </a:p>
            </p:txBody>
          </p:sp>
          <p:sp>
            <p:nvSpPr>
              <p:cNvPr id="47" name="Line 30"/>
              <p:cNvSpPr>
                <a:spLocks noChangeShapeType="1"/>
              </p:cNvSpPr>
              <p:nvPr/>
            </p:nvSpPr>
            <p:spPr bwMode="auto">
              <a:xfrm>
                <a:off x="3038" y="9552"/>
                <a:ext cx="720" cy="0"/>
              </a:xfrm>
              <a:prstGeom prst="line">
                <a:avLst/>
              </a:prstGeom>
              <a:noFill/>
              <a:ln w="57150">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sz="6000">
                  <a:latin typeface="Times New Roman" panose="02020603050405020304" pitchFamily="18" charset="0"/>
                  <a:cs typeface="Times New Roman" panose="02020603050405020304" pitchFamily="18" charset="0"/>
                </a:endParaRPr>
              </a:p>
            </p:txBody>
          </p:sp>
          <p:sp>
            <p:nvSpPr>
              <p:cNvPr id="48" name="Line 31"/>
              <p:cNvSpPr>
                <a:spLocks noChangeShapeType="1"/>
              </p:cNvSpPr>
              <p:nvPr/>
            </p:nvSpPr>
            <p:spPr bwMode="auto">
              <a:xfrm>
                <a:off x="3038" y="9552"/>
                <a:ext cx="0" cy="312"/>
              </a:xfrm>
              <a:prstGeom prst="line">
                <a:avLst/>
              </a:prstGeom>
              <a:noFill/>
              <a:ln w="57150">
                <a:solidFill>
                  <a:srgbClr val="000000"/>
                </a:solidFill>
                <a:round/>
              </a:ln>
              <a:extLst>
                <a:ext uri="{909E8E84-426E-40DD-AFC4-6F175D3DCCD1}">
                  <a14:hiddenFill xmlns:a14="http://schemas.microsoft.com/office/drawing/2010/main">
                    <a:noFill/>
                  </a14:hiddenFill>
                </a:ext>
              </a:extLst>
            </p:spPr>
            <p:txBody>
              <a:bodyPr/>
              <a:lstStyle/>
              <a:p>
                <a:endParaRPr lang="zh-CN" altLang="en-US" sz="6000">
                  <a:latin typeface="Times New Roman" panose="02020603050405020304" pitchFamily="18" charset="0"/>
                  <a:cs typeface="Times New Roman" panose="02020603050405020304" pitchFamily="18" charset="0"/>
                </a:endParaRPr>
              </a:p>
            </p:txBody>
          </p:sp>
        </p:grpSp>
        <p:grpSp>
          <p:nvGrpSpPr>
            <p:cNvPr id="31" name="Group 32"/>
            <p:cNvGrpSpPr/>
            <p:nvPr/>
          </p:nvGrpSpPr>
          <p:grpSpPr bwMode="auto">
            <a:xfrm>
              <a:off x="3038" y="12828"/>
              <a:ext cx="720" cy="312"/>
              <a:chOff x="3038" y="9552"/>
              <a:chExt cx="720" cy="312"/>
            </a:xfrm>
          </p:grpSpPr>
          <p:sp>
            <p:nvSpPr>
              <p:cNvPr id="43" name="Line 33"/>
              <p:cNvSpPr>
                <a:spLocks noChangeShapeType="1"/>
              </p:cNvSpPr>
              <p:nvPr/>
            </p:nvSpPr>
            <p:spPr bwMode="auto">
              <a:xfrm flipH="1">
                <a:off x="3038" y="9864"/>
                <a:ext cx="720" cy="0"/>
              </a:xfrm>
              <a:prstGeom prst="line">
                <a:avLst/>
              </a:prstGeom>
              <a:noFill/>
              <a:ln w="57150">
                <a:solidFill>
                  <a:srgbClr val="000000"/>
                </a:solidFill>
                <a:round/>
              </a:ln>
              <a:extLst>
                <a:ext uri="{909E8E84-426E-40DD-AFC4-6F175D3DCCD1}">
                  <a14:hiddenFill xmlns:a14="http://schemas.microsoft.com/office/drawing/2010/main">
                    <a:noFill/>
                  </a14:hiddenFill>
                </a:ext>
              </a:extLst>
            </p:spPr>
            <p:txBody>
              <a:bodyPr/>
              <a:lstStyle/>
              <a:p>
                <a:endParaRPr lang="zh-CN" altLang="en-US" sz="6000">
                  <a:latin typeface="Times New Roman" panose="02020603050405020304" pitchFamily="18" charset="0"/>
                  <a:cs typeface="Times New Roman" panose="02020603050405020304" pitchFamily="18" charset="0"/>
                </a:endParaRPr>
              </a:p>
            </p:txBody>
          </p:sp>
          <p:sp>
            <p:nvSpPr>
              <p:cNvPr id="44" name="Line 34"/>
              <p:cNvSpPr>
                <a:spLocks noChangeShapeType="1"/>
              </p:cNvSpPr>
              <p:nvPr/>
            </p:nvSpPr>
            <p:spPr bwMode="auto">
              <a:xfrm>
                <a:off x="3038" y="9552"/>
                <a:ext cx="720" cy="0"/>
              </a:xfrm>
              <a:prstGeom prst="line">
                <a:avLst/>
              </a:prstGeom>
              <a:noFill/>
              <a:ln w="57150">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sz="6000">
                  <a:latin typeface="Times New Roman" panose="02020603050405020304" pitchFamily="18" charset="0"/>
                  <a:cs typeface="Times New Roman" panose="02020603050405020304" pitchFamily="18" charset="0"/>
                </a:endParaRPr>
              </a:p>
            </p:txBody>
          </p:sp>
          <p:sp>
            <p:nvSpPr>
              <p:cNvPr id="45" name="Line 35"/>
              <p:cNvSpPr>
                <a:spLocks noChangeShapeType="1"/>
              </p:cNvSpPr>
              <p:nvPr/>
            </p:nvSpPr>
            <p:spPr bwMode="auto">
              <a:xfrm>
                <a:off x="3038" y="9552"/>
                <a:ext cx="0" cy="312"/>
              </a:xfrm>
              <a:prstGeom prst="line">
                <a:avLst/>
              </a:prstGeom>
              <a:noFill/>
              <a:ln w="57150">
                <a:solidFill>
                  <a:srgbClr val="000000"/>
                </a:solidFill>
                <a:round/>
              </a:ln>
              <a:extLst>
                <a:ext uri="{909E8E84-426E-40DD-AFC4-6F175D3DCCD1}">
                  <a14:hiddenFill xmlns:a14="http://schemas.microsoft.com/office/drawing/2010/main">
                    <a:noFill/>
                  </a14:hiddenFill>
                </a:ext>
              </a:extLst>
            </p:spPr>
            <p:txBody>
              <a:bodyPr/>
              <a:lstStyle/>
              <a:p>
                <a:endParaRPr lang="zh-CN" altLang="en-US" sz="6000">
                  <a:latin typeface="Times New Roman" panose="02020603050405020304" pitchFamily="18" charset="0"/>
                  <a:cs typeface="Times New Roman" panose="02020603050405020304" pitchFamily="18" charset="0"/>
                </a:endParaRPr>
              </a:p>
            </p:txBody>
          </p:sp>
        </p:grpSp>
        <p:sp>
          <p:nvSpPr>
            <p:cNvPr id="32" name="Rectangle 36"/>
            <p:cNvSpPr>
              <a:spLocks noChangeArrowheads="1"/>
            </p:cNvSpPr>
            <p:nvPr/>
          </p:nvSpPr>
          <p:spPr bwMode="auto">
            <a:xfrm>
              <a:off x="2678" y="12360"/>
              <a:ext cx="900" cy="468"/>
            </a:xfrm>
            <a:prstGeom prst="rect">
              <a:avLst/>
            </a:prstGeom>
            <a:noFill/>
            <a:ln w="9525" algn="ctr">
              <a:no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FontTx/>
                <a:buNone/>
              </a:pPr>
              <a:r>
                <a:rPr lang="en-US" altLang="zh-CN" sz="2800">
                  <a:latin typeface="Times New Roman" panose="02020603050405020304" pitchFamily="18" charset="0"/>
                  <a:cs typeface="Times New Roman" panose="02020603050405020304" pitchFamily="18" charset="0"/>
                </a:rPr>
                <a:t>Puch()</a:t>
              </a:r>
              <a:endParaRPr lang="en-US" altLang="zh-CN" sz="2800">
                <a:latin typeface="Times New Roman" panose="02020603050405020304" pitchFamily="18" charset="0"/>
                <a:cs typeface="Times New Roman" panose="02020603050405020304" pitchFamily="18" charset="0"/>
              </a:endParaRPr>
            </a:p>
          </p:txBody>
        </p:sp>
        <p:grpSp>
          <p:nvGrpSpPr>
            <p:cNvPr id="33" name="Group 37"/>
            <p:cNvGrpSpPr/>
            <p:nvPr/>
          </p:nvGrpSpPr>
          <p:grpSpPr bwMode="auto">
            <a:xfrm>
              <a:off x="3038" y="11112"/>
              <a:ext cx="720" cy="156"/>
              <a:chOff x="3038" y="11112"/>
              <a:chExt cx="720" cy="156"/>
            </a:xfrm>
          </p:grpSpPr>
          <p:sp>
            <p:nvSpPr>
              <p:cNvPr id="40" name="Line 38"/>
              <p:cNvSpPr>
                <a:spLocks noChangeShapeType="1"/>
              </p:cNvSpPr>
              <p:nvPr/>
            </p:nvSpPr>
            <p:spPr bwMode="auto">
              <a:xfrm flipH="1">
                <a:off x="3038" y="11268"/>
                <a:ext cx="720" cy="0"/>
              </a:xfrm>
              <a:prstGeom prst="line">
                <a:avLst/>
              </a:prstGeom>
              <a:noFill/>
              <a:ln w="57150">
                <a:solidFill>
                  <a:srgbClr val="000000"/>
                </a:solidFill>
                <a:round/>
              </a:ln>
              <a:extLst>
                <a:ext uri="{909E8E84-426E-40DD-AFC4-6F175D3DCCD1}">
                  <a14:hiddenFill xmlns:a14="http://schemas.microsoft.com/office/drawing/2010/main">
                    <a:noFill/>
                  </a14:hiddenFill>
                </a:ext>
              </a:extLst>
            </p:spPr>
            <p:txBody>
              <a:bodyPr/>
              <a:lstStyle/>
              <a:p>
                <a:endParaRPr lang="zh-CN" altLang="en-US" sz="6000">
                  <a:latin typeface="Times New Roman" panose="02020603050405020304" pitchFamily="18" charset="0"/>
                  <a:cs typeface="Times New Roman" panose="02020603050405020304" pitchFamily="18" charset="0"/>
                </a:endParaRPr>
              </a:p>
            </p:txBody>
          </p:sp>
          <p:sp>
            <p:nvSpPr>
              <p:cNvPr id="41" name="Line 39"/>
              <p:cNvSpPr>
                <a:spLocks noChangeShapeType="1"/>
              </p:cNvSpPr>
              <p:nvPr/>
            </p:nvSpPr>
            <p:spPr bwMode="auto">
              <a:xfrm>
                <a:off x="3038" y="11112"/>
                <a:ext cx="720" cy="0"/>
              </a:xfrm>
              <a:prstGeom prst="line">
                <a:avLst/>
              </a:prstGeom>
              <a:noFill/>
              <a:ln w="57150">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sz="6000">
                  <a:latin typeface="Times New Roman" panose="02020603050405020304" pitchFamily="18" charset="0"/>
                  <a:cs typeface="Times New Roman" panose="02020603050405020304" pitchFamily="18" charset="0"/>
                </a:endParaRPr>
              </a:p>
            </p:txBody>
          </p:sp>
          <p:sp>
            <p:nvSpPr>
              <p:cNvPr id="42" name="Line 40"/>
              <p:cNvSpPr>
                <a:spLocks noChangeShapeType="1"/>
              </p:cNvSpPr>
              <p:nvPr/>
            </p:nvSpPr>
            <p:spPr bwMode="auto">
              <a:xfrm flipV="1">
                <a:off x="3038" y="11112"/>
                <a:ext cx="0" cy="156"/>
              </a:xfrm>
              <a:prstGeom prst="line">
                <a:avLst/>
              </a:prstGeom>
              <a:noFill/>
              <a:ln w="57150">
                <a:solidFill>
                  <a:srgbClr val="000000"/>
                </a:solidFill>
                <a:round/>
              </a:ln>
              <a:extLst>
                <a:ext uri="{909E8E84-426E-40DD-AFC4-6F175D3DCCD1}">
                  <a14:hiddenFill xmlns:a14="http://schemas.microsoft.com/office/drawing/2010/main">
                    <a:noFill/>
                  </a14:hiddenFill>
                </a:ext>
              </a:extLst>
            </p:spPr>
            <p:txBody>
              <a:bodyPr/>
              <a:lstStyle/>
              <a:p>
                <a:endParaRPr lang="zh-CN" altLang="en-US" sz="6000">
                  <a:latin typeface="Times New Roman" panose="02020603050405020304" pitchFamily="18" charset="0"/>
                  <a:cs typeface="Times New Roman" panose="02020603050405020304" pitchFamily="18" charset="0"/>
                </a:endParaRPr>
              </a:p>
            </p:txBody>
          </p:sp>
        </p:grpSp>
        <p:grpSp>
          <p:nvGrpSpPr>
            <p:cNvPr id="34" name="Group 41"/>
            <p:cNvGrpSpPr/>
            <p:nvPr/>
          </p:nvGrpSpPr>
          <p:grpSpPr bwMode="auto">
            <a:xfrm>
              <a:off x="3038" y="11424"/>
              <a:ext cx="720" cy="156"/>
              <a:chOff x="3038" y="11112"/>
              <a:chExt cx="720" cy="156"/>
            </a:xfrm>
          </p:grpSpPr>
          <p:sp>
            <p:nvSpPr>
              <p:cNvPr id="37" name="Line 42"/>
              <p:cNvSpPr>
                <a:spLocks noChangeShapeType="1"/>
              </p:cNvSpPr>
              <p:nvPr/>
            </p:nvSpPr>
            <p:spPr bwMode="auto">
              <a:xfrm flipH="1">
                <a:off x="3038" y="11268"/>
                <a:ext cx="720" cy="0"/>
              </a:xfrm>
              <a:prstGeom prst="line">
                <a:avLst/>
              </a:prstGeom>
              <a:noFill/>
              <a:ln w="57150">
                <a:solidFill>
                  <a:srgbClr val="000000"/>
                </a:solidFill>
                <a:round/>
              </a:ln>
              <a:extLst>
                <a:ext uri="{909E8E84-426E-40DD-AFC4-6F175D3DCCD1}">
                  <a14:hiddenFill xmlns:a14="http://schemas.microsoft.com/office/drawing/2010/main">
                    <a:noFill/>
                  </a14:hiddenFill>
                </a:ext>
              </a:extLst>
            </p:spPr>
            <p:txBody>
              <a:bodyPr/>
              <a:lstStyle/>
              <a:p>
                <a:endParaRPr lang="zh-CN" altLang="en-US" sz="6000">
                  <a:latin typeface="Times New Roman" panose="02020603050405020304" pitchFamily="18" charset="0"/>
                  <a:cs typeface="Times New Roman" panose="02020603050405020304" pitchFamily="18" charset="0"/>
                </a:endParaRPr>
              </a:p>
            </p:txBody>
          </p:sp>
          <p:sp>
            <p:nvSpPr>
              <p:cNvPr id="38" name="Line 43"/>
              <p:cNvSpPr>
                <a:spLocks noChangeShapeType="1"/>
              </p:cNvSpPr>
              <p:nvPr/>
            </p:nvSpPr>
            <p:spPr bwMode="auto">
              <a:xfrm>
                <a:off x="3038" y="11112"/>
                <a:ext cx="720" cy="0"/>
              </a:xfrm>
              <a:prstGeom prst="line">
                <a:avLst/>
              </a:prstGeom>
              <a:noFill/>
              <a:ln w="57150">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sz="6000">
                  <a:latin typeface="Times New Roman" panose="02020603050405020304" pitchFamily="18" charset="0"/>
                  <a:cs typeface="Times New Roman" panose="02020603050405020304" pitchFamily="18" charset="0"/>
                </a:endParaRPr>
              </a:p>
            </p:txBody>
          </p:sp>
          <p:sp>
            <p:nvSpPr>
              <p:cNvPr id="39" name="Line 44"/>
              <p:cNvSpPr>
                <a:spLocks noChangeShapeType="1"/>
              </p:cNvSpPr>
              <p:nvPr/>
            </p:nvSpPr>
            <p:spPr bwMode="auto">
              <a:xfrm flipV="1">
                <a:off x="3038" y="11112"/>
                <a:ext cx="0" cy="156"/>
              </a:xfrm>
              <a:prstGeom prst="line">
                <a:avLst/>
              </a:prstGeom>
              <a:noFill/>
              <a:ln w="57150">
                <a:solidFill>
                  <a:srgbClr val="000000"/>
                </a:solidFill>
                <a:round/>
              </a:ln>
              <a:extLst>
                <a:ext uri="{909E8E84-426E-40DD-AFC4-6F175D3DCCD1}">
                  <a14:hiddenFill xmlns:a14="http://schemas.microsoft.com/office/drawing/2010/main">
                    <a:noFill/>
                  </a14:hiddenFill>
                </a:ext>
              </a:extLst>
            </p:spPr>
            <p:txBody>
              <a:bodyPr/>
              <a:lstStyle/>
              <a:p>
                <a:endParaRPr lang="zh-CN" altLang="en-US" sz="6000">
                  <a:latin typeface="Times New Roman" panose="02020603050405020304" pitchFamily="18" charset="0"/>
                  <a:cs typeface="Times New Roman" panose="02020603050405020304" pitchFamily="18" charset="0"/>
                </a:endParaRPr>
              </a:p>
            </p:txBody>
          </p:sp>
        </p:grpSp>
        <p:sp>
          <p:nvSpPr>
            <p:cNvPr id="35" name="Rectangle 45"/>
            <p:cNvSpPr>
              <a:spLocks noChangeArrowheads="1"/>
            </p:cNvSpPr>
            <p:nvPr/>
          </p:nvSpPr>
          <p:spPr bwMode="auto">
            <a:xfrm>
              <a:off x="2678" y="10644"/>
              <a:ext cx="900" cy="468"/>
            </a:xfrm>
            <a:prstGeom prst="rect">
              <a:avLst/>
            </a:prstGeom>
            <a:noFill/>
            <a:ln w="9525" algn="ctr">
              <a:no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FontTx/>
                <a:buNone/>
              </a:pPr>
              <a:r>
                <a:rPr lang="en-US" altLang="zh-CN" sz="2800">
                  <a:latin typeface="Times New Roman" panose="02020603050405020304" pitchFamily="18" charset="0"/>
                  <a:cs typeface="Times New Roman" panose="02020603050405020304" pitchFamily="18" charset="0"/>
                </a:rPr>
                <a:t>Puch()</a:t>
              </a:r>
              <a:endParaRPr lang="en-US" altLang="zh-CN" sz="2800">
                <a:latin typeface="Times New Roman" panose="02020603050405020304" pitchFamily="18" charset="0"/>
                <a:cs typeface="Times New Roman" panose="02020603050405020304" pitchFamily="18" charset="0"/>
              </a:endParaRPr>
            </a:p>
          </p:txBody>
        </p:sp>
        <p:sp>
          <p:nvSpPr>
            <p:cNvPr id="36" name="Rectangle 46"/>
            <p:cNvSpPr>
              <a:spLocks noChangeArrowheads="1"/>
            </p:cNvSpPr>
            <p:nvPr/>
          </p:nvSpPr>
          <p:spPr bwMode="auto">
            <a:xfrm>
              <a:off x="2678" y="11580"/>
              <a:ext cx="900" cy="468"/>
            </a:xfrm>
            <a:prstGeom prst="rect">
              <a:avLst/>
            </a:prstGeom>
            <a:noFill/>
            <a:ln w="9525" algn="ctr">
              <a:no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FontTx/>
                <a:buNone/>
              </a:pPr>
              <a:r>
                <a:rPr lang="en-US" altLang="zh-CN" sz="2800">
                  <a:latin typeface="Times New Roman" panose="02020603050405020304" pitchFamily="18" charset="0"/>
                  <a:cs typeface="Times New Roman" panose="02020603050405020304" pitchFamily="18" charset="0"/>
                </a:rPr>
                <a:t>Pop()</a:t>
              </a:r>
              <a:endParaRPr lang="en-US" altLang="zh-CN" sz="2800">
                <a:latin typeface="Times New Roman" panose="02020603050405020304" pitchFamily="18" charset="0"/>
                <a:cs typeface="Times New Roman" panose="02020603050405020304" pitchFamily="18" charset="0"/>
              </a:endParaRPr>
            </a:p>
          </p:txBody>
        </p:sp>
      </p:grpSp>
      <p:pic>
        <p:nvPicPr>
          <p:cNvPr id="3" name="音频 2">
            <a:hlinkClick r:id="" action="ppaction://media"/>
          </p:cNvPr>
          <p:cNvPicPr>
            <a:picLocks noChangeAspect="1"/>
          </p:cNvPicPr>
          <p:nvPr>
            <a:audioFile r:link="rId1"/>
            <p:extLst>
              <p:ext uri="{DAA4B4D4-6D71-4841-9C94-3DE7FCFB9230}">
                <p14:media xmlns:p14="http://schemas.microsoft.com/office/powerpoint/2010/main" r:link="rId2"/>
              </p:ext>
            </p:extLst>
          </p:nvPr>
        </p:nvPicPr>
        <p:blipFill>
          <a:blip r:embed="rId3"/>
          <a:stretch>
            <a:fillRect/>
          </a:stretch>
        </p:blipFill>
        <p:spPr>
          <a:xfrm>
            <a:off x="23923625" y="13255625"/>
            <a:ext cx="244475" cy="244475"/>
          </a:xfrm>
          <a:prstGeom prst="rect">
            <a:avLst/>
          </a:prstGeom>
        </p:spPr>
      </p:pic>
    </p:spTree>
    <p:custDataLst>
      <p:tags r:id="rId4"/>
    </p:custDataLst>
  </p:cSld>
  <p:clrMapOvr>
    <a:masterClrMapping/>
  </p:clrMapOvr>
  <p:transition spd="med" advTm="458455"/>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3"/>
                </p:tgtEl>
              </p:cMediaNode>
            </p:audio>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小结</a:t>
            </a:r>
            <a:endParaRPr lang="zh-CN" altLang="en-US" dirty="0"/>
          </a:p>
        </p:txBody>
      </p:sp>
      <p:sp>
        <p:nvSpPr>
          <p:cNvPr id="4" name="矩形 3"/>
          <p:cNvSpPr/>
          <p:nvPr/>
        </p:nvSpPr>
        <p:spPr>
          <a:xfrm>
            <a:off x="91440" y="3812119"/>
            <a:ext cx="24383999" cy="1015663"/>
          </a:xfrm>
          <a:prstGeom prst="rect">
            <a:avLst/>
          </a:prstGeom>
        </p:spPr>
        <p:txBody>
          <a:bodyPr wrap="square">
            <a:spAutoFit/>
          </a:bodyPr>
          <a:lstStyle/>
          <a:p>
            <a:r>
              <a:rPr lang="zh-CN" altLang="en-US" sz="6000" dirty="0">
                <a:solidFill>
                  <a:srgbClr val="FF0000"/>
                </a:solidFill>
                <a:latin typeface="微软雅黑" panose="020B0503020204020204" pitchFamily="34" charset="-122"/>
                <a:ea typeface="微软雅黑" panose="020B0503020204020204" pitchFamily="34" charset="-122"/>
              </a:rPr>
              <a:t>基于状态机的测试是黑盒测试方法的一种</a:t>
            </a:r>
            <a:endParaRPr lang="en-US" altLang="zh-CN" sz="6000" u="sng" dirty="0">
              <a:solidFill>
                <a:srgbClr val="FF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5" name="矩形 4"/>
          <p:cNvSpPr/>
          <p:nvPr/>
        </p:nvSpPr>
        <p:spPr>
          <a:xfrm>
            <a:off x="8372" y="6152273"/>
            <a:ext cx="24384000" cy="1015663"/>
          </a:xfrm>
          <a:prstGeom prst="rect">
            <a:avLst/>
          </a:prstGeom>
        </p:spPr>
        <p:txBody>
          <a:bodyPr wrap="square">
            <a:spAutoFit/>
          </a:bodyPr>
          <a:lstStyle/>
          <a:p>
            <a:r>
              <a:rPr lang="zh-CN" altLang="en-US" sz="6000" dirty="0">
                <a:solidFill>
                  <a:srgbClr val="FF0000"/>
                </a:solidFill>
                <a:latin typeface="微软雅黑" panose="020B0503020204020204" pitchFamily="34" charset="-122"/>
                <a:ea typeface="微软雅黑" panose="020B0503020204020204" pitchFamily="34" charset="-122"/>
              </a:rPr>
              <a:t>适合于状态数量比较少，事件明晰的软件系统</a:t>
            </a:r>
            <a:endParaRPr lang="zh-CN" altLang="en-US" sz="6000" dirty="0">
              <a:solidFill>
                <a:srgbClr val="FF0000"/>
              </a:solidFill>
              <a:latin typeface="微软雅黑" panose="020B0503020204020204" pitchFamily="34" charset="-122"/>
              <a:ea typeface="微软雅黑" panose="020B0503020204020204" pitchFamily="34" charset="-122"/>
            </a:endParaRPr>
          </a:p>
        </p:txBody>
      </p:sp>
      <p:sp>
        <p:nvSpPr>
          <p:cNvPr id="6" name="矩形 5"/>
          <p:cNvSpPr/>
          <p:nvPr/>
        </p:nvSpPr>
        <p:spPr>
          <a:xfrm>
            <a:off x="91440" y="8492427"/>
            <a:ext cx="24292560" cy="1015663"/>
          </a:xfrm>
          <a:prstGeom prst="rect">
            <a:avLst/>
          </a:prstGeom>
        </p:spPr>
        <p:txBody>
          <a:bodyPr wrap="square">
            <a:spAutoFit/>
          </a:bodyPr>
          <a:lstStyle/>
          <a:p>
            <a:r>
              <a:rPr lang="zh-CN" altLang="en-US" sz="6000" dirty="0">
                <a:solidFill>
                  <a:srgbClr val="FF0000"/>
                </a:solidFill>
                <a:latin typeface="微软雅黑" panose="020B0503020204020204" pitchFamily="34" charset="-122"/>
                <a:ea typeface="微软雅黑" panose="020B0503020204020204" pitchFamily="34" charset="-122"/>
              </a:rPr>
              <a:t>状态机测试也是一种覆盖测试，可以采用不同的覆盖标准</a:t>
            </a:r>
            <a:endParaRPr lang="en-US" altLang="zh-CN" sz="6000" dirty="0">
              <a:solidFill>
                <a:srgbClr val="FF0000"/>
              </a:solidFill>
              <a:latin typeface="微软雅黑" panose="020B0503020204020204" pitchFamily="34" charset="-122"/>
              <a:ea typeface="微软雅黑" panose="020B0503020204020204" pitchFamily="34" charset="-122"/>
            </a:endParaRPr>
          </a:p>
        </p:txBody>
      </p:sp>
      <p:sp>
        <p:nvSpPr>
          <p:cNvPr id="7" name="矩形 11"/>
          <p:cNvSpPr txBox="1"/>
          <p:nvPr/>
        </p:nvSpPr>
        <p:spPr>
          <a:xfrm>
            <a:off x="929060" y="1157763"/>
            <a:ext cx="1589696" cy="963998"/>
          </a:xfrm>
          <a:prstGeom prst="rect">
            <a:avLst/>
          </a:prstGeom>
          <a:noFill/>
          <a:ln w="12700" cap="flat">
            <a:noFill/>
            <a:miter lim="400000"/>
          </a:ln>
          <a:effectLst/>
        </p:spPr>
        <p:txBody>
          <a:bodyPr wrap="square" lIns="45719" tIns="45719" rIns="45719" bIns="45719" numCol="1" anchor="ctr">
            <a:noAutofit/>
          </a:bodyPr>
          <a:lstStyle>
            <a:lvl1pPr defTabSz="914400">
              <a:defRPr sz="4600" b="0">
                <a:solidFill>
                  <a:srgbClr val="FFFFFF"/>
                </a:solidFill>
                <a:latin typeface="Calibri" panose="020F0502020204030204"/>
                <a:ea typeface="Calibri" panose="020F0502020204030204"/>
                <a:cs typeface="Calibri" panose="020F0502020204030204"/>
                <a:sym typeface="Calibri" panose="020F0502020204030204"/>
              </a:defRPr>
            </a:lvl1pPr>
          </a:lstStyle>
          <a:p>
            <a:r>
              <a:rPr dirty="0"/>
              <a:t>0</a:t>
            </a:r>
            <a:r>
              <a:rPr lang="en-US" altLang="zh-CN" dirty="0"/>
              <a:t>2</a:t>
            </a:r>
            <a:endParaRPr dirty="0"/>
          </a:p>
        </p:txBody>
      </p:sp>
      <p:pic>
        <p:nvPicPr>
          <p:cNvPr id="3" name="音频 2">
            <a:hlinkClick r:id="" action="ppaction://media"/>
          </p:cNvPr>
          <p:cNvPicPr>
            <a:picLocks noChangeAspect="1"/>
          </p:cNvPicPr>
          <p:nvPr>
            <a:audioFile r:link="rId1"/>
            <p:extLst>
              <p:ext uri="{DAA4B4D4-6D71-4841-9C94-3DE7FCFB9230}">
                <p14:media xmlns:p14="http://schemas.microsoft.com/office/powerpoint/2010/main" r:link="rId2"/>
              </p:ext>
            </p:extLst>
          </p:nvPr>
        </p:nvPicPr>
        <p:blipFill>
          <a:blip r:embed="rId3"/>
          <a:stretch>
            <a:fillRect/>
          </a:stretch>
        </p:blipFill>
        <p:spPr>
          <a:xfrm>
            <a:off x="23923625" y="13255625"/>
            <a:ext cx="244475" cy="244475"/>
          </a:xfrm>
          <a:prstGeom prst="rect">
            <a:avLst/>
          </a:prstGeom>
        </p:spPr>
      </p:pic>
    </p:spTree>
  </p:cSld>
  <p:clrMapOvr>
    <a:masterClrMapping/>
  </p:clrMapOvr>
  <p:transition spd="med" advTm="113691"/>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
                                        </p:tgtEl>
                                      </p:cBhvr>
                                    </p:cmd>
                                  </p:childTnLst>
                                </p:cTn>
                              </p:par>
                            </p:childTnLst>
                          </p:cTn>
                        </p:par>
                        <p:par>
                          <p:cTn id="7" fill="hold">
                            <p:stCondLst>
                              <p:cond delay="0"/>
                            </p:stCondLst>
                            <p:childTnLst>
                              <p:par>
                                <p:cTn id="8" presetID="22" presetClass="entr" presetSubtype="8" fill="hold" grpId="0" nodeType="after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wipe(left)">
                                      <p:cBhvr>
                                        <p:cTn id="10" dur="2000"/>
                                        <p:tgtEl>
                                          <p:spTgt spid="4"/>
                                        </p:tgtEl>
                                      </p:cBhvr>
                                    </p:animEffect>
                                  </p:childTnLst>
                                </p:cTn>
                              </p:par>
                            </p:childTnLst>
                          </p:cTn>
                        </p:par>
                        <p:par>
                          <p:cTn id="11" fill="hold">
                            <p:stCondLst>
                              <p:cond delay="2000"/>
                            </p:stCondLst>
                            <p:childTnLst>
                              <p:par>
                                <p:cTn id="12" presetID="22" presetClass="entr" presetSubtype="8" fill="hold" grpId="0" nodeType="after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wipe(left)">
                                      <p:cBhvr>
                                        <p:cTn id="14" dur="1000"/>
                                        <p:tgtEl>
                                          <p:spTgt spid="5"/>
                                        </p:tgtEl>
                                      </p:cBhvr>
                                    </p:animEffect>
                                  </p:childTnLst>
                                </p:cTn>
                              </p:par>
                            </p:childTnLst>
                          </p:cTn>
                        </p:par>
                        <p:par>
                          <p:cTn id="15" fill="hold">
                            <p:stCondLst>
                              <p:cond delay="3000"/>
                            </p:stCondLst>
                            <p:childTnLst>
                              <p:par>
                                <p:cTn id="16" presetID="22" presetClass="entr" presetSubtype="8" fill="hold" grpId="0" nodeType="after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wipe(left)">
                                      <p:cBhvr>
                                        <p:cTn id="18" dur="1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19" fill="hold" display="0">
                  <p:stCondLst>
                    <p:cond delay="indefinite"/>
                  </p:stCondLst>
                  <p:endCondLst>
                    <p:cond evt="onStopAudio" delay="0">
                      <p:tgtEl>
                        <p:sldTgt/>
                      </p:tgtEl>
                    </p:cond>
                  </p:endCondLst>
                </p:cTn>
                <p:tgtEl>
                  <p:spTgt spid="3"/>
                </p:tgtEl>
              </p:cMediaNode>
            </p:audio>
          </p:childTnLst>
        </p:cTn>
      </p:par>
    </p:tnLst>
    <p:bldLst>
      <p:bldP spid="4" grpId="0"/>
      <p:bldP spid="5" grpId="0"/>
      <p:bldP spid="6"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 name="矩形"/>
          <p:cNvSpPr/>
          <p:nvPr/>
        </p:nvSpPr>
        <p:spPr>
          <a:xfrm>
            <a:off x="0" y="-1"/>
            <a:ext cx="7841556" cy="13716001"/>
          </a:xfrm>
          <a:prstGeom prst="rect">
            <a:avLst/>
          </a:prstGeom>
          <a:solidFill>
            <a:srgbClr val="A8271A"/>
          </a:solidFill>
          <a:ln w="12700">
            <a:miter lim="400000"/>
          </a:ln>
        </p:spPr>
        <p:txBody>
          <a:bodyPr lIns="0" tIns="0" rIns="0" bIns="0" anchor="ctr"/>
          <a:lstStyle/>
          <a:p>
            <a:pPr>
              <a:defRPr sz="3200" b="0">
                <a:solidFill>
                  <a:srgbClr val="FFFFFF"/>
                </a:solidFill>
                <a:latin typeface="+mn-lt"/>
                <a:ea typeface="+mn-ea"/>
                <a:cs typeface="+mn-cs"/>
                <a:sym typeface="Helvetica Neue Medium"/>
              </a:defRPr>
            </a:pPr>
          </a:p>
        </p:txBody>
      </p:sp>
      <p:grpSp>
        <p:nvGrpSpPr>
          <p:cNvPr id="3" name="组合 2"/>
          <p:cNvGrpSpPr/>
          <p:nvPr/>
        </p:nvGrpSpPr>
        <p:grpSpPr>
          <a:xfrm>
            <a:off x="1020575" y="5555311"/>
            <a:ext cx="5189258" cy="2605375"/>
            <a:chOff x="1130303" y="5796540"/>
            <a:chExt cx="5189258" cy="2605375"/>
          </a:xfrm>
        </p:grpSpPr>
        <p:sp>
          <p:nvSpPr>
            <p:cNvPr id="132" name="文本框 3"/>
            <p:cNvSpPr txBox="1"/>
            <p:nvPr/>
          </p:nvSpPr>
          <p:spPr>
            <a:xfrm>
              <a:off x="1821401" y="7230559"/>
              <a:ext cx="3807062" cy="906381"/>
            </a:xfrm>
            <a:prstGeom prst="rect">
              <a:avLst/>
            </a:prstGeom>
            <a:ln w="12700">
              <a:miter lim="400000"/>
            </a:ln>
          </p:spPr>
          <p:txBody>
            <a:bodyPr lIns="45719" rIns="45719"/>
            <a:lstStyle>
              <a:lvl1pPr defTabSz="914400">
                <a:defRPr sz="240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lvl1pPr>
            </a:lstStyle>
            <a:p>
              <a:r>
                <a:rPr dirty="0"/>
                <a:t>CONTENTS</a:t>
              </a:r>
              <a:endParaRPr dirty="0"/>
            </a:p>
          </p:txBody>
        </p:sp>
        <p:sp>
          <p:nvSpPr>
            <p:cNvPr id="133" name="文本框 3"/>
            <p:cNvSpPr txBox="1"/>
            <p:nvPr/>
          </p:nvSpPr>
          <p:spPr>
            <a:xfrm>
              <a:off x="1130303" y="5796540"/>
              <a:ext cx="5189258" cy="2605375"/>
            </a:xfrm>
            <a:prstGeom prst="rect">
              <a:avLst/>
            </a:prstGeom>
            <a:ln w="12700">
              <a:miter lim="400000"/>
            </a:ln>
          </p:spPr>
          <p:txBody>
            <a:bodyPr lIns="45719" rIns="45719"/>
            <a:lstStyle>
              <a:lvl1pPr defTabSz="914400">
                <a:defRPr sz="7000" spc="1166">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lvl1pPr>
            </a:lstStyle>
            <a:p>
              <a:pPr>
                <a:defRPr b="0">
                  <a:latin typeface="Arial Black" panose="020B0A04020102020204"/>
                  <a:ea typeface="Arial Black" panose="020B0A04020102020204"/>
                  <a:cs typeface="Arial Black" panose="020B0A04020102020204"/>
                  <a:sym typeface="Arial Black" panose="020B0A04020102020204"/>
                </a:defRPr>
              </a:pPr>
              <a:r>
                <a:rPr b="1" dirty="0">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目录</a:t>
              </a:r>
              <a:endParaRPr b="1" dirty="0">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grpSp>
      <p:grpSp>
        <p:nvGrpSpPr>
          <p:cNvPr id="130" name="成组"/>
          <p:cNvGrpSpPr/>
          <p:nvPr/>
        </p:nvGrpSpPr>
        <p:grpSpPr>
          <a:xfrm>
            <a:off x="9136452" y="2478174"/>
            <a:ext cx="5947866" cy="1343465"/>
            <a:chOff x="0" y="0"/>
            <a:chExt cx="5830084" cy="1343464"/>
          </a:xfrm>
        </p:grpSpPr>
        <p:sp>
          <p:nvSpPr>
            <p:cNvPr id="127" name="矩形 5"/>
            <p:cNvSpPr txBox="1"/>
            <p:nvPr/>
          </p:nvSpPr>
          <p:spPr>
            <a:xfrm>
              <a:off x="2084780" y="244454"/>
              <a:ext cx="3745304" cy="854556"/>
            </a:xfrm>
            <a:prstGeom prst="rect">
              <a:avLst/>
            </a:prstGeom>
            <a:noFill/>
            <a:ln w="12700" cap="flat">
              <a:noFill/>
              <a:miter lim="400000"/>
            </a:ln>
            <a:effectLst/>
          </p:spPr>
          <p:txBody>
            <a:bodyPr wrap="square" lIns="45719" tIns="45719" rIns="45719" bIns="45719" numCol="1" anchor="t">
              <a:noAutofit/>
            </a:bodyPr>
            <a:lstStyle>
              <a:lvl1pPr defTabSz="914400">
                <a:defRPr sz="3600" b="0">
                  <a:solidFill>
                    <a:srgbClr val="40404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lvl1pPr>
            </a:lstStyle>
            <a:p>
              <a:pPr algn="l"/>
              <a:r>
                <a:rPr lang="zh-CN" altLang="en-US" sz="4400" dirty="0">
                  <a:solidFill>
                    <a:srgbClr val="000000"/>
                  </a:solidFill>
                </a:rPr>
                <a:t>组合测试</a:t>
              </a:r>
              <a:endParaRPr lang="zh-CN" altLang="en-US" sz="4400" dirty="0">
                <a:solidFill>
                  <a:srgbClr val="000000"/>
                </a:solidFill>
              </a:endParaRPr>
            </a:p>
          </p:txBody>
        </p:sp>
        <p:sp>
          <p:nvSpPr>
            <p:cNvPr id="128" name="Freeform 5"/>
            <p:cNvSpPr/>
            <p:nvPr/>
          </p:nvSpPr>
          <p:spPr>
            <a:xfrm rot="5400000">
              <a:off x="107376" y="66017"/>
              <a:ext cx="1343464" cy="1211429"/>
            </a:xfrm>
            <a:custGeom>
              <a:avLst/>
              <a:gdLst/>
              <a:ahLst/>
              <a:cxnLst>
                <a:cxn ang="0">
                  <a:pos x="wd2" y="hd2"/>
                </a:cxn>
                <a:cxn ang="5400000">
                  <a:pos x="wd2" y="hd2"/>
                </a:cxn>
                <a:cxn ang="10800000">
                  <a:pos x="wd2" y="hd2"/>
                </a:cxn>
                <a:cxn ang="16200000">
                  <a:pos x="wd2" y="hd2"/>
                </a:cxn>
              </a:cxnLst>
              <a:rect l="0" t="0" r="r" b="b"/>
              <a:pathLst>
                <a:path w="21600" h="21583" extrusionOk="0">
                  <a:moveTo>
                    <a:pt x="16957" y="20435"/>
                  </a:moveTo>
                  <a:cubicBezTo>
                    <a:pt x="16775" y="20771"/>
                    <a:pt x="16523" y="21062"/>
                    <a:pt x="16200" y="21274"/>
                  </a:cubicBezTo>
                  <a:cubicBezTo>
                    <a:pt x="15861" y="21495"/>
                    <a:pt x="15491" y="21592"/>
                    <a:pt x="15120" y="21583"/>
                  </a:cubicBezTo>
                  <a:lnTo>
                    <a:pt x="6433" y="21583"/>
                  </a:lnTo>
                  <a:cubicBezTo>
                    <a:pt x="6086" y="21583"/>
                    <a:pt x="5723" y="21486"/>
                    <a:pt x="5400" y="21274"/>
                  </a:cubicBezTo>
                  <a:cubicBezTo>
                    <a:pt x="5077" y="21062"/>
                    <a:pt x="4817" y="20771"/>
                    <a:pt x="4643" y="20426"/>
                  </a:cubicBezTo>
                  <a:lnTo>
                    <a:pt x="284" y="11966"/>
                  </a:lnTo>
                  <a:cubicBezTo>
                    <a:pt x="102" y="11622"/>
                    <a:pt x="0" y="11225"/>
                    <a:pt x="0" y="10792"/>
                  </a:cubicBezTo>
                  <a:cubicBezTo>
                    <a:pt x="0" y="10359"/>
                    <a:pt x="102" y="9962"/>
                    <a:pt x="284" y="9609"/>
                  </a:cubicBezTo>
                  <a:lnTo>
                    <a:pt x="4627" y="1184"/>
                  </a:lnTo>
                  <a:cubicBezTo>
                    <a:pt x="4809" y="840"/>
                    <a:pt x="5069" y="531"/>
                    <a:pt x="5400" y="319"/>
                  </a:cubicBezTo>
                  <a:cubicBezTo>
                    <a:pt x="5707" y="116"/>
                    <a:pt x="6046" y="10"/>
                    <a:pt x="6385" y="1"/>
                  </a:cubicBezTo>
                  <a:lnTo>
                    <a:pt x="15104" y="1"/>
                  </a:lnTo>
                  <a:cubicBezTo>
                    <a:pt x="15475" y="-8"/>
                    <a:pt x="15853" y="89"/>
                    <a:pt x="16200" y="319"/>
                  </a:cubicBezTo>
                  <a:cubicBezTo>
                    <a:pt x="16523" y="522"/>
                    <a:pt x="16783" y="813"/>
                    <a:pt x="16957" y="1158"/>
                  </a:cubicBezTo>
                  <a:lnTo>
                    <a:pt x="21300" y="9582"/>
                  </a:lnTo>
                  <a:cubicBezTo>
                    <a:pt x="21490" y="9935"/>
                    <a:pt x="21600" y="10350"/>
                    <a:pt x="21600" y="10792"/>
                  </a:cubicBezTo>
                  <a:cubicBezTo>
                    <a:pt x="21600" y="11242"/>
                    <a:pt x="21490" y="11657"/>
                    <a:pt x="21293" y="12011"/>
                  </a:cubicBezTo>
                  <a:lnTo>
                    <a:pt x="16957" y="20435"/>
                  </a:lnTo>
                  <a:close/>
                </a:path>
              </a:pathLst>
            </a:custGeom>
            <a:solidFill>
              <a:srgbClr val="A8271A"/>
            </a:solidFill>
            <a:ln w="12700" cap="flat">
              <a:noFill/>
              <a:miter lim="400000"/>
            </a:ln>
            <a:effectLst/>
          </p:spPr>
          <p:txBody>
            <a:bodyPr wrap="square" lIns="45719" tIns="45719" rIns="45719" bIns="45719" numCol="1" anchor="ctr">
              <a:noAutofit/>
            </a:bodyPr>
            <a:lstStyle/>
            <a:p>
              <a:pPr defTabSz="914400">
                <a:defRPr sz="4800" b="0">
                  <a:solidFill>
                    <a:srgbClr val="FFFFFF"/>
                  </a:solidFill>
                  <a:latin typeface="Calibri" panose="020F0502020204030204"/>
                  <a:ea typeface="Calibri" panose="020F0502020204030204"/>
                  <a:cs typeface="Calibri" panose="020F0502020204030204"/>
                  <a:sym typeface="Calibri" panose="020F0502020204030204"/>
                </a:defRPr>
              </a:pPr>
            </a:p>
          </p:txBody>
        </p:sp>
        <p:sp>
          <p:nvSpPr>
            <p:cNvPr id="129" name="矩形 11"/>
            <p:cNvSpPr txBox="1"/>
            <p:nvPr/>
          </p:nvSpPr>
          <p:spPr>
            <a:xfrm>
              <a:off x="0" y="189733"/>
              <a:ext cx="1558216" cy="963997"/>
            </a:xfrm>
            <a:prstGeom prst="rect">
              <a:avLst/>
            </a:prstGeom>
            <a:noFill/>
            <a:ln w="12700" cap="flat">
              <a:noFill/>
              <a:miter lim="400000"/>
            </a:ln>
            <a:effectLst/>
          </p:spPr>
          <p:txBody>
            <a:bodyPr wrap="square" lIns="45719" tIns="45719" rIns="45719" bIns="45719" numCol="1" anchor="ctr">
              <a:noAutofit/>
            </a:bodyPr>
            <a:lstStyle>
              <a:lvl1pPr defTabSz="914400">
                <a:defRPr sz="4600" b="0">
                  <a:solidFill>
                    <a:srgbClr val="FFFFFF"/>
                  </a:solidFill>
                  <a:latin typeface="Calibri" panose="020F0502020204030204"/>
                  <a:ea typeface="Calibri" panose="020F0502020204030204"/>
                  <a:cs typeface="Calibri" panose="020F0502020204030204"/>
                  <a:sym typeface="Calibri" panose="020F0502020204030204"/>
                </a:defRPr>
              </a:lvl1pPr>
            </a:lstStyle>
            <a:p>
              <a:r>
                <a:t>01</a:t>
              </a:r>
            </a:p>
          </p:txBody>
        </p:sp>
      </p:grpSp>
      <p:sp>
        <p:nvSpPr>
          <p:cNvPr id="134" name="矩形 5"/>
          <p:cNvSpPr txBox="1"/>
          <p:nvPr/>
        </p:nvSpPr>
        <p:spPr>
          <a:xfrm>
            <a:off x="11263349" y="4605410"/>
            <a:ext cx="5682868" cy="715196"/>
          </a:xfrm>
          <a:prstGeom prst="rect">
            <a:avLst/>
          </a:prstGeom>
          <a:noFill/>
          <a:ln w="12700" cap="flat">
            <a:noFill/>
            <a:miter lim="400000"/>
          </a:ln>
          <a:effectLst/>
        </p:spPr>
        <p:txBody>
          <a:bodyPr wrap="square" lIns="45719" tIns="45719" rIns="45719" bIns="45719" numCol="1" anchor="t">
            <a:noAutofit/>
          </a:bodyPr>
          <a:lstStyle>
            <a:lvl1pPr defTabSz="914400">
              <a:defRPr sz="3600" b="0">
                <a:solidFill>
                  <a:srgbClr val="40404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lvl1pPr>
          </a:lstStyle>
          <a:p>
            <a:pPr algn="l"/>
            <a:r>
              <a:rPr lang="zh-CN" altLang="en-US" sz="4400" dirty="0">
                <a:solidFill>
                  <a:schemeClr val="tx1"/>
                </a:solidFill>
              </a:rPr>
              <a:t>基于状态机的测试方法</a:t>
            </a:r>
            <a:endParaRPr sz="4400" dirty="0">
              <a:solidFill>
                <a:schemeClr val="tx1"/>
              </a:solidFill>
            </a:endParaRPr>
          </a:p>
        </p:txBody>
      </p:sp>
      <p:sp>
        <p:nvSpPr>
          <p:cNvPr id="135" name="Freeform 5"/>
          <p:cNvSpPr/>
          <p:nvPr/>
        </p:nvSpPr>
        <p:spPr>
          <a:xfrm rot="5400000">
            <a:off x="9259567" y="4386002"/>
            <a:ext cx="1343465" cy="1235903"/>
          </a:xfrm>
          <a:custGeom>
            <a:avLst/>
            <a:gdLst/>
            <a:ahLst/>
            <a:cxnLst>
              <a:cxn ang="0">
                <a:pos x="wd2" y="hd2"/>
              </a:cxn>
              <a:cxn ang="5400000">
                <a:pos x="wd2" y="hd2"/>
              </a:cxn>
              <a:cxn ang="10800000">
                <a:pos x="wd2" y="hd2"/>
              </a:cxn>
              <a:cxn ang="16200000">
                <a:pos x="wd2" y="hd2"/>
              </a:cxn>
            </a:cxnLst>
            <a:rect l="0" t="0" r="r" b="b"/>
            <a:pathLst>
              <a:path w="21600" h="21583" extrusionOk="0">
                <a:moveTo>
                  <a:pt x="16957" y="20435"/>
                </a:moveTo>
                <a:cubicBezTo>
                  <a:pt x="16775" y="20771"/>
                  <a:pt x="16523" y="21062"/>
                  <a:pt x="16200" y="21274"/>
                </a:cubicBezTo>
                <a:cubicBezTo>
                  <a:pt x="15861" y="21495"/>
                  <a:pt x="15491" y="21592"/>
                  <a:pt x="15120" y="21583"/>
                </a:cubicBezTo>
                <a:lnTo>
                  <a:pt x="6433" y="21583"/>
                </a:lnTo>
                <a:cubicBezTo>
                  <a:pt x="6086" y="21583"/>
                  <a:pt x="5723" y="21486"/>
                  <a:pt x="5400" y="21274"/>
                </a:cubicBezTo>
                <a:cubicBezTo>
                  <a:pt x="5077" y="21062"/>
                  <a:pt x="4817" y="20771"/>
                  <a:pt x="4643" y="20426"/>
                </a:cubicBezTo>
                <a:lnTo>
                  <a:pt x="284" y="11966"/>
                </a:lnTo>
                <a:cubicBezTo>
                  <a:pt x="102" y="11622"/>
                  <a:pt x="0" y="11225"/>
                  <a:pt x="0" y="10792"/>
                </a:cubicBezTo>
                <a:cubicBezTo>
                  <a:pt x="0" y="10359"/>
                  <a:pt x="102" y="9962"/>
                  <a:pt x="284" y="9609"/>
                </a:cubicBezTo>
                <a:lnTo>
                  <a:pt x="4627" y="1184"/>
                </a:lnTo>
                <a:cubicBezTo>
                  <a:pt x="4809" y="840"/>
                  <a:pt x="5069" y="531"/>
                  <a:pt x="5400" y="319"/>
                </a:cubicBezTo>
                <a:cubicBezTo>
                  <a:pt x="5707" y="116"/>
                  <a:pt x="6046" y="10"/>
                  <a:pt x="6385" y="1"/>
                </a:cubicBezTo>
                <a:lnTo>
                  <a:pt x="15104" y="1"/>
                </a:lnTo>
                <a:cubicBezTo>
                  <a:pt x="15475" y="-8"/>
                  <a:pt x="15853" y="89"/>
                  <a:pt x="16200" y="319"/>
                </a:cubicBezTo>
                <a:cubicBezTo>
                  <a:pt x="16523" y="522"/>
                  <a:pt x="16783" y="813"/>
                  <a:pt x="16957" y="1158"/>
                </a:cubicBezTo>
                <a:lnTo>
                  <a:pt x="21300" y="9582"/>
                </a:lnTo>
                <a:cubicBezTo>
                  <a:pt x="21490" y="9935"/>
                  <a:pt x="21600" y="10350"/>
                  <a:pt x="21600" y="10792"/>
                </a:cubicBezTo>
                <a:cubicBezTo>
                  <a:pt x="21600" y="11242"/>
                  <a:pt x="21490" y="11657"/>
                  <a:pt x="21293" y="12011"/>
                </a:cubicBezTo>
                <a:lnTo>
                  <a:pt x="16957" y="20435"/>
                </a:lnTo>
                <a:close/>
              </a:path>
            </a:pathLst>
          </a:custGeom>
          <a:solidFill>
            <a:srgbClr val="A8271A"/>
          </a:solidFill>
          <a:ln w="12700" cap="flat">
            <a:noFill/>
            <a:miter lim="400000"/>
          </a:ln>
          <a:effectLst/>
        </p:spPr>
        <p:txBody>
          <a:bodyPr wrap="square" lIns="45719" tIns="45719" rIns="45719" bIns="45719" numCol="1" anchor="ctr">
            <a:noAutofit/>
          </a:bodyPr>
          <a:lstStyle/>
          <a:p>
            <a:pPr defTabSz="914400">
              <a:defRPr sz="4800" b="0">
                <a:solidFill>
                  <a:srgbClr val="FFFFFF"/>
                </a:solidFill>
                <a:latin typeface="Calibri" panose="020F0502020204030204"/>
                <a:ea typeface="Calibri" panose="020F0502020204030204"/>
                <a:cs typeface="Calibri" panose="020F0502020204030204"/>
                <a:sym typeface="Calibri" panose="020F0502020204030204"/>
              </a:defRPr>
            </a:pPr>
          </a:p>
        </p:txBody>
      </p:sp>
      <p:sp>
        <p:nvSpPr>
          <p:cNvPr id="136" name="矩形 11"/>
          <p:cNvSpPr txBox="1"/>
          <p:nvPr/>
        </p:nvSpPr>
        <p:spPr>
          <a:xfrm>
            <a:off x="9136452" y="4481009"/>
            <a:ext cx="1589696" cy="963998"/>
          </a:xfrm>
          <a:prstGeom prst="rect">
            <a:avLst/>
          </a:prstGeom>
          <a:noFill/>
          <a:ln w="12700" cap="flat">
            <a:noFill/>
            <a:miter lim="400000"/>
          </a:ln>
          <a:effectLst/>
        </p:spPr>
        <p:txBody>
          <a:bodyPr wrap="square" lIns="45719" tIns="45719" rIns="45719" bIns="45719" numCol="1" anchor="ctr">
            <a:noAutofit/>
          </a:bodyPr>
          <a:lstStyle>
            <a:lvl1pPr defTabSz="914400">
              <a:defRPr sz="4600" b="0">
                <a:solidFill>
                  <a:srgbClr val="FFFFFF"/>
                </a:solidFill>
                <a:latin typeface="Calibri" panose="020F0502020204030204"/>
                <a:ea typeface="Calibri" panose="020F0502020204030204"/>
                <a:cs typeface="Calibri" panose="020F0502020204030204"/>
                <a:sym typeface="Calibri" panose="020F0502020204030204"/>
              </a:defRPr>
            </a:lvl1pPr>
          </a:lstStyle>
          <a:p>
            <a:r>
              <a:t>02</a:t>
            </a:r>
          </a:p>
        </p:txBody>
      </p:sp>
      <p:sp>
        <p:nvSpPr>
          <p:cNvPr id="138" name="矩形 5"/>
          <p:cNvSpPr txBox="1"/>
          <p:nvPr/>
        </p:nvSpPr>
        <p:spPr>
          <a:xfrm>
            <a:off x="11263350" y="6485443"/>
            <a:ext cx="4601490" cy="692598"/>
          </a:xfrm>
          <a:prstGeom prst="rect">
            <a:avLst/>
          </a:prstGeom>
          <a:noFill/>
          <a:ln w="12700" cap="flat">
            <a:noFill/>
            <a:miter lim="400000"/>
          </a:ln>
          <a:effectLst/>
        </p:spPr>
        <p:txBody>
          <a:bodyPr wrap="square" lIns="45719" tIns="45719" rIns="45719" bIns="45719" numCol="1" anchor="t">
            <a:noAutofit/>
          </a:bodyPr>
          <a:lstStyle>
            <a:lvl1pPr defTabSz="914400">
              <a:defRPr sz="3600" b="0">
                <a:solidFill>
                  <a:srgbClr val="40404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lvl1pPr>
          </a:lstStyle>
          <a:p>
            <a:pPr algn="l"/>
            <a:r>
              <a:rPr lang="zh-CN" altLang="en-US" sz="4400" b="1" dirty="0">
                <a:solidFill>
                  <a:srgbClr val="FF0000"/>
                </a:solidFill>
              </a:rPr>
              <a:t>其他黑盒测试方法</a:t>
            </a:r>
            <a:endParaRPr sz="4400" b="1" dirty="0">
              <a:solidFill>
                <a:srgbClr val="FF0000"/>
              </a:solidFill>
            </a:endParaRPr>
          </a:p>
        </p:txBody>
      </p:sp>
      <p:sp>
        <p:nvSpPr>
          <p:cNvPr id="139" name="Freeform 5"/>
          <p:cNvSpPr/>
          <p:nvPr/>
        </p:nvSpPr>
        <p:spPr>
          <a:xfrm rot="5400000">
            <a:off x="9259567" y="6240049"/>
            <a:ext cx="1343465" cy="1235903"/>
          </a:xfrm>
          <a:custGeom>
            <a:avLst/>
            <a:gdLst/>
            <a:ahLst/>
            <a:cxnLst>
              <a:cxn ang="0">
                <a:pos x="wd2" y="hd2"/>
              </a:cxn>
              <a:cxn ang="5400000">
                <a:pos x="wd2" y="hd2"/>
              </a:cxn>
              <a:cxn ang="10800000">
                <a:pos x="wd2" y="hd2"/>
              </a:cxn>
              <a:cxn ang="16200000">
                <a:pos x="wd2" y="hd2"/>
              </a:cxn>
            </a:cxnLst>
            <a:rect l="0" t="0" r="r" b="b"/>
            <a:pathLst>
              <a:path w="21600" h="21583" extrusionOk="0">
                <a:moveTo>
                  <a:pt x="16957" y="20435"/>
                </a:moveTo>
                <a:cubicBezTo>
                  <a:pt x="16775" y="20771"/>
                  <a:pt x="16523" y="21062"/>
                  <a:pt x="16200" y="21274"/>
                </a:cubicBezTo>
                <a:cubicBezTo>
                  <a:pt x="15861" y="21495"/>
                  <a:pt x="15491" y="21592"/>
                  <a:pt x="15120" y="21583"/>
                </a:cubicBezTo>
                <a:lnTo>
                  <a:pt x="6433" y="21583"/>
                </a:lnTo>
                <a:cubicBezTo>
                  <a:pt x="6086" y="21583"/>
                  <a:pt x="5723" y="21486"/>
                  <a:pt x="5400" y="21274"/>
                </a:cubicBezTo>
                <a:cubicBezTo>
                  <a:pt x="5077" y="21062"/>
                  <a:pt x="4817" y="20771"/>
                  <a:pt x="4643" y="20426"/>
                </a:cubicBezTo>
                <a:lnTo>
                  <a:pt x="284" y="11966"/>
                </a:lnTo>
                <a:cubicBezTo>
                  <a:pt x="102" y="11622"/>
                  <a:pt x="0" y="11225"/>
                  <a:pt x="0" y="10792"/>
                </a:cubicBezTo>
                <a:cubicBezTo>
                  <a:pt x="0" y="10359"/>
                  <a:pt x="102" y="9962"/>
                  <a:pt x="284" y="9609"/>
                </a:cubicBezTo>
                <a:lnTo>
                  <a:pt x="4627" y="1184"/>
                </a:lnTo>
                <a:cubicBezTo>
                  <a:pt x="4809" y="840"/>
                  <a:pt x="5069" y="531"/>
                  <a:pt x="5400" y="319"/>
                </a:cubicBezTo>
                <a:cubicBezTo>
                  <a:pt x="5707" y="116"/>
                  <a:pt x="6046" y="10"/>
                  <a:pt x="6385" y="1"/>
                </a:cubicBezTo>
                <a:lnTo>
                  <a:pt x="15104" y="1"/>
                </a:lnTo>
                <a:cubicBezTo>
                  <a:pt x="15475" y="-8"/>
                  <a:pt x="15853" y="89"/>
                  <a:pt x="16200" y="319"/>
                </a:cubicBezTo>
                <a:cubicBezTo>
                  <a:pt x="16523" y="522"/>
                  <a:pt x="16783" y="813"/>
                  <a:pt x="16957" y="1158"/>
                </a:cubicBezTo>
                <a:lnTo>
                  <a:pt x="21300" y="9582"/>
                </a:lnTo>
                <a:cubicBezTo>
                  <a:pt x="21490" y="9935"/>
                  <a:pt x="21600" y="10350"/>
                  <a:pt x="21600" y="10792"/>
                </a:cubicBezTo>
                <a:cubicBezTo>
                  <a:pt x="21600" y="11242"/>
                  <a:pt x="21490" y="11657"/>
                  <a:pt x="21293" y="12011"/>
                </a:cubicBezTo>
                <a:lnTo>
                  <a:pt x="16957" y="20435"/>
                </a:lnTo>
                <a:close/>
              </a:path>
            </a:pathLst>
          </a:custGeom>
          <a:solidFill>
            <a:srgbClr val="A8271A"/>
          </a:solidFill>
          <a:ln w="12700" cap="flat">
            <a:noFill/>
            <a:miter lim="400000"/>
          </a:ln>
          <a:effectLst/>
        </p:spPr>
        <p:txBody>
          <a:bodyPr wrap="square" lIns="45719" tIns="45719" rIns="45719" bIns="45719" numCol="1" anchor="ctr">
            <a:noAutofit/>
          </a:bodyPr>
          <a:lstStyle/>
          <a:p>
            <a:pPr defTabSz="914400">
              <a:defRPr sz="4800" b="0">
                <a:solidFill>
                  <a:srgbClr val="FFFFFF"/>
                </a:solidFill>
                <a:latin typeface="Calibri" panose="020F0502020204030204"/>
                <a:ea typeface="Calibri" panose="020F0502020204030204"/>
                <a:cs typeface="Calibri" panose="020F0502020204030204"/>
                <a:sym typeface="Calibri" panose="020F0502020204030204"/>
              </a:defRPr>
            </a:pPr>
          </a:p>
        </p:txBody>
      </p:sp>
      <p:sp>
        <p:nvSpPr>
          <p:cNvPr id="140" name="矩形 11"/>
          <p:cNvSpPr txBox="1"/>
          <p:nvPr/>
        </p:nvSpPr>
        <p:spPr>
          <a:xfrm>
            <a:off x="9136452" y="6376001"/>
            <a:ext cx="1589696" cy="963998"/>
          </a:xfrm>
          <a:prstGeom prst="rect">
            <a:avLst/>
          </a:prstGeom>
          <a:noFill/>
          <a:ln w="12700" cap="flat">
            <a:noFill/>
            <a:miter lim="400000"/>
          </a:ln>
          <a:effectLst/>
        </p:spPr>
        <p:txBody>
          <a:bodyPr wrap="square" lIns="45719" tIns="45719" rIns="45719" bIns="45719" numCol="1" anchor="ctr">
            <a:noAutofit/>
          </a:bodyPr>
          <a:lstStyle>
            <a:lvl1pPr defTabSz="914400">
              <a:defRPr sz="4600" b="0">
                <a:solidFill>
                  <a:srgbClr val="FFFFFF"/>
                </a:solidFill>
                <a:latin typeface="Calibri" panose="020F0502020204030204"/>
                <a:ea typeface="Calibri" panose="020F0502020204030204"/>
                <a:cs typeface="Calibri" panose="020F0502020204030204"/>
                <a:sym typeface="Calibri" panose="020F0502020204030204"/>
              </a:defRPr>
            </a:lvl1pPr>
          </a:lstStyle>
          <a:p>
            <a:r>
              <a:rPr dirty="0"/>
              <a:t>03</a:t>
            </a:r>
            <a:endParaRPr dirty="0"/>
          </a:p>
        </p:txBody>
      </p:sp>
      <p:grpSp>
        <p:nvGrpSpPr>
          <p:cNvPr id="145" name="成组"/>
          <p:cNvGrpSpPr/>
          <p:nvPr/>
        </p:nvGrpSpPr>
        <p:grpSpPr>
          <a:xfrm>
            <a:off x="9136452" y="8040315"/>
            <a:ext cx="6332147" cy="1343465"/>
            <a:chOff x="0" y="0"/>
            <a:chExt cx="6206756" cy="1343464"/>
          </a:xfrm>
        </p:grpSpPr>
        <p:sp>
          <p:nvSpPr>
            <p:cNvPr id="142" name="矩形 5"/>
            <p:cNvSpPr txBox="1"/>
            <p:nvPr/>
          </p:nvSpPr>
          <p:spPr>
            <a:xfrm>
              <a:off x="1668153" y="299174"/>
              <a:ext cx="4538603" cy="601311"/>
            </a:xfrm>
            <a:prstGeom prst="rect">
              <a:avLst/>
            </a:prstGeom>
            <a:noFill/>
            <a:ln w="12700" cap="flat">
              <a:noFill/>
              <a:miter lim="400000"/>
            </a:ln>
            <a:effectLst/>
          </p:spPr>
          <p:txBody>
            <a:bodyPr wrap="square" lIns="45719" tIns="45719" rIns="45719" bIns="45719" numCol="1" anchor="t">
              <a:noAutofit/>
            </a:bodyPr>
            <a:lstStyle>
              <a:lvl1pPr defTabSz="914400">
                <a:defRPr sz="3600" b="0">
                  <a:solidFill>
                    <a:srgbClr val="40404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lvl1pPr>
            </a:lstStyle>
            <a:p>
              <a:pPr algn="l"/>
              <a:endParaRPr dirty="0"/>
            </a:p>
          </p:txBody>
        </p:sp>
        <p:sp>
          <p:nvSpPr>
            <p:cNvPr id="143" name="Freeform 5"/>
            <p:cNvSpPr/>
            <p:nvPr/>
          </p:nvSpPr>
          <p:spPr>
            <a:xfrm rot="5400000">
              <a:off x="107376" y="66017"/>
              <a:ext cx="1343464" cy="1211429"/>
            </a:xfrm>
            <a:custGeom>
              <a:avLst/>
              <a:gdLst/>
              <a:ahLst/>
              <a:cxnLst>
                <a:cxn ang="0">
                  <a:pos x="wd2" y="hd2"/>
                </a:cxn>
                <a:cxn ang="5400000">
                  <a:pos x="wd2" y="hd2"/>
                </a:cxn>
                <a:cxn ang="10800000">
                  <a:pos x="wd2" y="hd2"/>
                </a:cxn>
                <a:cxn ang="16200000">
                  <a:pos x="wd2" y="hd2"/>
                </a:cxn>
              </a:cxnLst>
              <a:rect l="0" t="0" r="r" b="b"/>
              <a:pathLst>
                <a:path w="21600" h="21583" extrusionOk="0">
                  <a:moveTo>
                    <a:pt x="16957" y="20435"/>
                  </a:moveTo>
                  <a:cubicBezTo>
                    <a:pt x="16775" y="20771"/>
                    <a:pt x="16523" y="21062"/>
                    <a:pt x="16200" y="21274"/>
                  </a:cubicBezTo>
                  <a:cubicBezTo>
                    <a:pt x="15861" y="21495"/>
                    <a:pt x="15491" y="21592"/>
                    <a:pt x="15120" y="21583"/>
                  </a:cubicBezTo>
                  <a:lnTo>
                    <a:pt x="6433" y="21583"/>
                  </a:lnTo>
                  <a:cubicBezTo>
                    <a:pt x="6086" y="21583"/>
                    <a:pt x="5723" y="21486"/>
                    <a:pt x="5400" y="21274"/>
                  </a:cubicBezTo>
                  <a:cubicBezTo>
                    <a:pt x="5077" y="21062"/>
                    <a:pt x="4817" y="20771"/>
                    <a:pt x="4643" y="20426"/>
                  </a:cubicBezTo>
                  <a:lnTo>
                    <a:pt x="284" y="11966"/>
                  </a:lnTo>
                  <a:cubicBezTo>
                    <a:pt x="102" y="11622"/>
                    <a:pt x="0" y="11225"/>
                    <a:pt x="0" y="10792"/>
                  </a:cubicBezTo>
                  <a:cubicBezTo>
                    <a:pt x="0" y="10359"/>
                    <a:pt x="102" y="9962"/>
                    <a:pt x="284" y="9609"/>
                  </a:cubicBezTo>
                  <a:lnTo>
                    <a:pt x="4627" y="1184"/>
                  </a:lnTo>
                  <a:cubicBezTo>
                    <a:pt x="4809" y="840"/>
                    <a:pt x="5069" y="531"/>
                    <a:pt x="5400" y="319"/>
                  </a:cubicBezTo>
                  <a:cubicBezTo>
                    <a:pt x="5707" y="116"/>
                    <a:pt x="6046" y="10"/>
                    <a:pt x="6385" y="1"/>
                  </a:cubicBezTo>
                  <a:lnTo>
                    <a:pt x="15104" y="1"/>
                  </a:lnTo>
                  <a:cubicBezTo>
                    <a:pt x="15475" y="-8"/>
                    <a:pt x="15853" y="89"/>
                    <a:pt x="16200" y="319"/>
                  </a:cubicBezTo>
                  <a:cubicBezTo>
                    <a:pt x="16523" y="522"/>
                    <a:pt x="16783" y="813"/>
                    <a:pt x="16957" y="1158"/>
                  </a:cubicBezTo>
                  <a:lnTo>
                    <a:pt x="21300" y="9582"/>
                  </a:lnTo>
                  <a:cubicBezTo>
                    <a:pt x="21490" y="9935"/>
                    <a:pt x="21600" y="10350"/>
                    <a:pt x="21600" y="10792"/>
                  </a:cubicBezTo>
                  <a:cubicBezTo>
                    <a:pt x="21600" y="11242"/>
                    <a:pt x="21490" y="11657"/>
                    <a:pt x="21293" y="12011"/>
                  </a:cubicBezTo>
                  <a:lnTo>
                    <a:pt x="16957" y="20435"/>
                  </a:lnTo>
                  <a:close/>
                </a:path>
              </a:pathLst>
            </a:custGeom>
            <a:solidFill>
              <a:srgbClr val="A8271A"/>
            </a:solidFill>
            <a:ln w="12700" cap="flat">
              <a:noFill/>
              <a:miter lim="400000"/>
            </a:ln>
            <a:effectLst/>
          </p:spPr>
          <p:txBody>
            <a:bodyPr wrap="square" lIns="45719" tIns="45719" rIns="45719" bIns="45719" numCol="1" anchor="ctr">
              <a:noAutofit/>
            </a:bodyPr>
            <a:lstStyle/>
            <a:p>
              <a:pPr defTabSz="914400">
                <a:defRPr sz="4800" b="0">
                  <a:solidFill>
                    <a:srgbClr val="FFFFFF"/>
                  </a:solidFill>
                  <a:latin typeface="Calibri" panose="020F0502020204030204"/>
                  <a:ea typeface="Calibri" panose="020F0502020204030204"/>
                  <a:cs typeface="Calibri" panose="020F0502020204030204"/>
                  <a:sym typeface="Calibri" panose="020F0502020204030204"/>
                </a:defRPr>
              </a:pPr>
            </a:p>
          </p:txBody>
        </p:sp>
        <p:sp>
          <p:nvSpPr>
            <p:cNvPr id="144" name="矩形 11"/>
            <p:cNvSpPr txBox="1"/>
            <p:nvPr/>
          </p:nvSpPr>
          <p:spPr>
            <a:xfrm>
              <a:off x="0" y="189733"/>
              <a:ext cx="1558216" cy="963997"/>
            </a:xfrm>
            <a:prstGeom prst="rect">
              <a:avLst/>
            </a:prstGeom>
            <a:noFill/>
            <a:ln w="12700" cap="flat">
              <a:noFill/>
              <a:miter lim="400000"/>
            </a:ln>
            <a:effectLst/>
          </p:spPr>
          <p:txBody>
            <a:bodyPr wrap="square" lIns="45719" tIns="45719" rIns="45719" bIns="45719" numCol="1" anchor="ctr">
              <a:noAutofit/>
            </a:bodyPr>
            <a:lstStyle>
              <a:lvl1pPr defTabSz="914400">
                <a:defRPr sz="4600" b="0">
                  <a:solidFill>
                    <a:srgbClr val="FFFFFF"/>
                  </a:solidFill>
                  <a:latin typeface="Calibri" panose="020F0502020204030204"/>
                  <a:ea typeface="Calibri" panose="020F0502020204030204"/>
                  <a:cs typeface="Calibri" panose="020F0502020204030204"/>
                  <a:sym typeface="Calibri" panose="020F0502020204030204"/>
                </a:defRPr>
              </a:lvl1pPr>
            </a:lstStyle>
            <a:p>
              <a:r>
                <a:rPr dirty="0"/>
                <a:t>04</a:t>
              </a:r>
              <a:endParaRPr dirty="0"/>
            </a:p>
          </p:txBody>
        </p:sp>
      </p:grpSp>
      <p:sp>
        <p:nvSpPr>
          <p:cNvPr id="146" name="矩形 5"/>
          <p:cNvSpPr txBox="1"/>
          <p:nvPr/>
        </p:nvSpPr>
        <p:spPr>
          <a:xfrm>
            <a:off x="11263350" y="8320568"/>
            <a:ext cx="2471296" cy="782959"/>
          </a:xfrm>
          <a:prstGeom prst="rect">
            <a:avLst/>
          </a:prstGeom>
          <a:noFill/>
          <a:ln w="12700" cap="flat">
            <a:noFill/>
            <a:miter lim="400000"/>
          </a:ln>
          <a:effectLst/>
        </p:spPr>
        <p:txBody>
          <a:bodyPr wrap="square" lIns="45719" tIns="45719" rIns="45719" bIns="45719" numCol="1" anchor="t">
            <a:noAutofit/>
          </a:bodyPr>
          <a:lstStyle>
            <a:lvl1pPr defTabSz="914400">
              <a:defRPr sz="3600" b="0">
                <a:solidFill>
                  <a:srgbClr val="40404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lvl1pPr>
          </a:lstStyle>
          <a:p>
            <a:pPr algn="l"/>
            <a:r>
              <a:rPr lang="zh-CN" altLang="en-US" sz="4400" dirty="0">
                <a:solidFill>
                  <a:srgbClr val="000000"/>
                </a:solidFill>
              </a:rPr>
              <a:t>小结</a:t>
            </a:r>
            <a:endParaRPr sz="4400" dirty="0">
              <a:solidFill>
                <a:srgbClr val="000000"/>
              </a:solidFill>
            </a:endParaRPr>
          </a:p>
        </p:txBody>
      </p:sp>
      <p:pic>
        <p:nvPicPr>
          <p:cNvPr id="2" name="音频 1">
            <a:hlinkClick r:id="" action="ppaction://media"/>
          </p:cNvPr>
          <p:cNvPicPr>
            <a:picLocks noChangeAspect="1"/>
          </p:cNvPicPr>
          <p:nvPr>
            <a:audioFile r:link="rId1"/>
            <p:extLst>
              <p:ext uri="{DAA4B4D4-6D71-4841-9C94-3DE7FCFB9230}">
                <p14:media xmlns:p14="http://schemas.microsoft.com/office/powerpoint/2010/main" r:link="rId2"/>
              </p:ext>
            </p:extLst>
          </p:nvPr>
        </p:nvPicPr>
        <p:blipFill>
          <a:blip r:embed="rId3"/>
          <a:stretch>
            <a:fillRect/>
          </a:stretch>
        </p:blipFill>
        <p:spPr>
          <a:xfrm>
            <a:off x="23923625" y="13255625"/>
            <a:ext cx="244475" cy="244475"/>
          </a:xfrm>
          <a:prstGeom prst="rect">
            <a:avLst/>
          </a:prstGeom>
        </p:spPr>
      </p:pic>
    </p:spTree>
  </p:cSld>
  <p:clrMapOvr>
    <a:masterClrMapping/>
  </p:clrMapOvr>
  <p:transition spd="med" advTm="14518"/>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2"/>
                </p:tgtEl>
              </p:cMediaNode>
            </p:audio>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737970" y="1078867"/>
            <a:ext cx="8394850" cy="1042894"/>
          </a:xfrm>
          <a:ln w="12700">
            <a:miter lim="400000"/>
          </a:ln>
        </p:spPr>
        <p:txBody>
          <a:bodyPr lIns="50800" tIns="50800" rIns="50800" bIns="50800" anchor="ctr">
            <a:normAutofit/>
          </a:bodyPr>
          <a:lstStyle/>
          <a:p>
            <a:r>
              <a:rPr lang="zh-CN" altLang="en-US" dirty="0"/>
              <a:t>其他黑盒测试方法</a:t>
            </a:r>
            <a:endParaRPr lang="zh-CN" altLang="en-US" dirty="0"/>
          </a:p>
        </p:txBody>
      </p:sp>
      <p:sp>
        <p:nvSpPr>
          <p:cNvPr id="20" name="Rectangle 3"/>
          <p:cNvSpPr txBox="1">
            <a:spLocks noChangeArrowheads="1"/>
          </p:cNvSpPr>
          <p:nvPr/>
        </p:nvSpPr>
        <p:spPr>
          <a:xfrm>
            <a:off x="2736000" y="3086671"/>
            <a:ext cx="7349988" cy="7448136"/>
          </a:xfrm>
          <a:prstGeom prst="rect">
            <a:avLst/>
          </a:prstGeom>
          <a:ln w="12700">
            <a:miter lim="400000"/>
          </a:ln>
        </p:spPr>
        <p:txBody>
          <a:bodyPr lIns="50800" tIns="50800" rIns="50800" bIns="50800" anchor="ctr">
            <a:noAutofit/>
          </a:bodyPr>
          <a:lstStyle>
            <a:lvl1pPr marL="635000" indent="-635000" algn="l">
              <a:lnSpc>
                <a:spcPct val="200000"/>
              </a:lnSpc>
              <a:buFont typeface="Wingdings" panose="05000000000000000000" pitchFamily="2" charset="2"/>
              <a:buChar char="n"/>
              <a:defRPr sz="4400" b="0">
                <a:latin typeface="微软雅黑" panose="020B0503020204020204" pitchFamily="34" charset="-122"/>
                <a:ea typeface="微软雅黑" panose="020B0503020204020204" pitchFamily="34" charset="-122"/>
                <a:cs typeface="微软雅黑" panose="020B0503020204020204" pitchFamily="34" charset="-122"/>
              </a:defRPr>
            </a:lvl1pPr>
            <a:lvl2pPr marL="1270000" indent="-635000" algn="l">
              <a:spcBef>
                <a:spcPts val="5900"/>
              </a:spcBef>
              <a:buSzPct val="125000"/>
              <a:buChar char="•"/>
              <a:defRPr sz="4000">
                <a:latin typeface="黑体" panose="02010609060101010101" pitchFamily="49" charset="-122"/>
                <a:ea typeface="黑体" panose="02010609060101010101" pitchFamily="49" charset="-122"/>
                <a:cs typeface="黑体" panose="02010609060101010101" pitchFamily="49" charset="-122"/>
              </a:defRPr>
            </a:lvl2pPr>
            <a:lvl3pPr marL="1905000" lvl="2" indent="-635000" algn="l">
              <a:lnSpc>
                <a:spcPct val="150000"/>
              </a:lnSpc>
              <a:buSzPct val="125000"/>
              <a:buFont typeface="Wingdings" panose="05000000000000000000" pitchFamily="2" charset="2"/>
              <a:buChar char="Ø"/>
              <a:defRPr sz="4400" b="0">
                <a:latin typeface="微软雅黑" panose="020B0503020204020204" pitchFamily="34" charset="-122"/>
                <a:ea typeface="微软雅黑" panose="020B0503020204020204" pitchFamily="34" charset="-122"/>
              </a:defRPr>
            </a:lvl3pPr>
            <a:lvl4pPr marL="2540000" indent="-635000" algn="l">
              <a:spcBef>
                <a:spcPts val="5900"/>
              </a:spcBef>
              <a:buSzPct val="125000"/>
              <a:buChar char="•"/>
              <a:defRPr sz="5200" b="0"/>
            </a:lvl4pPr>
            <a:lvl5pPr marL="3175000" indent="-635000" algn="l">
              <a:spcBef>
                <a:spcPts val="5900"/>
              </a:spcBef>
              <a:buSzPct val="125000"/>
              <a:buChar char="•"/>
              <a:defRPr sz="5200" b="0"/>
            </a:lvl5pPr>
            <a:lvl6pPr marL="3810000" indent="-635000" algn="l">
              <a:spcBef>
                <a:spcPts val="5900"/>
              </a:spcBef>
              <a:buSzPct val="125000"/>
              <a:buChar char="•"/>
              <a:defRPr sz="5200" b="0"/>
            </a:lvl6pPr>
            <a:lvl7pPr marL="4445000" indent="-635000" algn="l">
              <a:spcBef>
                <a:spcPts val="5900"/>
              </a:spcBef>
              <a:buSzPct val="125000"/>
              <a:buChar char="•"/>
              <a:defRPr sz="5200" b="0"/>
            </a:lvl7pPr>
            <a:lvl8pPr marL="5080000" indent="-635000" algn="l">
              <a:spcBef>
                <a:spcPts val="5900"/>
              </a:spcBef>
              <a:buSzPct val="125000"/>
              <a:buChar char="•"/>
              <a:defRPr sz="5200" b="0"/>
            </a:lvl8pPr>
            <a:lvl9pPr marL="5715000" indent="-635000" algn="l">
              <a:spcBef>
                <a:spcPts val="5900"/>
              </a:spcBef>
              <a:buSzPct val="125000"/>
              <a:buChar char="•"/>
              <a:defRPr sz="5200" b="0"/>
            </a:lvl9pPr>
          </a:lstStyle>
          <a:p>
            <a:r>
              <a:rPr lang="zh-CN" altLang="en-US" sz="4800" b="1" dirty="0"/>
              <a:t>黑盒测试技术</a:t>
            </a:r>
            <a:endParaRPr lang="en-US" altLang="zh-CN" sz="4800" b="1" dirty="0"/>
          </a:p>
          <a:p>
            <a:pPr lvl="2"/>
            <a:r>
              <a:rPr lang="zh-CN" altLang="en-US" sz="4800" dirty="0"/>
              <a:t>等价类划分</a:t>
            </a:r>
            <a:endParaRPr lang="zh-CN" altLang="en-US" sz="4800" dirty="0"/>
          </a:p>
          <a:p>
            <a:pPr lvl="2"/>
            <a:r>
              <a:rPr lang="zh-CN" altLang="en-US" sz="4800" dirty="0"/>
              <a:t>边界值分析</a:t>
            </a:r>
            <a:endParaRPr lang="zh-CN" altLang="en-US" sz="4800" dirty="0"/>
          </a:p>
          <a:p>
            <a:pPr lvl="2"/>
            <a:r>
              <a:rPr lang="zh-CN" altLang="en-US" sz="4800" dirty="0"/>
              <a:t>因果图</a:t>
            </a:r>
            <a:endParaRPr lang="zh-CN" altLang="en-US" sz="4800" dirty="0"/>
          </a:p>
          <a:p>
            <a:pPr lvl="2"/>
            <a:r>
              <a:rPr lang="zh-CN" altLang="en-US" sz="4800" dirty="0">
                <a:solidFill>
                  <a:schemeClr val="tx1"/>
                </a:solidFill>
              </a:rPr>
              <a:t>输入组合法</a:t>
            </a:r>
            <a:endParaRPr lang="zh-CN" altLang="en-US" sz="4800" dirty="0">
              <a:solidFill>
                <a:schemeClr val="tx1"/>
              </a:solidFill>
            </a:endParaRPr>
          </a:p>
          <a:p>
            <a:pPr lvl="2"/>
            <a:r>
              <a:rPr lang="zh-CN" altLang="en-US" sz="4800" dirty="0">
                <a:solidFill>
                  <a:schemeClr val="tx1"/>
                </a:solidFill>
              </a:rPr>
              <a:t>基于状态的测试</a:t>
            </a:r>
            <a:endParaRPr lang="zh-CN" altLang="en-US" sz="4800" dirty="0">
              <a:solidFill>
                <a:schemeClr val="tx1"/>
              </a:solidFill>
            </a:endParaRPr>
          </a:p>
          <a:p>
            <a:pPr marL="1270000" lvl="2" indent="0">
              <a:buNone/>
            </a:pPr>
            <a:endParaRPr lang="zh-CN" altLang="en-US" sz="4800" dirty="0"/>
          </a:p>
        </p:txBody>
      </p:sp>
      <p:sp>
        <p:nvSpPr>
          <p:cNvPr id="5" name="矩形 11"/>
          <p:cNvSpPr txBox="1"/>
          <p:nvPr/>
        </p:nvSpPr>
        <p:spPr>
          <a:xfrm>
            <a:off x="929060" y="1157763"/>
            <a:ext cx="1589696" cy="963998"/>
          </a:xfrm>
          <a:prstGeom prst="rect">
            <a:avLst/>
          </a:prstGeom>
          <a:noFill/>
          <a:ln w="12700" cap="flat">
            <a:noFill/>
            <a:miter lim="400000"/>
          </a:ln>
          <a:effectLst/>
        </p:spPr>
        <p:txBody>
          <a:bodyPr wrap="square" lIns="45719" tIns="45719" rIns="45719" bIns="45719" numCol="1" anchor="ctr">
            <a:noAutofit/>
          </a:bodyPr>
          <a:lstStyle>
            <a:lvl1pPr defTabSz="914400">
              <a:defRPr sz="4600" b="0">
                <a:solidFill>
                  <a:srgbClr val="FFFFFF"/>
                </a:solidFill>
                <a:latin typeface="Calibri" panose="020F0502020204030204"/>
                <a:ea typeface="Calibri" panose="020F0502020204030204"/>
                <a:cs typeface="Calibri" panose="020F0502020204030204"/>
                <a:sym typeface="Calibri" panose="020F0502020204030204"/>
              </a:defRPr>
            </a:lvl1pPr>
          </a:lstStyle>
          <a:p>
            <a:r>
              <a:rPr dirty="0"/>
              <a:t>0</a:t>
            </a:r>
            <a:r>
              <a:rPr lang="en-US" altLang="zh-CN" dirty="0"/>
              <a:t>3</a:t>
            </a:r>
            <a:endParaRPr dirty="0"/>
          </a:p>
        </p:txBody>
      </p:sp>
      <p:grpSp>
        <p:nvGrpSpPr>
          <p:cNvPr id="3" name="组合 2"/>
          <p:cNvGrpSpPr/>
          <p:nvPr/>
        </p:nvGrpSpPr>
        <p:grpSpPr>
          <a:xfrm>
            <a:off x="13590738" y="4950374"/>
            <a:ext cx="4103944" cy="2758205"/>
            <a:chOff x="14531926" y="4904865"/>
            <a:chExt cx="5445693" cy="3414713"/>
          </a:xfrm>
        </p:grpSpPr>
        <p:sp>
          <p:nvSpPr>
            <p:cNvPr id="6" name="立方体 5"/>
            <p:cNvSpPr/>
            <p:nvPr/>
          </p:nvSpPr>
          <p:spPr>
            <a:xfrm>
              <a:off x="15526267" y="4904865"/>
              <a:ext cx="3529012" cy="3414713"/>
            </a:xfrm>
            <a:prstGeom prst="cube">
              <a:avLst/>
            </a:prstGeom>
            <a:solidFill>
              <a:schemeClr val="tx1"/>
            </a:solidFill>
            <a:ln w="12700" cap="flat">
              <a:noFill/>
              <a:miter lim="400000"/>
            </a:ln>
          </p:spPr>
          <p:style>
            <a:lnRef idx="0">
              <a:srgbClr val="FFFFFF"/>
            </a:lnRef>
            <a:fillRef idx="0">
              <a:srgbClr val="FFFFFF"/>
            </a:fillRef>
            <a:effectRef idx="0">
              <a:srgbClr val="FFFFFF"/>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pPr>
              <a:endParaRPr kumimoji="0" lang="zh-CN" altLang="en-US" sz="3200" b="0" i="0" u="none" strike="noStrike" cap="none" spc="0" normalizeH="0" baseline="0" dirty="0">
                <a:ln>
                  <a:noFill/>
                </a:ln>
                <a:solidFill>
                  <a:srgbClr val="FFFFFF"/>
                </a:solidFill>
                <a:effectLst/>
                <a:uFillTx/>
                <a:latin typeface="+mn-lt"/>
                <a:ea typeface="+mn-ea"/>
                <a:cs typeface="+mn-cs"/>
                <a:sym typeface="Helvetica Neue Medium"/>
              </a:endParaRPr>
            </a:p>
          </p:txBody>
        </p:sp>
        <p:sp>
          <p:nvSpPr>
            <p:cNvPr id="7" name="文本框 6"/>
            <p:cNvSpPr txBox="1"/>
            <p:nvPr/>
          </p:nvSpPr>
          <p:spPr>
            <a:xfrm>
              <a:off x="16205722" y="5965892"/>
              <a:ext cx="1641476" cy="1949252"/>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pPr>
              <a:r>
                <a:rPr kumimoji="0" lang="zh-CN" altLang="en-US" sz="6000" b="1" i="0" u="none" strike="noStrike" cap="none" spc="0" normalizeH="0" baseline="0" dirty="0">
                  <a:ln>
                    <a:noFill/>
                  </a:ln>
                  <a:solidFill>
                    <a:schemeClr val="bg1"/>
                  </a:solidFill>
                  <a:effectLst/>
                  <a:uFillTx/>
                  <a:latin typeface="微软雅黑" panose="020B0503020204020204" pitchFamily="34" charset="-122"/>
                  <a:ea typeface="微软雅黑" panose="020B0503020204020204" pitchFamily="34" charset="-122"/>
                  <a:sym typeface="Helvetica Neue"/>
                </a:rPr>
                <a:t>软件</a:t>
              </a:r>
              <a:endParaRPr kumimoji="0" lang="en-US" altLang="zh-CN" sz="6000" b="1" i="0" u="none" strike="noStrike" cap="none" spc="0" normalizeH="0" baseline="0" dirty="0">
                <a:ln>
                  <a:noFill/>
                </a:ln>
                <a:solidFill>
                  <a:schemeClr val="bg1"/>
                </a:solidFill>
                <a:effectLst/>
                <a:uFillTx/>
                <a:latin typeface="微软雅黑" panose="020B0503020204020204" pitchFamily="34" charset="-122"/>
                <a:ea typeface="微软雅黑" panose="020B0503020204020204" pitchFamily="34" charset="-122"/>
                <a:sym typeface="Helvetica Neue"/>
              </a:endParaRPr>
            </a:p>
            <a:p>
              <a:pPr marL="0" marR="0" indent="0" algn="ctr" defTabSz="825500" rtl="0" fontAlgn="auto" latinLnBrk="0" hangingPunct="0">
                <a:lnSpc>
                  <a:spcPct val="100000"/>
                </a:lnSpc>
                <a:spcBef>
                  <a:spcPts val="0"/>
                </a:spcBef>
                <a:spcAft>
                  <a:spcPts val="0"/>
                </a:spcAft>
                <a:buClrTx/>
                <a:buSzTx/>
                <a:buFontTx/>
                <a:buNone/>
              </a:pPr>
              <a:r>
                <a:rPr kumimoji="0" lang="zh-CN" altLang="en-US" sz="6000" b="1" i="0" u="none" strike="noStrike" cap="none" spc="0" normalizeH="0" baseline="0" dirty="0">
                  <a:ln>
                    <a:noFill/>
                  </a:ln>
                  <a:solidFill>
                    <a:schemeClr val="bg1"/>
                  </a:solidFill>
                  <a:effectLst/>
                  <a:uFillTx/>
                  <a:latin typeface="微软雅黑" panose="020B0503020204020204" pitchFamily="34" charset="-122"/>
                  <a:ea typeface="微软雅黑" panose="020B0503020204020204" pitchFamily="34" charset="-122"/>
                  <a:sym typeface="Helvetica Neue"/>
                </a:rPr>
                <a:t>系统</a:t>
              </a:r>
              <a:endParaRPr kumimoji="0" lang="zh-CN" altLang="en-US" sz="4800" b="1" i="0" u="none" strike="noStrike" cap="none" spc="0" normalizeH="0" baseline="0" dirty="0">
                <a:ln>
                  <a:noFill/>
                </a:ln>
                <a:solidFill>
                  <a:schemeClr val="bg1"/>
                </a:solidFill>
                <a:effectLst/>
                <a:uFillTx/>
                <a:latin typeface="微软雅黑" panose="020B0503020204020204" pitchFamily="34" charset="-122"/>
                <a:ea typeface="微软雅黑" panose="020B0503020204020204" pitchFamily="34" charset="-122"/>
                <a:sym typeface="Helvetica Neue"/>
              </a:endParaRPr>
            </a:p>
          </p:txBody>
        </p:sp>
        <p:sp>
          <p:nvSpPr>
            <p:cNvPr id="8" name="椭圆 7"/>
            <p:cNvSpPr/>
            <p:nvPr/>
          </p:nvSpPr>
          <p:spPr>
            <a:xfrm>
              <a:off x="14531926" y="6132074"/>
              <a:ext cx="428626" cy="400050"/>
            </a:xfrm>
            <a:prstGeom prst="ellipse">
              <a:avLst/>
            </a:prstGeom>
            <a:solidFill>
              <a:schemeClr val="accent1"/>
            </a:solidFill>
            <a:ln w="12700" cap="flat">
              <a:noFill/>
              <a:miter lim="400000"/>
            </a:ln>
          </p:spPr>
          <p:style>
            <a:lnRef idx="0">
              <a:srgbClr val="FFFFFF"/>
            </a:lnRef>
            <a:fillRef idx="0">
              <a:srgbClr val="FFFFFF"/>
            </a:fillRef>
            <a:effectRef idx="0">
              <a:srgbClr val="FFFFFF"/>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pPr>
              <a:endParaRPr kumimoji="0" lang="zh-CN" altLang="en-US" sz="3200" b="0" i="0" u="none" strike="noStrike" cap="none" spc="0" normalizeH="0" baseline="0">
                <a:ln>
                  <a:noFill/>
                </a:ln>
                <a:solidFill>
                  <a:srgbClr val="FFFFFF"/>
                </a:solidFill>
                <a:effectLst/>
                <a:uFillTx/>
                <a:latin typeface="+mn-lt"/>
                <a:ea typeface="+mn-ea"/>
                <a:cs typeface="+mn-cs"/>
                <a:sym typeface="Helvetica Neue Medium"/>
              </a:endParaRPr>
            </a:p>
          </p:txBody>
        </p:sp>
        <p:cxnSp>
          <p:nvCxnSpPr>
            <p:cNvPr id="9" name="直接连接符 8"/>
            <p:cNvCxnSpPr/>
            <p:nvPr/>
          </p:nvCxnSpPr>
          <p:spPr>
            <a:xfrm>
              <a:off x="14910224" y="6319549"/>
              <a:ext cx="544042" cy="12550"/>
            </a:xfrm>
            <a:prstGeom prst="line">
              <a:avLst/>
            </a:prstGeom>
            <a:noFill/>
            <a:ln w="25400" cap="flat">
              <a:solidFill>
                <a:srgbClr val="000000"/>
              </a:solidFill>
              <a:prstDash val="solid"/>
              <a:miter lim="400000"/>
            </a:ln>
          </p:spPr>
          <p:style>
            <a:lnRef idx="0">
              <a:srgbClr val="FFFFFF"/>
            </a:lnRef>
            <a:fillRef idx="0">
              <a:srgbClr val="FFFFFF"/>
            </a:fillRef>
            <a:effectRef idx="0">
              <a:srgbClr val="FFFFFF"/>
            </a:effectRef>
            <a:fontRef idx="none"/>
          </p:style>
        </p:cxnSp>
        <p:sp>
          <p:nvSpPr>
            <p:cNvPr id="10" name="椭圆 9"/>
            <p:cNvSpPr/>
            <p:nvPr/>
          </p:nvSpPr>
          <p:spPr>
            <a:xfrm>
              <a:off x="14612886" y="7198879"/>
              <a:ext cx="428626" cy="400050"/>
            </a:xfrm>
            <a:prstGeom prst="ellipse">
              <a:avLst/>
            </a:prstGeom>
            <a:solidFill>
              <a:schemeClr val="accent1"/>
            </a:solidFill>
            <a:ln w="12700" cap="flat">
              <a:noFill/>
              <a:miter lim="400000"/>
            </a:ln>
          </p:spPr>
          <p:style>
            <a:lnRef idx="0">
              <a:srgbClr val="FFFFFF"/>
            </a:lnRef>
            <a:fillRef idx="0">
              <a:srgbClr val="FFFFFF"/>
            </a:fillRef>
            <a:effectRef idx="0">
              <a:srgbClr val="FFFFFF"/>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pPr>
              <a:endParaRPr kumimoji="0" lang="zh-CN" altLang="en-US" sz="3200" b="0" i="0" u="none" strike="noStrike" cap="none" spc="0" normalizeH="0" baseline="0">
                <a:ln>
                  <a:noFill/>
                </a:ln>
                <a:solidFill>
                  <a:srgbClr val="FFFFFF"/>
                </a:solidFill>
                <a:effectLst/>
                <a:uFillTx/>
                <a:latin typeface="+mn-lt"/>
                <a:ea typeface="+mn-ea"/>
                <a:cs typeface="+mn-cs"/>
                <a:sym typeface="Helvetica Neue Medium"/>
              </a:endParaRPr>
            </a:p>
          </p:txBody>
        </p:sp>
        <p:cxnSp>
          <p:nvCxnSpPr>
            <p:cNvPr id="11" name="直接连接符 10"/>
            <p:cNvCxnSpPr>
              <a:stCxn id="10" idx="6"/>
            </p:cNvCxnSpPr>
            <p:nvPr/>
          </p:nvCxnSpPr>
          <p:spPr>
            <a:xfrm>
              <a:off x="15041511" y="7398904"/>
              <a:ext cx="445546" cy="0"/>
            </a:xfrm>
            <a:prstGeom prst="line">
              <a:avLst/>
            </a:prstGeom>
            <a:noFill/>
            <a:ln w="25400" cap="flat">
              <a:solidFill>
                <a:srgbClr val="000000"/>
              </a:solidFill>
              <a:prstDash val="solid"/>
              <a:miter lim="400000"/>
            </a:ln>
          </p:spPr>
          <p:style>
            <a:lnRef idx="0">
              <a:srgbClr val="FFFFFF"/>
            </a:lnRef>
            <a:fillRef idx="0">
              <a:srgbClr val="FFFFFF"/>
            </a:fillRef>
            <a:effectRef idx="0">
              <a:srgbClr val="FFFFFF"/>
            </a:effectRef>
            <a:fontRef idx="none"/>
          </p:style>
        </p:cxnSp>
        <p:sp>
          <p:nvSpPr>
            <p:cNvPr id="12" name="椭圆 11"/>
            <p:cNvSpPr/>
            <p:nvPr/>
          </p:nvSpPr>
          <p:spPr>
            <a:xfrm>
              <a:off x="19548993" y="6244855"/>
              <a:ext cx="428626" cy="400050"/>
            </a:xfrm>
            <a:prstGeom prst="ellipse">
              <a:avLst/>
            </a:prstGeom>
            <a:solidFill>
              <a:schemeClr val="accent1"/>
            </a:solidFill>
            <a:ln w="12700" cap="flat">
              <a:noFill/>
              <a:miter lim="400000"/>
            </a:ln>
          </p:spPr>
          <p:style>
            <a:lnRef idx="0">
              <a:srgbClr val="FFFFFF"/>
            </a:lnRef>
            <a:fillRef idx="0">
              <a:srgbClr val="FFFFFF"/>
            </a:fillRef>
            <a:effectRef idx="0">
              <a:srgbClr val="FFFFFF"/>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pPr>
              <a:endParaRPr kumimoji="0" lang="zh-CN" altLang="en-US" sz="3200" b="0" i="0" u="none" strike="noStrike" cap="none" spc="0" normalizeH="0" baseline="0">
                <a:ln>
                  <a:noFill/>
                </a:ln>
                <a:solidFill>
                  <a:srgbClr val="FFFFFF"/>
                </a:solidFill>
                <a:effectLst/>
                <a:uFillTx/>
                <a:latin typeface="+mn-lt"/>
                <a:ea typeface="+mn-ea"/>
                <a:cs typeface="+mn-cs"/>
                <a:sym typeface="Helvetica Neue Medium"/>
              </a:endParaRPr>
            </a:p>
          </p:txBody>
        </p:sp>
        <p:cxnSp>
          <p:nvCxnSpPr>
            <p:cNvPr id="13" name="直接连接符 12"/>
            <p:cNvCxnSpPr/>
            <p:nvPr/>
          </p:nvCxnSpPr>
          <p:spPr>
            <a:xfrm flipV="1">
              <a:off x="18963207" y="6444881"/>
              <a:ext cx="594370" cy="28575"/>
            </a:xfrm>
            <a:prstGeom prst="line">
              <a:avLst/>
            </a:prstGeom>
            <a:noFill/>
            <a:ln w="25400" cap="flat">
              <a:solidFill>
                <a:srgbClr val="000000"/>
              </a:solidFill>
              <a:prstDash val="solid"/>
              <a:miter lim="400000"/>
            </a:ln>
          </p:spPr>
          <p:style>
            <a:lnRef idx="0">
              <a:srgbClr val="FFFFFF"/>
            </a:lnRef>
            <a:fillRef idx="0">
              <a:srgbClr val="FFFFFF"/>
            </a:fillRef>
            <a:effectRef idx="0">
              <a:srgbClr val="FFFFFF"/>
            </a:effectRef>
            <a:fontRef idx="none"/>
          </p:style>
        </p:cxnSp>
      </p:grpSp>
      <p:sp>
        <p:nvSpPr>
          <p:cNvPr id="14" name="右箭头 13"/>
          <p:cNvSpPr/>
          <p:nvPr/>
        </p:nvSpPr>
        <p:spPr>
          <a:xfrm>
            <a:off x="11921659" y="5775888"/>
            <a:ext cx="1355644" cy="1107176"/>
          </a:xfrm>
          <a:prstGeom prst="rightArrow">
            <a:avLst/>
          </a:prstGeom>
          <a:solidFill>
            <a:schemeClr val="accent1"/>
          </a:solidFill>
          <a:ln w="12700" cap="flat">
            <a:noFill/>
            <a:miter lim="400000"/>
          </a:ln>
        </p:spPr>
        <p:style>
          <a:lnRef idx="0">
            <a:srgbClr val="FFFFFF"/>
          </a:lnRef>
          <a:fillRef idx="0">
            <a:srgbClr val="FFFFFF"/>
          </a:fillRef>
          <a:effectRef idx="0">
            <a:srgbClr val="FFFFFF"/>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pPr>
            <a:endParaRPr kumimoji="0" lang="zh-CN" altLang="en-US" sz="3200" b="0" i="0" u="none" strike="noStrike" cap="none" spc="0" normalizeH="0" baseline="0">
              <a:ln>
                <a:noFill/>
              </a:ln>
              <a:solidFill>
                <a:srgbClr val="FFFFFF"/>
              </a:solidFill>
              <a:effectLst/>
              <a:uFillTx/>
              <a:latin typeface="+mn-lt"/>
              <a:ea typeface="+mn-ea"/>
              <a:cs typeface="+mn-cs"/>
              <a:sym typeface="Helvetica Neue Medium"/>
            </a:endParaRPr>
          </a:p>
        </p:txBody>
      </p:sp>
      <p:sp>
        <p:nvSpPr>
          <p:cNvPr id="15" name="文本框 14"/>
          <p:cNvSpPr txBox="1"/>
          <p:nvPr/>
        </p:nvSpPr>
        <p:spPr>
          <a:xfrm>
            <a:off x="10087958" y="5816515"/>
            <a:ext cx="1908942" cy="1025922"/>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pPr>
            <a:r>
              <a:rPr kumimoji="0" lang="zh-CN" altLang="en-US" sz="6000" b="1" i="0" u="none" strike="noStrike" cap="none" spc="0" normalizeH="0" baseline="0" dirty="0">
                <a:ln>
                  <a:noFill/>
                </a:ln>
                <a:solidFill>
                  <a:schemeClr val="tx1"/>
                </a:solidFill>
                <a:effectLst/>
                <a:uFillTx/>
                <a:latin typeface="微软雅黑" panose="020B0503020204020204" pitchFamily="34" charset="-122"/>
                <a:ea typeface="微软雅黑" panose="020B0503020204020204" pitchFamily="34" charset="-122"/>
                <a:sym typeface="Helvetica Neue"/>
              </a:rPr>
              <a:t>输入</a:t>
            </a:r>
            <a:endParaRPr kumimoji="0" lang="zh-CN" altLang="en-US" sz="4800" b="1" i="0" u="none" strike="noStrike" cap="none" spc="0" normalizeH="0" baseline="0" dirty="0">
              <a:ln>
                <a:noFill/>
              </a:ln>
              <a:solidFill>
                <a:schemeClr val="tx1"/>
              </a:solidFill>
              <a:effectLst/>
              <a:uFillTx/>
              <a:latin typeface="微软雅黑" panose="020B0503020204020204" pitchFamily="34" charset="-122"/>
              <a:ea typeface="微软雅黑" panose="020B0503020204020204" pitchFamily="34" charset="-122"/>
              <a:sym typeface="Helvetica Neue"/>
            </a:endParaRPr>
          </a:p>
        </p:txBody>
      </p:sp>
      <p:sp>
        <p:nvSpPr>
          <p:cNvPr id="16" name="右箭头 15"/>
          <p:cNvSpPr/>
          <p:nvPr/>
        </p:nvSpPr>
        <p:spPr>
          <a:xfrm>
            <a:off x="17975900" y="5775888"/>
            <a:ext cx="1355644" cy="1107176"/>
          </a:xfrm>
          <a:prstGeom prst="rightArrow">
            <a:avLst/>
          </a:prstGeom>
          <a:solidFill>
            <a:schemeClr val="accent1"/>
          </a:solidFill>
          <a:ln w="12700" cap="flat">
            <a:noFill/>
            <a:miter lim="400000"/>
          </a:ln>
        </p:spPr>
        <p:style>
          <a:lnRef idx="0">
            <a:srgbClr val="FFFFFF"/>
          </a:lnRef>
          <a:fillRef idx="0">
            <a:srgbClr val="FFFFFF"/>
          </a:fillRef>
          <a:effectRef idx="0">
            <a:srgbClr val="FFFFFF"/>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pPr>
            <a:endParaRPr kumimoji="0" lang="zh-CN" altLang="en-US" sz="3200" b="0" i="0" u="none" strike="noStrike" cap="none" spc="0" normalizeH="0" baseline="0">
              <a:ln>
                <a:noFill/>
              </a:ln>
              <a:solidFill>
                <a:srgbClr val="FFFFFF"/>
              </a:solidFill>
              <a:effectLst/>
              <a:uFillTx/>
              <a:latin typeface="+mn-lt"/>
              <a:ea typeface="+mn-ea"/>
              <a:cs typeface="+mn-cs"/>
              <a:sym typeface="Helvetica Neue Medium"/>
            </a:endParaRPr>
          </a:p>
        </p:txBody>
      </p:sp>
      <p:sp>
        <p:nvSpPr>
          <p:cNvPr id="17" name="文本框 16"/>
          <p:cNvSpPr txBox="1"/>
          <p:nvPr/>
        </p:nvSpPr>
        <p:spPr>
          <a:xfrm>
            <a:off x="19819679" y="5816515"/>
            <a:ext cx="1908942" cy="1025922"/>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pPr>
            <a:r>
              <a:rPr kumimoji="0" lang="zh-CN" altLang="en-US" sz="6000" b="1" i="0" u="none" strike="noStrike" cap="none" spc="0" normalizeH="0" baseline="0" dirty="0">
                <a:ln>
                  <a:noFill/>
                </a:ln>
                <a:solidFill>
                  <a:schemeClr val="tx1"/>
                </a:solidFill>
                <a:effectLst/>
                <a:uFillTx/>
                <a:latin typeface="微软雅黑" panose="020B0503020204020204" pitchFamily="34" charset="-122"/>
                <a:ea typeface="微软雅黑" panose="020B0503020204020204" pitchFamily="34" charset="-122"/>
                <a:sym typeface="Helvetica Neue"/>
              </a:rPr>
              <a:t>输</a:t>
            </a:r>
            <a:r>
              <a:rPr lang="zh-CN" altLang="en-US" sz="6000" dirty="0">
                <a:solidFill>
                  <a:schemeClr val="tx1"/>
                </a:solidFill>
                <a:latin typeface="微软雅黑" panose="020B0503020204020204" pitchFamily="34" charset="-122"/>
                <a:ea typeface="微软雅黑" panose="020B0503020204020204" pitchFamily="34" charset="-122"/>
              </a:rPr>
              <a:t>出</a:t>
            </a:r>
            <a:endParaRPr kumimoji="0" lang="zh-CN" altLang="en-US" sz="4800" b="1" i="0" u="none" strike="noStrike" cap="none" spc="0" normalizeH="0" baseline="0" dirty="0">
              <a:ln>
                <a:noFill/>
              </a:ln>
              <a:solidFill>
                <a:schemeClr val="tx1"/>
              </a:solidFill>
              <a:effectLst/>
              <a:uFillTx/>
              <a:latin typeface="微软雅黑" panose="020B0503020204020204" pitchFamily="34" charset="-122"/>
              <a:ea typeface="微软雅黑" panose="020B0503020204020204" pitchFamily="34" charset="-122"/>
              <a:sym typeface="Helvetica Neue"/>
            </a:endParaRPr>
          </a:p>
        </p:txBody>
      </p:sp>
      <p:pic>
        <p:nvPicPr>
          <p:cNvPr id="4" name="音频 3">
            <a:hlinkClick r:id="" action="ppaction://media"/>
          </p:cNvPr>
          <p:cNvPicPr>
            <a:picLocks noChangeAspect="1"/>
          </p:cNvPicPr>
          <p:nvPr>
            <a:audioFile r:link="rId1"/>
            <p:extLst>
              <p:ext uri="{DAA4B4D4-6D71-4841-9C94-3DE7FCFB9230}">
                <p14:media xmlns:p14="http://schemas.microsoft.com/office/powerpoint/2010/main" r:link="rId2"/>
              </p:ext>
            </p:extLst>
          </p:nvPr>
        </p:nvPicPr>
        <p:blipFill>
          <a:blip r:embed="rId3"/>
          <a:stretch>
            <a:fillRect/>
          </a:stretch>
        </p:blipFill>
        <p:spPr>
          <a:xfrm>
            <a:off x="23923625" y="13255625"/>
            <a:ext cx="244475" cy="244475"/>
          </a:xfrm>
          <a:prstGeom prst="rect">
            <a:avLst/>
          </a:prstGeom>
        </p:spPr>
      </p:pic>
    </p:spTree>
    <p:custDataLst>
      <p:tags r:id="rId4"/>
    </p:custDataLst>
  </p:cSld>
  <p:clrMapOvr>
    <a:masterClrMapping/>
  </p:clrMapOvr>
  <p:transition spd="med" advTm="61121"/>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4"/>
                </p:tgtEl>
              </p:cMediaNode>
            </p:audio>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737970" y="1078867"/>
            <a:ext cx="8394850" cy="1042894"/>
          </a:xfrm>
          <a:ln w="12700">
            <a:miter lim="400000"/>
          </a:ln>
        </p:spPr>
        <p:txBody>
          <a:bodyPr lIns="50800" tIns="50800" rIns="50800" bIns="50800" anchor="ctr">
            <a:normAutofit/>
          </a:bodyPr>
          <a:lstStyle/>
          <a:p>
            <a:r>
              <a:rPr lang="zh-CN" altLang="en-US" dirty="0"/>
              <a:t>其他黑盒测试方法</a:t>
            </a:r>
            <a:endParaRPr lang="zh-CN" altLang="en-US" dirty="0"/>
          </a:p>
        </p:txBody>
      </p:sp>
      <p:sp>
        <p:nvSpPr>
          <p:cNvPr id="5" name="矩形 11"/>
          <p:cNvSpPr txBox="1"/>
          <p:nvPr/>
        </p:nvSpPr>
        <p:spPr>
          <a:xfrm>
            <a:off x="929060" y="1157763"/>
            <a:ext cx="1589696" cy="963998"/>
          </a:xfrm>
          <a:prstGeom prst="rect">
            <a:avLst/>
          </a:prstGeom>
          <a:noFill/>
          <a:ln w="12700" cap="flat">
            <a:noFill/>
            <a:miter lim="400000"/>
          </a:ln>
          <a:effectLst/>
        </p:spPr>
        <p:txBody>
          <a:bodyPr wrap="square" lIns="45719" tIns="45719" rIns="45719" bIns="45719" numCol="1" anchor="ctr">
            <a:noAutofit/>
          </a:bodyPr>
          <a:lstStyle>
            <a:lvl1pPr defTabSz="914400">
              <a:defRPr sz="4600" b="0">
                <a:solidFill>
                  <a:srgbClr val="FFFFFF"/>
                </a:solidFill>
                <a:latin typeface="Calibri" panose="020F0502020204030204"/>
                <a:ea typeface="Calibri" panose="020F0502020204030204"/>
                <a:cs typeface="Calibri" panose="020F0502020204030204"/>
                <a:sym typeface="Calibri" panose="020F0502020204030204"/>
              </a:defRPr>
            </a:lvl1pPr>
          </a:lstStyle>
          <a:p>
            <a:r>
              <a:rPr dirty="0"/>
              <a:t>0</a:t>
            </a:r>
            <a:r>
              <a:rPr lang="en-US" altLang="zh-CN" dirty="0"/>
              <a:t>3</a:t>
            </a:r>
            <a:endParaRPr dirty="0"/>
          </a:p>
        </p:txBody>
      </p:sp>
      <p:sp>
        <p:nvSpPr>
          <p:cNvPr id="6" name="Rectangle 3"/>
          <p:cNvSpPr txBox="1">
            <a:spLocks noChangeArrowheads="1"/>
          </p:cNvSpPr>
          <p:nvPr/>
        </p:nvSpPr>
        <p:spPr>
          <a:xfrm>
            <a:off x="2737970" y="2886644"/>
            <a:ext cx="19550530" cy="9266043"/>
          </a:xfrm>
          <a:prstGeom prst="rect">
            <a:avLst/>
          </a:prstGeom>
          <a:ln w="12700">
            <a:miter lim="400000"/>
          </a:ln>
        </p:spPr>
        <p:txBody>
          <a:bodyPr lIns="50800" tIns="50800" rIns="50800" bIns="50800" anchor="t" anchorCtr="0">
            <a:noAutofit/>
          </a:bodyPr>
          <a:lstStyle>
            <a:lvl1pPr marL="635000" indent="-635000" algn="l">
              <a:lnSpc>
                <a:spcPct val="200000"/>
              </a:lnSpc>
              <a:buFont typeface="Wingdings" panose="05000000000000000000" pitchFamily="2" charset="2"/>
              <a:buChar char="n"/>
              <a:defRPr sz="4400" b="0">
                <a:latin typeface="微软雅黑" panose="020B0503020204020204" pitchFamily="34" charset="-122"/>
                <a:ea typeface="微软雅黑" panose="020B0503020204020204" pitchFamily="34" charset="-122"/>
                <a:cs typeface="微软雅黑" panose="020B0503020204020204" pitchFamily="34" charset="-122"/>
              </a:defRPr>
            </a:lvl1pPr>
            <a:lvl2pPr marL="1270000" indent="-635000" algn="l">
              <a:spcBef>
                <a:spcPts val="5900"/>
              </a:spcBef>
              <a:buSzPct val="125000"/>
              <a:buChar char="•"/>
              <a:defRPr sz="4000">
                <a:latin typeface="黑体" panose="02010609060101010101" pitchFamily="49" charset="-122"/>
                <a:ea typeface="黑体" panose="02010609060101010101" pitchFamily="49" charset="-122"/>
                <a:cs typeface="黑体" panose="02010609060101010101" pitchFamily="49" charset="-122"/>
              </a:defRPr>
            </a:lvl2pPr>
            <a:lvl3pPr marL="1905000" lvl="2" indent="-635000" algn="l">
              <a:lnSpc>
                <a:spcPct val="150000"/>
              </a:lnSpc>
              <a:buSzPct val="125000"/>
              <a:buFont typeface="Wingdings" panose="05000000000000000000" pitchFamily="2" charset="2"/>
              <a:buChar char="Ø"/>
              <a:defRPr sz="4400" b="0">
                <a:latin typeface="微软雅黑" panose="020B0503020204020204" pitchFamily="34" charset="-122"/>
                <a:ea typeface="微软雅黑" panose="020B0503020204020204" pitchFamily="34" charset="-122"/>
              </a:defRPr>
            </a:lvl3pPr>
            <a:lvl4pPr marL="2540000" indent="-635000" algn="l">
              <a:spcBef>
                <a:spcPts val="5900"/>
              </a:spcBef>
              <a:buSzPct val="125000"/>
              <a:buChar char="•"/>
              <a:defRPr sz="5200" b="0"/>
            </a:lvl4pPr>
            <a:lvl5pPr marL="3175000" indent="-635000" algn="l">
              <a:spcBef>
                <a:spcPts val="5900"/>
              </a:spcBef>
              <a:buSzPct val="125000"/>
              <a:buChar char="•"/>
              <a:defRPr sz="5200" b="0"/>
            </a:lvl5pPr>
            <a:lvl6pPr marL="3810000" indent="-635000" algn="l">
              <a:spcBef>
                <a:spcPts val="5900"/>
              </a:spcBef>
              <a:buSzPct val="125000"/>
              <a:buChar char="•"/>
              <a:defRPr sz="5200" b="0"/>
            </a:lvl6pPr>
            <a:lvl7pPr marL="4445000" indent="-635000" algn="l">
              <a:spcBef>
                <a:spcPts val="5900"/>
              </a:spcBef>
              <a:buSzPct val="125000"/>
              <a:buChar char="•"/>
              <a:defRPr sz="5200" b="0"/>
            </a:lvl7pPr>
            <a:lvl8pPr marL="5080000" indent="-635000" algn="l">
              <a:spcBef>
                <a:spcPts val="5900"/>
              </a:spcBef>
              <a:buSzPct val="125000"/>
              <a:buChar char="•"/>
              <a:defRPr sz="5200" b="0"/>
            </a:lvl8pPr>
            <a:lvl9pPr marL="5715000" indent="-635000" algn="l">
              <a:spcBef>
                <a:spcPts val="5900"/>
              </a:spcBef>
              <a:buSzPct val="125000"/>
              <a:buChar char="•"/>
              <a:defRPr sz="5200" b="0"/>
            </a:lvl9pPr>
          </a:lstStyle>
          <a:p>
            <a:r>
              <a:rPr lang="zh-CN" altLang="en-US" sz="4800" b="1" dirty="0"/>
              <a:t>瞎测</a:t>
            </a:r>
            <a:endParaRPr lang="en-US" altLang="zh-CN" sz="4800" b="1" dirty="0"/>
          </a:p>
          <a:p>
            <a:pPr lvl="2" eaLnBrk="1"/>
            <a:r>
              <a:rPr lang="zh-CN" altLang="en-US" sz="4800" dirty="0"/>
              <a:t>模拟无经验用户瞎测，目的是搞垮软件。</a:t>
            </a:r>
            <a:endParaRPr lang="en-US" altLang="zh-CN" sz="4800" dirty="0"/>
          </a:p>
          <a:p>
            <a:r>
              <a:rPr lang="zh-CN" altLang="en-US" sz="4800" b="1" dirty="0"/>
              <a:t>凭直觉测试</a:t>
            </a:r>
            <a:endParaRPr lang="en-US" altLang="zh-CN" sz="4800" b="1" dirty="0"/>
          </a:p>
          <a:p>
            <a:pPr lvl="2" eaLnBrk="1"/>
            <a:r>
              <a:rPr lang="zh-CN" altLang="en-US" sz="4800" dirty="0"/>
              <a:t>凭经验和直觉，哪些输入可能是程序员容易搞错的？比如边界值、异常值等。</a:t>
            </a:r>
            <a:endParaRPr lang="en-US" altLang="zh-CN" sz="4800" dirty="0"/>
          </a:p>
          <a:p>
            <a:r>
              <a:rPr lang="zh-CN" altLang="en-US" sz="4800" b="1" dirty="0"/>
              <a:t>集中测试法</a:t>
            </a:r>
            <a:endParaRPr lang="en-US" altLang="zh-CN" sz="4800" b="1" dirty="0"/>
          </a:p>
          <a:p>
            <a:pPr lvl="2" eaLnBrk="1"/>
            <a:r>
              <a:rPr lang="zh-CN" altLang="en-US" sz="4800" dirty="0"/>
              <a:t>在有错的模块使劲测试。</a:t>
            </a:r>
            <a:endParaRPr lang="en-US" altLang="zh-CN" sz="4800" dirty="0"/>
          </a:p>
          <a:p>
            <a:pPr lvl="1"/>
            <a:endParaRPr lang="en-US" altLang="zh-CN" sz="4400" dirty="0"/>
          </a:p>
          <a:p>
            <a:pPr lvl="1"/>
            <a:endParaRPr lang="zh-CN" altLang="en-US" sz="4400" dirty="0"/>
          </a:p>
          <a:p>
            <a:pPr lvl="2"/>
            <a:endParaRPr lang="en-US" altLang="zh-CN" sz="4800" dirty="0"/>
          </a:p>
          <a:p>
            <a:pPr lvl="2"/>
            <a:endParaRPr lang="zh-CN" altLang="en-US" sz="4800" dirty="0"/>
          </a:p>
        </p:txBody>
      </p:sp>
      <p:pic>
        <p:nvPicPr>
          <p:cNvPr id="3" name="音频 2">
            <a:hlinkClick r:id="" action="ppaction://media"/>
          </p:cNvPr>
          <p:cNvPicPr>
            <a:picLocks noChangeAspect="1"/>
          </p:cNvPicPr>
          <p:nvPr>
            <a:audioFile r:link="rId1"/>
            <p:extLst>
              <p:ext uri="{DAA4B4D4-6D71-4841-9C94-3DE7FCFB9230}">
                <p14:media xmlns:p14="http://schemas.microsoft.com/office/powerpoint/2010/main" r:link="rId2"/>
              </p:ext>
            </p:extLst>
          </p:nvPr>
        </p:nvPicPr>
        <p:blipFill>
          <a:blip r:embed="rId3"/>
          <a:stretch>
            <a:fillRect/>
          </a:stretch>
        </p:blipFill>
        <p:spPr>
          <a:xfrm>
            <a:off x="23923625" y="13255625"/>
            <a:ext cx="244475" cy="244475"/>
          </a:xfrm>
          <a:prstGeom prst="rect">
            <a:avLst/>
          </a:prstGeom>
        </p:spPr>
      </p:pic>
    </p:spTree>
    <p:custDataLst>
      <p:tags r:id="rId4"/>
    </p:custDataLst>
  </p:cSld>
  <p:clrMapOvr>
    <a:masterClrMapping/>
  </p:clrMapOvr>
  <p:transition spd="med" advTm="222415"/>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3"/>
                </p:tgtEl>
              </p:cMediaNode>
            </p:audio>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 name="矩形"/>
          <p:cNvSpPr/>
          <p:nvPr/>
        </p:nvSpPr>
        <p:spPr>
          <a:xfrm>
            <a:off x="0" y="-1"/>
            <a:ext cx="7841556" cy="13716001"/>
          </a:xfrm>
          <a:prstGeom prst="rect">
            <a:avLst/>
          </a:prstGeom>
          <a:solidFill>
            <a:srgbClr val="A8271A"/>
          </a:solidFill>
          <a:ln w="12700">
            <a:miter lim="400000"/>
          </a:ln>
        </p:spPr>
        <p:txBody>
          <a:bodyPr lIns="0" tIns="0" rIns="0" bIns="0" anchor="ctr"/>
          <a:lstStyle/>
          <a:p>
            <a:pPr>
              <a:defRPr sz="3200" b="0">
                <a:solidFill>
                  <a:srgbClr val="FFFFFF"/>
                </a:solidFill>
                <a:latin typeface="+mn-lt"/>
                <a:ea typeface="+mn-ea"/>
                <a:cs typeface="+mn-cs"/>
                <a:sym typeface="Helvetica Neue Medium"/>
              </a:defRPr>
            </a:pPr>
          </a:p>
        </p:txBody>
      </p:sp>
      <p:grpSp>
        <p:nvGrpSpPr>
          <p:cNvPr id="3" name="组合 2"/>
          <p:cNvGrpSpPr/>
          <p:nvPr/>
        </p:nvGrpSpPr>
        <p:grpSpPr>
          <a:xfrm>
            <a:off x="1020575" y="5555311"/>
            <a:ext cx="5189258" cy="2605375"/>
            <a:chOff x="1130303" y="5796540"/>
            <a:chExt cx="5189258" cy="2605375"/>
          </a:xfrm>
        </p:grpSpPr>
        <p:sp>
          <p:nvSpPr>
            <p:cNvPr id="132" name="文本框 3"/>
            <p:cNvSpPr txBox="1"/>
            <p:nvPr/>
          </p:nvSpPr>
          <p:spPr>
            <a:xfrm>
              <a:off x="1821401" y="7230559"/>
              <a:ext cx="3807062" cy="906381"/>
            </a:xfrm>
            <a:prstGeom prst="rect">
              <a:avLst/>
            </a:prstGeom>
            <a:ln w="12700">
              <a:miter lim="400000"/>
            </a:ln>
          </p:spPr>
          <p:txBody>
            <a:bodyPr lIns="45719" rIns="45719"/>
            <a:lstStyle>
              <a:lvl1pPr defTabSz="914400">
                <a:defRPr sz="240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lvl1pPr>
            </a:lstStyle>
            <a:p>
              <a:r>
                <a:rPr dirty="0"/>
                <a:t>CONTENTS</a:t>
              </a:r>
              <a:endParaRPr dirty="0"/>
            </a:p>
          </p:txBody>
        </p:sp>
        <p:sp>
          <p:nvSpPr>
            <p:cNvPr id="133" name="文本框 3"/>
            <p:cNvSpPr txBox="1"/>
            <p:nvPr/>
          </p:nvSpPr>
          <p:spPr>
            <a:xfrm>
              <a:off x="1130303" y="5796540"/>
              <a:ext cx="5189258" cy="2605375"/>
            </a:xfrm>
            <a:prstGeom prst="rect">
              <a:avLst/>
            </a:prstGeom>
            <a:ln w="12700">
              <a:miter lim="400000"/>
            </a:ln>
          </p:spPr>
          <p:txBody>
            <a:bodyPr lIns="45719" rIns="45719"/>
            <a:lstStyle>
              <a:lvl1pPr defTabSz="914400">
                <a:defRPr sz="7000" spc="1166">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lvl1pPr>
            </a:lstStyle>
            <a:p>
              <a:pPr>
                <a:defRPr b="0">
                  <a:latin typeface="Arial Black" panose="020B0A04020102020204"/>
                  <a:ea typeface="Arial Black" panose="020B0A04020102020204"/>
                  <a:cs typeface="Arial Black" panose="020B0A04020102020204"/>
                  <a:sym typeface="Arial Black" panose="020B0A04020102020204"/>
                </a:defRPr>
              </a:pPr>
              <a:r>
                <a:rPr b="1" dirty="0">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目录</a:t>
              </a:r>
              <a:endParaRPr b="1" dirty="0">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grpSp>
      <p:grpSp>
        <p:nvGrpSpPr>
          <p:cNvPr id="130" name="成组"/>
          <p:cNvGrpSpPr/>
          <p:nvPr/>
        </p:nvGrpSpPr>
        <p:grpSpPr>
          <a:xfrm>
            <a:off x="9136452" y="2478174"/>
            <a:ext cx="5947866" cy="1343465"/>
            <a:chOff x="0" y="0"/>
            <a:chExt cx="5830084" cy="1343464"/>
          </a:xfrm>
        </p:grpSpPr>
        <p:sp>
          <p:nvSpPr>
            <p:cNvPr id="127" name="矩形 5"/>
            <p:cNvSpPr txBox="1"/>
            <p:nvPr/>
          </p:nvSpPr>
          <p:spPr>
            <a:xfrm>
              <a:off x="2084780" y="244454"/>
              <a:ext cx="3745304" cy="854556"/>
            </a:xfrm>
            <a:prstGeom prst="rect">
              <a:avLst/>
            </a:prstGeom>
            <a:noFill/>
            <a:ln w="12700" cap="flat">
              <a:noFill/>
              <a:miter lim="400000"/>
            </a:ln>
            <a:effectLst/>
          </p:spPr>
          <p:txBody>
            <a:bodyPr wrap="square" lIns="45719" tIns="45719" rIns="45719" bIns="45719" numCol="1" anchor="t">
              <a:noAutofit/>
            </a:bodyPr>
            <a:lstStyle>
              <a:lvl1pPr defTabSz="914400">
                <a:defRPr sz="3600" b="0">
                  <a:solidFill>
                    <a:srgbClr val="40404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lvl1pPr>
            </a:lstStyle>
            <a:p>
              <a:pPr algn="l"/>
              <a:r>
                <a:rPr lang="zh-CN" altLang="en-US" sz="4400" dirty="0">
                  <a:solidFill>
                    <a:srgbClr val="000000"/>
                  </a:solidFill>
                </a:rPr>
                <a:t>组合测试</a:t>
              </a:r>
              <a:endParaRPr lang="zh-CN" altLang="en-US" sz="4400" dirty="0">
                <a:solidFill>
                  <a:srgbClr val="000000"/>
                </a:solidFill>
              </a:endParaRPr>
            </a:p>
          </p:txBody>
        </p:sp>
        <p:sp>
          <p:nvSpPr>
            <p:cNvPr id="128" name="Freeform 5"/>
            <p:cNvSpPr/>
            <p:nvPr/>
          </p:nvSpPr>
          <p:spPr>
            <a:xfrm rot="5400000">
              <a:off x="107376" y="66017"/>
              <a:ext cx="1343464" cy="1211429"/>
            </a:xfrm>
            <a:custGeom>
              <a:avLst/>
              <a:gdLst/>
              <a:ahLst/>
              <a:cxnLst>
                <a:cxn ang="0">
                  <a:pos x="wd2" y="hd2"/>
                </a:cxn>
                <a:cxn ang="5400000">
                  <a:pos x="wd2" y="hd2"/>
                </a:cxn>
                <a:cxn ang="10800000">
                  <a:pos x="wd2" y="hd2"/>
                </a:cxn>
                <a:cxn ang="16200000">
                  <a:pos x="wd2" y="hd2"/>
                </a:cxn>
              </a:cxnLst>
              <a:rect l="0" t="0" r="r" b="b"/>
              <a:pathLst>
                <a:path w="21600" h="21583" extrusionOk="0">
                  <a:moveTo>
                    <a:pt x="16957" y="20435"/>
                  </a:moveTo>
                  <a:cubicBezTo>
                    <a:pt x="16775" y="20771"/>
                    <a:pt x="16523" y="21062"/>
                    <a:pt x="16200" y="21274"/>
                  </a:cubicBezTo>
                  <a:cubicBezTo>
                    <a:pt x="15861" y="21495"/>
                    <a:pt x="15491" y="21592"/>
                    <a:pt x="15120" y="21583"/>
                  </a:cubicBezTo>
                  <a:lnTo>
                    <a:pt x="6433" y="21583"/>
                  </a:lnTo>
                  <a:cubicBezTo>
                    <a:pt x="6086" y="21583"/>
                    <a:pt x="5723" y="21486"/>
                    <a:pt x="5400" y="21274"/>
                  </a:cubicBezTo>
                  <a:cubicBezTo>
                    <a:pt x="5077" y="21062"/>
                    <a:pt x="4817" y="20771"/>
                    <a:pt x="4643" y="20426"/>
                  </a:cubicBezTo>
                  <a:lnTo>
                    <a:pt x="284" y="11966"/>
                  </a:lnTo>
                  <a:cubicBezTo>
                    <a:pt x="102" y="11622"/>
                    <a:pt x="0" y="11225"/>
                    <a:pt x="0" y="10792"/>
                  </a:cubicBezTo>
                  <a:cubicBezTo>
                    <a:pt x="0" y="10359"/>
                    <a:pt x="102" y="9962"/>
                    <a:pt x="284" y="9609"/>
                  </a:cubicBezTo>
                  <a:lnTo>
                    <a:pt x="4627" y="1184"/>
                  </a:lnTo>
                  <a:cubicBezTo>
                    <a:pt x="4809" y="840"/>
                    <a:pt x="5069" y="531"/>
                    <a:pt x="5400" y="319"/>
                  </a:cubicBezTo>
                  <a:cubicBezTo>
                    <a:pt x="5707" y="116"/>
                    <a:pt x="6046" y="10"/>
                    <a:pt x="6385" y="1"/>
                  </a:cubicBezTo>
                  <a:lnTo>
                    <a:pt x="15104" y="1"/>
                  </a:lnTo>
                  <a:cubicBezTo>
                    <a:pt x="15475" y="-8"/>
                    <a:pt x="15853" y="89"/>
                    <a:pt x="16200" y="319"/>
                  </a:cubicBezTo>
                  <a:cubicBezTo>
                    <a:pt x="16523" y="522"/>
                    <a:pt x="16783" y="813"/>
                    <a:pt x="16957" y="1158"/>
                  </a:cubicBezTo>
                  <a:lnTo>
                    <a:pt x="21300" y="9582"/>
                  </a:lnTo>
                  <a:cubicBezTo>
                    <a:pt x="21490" y="9935"/>
                    <a:pt x="21600" y="10350"/>
                    <a:pt x="21600" y="10792"/>
                  </a:cubicBezTo>
                  <a:cubicBezTo>
                    <a:pt x="21600" y="11242"/>
                    <a:pt x="21490" y="11657"/>
                    <a:pt x="21293" y="12011"/>
                  </a:cubicBezTo>
                  <a:lnTo>
                    <a:pt x="16957" y="20435"/>
                  </a:lnTo>
                  <a:close/>
                </a:path>
              </a:pathLst>
            </a:custGeom>
            <a:solidFill>
              <a:srgbClr val="A8271A"/>
            </a:solidFill>
            <a:ln w="12700" cap="flat">
              <a:noFill/>
              <a:miter lim="400000"/>
            </a:ln>
            <a:effectLst/>
          </p:spPr>
          <p:txBody>
            <a:bodyPr wrap="square" lIns="45719" tIns="45719" rIns="45719" bIns="45719" numCol="1" anchor="ctr">
              <a:noAutofit/>
            </a:bodyPr>
            <a:lstStyle/>
            <a:p>
              <a:pPr defTabSz="914400">
                <a:defRPr sz="4800" b="0">
                  <a:solidFill>
                    <a:srgbClr val="FFFFFF"/>
                  </a:solidFill>
                  <a:latin typeface="Calibri" panose="020F0502020204030204"/>
                  <a:ea typeface="Calibri" panose="020F0502020204030204"/>
                  <a:cs typeface="Calibri" panose="020F0502020204030204"/>
                  <a:sym typeface="Calibri" panose="020F0502020204030204"/>
                </a:defRPr>
              </a:pPr>
            </a:p>
          </p:txBody>
        </p:sp>
        <p:sp>
          <p:nvSpPr>
            <p:cNvPr id="129" name="矩形 11"/>
            <p:cNvSpPr txBox="1"/>
            <p:nvPr/>
          </p:nvSpPr>
          <p:spPr>
            <a:xfrm>
              <a:off x="0" y="189733"/>
              <a:ext cx="1558216" cy="963997"/>
            </a:xfrm>
            <a:prstGeom prst="rect">
              <a:avLst/>
            </a:prstGeom>
            <a:noFill/>
            <a:ln w="12700" cap="flat">
              <a:noFill/>
              <a:miter lim="400000"/>
            </a:ln>
            <a:effectLst/>
          </p:spPr>
          <p:txBody>
            <a:bodyPr wrap="square" lIns="45719" tIns="45719" rIns="45719" bIns="45719" numCol="1" anchor="ctr">
              <a:noAutofit/>
            </a:bodyPr>
            <a:lstStyle>
              <a:lvl1pPr defTabSz="914400">
                <a:defRPr sz="4600" b="0">
                  <a:solidFill>
                    <a:srgbClr val="FFFFFF"/>
                  </a:solidFill>
                  <a:latin typeface="Calibri" panose="020F0502020204030204"/>
                  <a:ea typeface="Calibri" panose="020F0502020204030204"/>
                  <a:cs typeface="Calibri" panose="020F0502020204030204"/>
                  <a:sym typeface="Calibri" panose="020F0502020204030204"/>
                </a:defRPr>
              </a:lvl1pPr>
            </a:lstStyle>
            <a:p>
              <a:r>
                <a:t>01</a:t>
              </a:r>
            </a:p>
          </p:txBody>
        </p:sp>
      </p:grpSp>
      <p:sp>
        <p:nvSpPr>
          <p:cNvPr id="134" name="矩形 5"/>
          <p:cNvSpPr txBox="1"/>
          <p:nvPr/>
        </p:nvSpPr>
        <p:spPr>
          <a:xfrm>
            <a:off x="11263349" y="4605410"/>
            <a:ext cx="5682868" cy="715196"/>
          </a:xfrm>
          <a:prstGeom prst="rect">
            <a:avLst/>
          </a:prstGeom>
          <a:noFill/>
          <a:ln w="12700" cap="flat">
            <a:noFill/>
            <a:miter lim="400000"/>
          </a:ln>
          <a:effectLst/>
        </p:spPr>
        <p:txBody>
          <a:bodyPr wrap="square" lIns="45719" tIns="45719" rIns="45719" bIns="45719" numCol="1" anchor="t">
            <a:noAutofit/>
          </a:bodyPr>
          <a:lstStyle>
            <a:lvl1pPr defTabSz="914400">
              <a:defRPr sz="3600" b="0">
                <a:solidFill>
                  <a:srgbClr val="40404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lvl1pPr>
          </a:lstStyle>
          <a:p>
            <a:pPr algn="l"/>
            <a:r>
              <a:rPr lang="zh-CN" altLang="en-US" sz="4400" dirty="0">
                <a:solidFill>
                  <a:schemeClr val="tx1"/>
                </a:solidFill>
              </a:rPr>
              <a:t>基于状态机的测试方法</a:t>
            </a:r>
            <a:endParaRPr sz="4400" dirty="0">
              <a:solidFill>
                <a:schemeClr val="tx1"/>
              </a:solidFill>
            </a:endParaRPr>
          </a:p>
        </p:txBody>
      </p:sp>
      <p:sp>
        <p:nvSpPr>
          <p:cNvPr id="135" name="Freeform 5"/>
          <p:cNvSpPr/>
          <p:nvPr/>
        </p:nvSpPr>
        <p:spPr>
          <a:xfrm rot="5400000">
            <a:off x="9259567" y="4386002"/>
            <a:ext cx="1343465" cy="1235903"/>
          </a:xfrm>
          <a:custGeom>
            <a:avLst/>
            <a:gdLst/>
            <a:ahLst/>
            <a:cxnLst>
              <a:cxn ang="0">
                <a:pos x="wd2" y="hd2"/>
              </a:cxn>
              <a:cxn ang="5400000">
                <a:pos x="wd2" y="hd2"/>
              </a:cxn>
              <a:cxn ang="10800000">
                <a:pos x="wd2" y="hd2"/>
              </a:cxn>
              <a:cxn ang="16200000">
                <a:pos x="wd2" y="hd2"/>
              </a:cxn>
            </a:cxnLst>
            <a:rect l="0" t="0" r="r" b="b"/>
            <a:pathLst>
              <a:path w="21600" h="21583" extrusionOk="0">
                <a:moveTo>
                  <a:pt x="16957" y="20435"/>
                </a:moveTo>
                <a:cubicBezTo>
                  <a:pt x="16775" y="20771"/>
                  <a:pt x="16523" y="21062"/>
                  <a:pt x="16200" y="21274"/>
                </a:cubicBezTo>
                <a:cubicBezTo>
                  <a:pt x="15861" y="21495"/>
                  <a:pt x="15491" y="21592"/>
                  <a:pt x="15120" y="21583"/>
                </a:cubicBezTo>
                <a:lnTo>
                  <a:pt x="6433" y="21583"/>
                </a:lnTo>
                <a:cubicBezTo>
                  <a:pt x="6086" y="21583"/>
                  <a:pt x="5723" y="21486"/>
                  <a:pt x="5400" y="21274"/>
                </a:cubicBezTo>
                <a:cubicBezTo>
                  <a:pt x="5077" y="21062"/>
                  <a:pt x="4817" y="20771"/>
                  <a:pt x="4643" y="20426"/>
                </a:cubicBezTo>
                <a:lnTo>
                  <a:pt x="284" y="11966"/>
                </a:lnTo>
                <a:cubicBezTo>
                  <a:pt x="102" y="11622"/>
                  <a:pt x="0" y="11225"/>
                  <a:pt x="0" y="10792"/>
                </a:cubicBezTo>
                <a:cubicBezTo>
                  <a:pt x="0" y="10359"/>
                  <a:pt x="102" y="9962"/>
                  <a:pt x="284" y="9609"/>
                </a:cubicBezTo>
                <a:lnTo>
                  <a:pt x="4627" y="1184"/>
                </a:lnTo>
                <a:cubicBezTo>
                  <a:pt x="4809" y="840"/>
                  <a:pt x="5069" y="531"/>
                  <a:pt x="5400" y="319"/>
                </a:cubicBezTo>
                <a:cubicBezTo>
                  <a:pt x="5707" y="116"/>
                  <a:pt x="6046" y="10"/>
                  <a:pt x="6385" y="1"/>
                </a:cubicBezTo>
                <a:lnTo>
                  <a:pt x="15104" y="1"/>
                </a:lnTo>
                <a:cubicBezTo>
                  <a:pt x="15475" y="-8"/>
                  <a:pt x="15853" y="89"/>
                  <a:pt x="16200" y="319"/>
                </a:cubicBezTo>
                <a:cubicBezTo>
                  <a:pt x="16523" y="522"/>
                  <a:pt x="16783" y="813"/>
                  <a:pt x="16957" y="1158"/>
                </a:cubicBezTo>
                <a:lnTo>
                  <a:pt x="21300" y="9582"/>
                </a:lnTo>
                <a:cubicBezTo>
                  <a:pt x="21490" y="9935"/>
                  <a:pt x="21600" y="10350"/>
                  <a:pt x="21600" y="10792"/>
                </a:cubicBezTo>
                <a:cubicBezTo>
                  <a:pt x="21600" y="11242"/>
                  <a:pt x="21490" y="11657"/>
                  <a:pt x="21293" y="12011"/>
                </a:cubicBezTo>
                <a:lnTo>
                  <a:pt x="16957" y="20435"/>
                </a:lnTo>
                <a:close/>
              </a:path>
            </a:pathLst>
          </a:custGeom>
          <a:solidFill>
            <a:srgbClr val="A8271A"/>
          </a:solidFill>
          <a:ln w="12700" cap="flat">
            <a:noFill/>
            <a:miter lim="400000"/>
          </a:ln>
          <a:effectLst/>
        </p:spPr>
        <p:txBody>
          <a:bodyPr wrap="square" lIns="45719" tIns="45719" rIns="45719" bIns="45719" numCol="1" anchor="ctr">
            <a:noAutofit/>
          </a:bodyPr>
          <a:lstStyle/>
          <a:p>
            <a:pPr defTabSz="914400">
              <a:defRPr sz="4800" b="0">
                <a:solidFill>
                  <a:srgbClr val="FFFFFF"/>
                </a:solidFill>
                <a:latin typeface="Calibri" panose="020F0502020204030204"/>
                <a:ea typeface="Calibri" panose="020F0502020204030204"/>
                <a:cs typeface="Calibri" panose="020F0502020204030204"/>
                <a:sym typeface="Calibri" panose="020F0502020204030204"/>
              </a:defRPr>
            </a:pPr>
          </a:p>
        </p:txBody>
      </p:sp>
      <p:sp>
        <p:nvSpPr>
          <p:cNvPr id="136" name="矩形 11"/>
          <p:cNvSpPr txBox="1"/>
          <p:nvPr/>
        </p:nvSpPr>
        <p:spPr>
          <a:xfrm>
            <a:off x="9136452" y="4481009"/>
            <a:ext cx="1589696" cy="963998"/>
          </a:xfrm>
          <a:prstGeom prst="rect">
            <a:avLst/>
          </a:prstGeom>
          <a:noFill/>
          <a:ln w="12700" cap="flat">
            <a:noFill/>
            <a:miter lim="400000"/>
          </a:ln>
          <a:effectLst/>
        </p:spPr>
        <p:txBody>
          <a:bodyPr wrap="square" lIns="45719" tIns="45719" rIns="45719" bIns="45719" numCol="1" anchor="ctr">
            <a:noAutofit/>
          </a:bodyPr>
          <a:lstStyle>
            <a:lvl1pPr defTabSz="914400">
              <a:defRPr sz="4600" b="0">
                <a:solidFill>
                  <a:srgbClr val="FFFFFF"/>
                </a:solidFill>
                <a:latin typeface="Calibri" panose="020F0502020204030204"/>
                <a:ea typeface="Calibri" panose="020F0502020204030204"/>
                <a:cs typeface="Calibri" panose="020F0502020204030204"/>
                <a:sym typeface="Calibri" panose="020F0502020204030204"/>
              </a:defRPr>
            </a:lvl1pPr>
          </a:lstStyle>
          <a:p>
            <a:r>
              <a:t>02</a:t>
            </a:r>
          </a:p>
        </p:txBody>
      </p:sp>
      <p:sp>
        <p:nvSpPr>
          <p:cNvPr id="138" name="矩形 5"/>
          <p:cNvSpPr txBox="1"/>
          <p:nvPr/>
        </p:nvSpPr>
        <p:spPr>
          <a:xfrm>
            <a:off x="11263350" y="6485443"/>
            <a:ext cx="4601490" cy="692598"/>
          </a:xfrm>
          <a:prstGeom prst="rect">
            <a:avLst/>
          </a:prstGeom>
          <a:noFill/>
          <a:ln w="12700" cap="flat">
            <a:noFill/>
            <a:miter lim="400000"/>
          </a:ln>
          <a:effectLst/>
        </p:spPr>
        <p:txBody>
          <a:bodyPr wrap="square" lIns="45719" tIns="45719" rIns="45719" bIns="45719" numCol="1" anchor="t">
            <a:noAutofit/>
          </a:bodyPr>
          <a:lstStyle>
            <a:lvl1pPr defTabSz="914400">
              <a:defRPr sz="3600" b="0">
                <a:solidFill>
                  <a:srgbClr val="40404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lvl1pPr>
          </a:lstStyle>
          <a:p>
            <a:pPr algn="l"/>
            <a:r>
              <a:rPr lang="zh-CN" altLang="en-US" sz="4400" dirty="0">
                <a:solidFill>
                  <a:schemeClr val="tx1"/>
                </a:solidFill>
              </a:rPr>
              <a:t>其他黑盒测试方法</a:t>
            </a:r>
            <a:endParaRPr sz="4400" dirty="0">
              <a:solidFill>
                <a:schemeClr val="tx1"/>
              </a:solidFill>
            </a:endParaRPr>
          </a:p>
        </p:txBody>
      </p:sp>
      <p:sp>
        <p:nvSpPr>
          <p:cNvPr id="139" name="Freeform 5"/>
          <p:cNvSpPr/>
          <p:nvPr/>
        </p:nvSpPr>
        <p:spPr>
          <a:xfrm rot="5400000">
            <a:off x="9259567" y="6240049"/>
            <a:ext cx="1343465" cy="1235903"/>
          </a:xfrm>
          <a:custGeom>
            <a:avLst/>
            <a:gdLst/>
            <a:ahLst/>
            <a:cxnLst>
              <a:cxn ang="0">
                <a:pos x="wd2" y="hd2"/>
              </a:cxn>
              <a:cxn ang="5400000">
                <a:pos x="wd2" y="hd2"/>
              </a:cxn>
              <a:cxn ang="10800000">
                <a:pos x="wd2" y="hd2"/>
              </a:cxn>
              <a:cxn ang="16200000">
                <a:pos x="wd2" y="hd2"/>
              </a:cxn>
            </a:cxnLst>
            <a:rect l="0" t="0" r="r" b="b"/>
            <a:pathLst>
              <a:path w="21600" h="21583" extrusionOk="0">
                <a:moveTo>
                  <a:pt x="16957" y="20435"/>
                </a:moveTo>
                <a:cubicBezTo>
                  <a:pt x="16775" y="20771"/>
                  <a:pt x="16523" y="21062"/>
                  <a:pt x="16200" y="21274"/>
                </a:cubicBezTo>
                <a:cubicBezTo>
                  <a:pt x="15861" y="21495"/>
                  <a:pt x="15491" y="21592"/>
                  <a:pt x="15120" y="21583"/>
                </a:cubicBezTo>
                <a:lnTo>
                  <a:pt x="6433" y="21583"/>
                </a:lnTo>
                <a:cubicBezTo>
                  <a:pt x="6086" y="21583"/>
                  <a:pt x="5723" y="21486"/>
                  <a:pt x="5400" y="21274"/>
                </a:cubicBezTo>
                <a:cubicBezTo>
                  <a:pt x="5077" y="21062"/>
                  <a:pt x="4817" y="20771"/>
                  <a:pt x="4643" y="20426"/>
                </a:cubicBezTo>
                <a:lnTo>
                  <a:pt x="284" y="11966"/>
                </a:lnTo>
                <a:cubicBezTo>
                  <a:pt x="102" y="11622"/>
                  <a:pt x="0" y="11225"/>
                  <a:pt x="0" y="10792"/>
                </a:cubicBezTo>
                <a:cubicBezTo>
                  <a:pt x="0" y="10359"/>
                  <a:pt x="102" y="9962"/>
                  <a:pt x="284" y="9609"/>
                </a:cubicBezTo>
                <a:lnTo>
                  <a:pt x="4627" y="1184"/>
                </a:lnTo>
                <a:cubicBezTo>
                  <a:pt x="4809" y="840"/>
                  <a:pt x="5069" y="531"/>
                  <a:pt x="5400" y="319"/>
                </a:cubicBezTo>
                <a:cubicBezTo>
                  <a:pt x="5707" y="116"/>
                  <a:pt x="6046" y="10"/>
                  <a:pt x="6385" y="1"/>
                </a:cubicBezTo>
                <a:lnTo>
                  <a:pt x="15104" y="1"/>
                </a:lnTo>
                <a:cubicBezTo>
                  <a:pt x="15475" y="-8"/>
                  <a:pt x="15853" y="89"/>
                  <a:pt x="16200" y="319"/>
                </a:cubicBezTo>
                <a:cubicBezTo>
                  <a:pt x="16523" y="522"/>
                  <a:pt x="16783" y="813"/>
                  <a:pt x="16957" y="1158"/>
                </a:cubicBezTo>
                <a:lnTo>
                  <a:pt x="21300" y="9582"/>
                </a:lnTo>
                <a:cubicBezTo>
                  <a:pt x="21490" y="9935"/>
                  <a:pt x="21600" y="10350"/>
                  <a:pt x="21600" y="10792"/>
                </a:cubicBezTo>
                <a:cubicBezTo>
                  <a:pt x="21600" y="11242"/>
                  <a:pt x="21490" y="11657"/>
                  <a:pt x="21293" y="12011"/>
                </a:cubicBezTo>
                <a:lnTo>
                  <a:pt x="16957" y="20435"/>
                </a:lnTo>
                <a:close/>
              </a:path>
            </a:pathLst>
          </a:custGeom>
          <a:solidFill>
            <a:srgbClr val="A8271A"/>
          </a:solidFill>
          <a:ln w="12700" cap="flat">
            <a:noFill/>
            <a:miter lim="400000"/>
          </a:ln>
          <a:effectLst/>
        </p:spPr>
        <p:txBody>
          <a:bodyPr wrap="square" lIns="45719" tIns="45719" rIns="45719" bIns="45719" numCol="1" anchor="ctr">
            <a:noAutofit/>
          </a:bodyPr>
          <a:lstStyle/>
          <a:p>
            <a:pPr defTabSz="914400">
              <a:defRPr sz="4800" b="0">
                <a:solidFill>
                  <a:srgbClr val="FFFFFF"/>
                </a:solidFill>
                <a:latin typeface="Calibri" panose="020F0502020204030204"/>
                <a:ea typeface="Calibri" panose="020F0502020204030204"/>
                <a:cs typeface="Calibri" panose="020F0502020204030204"/>
                <a:sym typeface="Calibri" panose="020F0502020204030204"/>
              </a:defRPr>
            </a:pPr>
          </a:p>
        </p:txBody>
      </p:sp>
      <p:sp>
        <p:nvSpPr>
          <p:cNvPr id="140" name="矩形 11"/>
          <p:cNvSpPr txBox="1"/>
          <p:nvPr/>
        </p:nvSpPr>
        <p:spPr>
          <a:xfrm>
            <a:off x="9136452" y="6376001"/>
            <a:ext cx="1589696" cy="963998"/>
          </a:xfrm>
          <a:prstGeom prst="rect">
            <a:avLst/>
          </a:prstGeom>
          <a:noFill/>
          <a:ln w="12700" cap="flat">
            <a:noFill/>
            <a:miter lim="400000"/>
          </a:ln>
          <a:effectLst/>
        </p:spPr>
        <p:txBody>
          <a:bodyPr wrap="square" lIns="45719" tIns="45719" rIns="45719" bIns="45719" numCol="1" anchor="ctr">
            <a:noAutofit/>
          </a:bodyPr>
          <a:lstStyle>
            <a:lvl1pPr defTabSz="914400">
              <a:defRPr sz="4600" b="0">
                <a:solidFill>
                  <a:srgbClr val="FFFFFF"/>
                </a:solidFill>
                <a:latin typeface="Calibri" panose="020F0502020204030204"/>
                <a:ea typeface="Calibri" panose="020F0502020204030204"/>
                <a:cs typeface="Calibri" panose="020F0502020204030204"/>
                <a:sym typeface="Calibri" panose="020F0502020204030204"/>
              </a:defRPr>
            </a:lvl1pPr>
          </a:lstStyle>
          <a:p>
            <a:r>
              <a:rPr dirty="0"/>
              <a:t>03</a:t>
            </a:r>
            <a:endParaRPr dirty="0"/>
          </a:p>
        </p:txBody>
      </p:sp>
      <p:grpSp>
        <p:nvGrpSpPr>
          <p:cNvPr id="145" name="成组"/>
          <p:cNvGrpSpPr/>
          <p:nvPr/>
        </p:nvGrpSpPr>
        <p:grpSpPr>
          <a:xfrm>
            <a:off x="9136452" y="8040315"/>
            <a:ext cx="6332147" cy="1343465"/>
            <a:chOff x="0" y="0"/>
            <a:chExt cx="6206756" cy="1343464"/>
          </a:xfrm>
        </p:grpSpPr>
        <p:sp>
          <p:nvSpPr>
            <p:cNvPr id="142" name="矩形 5"/>
            <p:cNvSpPr txBox="1"/>
            <p:nvPr/>
          </p:nvSpPr>
          <p:spPr>
            <a:xfrm>
              <a:off x="1668153" y="299174"/>
              <a:ext cx="4538603" cy="601311"/>
            </a:xfrm>
            <a:prstGeom prst="rect">
              <a:avLst/>
            </a:prstGeom>
            <a:noFill/>
            <a:ln w="12700" cap="flat">
              <a:noFill/>
              <a:miter lim="400000"/>
            </a:ln>
            <a:effectLst/>
          </p:spPr>
          <p:txBody>
            <a:bodyPr wrap="square" lIns="45719" tIns="45719" rIns="45719" bIns="45719" numCol="1" anchor="t">
              <a:noAutofit/>
            </a:bodyPr>
            <a:lstStyle>
              <a:lvl1pPr defTabSz="914400">
                <a:defRPr sz="3600" b="0">
                  <a:solidFill>
                    <a:srgbClr val="40404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lvl1pPr>
            </a:lstStyle>
            <a:p>
              <a:pPr algn="l"/>
              <a:endParaRPr dirty="0"/>
            </a:p>
          </p:txBody>
        </p:sp>
        <p:sp>
          <p:nvSpPr>
            <p:cNvPr id="143" name="Freeform 5"/>
            <p:cNvSpPr/>
            <p:nvPr/>
          </p:nvSpPr>
          <p:spPr>
            <a:xfrm rot="5400000">
              <a:off x="107376" y="66017"/>
              <a:ext cx="1343464" cy="1211429"/>
            </a:xfrm>
            <a:custGeom>
              <a:avLst/>
              <a:gdLst/>
              <a:ahLst/>
              <a:cxnLst>
                <a:cxn ang="0">
                  <a:pos x="wd2" y="hd2"/>
                </a:cxn>
                <a:cxn ang="5400000">
                  <a:pos x="wd2" y="hd2"/>
                </a:cxn>
                <a:cxn ang="10800000">
                  <a:pos x="wd2" y="hd2"/>
                </a:cxn>
                <a:cxn ang="16200000">
                  <a:pos x="wd2" y="hd2"/>
                </a:cxn>
              </a:cxnLst>
              <a:rect l="0" t="0" r="r" b="b"/>
              <a:pathLst>
                <a:path w="21600" h="21583" extrusionOk="0">
                  <a:moveTo>
                    <a:pt x="16957" y="20435"/>
                  </a:moveTo>
                  <a:cubicBezTo>
                    <a:pt x="16775" y="20771"/>
                    <a:pt x="16523" y="21062"/>
                    <a:pt x="16200" y="21274"/>
                  </a:cubicBezTo>
                  <a:cubicBezTo>
                    <a:pt x="15861" y="21495"/>
                    <a:pt x="15491" y="21592"/>
                    <a:pt x="15120" y="21583"/>
                  </a:cubicBezTo>
                  <a:lnTo>
                    <a:pt x="6433" y="21583"/>
                  </a:lnTo>
                  <a:cubicBezTo>
                    <a:pt x="6086" y="21583"/>
                    <a:pt x="5723" y="21486"/>
                    <a:pt x="5400" y="21274"/>
                  </a:cubicBezTo>
                  <a:cubicBezTo>
                    <a:pt x="5077" y="21062"/>
                    <a:pt x="4817" y="20771"/>
                    <a:pt x="4643" y="20426"/>
                  </a:cubicBezTo>
                  <a:lnTo>
                    <a:pt x="284" y="11966"/>
                  </a:lnTo>
                  <a:cubicBezTo>
                    <a:pt x="102" y="11622"/>
                    <a:pt x="0" y="11225"/>
                    <a:pt x="0" y="10792"/>
                  </a:cubicBezTo>
                  <a:cubicBezTo>
                    <a:pt x="0" y="10359"/>
                    <a:pt x="102" y="9962"/>
                    <a:pt x="284" y="9609"/>
                  </a:cubicBezTo>
                  <a:lnTo>
                    <a:pt x="4627" y="1184"/>
                  </a:lnTo>
                  <a:cubicBezTo>
                    <a:pt x="4809" y="840"/>
                    <a:pt x="5069" y="531"/>
                    <a:pt x="5400" y="319"/>
                  </a:cubicBezTo>
                  <a:cubicBezTo>
                    <a:pt x="5707" y="116"/>
                    <a:pt x="6046" y="10"/>
                    <a:pt x="6385" y="1"/>
                  </a:cubicBezTo>
                  <a:lnTo>
                    <a:pt x="15104" y="1"/>
                  </a:lnTo>
                  <a:cubicBezTo>
                    <a:pt x="15475" y="-8"/>
                    <a:pt x="15853" y="89"/>
                    <a:pt x="16200" y="319"/>
                  </a:cubicBezTo>
                  <a:cubicBezTo>
                    <a:pt x="16523" y="522"/>
                    <a:pt x="16783" y="813"/>
                    <a:pt x="16957" y="1158"/>
                  </a:cubicBezTo>
                  <a:lnTo>
                    <a:pt x="21300" y="9582"/>
                  </a:lnTo>
                  <a:cubicBezTo>
                    <a:pt x="21490" y="9935"/>
                    <a:pt x="21600" y="10350"/>
                    <a:pt x="21600" y="10792"/>
                  </a:cubicBezTo>
                  <a:cubicBezTo>
                    <a:pt x="21600" y="11242"/>
                    <a:pt x="21490" y="11657"/>
                    <a:pt x="21293" y="12011"/>
                  </a:cubicBezTo>
                  <a:lnTo>
                    <a:pt x="16957" y="20435"/>
                  </a:lnTo>
                  <a:close/>
                </a:path>
              </a:pathLst>
            </a:custGeom>
            <a:solidFill>
              <a:srgbClr val="A8271A"/>
            </a:solidFill>
            <a:ln w="12700" cap="flat">
              <a:noFill/>
              <a:miter lim="400000"/>
            </a:ln>
            <a:effectLst/>
          </p:spPr>
          <p:txBody>
            <a:bodyPr wrap="square" lIns="45719" tIns="45719" rIns="45719" bIns="45719" numCol="1" anchor="ctr">
              <a:noAutofit/>
            </a:bodyPr>
            <a:lstStyle/>
            <a:p>
              <a:pPr defTabSz="914400">
                <a:defRPr sz="4800" b="0">
                  <a:solidFill>
                    <a:srgbClr val="FFFFFF"/>
                  </a:solidFill>
                  <a:latin typeface="Calibri" panose="020F0502020204030204"/>
                  <a:ea typeface="Calibri" panose="020F0502020204030204"/>
                  <a:cs typeface="Calibri" panose="020F0502020204030204"/>
                  <a:sym typeface="Calibri" panose="020F0502020204030204"/>
                </a:defRPr>
              </a:pPr>
            </a:p>
          </p:txBody>
        </p:sp>
        <p:sp>
          <p:nvSpPr>
            <p:cNvPr id="144" name="矩形 11"/>
            <p:cNvSpPr txBox="1"/>
            <p:nvPr/>
          </p:nvSpPr>
          <p:spPr>
            <a:xfrm>
              <a:off x="0" y="189733"/>
              <a:ext cx="1558216" cy="963997"/>
            </a:xfrm>
            <a:prstGeom prst="rect">
              <a:avLst/>
            </a:prstGeom>
            <a:noFill/>
            <a:ln w="12700" cap="flat">
              <a:noFill/>
              <a:miter lim="400000"/>
            </a:ln>
            <a:effectLst/>
          </p:spPr>
          <p:txBody>
            <a:bodyPr wrap="square" lIns="45719" tIns="45719" rIns="45719" bIns="45719" numCol="1" anchor="ctr">
              <a:noAutofit/>
            </a:bodyPr>
            <a:lstStyle>
              <a:lvl1pPr defTabSz="914400">
                <a:defRPr sz="4600" b="0">
                  <a:solidFill>
                    <a:srgbClr val="FFFFFF"/>
                  </a:solidFill>
                  <a:latin typeface="Calibri" panose="020F0502020204030204"/>
                  <a:ea typeface="Calibri" panose="020F0502020204030204"/>
                  <a:cs typeface="Calibri" panose="020F0502020204030204"/>
                  <a:sym typeface="Calibri" panose="020F0502020204030204"/>
                </a:defRPr>
              </a:lvl1pPr>
            </a:lstStyle>
            <a:p>
              <a:r>
                <a:rPr dirty="0"/>
                <a:t>04</a:t>
              </a:r>
              <a:endParaRPr dirty="0"/>
            </a:p>
          </p:txBody>
        </p:sp>
      </p:grpSp>
      <p:sp>
        <p:nvSpPr>
          <p:cNvPr id="146" name="矩形 5"/>
          <p:cNvSpPr txBox="1"/>
          <p:nvPr/>
        </p:nvSpPr>
        <p:spPr>
          <a:xfrm>
            <a:off x="11263350" y="8320568"/>
            <a:ext cx="2471296" cy="782959"/>
          </a:xfrm>
          <a:prstGeom prst="rect">
            <a:avLst/>
          </a:prstGeom>
          <a:noFill/>
          <a:ln w="12700" cap="flat">
            <a:noFill/>
            <a:miter lim="400000"/>
          </a:ln>
          <a:effectLst/>
        </p:spPr>
        <p:txBody>
          <a:bodyPr wrap="square" lIns="45719" tIns="45719" rIns="45719" bIns="45719" numCol="1" anchor="t">
            <a:noAutofit/>
          </a:bodyPr>
          <a:lstStyle>
            <a:lvl1pPr defTabSz="914400">
              <a:defRPr sz="3600" b="0">
                <a:solidFill>
                  <a:srgbClr val="404040"/>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lvl1pPr>
          </a:lstStyle>
          <a:p>
            <a:pPr algn="l"/>
            <a:r>
              <a:rPr lang="zh-CN" altLang="en-US" sz="4400" b="1" dirty="0">
                <a:solidFill>
                  <a:srgbClr val="FF0000"/>
                </a:solidFill>
              </a:rPr>
              <a:t>小结</a:t>
            </a:r>
            <a:endParaRPr sz="4400" b="1" dirty="0">
              <a:solidFill>
                <a:srgbClr val="FF0000"/>
              </a:solidFill>
            </a:endParaRPr>
          </a:p>
        </p:txBody>
      </p:sp>
      <p:pic>
        <p:nvPicPr>
          <p:cNvPr id="2" name="音频 1">
            <a:hlinkClick r:id="" action="ppaction://media"/>
          </p:cNvPr>
          <p:cNvPicPr>
            <a:picLocks noChangeAspect="1"/>
          </p:cNvPicPr>
          <p:nvPr>
            <a:audioFile r:link="rId1"/>
            <p:extLst>
              <p:ext uri="{DAA4B4D4-6D71-4841-9C94-3DE7FCFB9230}">
                <p14:media xmlns:p14="http://schemas.microsoft.com/office/powerpoint/2010/main" r:link="rId2"/>
              </p:ext>
            </p:extLst>
          </p:nvPr>
        </p:nvPicPr>
        <p:blipFill>
          <a:blip r:embed="rId3"/>
          <a:stretch>
            <a:fillRect/>
          </a:stretch>
        </p:blipFill>
        <p:spPr>
          <a:xfrm>
            <a:off x="23923625" y="13255625"/>
            <a:ext cx="244475" cy="244475"/>
          </a:xfrm>
          <a:prstGeom prst="rect">
            <a:avLst/>
          </a:prstGeom>
        </p:spPr>
      </p:pic>
    </p:spTree>
  </p:cSld>
  <p:clrMapOvr>
    <a:masterClrMapping/>
  </p:clrMapOvr>
  <p:transition spd="med" advTm="25133"/>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2"/>
                </p:tgtEl>
              </p:cMediaNode>
            </p:audio>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小结</a:t>
            </a:r>
            <a:endParaRPr lang="zh-CN" altLang="en-US" dirty="0"/>
          </a:p>
        </p:txBody>
      </p:sp>
      <p:sp>
        <p:nvSpPr>
          <p:cNvPr id="4" name="矩形 3"/>
          <p:cNvSpPr/>
          <p:nvPr/>
        </p:nvSpPr>
        <p:spPr>
          <a:xfrm>
            <a:off x="0" y="4139135"/>
            <a:ext cx="24383999" cy="1015663"/>
          </a:xfrm>
          <a:prstGeom prst="rect">
            <a:avLst/>
          </a:prstGeom>
        </p:spPr>
        <p:txBody>
          <a:bodyPr wrap="square">
            <a:spAutoFit/>
          </a:bodyPr>
          <a:lstStyle/>
          <a:p>
            <a:r>
              <a:rPr lang="zh-CN" altLang="en-US" sz="6000" dirty="0">
                <a:solidFill>
                  <a:srgbClr val="FF0000"/>
                </a:solidFill>
                <a:latin typeface="微软雅黑" panose="020B0503020204020204" pitchFamily="34" charset="-122"/>
                <a:ea typeface="微软雅黑" panose="020B0503020204020204" pitchFamily="34" charset="-122"/>
              </a:rPr>
              <a:t>输入组合测试是以输入的组合情况为目标的覆盖率测试</a:t>
            </a:r>
            <a:endParaRPr lang="en-US" altLang="zh-CN" sz="6000" u="sng" dirty="0">
              <a:solidFill>
                <a:srgbClr val="FF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5" name="矩形 4"/>
          <p:cNvSpPr/>
          <p:nvPr/>
        </p:nvSpPr>
        <p:spPr>
          <a:xfrm>
            <a:off x="-81082" y="6479375"/>
            <a:ext cx="24384000" cy="1015663"/>
          </a:xfrm>
          <a:prstGeom prst="rect">
            <a:avLst/>
          </a:prstGeom>
        </p:spPr>
        <p:txBody>
          <a:bodyPr wrap="square">
            <a:spAutoFit/>
          </a:bodyPr>
          <a:lstStyle/>
          <a:p>
            <a:r>
              <a:rPr lang="zh-CN" altLang="en-US" sz="6000" dirty="0">
                <a:solidFill>
                  <a:srgbClr val="FF0000"/>
                </a:solidFill>
                <a:latin typeface="微软雅黑" panose="020B0503020204020204" pitchFamily="34" charset="-122"/>
                <a:ea typeface="微软雅黑" panose="020B0503020204020204" pitchFamily="34" charset="-122"/>
              </a:rPr>
              <a:t>基于状态机的测试是以覆盖状态机中的某种元素为目标的测试</a:t>
            </a:r>
            <a:endParaRPr lang="zh-CN" altLang="en-US" sz="6000" dirty="0">
              <a:solidFill>
                <a:srgbClr val="FF0000"/>
              </a:solidFill>
              <a:latin typeface="微软雅黑" panose="020B0503020204020204" pitchFamily="34" charset="-122"/>
              <a:ea typeface="微软雅黑" panose="020B0503020204020204" pitchFamily="34" charset="-122"/>
            </a:endParaRPr>
          </a:p>
        </p:txBody>
      </p:sp>
      <p:sp>
        <p:nvSpPr>
          <p:cNvPr id="6" name="矩形 5"/>
          <p:cNvSpPr/>
          <p:nvPr/>
        </p:nvSpPr>
        <p:spPr>
          <a:xfrm>
            <a:off x="0" y="8740908"/>
            <a:ext cx="24384000" cy="1938992"/>
          </a:xfrm>
          <a:prstGeom prst="rect">
            <a:avLst/>
          </a:prstGeom>
        </p:spPr>
        <p:txBody>
          <a:bodyPr wrap="square">
            <a:spAutoFit/>
          </a:bodyPr>
          <a:lstStyle/>
          <a:p>
            <a:r>
              <a:rPr lang="zh-CN" altLang="en-US" sz="6000" dirty="0">
                <a:solidFill>
                  <a:srgbClr val="FF0000"/>
                </a:solidFill>
                <a:latin typeface="微软雅黑" panose="020B0503020204020204" pitchFamily="34" charset="-122"/>
                <a:ea typeface="微软雅黑" panose="020B0503020204020204" pitchFamily="34" charset="-122"/>
              </a:rPr>
              <a:t>黑盒测试是功能性测试的重要手段</a:t>
            </a:r>
            <a:endParaRPr lang="en-US" altLang="zh-CN" sz="6000" dirty="0">
              <a:solidFill>
                <a:srgbClr val="FF0000"/>
              </a:solidFill>
              <a:latin typeface="微软雅黑" panose="020B0503020204020204" pitchFamily="34" charset="-122"/>
              <a:ea typeface="微软雅黑" panose="020B0503020204020204" pitchFamily="34" charset="-122"/>
            </a:endParaRPr>
          </a:p>
          <a:p>
            <a:endParaRPr lang="en-US" altLang="zh-CN" sz="6000" dirty="0">
              <a:solidFill>
                <a:srgbClr val="FF0000"/>
              </a:solidFill>
              <a:latin typeface="微软雅黑" panose="020B0503020204020204" pitchFamily="34" charset="-122"/>
              <a:ea typeface="微软雅黑" panose="020B0503020204020204" pitchFamily="34" charset="-122"/>
            </a:endParaRPr>
          </a:p>
        </p:txBody>
      </p:sp>
      <p:sp>
        <p:nvSpPr>
          <p:cNvPr id="7" name="矩形 11"/>
          <p:cNvSpPr txBox="1"/>
          <p:nvPr/>
        </p:nvSpPr>
        <p:spPr>
          <a:xfrm>
            <a:off x="929060" y="1157763"/>
            <a:ext cx="1589696" cy="963998"/>
          </a:xfrm>
          <a:prstGeom prst="rect">
            <a:avLst/>
          </a:prstGeom>
          <a:noFill/>
          <a:ln w="12700" cap="flat">
            <a:noFill/>
            <a:miter lim="400000"/>
          </a:ln>
          <a:effectLst/>
        </p:spPr>
        <p:txBody>
          <a:bodyPr wrap="square" lIns="45719" tIns="45719" rIns="45719" bIns="45719" numCol="1" anchor="ctr">
            <a:noAutofit/>
          </a:bodyPr>
          <a:lstStyle>
            <a:lvl1pPr defTabSz="914400">
              <a:defRPr sz="4600" b="0">
                <a:solidFill>
                  <a:srgbClr val="FFFFFF"/>
                </a:solidFill>
                <a:latin typeface="Calibri" panose="020F0502020204030204"/>
                <a:ea typeface="Calibri" panose="020F0502020204030204"/>
                <a:cs typeface="Calibri" panose="020F0502020204030204"/>
                <a:sym typeface="Calibri" panose="020F0502020204030204"/>
              </a:defRPr>
            </a:lvl1pPr>
          </a:lstStyle>
          <a:p>
            <a:r>
              <a:rPr dirty="0"/>
              <a:t>0</a:t>
            </a:r>
            <a:r>
              <a:rPr lang="en-US" altLang="zh-CN" dirty="0"/>
              <a:t>4</a:t>
            </a:r>
            <a:endParaRPr dirty="0"/>
          </a:p>
        </p:txBody>
      </p:sp>
      <p:pic>
        <p:nvPicPr>
          <p:cNvPr id="3" name="音频 2">
            <a:hlinkClick r:id="" action="ppaction://media"/>
          </p:cNvPr>
          <p:cNvPicPr>
            <a:picLocks noChangeAspect="1"/>
          </p:cNvPicPr>
          <p:nvPr>
            <a:audioFile r:link="rId1"/>
            <p:extLst>
              <p:ext uri="{DAA4B4D4-6D71-4841-9C94-3DE7FCFB9230}">
                <p14:media xmlns:p14="http://schemas.microsoft.com/office/powerpoint/2010/main" r:link="rId2"/>
              </p:ext>
            </p:extLst>
          </p:nvPr>
        </p:nvPicPr>
        <p:blipFill>
          <a:blip r:embed="rId3"/>
          <a:stretch>
            <a:fillRect/>
          </a:stretch>
        </p:blipFill>
        <p:spPr>
          <a:xfrm>
            <a:off x="23923625" y="13255625"/>
            <a:ext cx="244475" cy="244475"/>
          </a:xfrm>
          <a:prstGeom prst="rect">
            <a:avLst/>
          </a:prstGeom>
        </p:spPr>
      </p:pic>
    </p:spTree>
  </p:cSld>
  <p:clrMapOvr>
    <a:masterClrMapping/>
  </p:clrMapOvr>
  <p:transition spd="med" advTm="96382"/>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
                                        </p:tgtEl>
                                      </p:cBhvr>
                                    </p:cmd>
                                  </p:childTnLst>
                                </p:cTn>
                              </p:par>
                            </p:childTnLst>
                          </p:cTn>
                        </p:par>
                        <p:par>
                          <p:cTn id="7" fill="hold">
                            <p:stCondLst>
                              <p:cond delay="0"/>
                            </p:stCondLst>
                            <p:childTnLst>
                              <p:par>
                                <p:cTn id="8" presetID="22" presetClass="entr" presetSubtype="8" fill="hold" grpId="0" nodeType="after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wipe(left)">
                                      <p:cBhvr>
                                        <p:cTn id="10" dur="2000"/>
                                        <p:tgtEl>
                                          <p:spTgt spid="4"/>
                                        </p:tgtEl>
                                      </p:cBhvr>
                                    </p:animEffect>
                                  </p:childTnLst>
                                </p:cTn>
                              </p:par>
                            </p:childTnLst>
                          </p:cTn>
                        </p:par>
                        <p:par>
                          <p:cTn id="11" fill="hold">
                            <p:stCondLst>
                              <p:cond delay="2000"/>
                            </p:stCondLst>
                            <p:childTnLst>
                              <p:par>
                                <p:cTn id="12" presetID="22" presetClass="entr" presetSubtype="8" fill="hold" grpId="0" nodeType="after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wipe(left)">
                                      <p:cBhvr>
                                        <p:cTn id="14" dur="1000"/>
                                        <p:tgtEl>
                                          <p:spTgt spid="5"/>
                                        </p:tgtEl>
                                      </p:cBhvr>
                                    </p:animEffect>
                                  </p:childTnLst>
                                </p:cTn>
                              </p:par>
                            </p:childTnLst>
                          </p:cTn>
                        </p:par>
                        <p:par>
                          <p:cTn id="15" fill="hold">
                            <p:stCondLst>
                              <p:cond delay="3000"/>
                            </p:stCondLst>
                            <p:childTnLst>
                              <p:par>
                                <p:cTn id="16" presetID="22" presetClass="entr" presetSubtype="8" fill="hold" grpId="0" nodeType="after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wipe(left)">
                                      <p:cBhvr>
                                        <p:cTn id="18" dur="1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19" fill="hold" display="0">
                  <p:stCondLst>
                    <p:cond delay="indefinite"/>
                  </p:stCondLst>
                  <p:endCondLst>
                    <p:cond evt="onStopAudio" delay="0">
                      <p:tgtEl>
                        <p:sldTgt/>
                      </p:tgtEl>
                    </p:cond>
                  </p:endCondLst>
                </p:cTn>
                <p:tgtEl>
                  <p:spTgt spid="3"/>
                </p:tgtEl>
              </p:cMediaNode>
            </p:audio>
          </p:childTnLst>
        </p:cTn>
      </p:par>
    </p:tnLst>
    <p:bldLst>
      <p:bldP spid="4" grpId="0"/>
      <p:bldP spid="5" grpId="0"/>
      <p:bldP spid="6"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音频 1">
            <a:hlinkClick r:id="" action="ppaction://media"/>
          </p:cNvPr>
          <p:cNvPicPr>
            <a:picLocks noChangeAspect="1"/>
          </p:cNvPicPr>
          <p:nvPr>
            <a:audioFile r:link="rId1"/>
            <p:extLst>
              <p:ext uri="{DAA4B4D4-6D71-4841-9C94-3DE7FCFB9230}">
                <p14:media xmlns:p14="http://schemas.microsoft.com/office/powerpoint/2010/main" r:link="rId2"/>
              </p:ext>
            </p:extLst>
          </p:nvPr>
        </p:nvPicPr>
        <p:blipFill>
          <a:blip r:embed="rId3"/>
          <a:stretch>
            <a:fillRect/>
          </a:stretch>
        </p:blipFill>
        <p:spPr>
          <a:xfrm>
            <a:off x="23923625" y="13255625"/>
            <a:ext cx="244475" cy="244475"/>
          </a:xfrm>
          <a:prstGeom prst="rect">
            <a:avLst/>
          </a:prstGeom>
        </p:spPr>
      </p:pic>
    </p:spTree>
  </p:cSld>
  <p:clrMapOvr>
    <a:masterClrMapping/>
  </p:clrMapOvr>
  <p:transition spd="med" advTm="8122"/>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2"/>
                </p:tgtEl>
              </p:cMediaNode>
            </p:audio>
          </p:childTnLst>
        </p:cTn>
      </p:par>
    </p:tnLst>
  </p:timing>
</p:sld>
</file>

<file path=ppt/tags/tag1.xml><?xml version="1.0" encoding="utf-8"?>
<p:tagLst xmlns:p="http://schemas.openxmlformats.org/presentationml/2006/main">
  <p:tag name="TIMING" val="|74.3|0.9"/>
</p:tagLst>
</file>

<file path=ppt/tags/tag2.xml><?xml version="1.0" encoding="utf-8"?>
<p:tagLst xmlns:p="http://schemas.openxmlformats.org/presentationml/2006/main">
  <p:tag name="TIMING" val="|74.3|0.9"/>
</p:tagLst>
</file>

<file path=ppt/tags/tag3.xml><?xml version="1.0" encoding="utf-8"?>
<p:tagLst xmlns:p="http://schemas.openxmlformats.org/presentationml/2006/main">
  <p:tag name="TIMING" val="|74.3|0.9"/>
</p:tagLst>
</file>

<file path=ppt/tags/tag4.xml><?xml version="1.0" encoding="utf-8"?>
<p:tagLst xmlns:p="http://schemas.openxmlformats.org/presentationml/2006/main">
  <p:tag name="TIMING" val="|74.3|0.9"/>
</p:tagLst>
</file>

<file path=ppt/tags/tag5.xml><?xml version="1.0" encoding="utf-8"?>
<p:tagLst xmlns:p="http://schemas.openxmlformats.org/presentationml/2006/main">
  <p:tag name="TIMING" val="|74.3|0.9"/>
</p:tagLst>
</file>

<file path=ppt/tags/tag6.xml><?xml version="1.0" encoding="utf-8"?>
<p:tagLst xmlns:p="http://schemas.openxmlformats.org/presentationml/2006/main">
  <p:tag name="TIMING" val="|74.3|0.9"/>
</p:tagLst>
</file>

<file path=ppt/tags/tag7.xml><?xml version="1.0" encoding="utf-8"?>
<p:tagLst xmlns:p="http://schemas.openxmlformats.org/presentationml/2006/main">
  <p:tag name="TIMING" val="|74.3|0.9"/>
</p:tagLst>
</file>

<file path=ppt/tags/tag8.xml><?xml version="1.0" encoding="utf-8"?>
<p:tagLst xmlns:p="http://schemas.openxmlformats.org/presentationml/2006/main">
  <p:tag name="TIMING" val="|74.3|0.9"/>
</p:tagLst>
</file>

<file path=ppt/tags/tag9.xml><?xml version="1.0" encoding="utf-8"?>
<p:tagLst xmlns:p="http://schemas.openxmlformats.org/presentationml/2006/main">
  <p:tag name="TIMING" val="|74.3|0.9"/>
</p:tagLst>
</file>

<file path=ppt/tags/tag10.xml><?xml version="1.0" encoding="utf-8"?>
<p:tagLst xmlns:p="http://schemas.openxmlformats.org/presentationml/2006/main">
  <p:tag name="TIMING" val="|74.3|0.9"/>
</p:tagLst>
</file>

<file path=ppt/tags/tag11.xml><?xml version="1.0" encoding="utf-8"?>
<p:tagLst xmlns:p="http://schemas.openxmlformats.org/presentationml/2006/main">
  <p:tag name="TIMING" val="|74.3|0.9"/>
</p:tagLst>
</file>

<file path=ppt/tags/tag12.xml><?xml version="1.0" encoding="utf-8"?>
<p:tagLst xmlns:p="http://schemas.openxmlformats.org/presentationml/2006/main">
  <p:tag name="TIMING" val="|74.3|0.9"/>
</p:tagLst>
</file>

<file path=ppt/tags/tag13.xml><?xml version="1.0" encoding="utf-8"?>
<p:tagLst xmlns:p="http://schemas.openxmlformats.org/presentationml/2006/main">
  <p:tag name="TIMING" val="|71.9"/>
</p:tagLst>
</file>

<file path=ppt/tags/tag14.xml><?xml version="1.0" encoding="utf-8"?>
<p:tagLst xmlns:p="http://schemas.openxmlformats.org/presentationml/2006/main">
  <p:tag name="TIMING" val="|74.3|0.9"/>
</p:tagLst>
</file>

<file path=ppt/tags/tag15.xml><?xml version="1.0" encoding="utf-8"?>
<p:tagLst xmlns:p="http://schemas.openxmlformats.org/presentationml/2006/main">
  <p:tag name="TIMING" val="|74.3|0.9"/>
</p:tagLst>
</file>

<file path=ppt/tags/tag16.xml><?xml version="1.0" encoding="utf-8"?>
<p:tagLst xmlns:p="http://schemas.openxmlformats.org/presentationml/2006/main">
  <p:tag name="TIMING" val="|74.3|0.9"/>
</p:tagLst>
</file>

<file path=ppt/tags/tag17.xml><?xml version="1.0" encoding="utf-8"?>
<p:tagLst xmlns:p="http://schemas.openxmlformats.org/presentationml/2006/main">
  <p:tag name="TIMING" val="|74.3|0.9"/>
</p:tagLst>
</file>

<file path=ppt/tags/tag18.xml><?xml version="1.0" encoding="utf-8"?>
<p:tagLst xmlns:p="http://schemas.openxmlformats.org/presentationml/2006/main">
  <p:tag name="TIMING" val="|74.3|0.9"/>
</p:tagLst>
</file>

<file path=ppt/tags/tag19.xml><?xml version="1.0" encoding="utf-8"?>
<p:tagLst xmlns:p="http://schemas.openxmlformats.org/presentationml/2006/main">
  <p:tag name="TIMING" val="|74.3|0.9"/>
</p:tagLst>
</file>

<file path=ppt/tags/tag20.xml><?xml version="1.0" encoding="utf-8"?>
<p:tagLst xmlns:p="http://schemas.openxmlformats.org/presentationml/2006/main">
  <p:tag name="COMMONDATA" val="eyJoZGlkIjoiN2RjMzk0Mzc2NzY3NGE0YmI3MDJiMTlmNzE2MWFmNDcifQ=="/>
  <p:tag name="commondata" val="eyJoZGlkIjoiNWY4NzZjZjg1ZDI5N2JhZWU3ZjVjZDU2NTU1Y2E1MTUifQ=="/>
</p:tagLst>
</file>

<file path=ppt/theme/theme1.xml><?xml version="1.0" encoding="utf-8"?>
<a:theme xmlns:a="http://schemas.openxmlformats.org/drawingml/2006/main" name="White">
  <a:themeElements>
    <a:clrScheme name="White">
      <a:dk1>
        <a:srgbClr val="000000"/>
      </a:dk1>
      <a:lt1>
        <a:srgbClr val="FFFFFF"/>
      </a:lt1>
      <a:dk2>
        <a:srgbClr val="5E5E5E"/>
      </a:dk2>
      <a:lt2>
        <a:srgbClr val="D5D5D5"/>
      </a:lt2>
      <a:accent1>
        <a:srgbClr val="00A2FF"/>
      </a:accent1>
      <a:accent2>
        <a:srgbClr val="16E7CF"/>
      </a:accent2>
      <a:accent3>
        <a:srgbClr val="61D836"/>
      </a:accent3>
      <a:accent4>
        <a:srgbClr val="FAE232"/>
      </a:accent4>
      <a:accent5>
        <a:srgbClr val="FF644E"/>
      </a:accent5>
      <a:accent6>
        <a:srgbClr val="EF5FA7"/>
      </a:accent6>
      <a:hlink>
        <a:srgbClr val="0000FF"/>
      </a:hlink>
      <a:folHlink>
        <a:srgbClr val="FF00FF"/>
      </a:folHlink>
    </a:clrScheme>
    <a:fontScheme name="White">
      <a:majorFont>
        <a:latin typeface="Helvetica Neue Medium"/>
        <a:ea typeface="Helvetica Neue Medium"/>
        <a:cs typeface="Helvetica Neue Medium"/>
      </a:majorFont>
      <a:minorFont>
        <a:latin typeface="Helvetica Neue Medium"/>
        <a:ea typeface="Helvetica Neue Medium"/>
        <a:cs typeface="Helvetica Neue Medium"/>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w="12700" cap="flat">
          <a:noFill/>
          <a:miter lim="400000"/>
        </a:ln>
      </a:spPr>
      <a:bodyPr rot="0" spcFirstLastPara="1" vertOverflow="overflow" horzOverflow="overflow" vert="horz" wrap="square" lIns="0" tIns="0" rIns="0" bIns="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defRPr kumimoji="0" sz="3200" b="0" i="0" u="none" strike="noStrike" cap="none" spc="0" normalizeH="0" baseline="0">
            <a:ln>
              <a:noFill/>
            </a:ln>
            <a:solidFill>
              <a:srgbClr val="FFFFFF"/>
            </a:solidFill>
            <a:effectLst/>
            <a:uFillTx/>
            <a:latin typeface="+mn-lt"/>
            <a:ea typeface="+mn-ea"/>
            <a:cs typeface="+mn-cs"/>
            <a:sym typeface="Helvetica Neue Medium"/>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rgbClr val="FFFFFF"/>
        </a:lnRef>
        <a:fillRef idx="0">
          <a:srgbClr val="FFFFFF"/>
        </a:fillRef>
        <a:effectRef idx="0">
          <a:srgbClr val="FFFFFF"/>
        </a:effectRef>
        <a:fontRef idx="none"/>
      </a:style>
    </a:spDef>
    <a:lnDef>
      <a:spPr>
        <a:noFill/>
        <a:ln w="25400" cap="flat">
          <a:solidFill>
            <a:srgbClr val="000000"/>
          </a:solidFill>
          <a:prstDash val="solid"/>
          <a:miter lim="400000"/>
        </a:ln>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rgbClr val="FFFFFF"/>
        </a:lnRef>
        <a:fillRef idx="0">
          <a:srgbClr val="FFFFFF"/>
        </a:fillRef>
        <a:effectRef idx="0">
          <a:srgbClr val="FFFFFF"/>
        </a:effectRef>
        <a:fontRef idx="none"/>
      </a:style>
    </a:lnDef>
    <a:txDef>
      <a:spPr>
        <a:noFill/>
        <a:ln w="12700" cap="flat">
          <a:noFill/>
          <a:miter lim="400000"/>
        </a:ln>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defRPr kumimoji="0" sz="3000" b="1" i="0" u="none" strike="noStrike" cap="none" spc="0" normalizeH="0" baseline="0">
            <a:ln>
              <a:noFill/>
            </a:ln>
            <a:solidFill>
              <a:srgbClr val="000000"/>
            </a:solidFill>
            <a:effectLst/>
            <a:uFillTx/>
            <a:latin typeface="Helvetica Neue"/>
            <a:ea typeface="Helvetica Neue"/>
            <a:cs typeface="Helvetica Neue"/>
            <a:sym typeface="Helvetica Neue"/>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rgbClr val="FFFFFF"/>
        </a:lnRef>
        <a:fillRef idx="0">
          <a:srgbClr val="FFFFFF"/>
        </a:fillRef>
        <a:effectRef idx="0">
          <a:srgbClr val="FFFFFF"/>
        </a:effectRef>
        <a:fontRef idx="none"/>
      </a: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White">
  <a:themeElements>
    <a:clrScheme name="White">
      <a:dk1>
        <a:srgbClr val="000000"/>
      </a:dk1>
      <a:lt1>
        <a:srgbClr val="FFFFFF"/>
      </a:lt1>
      <a:dk2>
        <a:srgbClr val="5E5E5E"/>
      </a:dk2>
      <a:lt2>
        <a:srgbClr val="D5D5D5"/>
      </a:lt2>
      <a:accent1>
        <a:srgbClr val="00A2FF"/>
      </a:accent1>
      <a:accent2>
        <a:srgbClr val="16E7CF"/>
      </a:accent2>
      <a:accent3>
        <a:srgbClr val="61D836"/>
      </a:accent3>
      <a:accent4>
        <a:srgbClr val="FAE232"/>
      </a:accent4>
      <a:accent5>
        <a:srgbClr val="FF644E"/>
      </a:accent5>
      <a:accent6>
        <a:srgbClr val="EF5FA7"/>
      </a:accent6>
      <a:hlink>
        <a:srgbClr val="0000FF"/>
      </a:hlink>
      <a:folHlink>
        <a:srgbClr val="FF00FF"/>
      </a:folHlink>
    </a:clrScheme>
    <a:fontScheme name="White">
      <a:majorFont>
        <a:latin typeface="Helvetica Neue Medium"/>
        <a:ea typeface="Helvetica Neue Medium"/>
        <a:cs typeface="Helvetica Neue Medium"/>
      </a:majorFont>
      <a:minorFont>
        <a:latin typeface="Helvetica Neue Medium"/>
        <a:ea typeface="Helvetica Neue Medium"/>
        <a:cs typeface="Helvetica Neue Medium"/>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w="12700" cap="flat">
          <a:noFill/>
          <a:miter lim="400000"/>
        </a:ln>
      </a:spPr>
      <a:bodyPr rot="0" spcFirstLastPara="1" vertOverflow="overflow" horzOverflow="overflow" vert="horz" wrap="square" lIns="0" tIns="0" rIns="0" bIns="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defRPr kumimoji="0" sz="3200" b="0" i="0" u="none" strike="noStrike" cap="none" spc="0" normalizeH="0" baseline="0">
            <a:ln>
              <a:noFill/>
            </a:ln>
            <a:solidFill>
              <a:srgbClr val="FFFFFF"/>
            </a:solidFill>
            <a:effectLst/>
            <a:uFillTx/>
            <a:latin typeface="+mn-lt"/>
            <a:ea typeface="+mn-ea"/>
            <a:cs typeface="+mn-cs"/>
            <a:sym typeface="Helvetica Neue Medium"/>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rgbClr val="FFFFFF"/>
        </a:lnRef>
        <a:fillRef idx="0">
          <a:srgbClr val="FFFFFF"/>
        </a:fillRef>
        <a:effectRef idx="0">
          <a:srgbClr val="FFFFFF"/>
        </a:effectRef>
        <a:fontRef idx="none"/>
      </a:style>
    </a:spDef>
    <a:lnDef>
      <a:spPr>
        <a:noFill/>
        <a:ln w="25400" cap="flat">
          <a:solidFill>
            <a:srgbClr val="000000"/>
          </a:solidFill>
          <a:prstDash val="solid"/>
          <a:miter lim="400000"/>
        </a:ln>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rgbClr val="FFFFFF"/>
        </a:lnRef>
        <a:fillRef idx="0">
          <a:srgbClr val="FFFFFF"/>
        </a:fillRef>
        <a:effectRef idx="0">
          <a:srgbClr val="FFFFFF"/>
        </a:effectRef>
        <a:fontRef idx="none"/>
      </a:style>
    </a:lnDef>
    <a:txDef>
      <a:spPr>
        <a:noFill/>
        <a:ln w="12700" cap="flat">
          <a:noFill/>
          <a:miter lim="400000"/>
        </a:ln>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defRPr kumimoji="0" sz="3000" b="1" i="0" u="none" strike="noStrike" cap="none" spc="0" normalizeH="0" baseline="0">
            <a:ln>
              <a:noFill/>
            </a:ln>
            <a:solidFill>
              <a:srgbClr val="000000"/>
            </a:solidFill>
            <a:effectLst/>
            <a:uFillTx/>
            <a:latin typeface="Helvetica Neue"/>
            <a:ea typeface="Helvetica Neue"/>
            <a:cs typeface="Helvetica Neue"/>
            <a:sym typeface="Helvetica Neue"/>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rgbClr val="FFFFFF"/>
        </a:lnRef>
        <a:fillRef idx="0">
          <a:srgbClr val="FFFFFF"/>
        </a:fillRef>
        <a:effectRef idx="0">
          <a:srgbClr val="FFFFFF"/>
        </a:effectRef>
        <a:fontRef idx="none"/>
      </a: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1889</Words>
  <Application>WPS 演示</Application>
  <PresentationFormat>Custom</PresentationFormat>
  <Paragraphs>656</Paragraphs>
  <Slides>29</Slides>
  <Notes>29</Notes>
  <HiddenSlides>0</HiddenSlides>
  <MMClips>29</MMClips>
  <ScaleCrop>false</ScaleCrop>
  <HeadingPairs>
    <vt:vector size="6" baseType="variant">
      <vt:variant>
        <vt:lpstr>已用的字体</vt:lpstr>
      </vt:variant>
      <vt:variant>
        <vt:i4>15</vt:i4>
      </vt:variant>
      <vt:variant>
        <vt:lpstr>主题</vt:lpstr>
      </vt:variant>
      <vt:variant>
        <vt:i4>1</vt:i4>
      </vt:variant>
      <vt:variant>
        <vt:lpstr>幻灯片标题</vt:lpstr>
      </vt:variant>
      <vt:variant>
        <vt:i4>29</vt:i4>
      </vt:variant>
    </vt:vector>
  </HeadingPairs>
  <TitlesOfParts>
    <vt:vector size="45" baseType="lpstr">
      <vt:lpstr>Arial</vt:lpstr>
      <vt:lpstr>宋体</vt:lpstr>
      <vt:lpstr>Wingdings</vt:lpstr>
      <vt:lpstr>Helvetica Neue</vt:lpstr>
      <vt:lpstr>Helvetica Neue Medium</vt:lpstr>
      <vt:lpstr>Helvetica Neue Light</vt:lpstr>
      <vt:lpstr>微软雅黑</vt:lpstr>
      <vt:lpstr>黑体</vt:lpstr>
      <vt:lpstr>Calibri</vt:lpstr>
      <vt:lpstr>MicrosoftYaHeiLight</vt:lpstr>
      <vt:lpstr>AMGDT</vt:lpstr>
      <vt:lpstr>Arial Black</vt:lpstr>
      <vt:lpstr>Times New Roman</vt:lpstr>
      <vt:lpstr>Arial Unicode MS</vt:lpstr>
      <vt:lpstr>Helvetica Neue Medium</vt:lpstr>
      <vt:lpstr>White</vt:lpstr>
      <vt:lpstr>PowerPoint 演示文稿</vt:lpstr>
      <vt:lpstr>PowerPoint 演示文稿</vt:lpstr>
      <vt:lpstr>PowerPoint 演示文稿</vt:lpstr>
      <vt:lpstr>组合测试</vt:lpstr>
      <vt:lpstr>组合测试</vt:lpstr>
      <vt:lpstr>组合测试</vt:lpstr>
      <vt:lpstr>组合测试</vt:lpstr>
      <vt:lpstr>组合测试</vt:lpstr>
      <vt:lpstr>组合测试</vt:lpstr>
      <vt:lpstr>组合测试</vt:lpstr>
      <vt:lpstr>组合测试</vt:lpstr>
      <vt:lpstr>组合测试</vt:lpstr>
      <vt:lpstr>组合测试</vt:lpstr>
      <vt:lpstr>组合测试</vt:lpstr>
      <vt:lpstr>组合测试</vt:lpstr>
      <vt:lpstr>组合测试</vt:lpstr>
      <vt:lpstr>组合测试</vt:lpstr>
      <vt:lpstr>小结</vt:lpstr>
      <vt:lpstr>PowerPoint 演示文稿</vt:lpstr>
      <vt:lpstr>基于状态机的测试方法</vt:lpstr>
      <vt:lpstr>基于状态机的测试方法</vt:lpstr>
      <vt:lpstr>基于状态机的测试方法</vt:lpstr>
      <vt:lpstr>小结</vt:lpstr>
      <vt:lpstr>PowerPoint 演示文稿</vt:lpstr>
      <vt:lpstr>其他黑盒测试方法</vt:lpstr>
      <vt:lpstr>其他黑盒测试方法</vt:lpstr>
      <vt:lpstr>PowerPoint 演示文稿</vt:lpstr>
      <vt:lpstr>小结</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WangYz</dc:creator>
  <cp:lastModifiedBy>李壮 19863718468</cp:lastModifiedBy>
  <cp:revision>403</cp:revision>
  <cp:lastPrinted>2020-08-01T02:11:00Z</cp:lastPrinted>
  <dcterms:created xsi:type="dcterms:W3CDTF">2019-05-10T09:49:00Z</dcterms:created>
  <dcterms:modified xsi:type="dcterms:W3CDTF">2023-10-14T04:23:03Z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2052-12.1.0.15712</vt:lpwstr>
  </property>
  <property fmtid="{D5CDD505-2E9C-101B-9397-08002B2CF9AE}" pid="3" name="ICV">
    <vt:lpwstr>ED613C58101A4550B727F09D116B2D46_12</vt:lpwstr>
  </property>
</Properties>
</file>