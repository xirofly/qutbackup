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9"/>
  </p:handoutMasterIdLst>
  <p:sldIdLst>
    <p:sldId id="699" r:id="rId3"/>
    <p:sldId id="654" r:id="rId5"/>
    <p:sldId id="655" r:id="rId6"/>
    <p:sldId id="656" r:id="rId7"/>
    <p:sldId id="657" r:id="rId8"/>
    <p:sldId id="658" r:id="rId9"/>
    <p:sldId id="659" r:id="rId10"/>
    <p:sldId id="660" r:id="rId11"/>
    <p:sldId id="661" r:id="rId12"/>
    <p:sldId id="662" r:id="rId13"/>
    <p:sldId id="663" r:id="rId14"/>
    <p:sldId id="664" r:id="rId15"/>
    <p:sldId id="665" r:id="rId16"/>
    <p:sldId id="666" r:id="rId17"/>
    <p:sldId id="667" r:id="rId18"/>
    <p:sldId id="668" r:id="rId19"/>
    <p:sldId id="669" r:id="rId20"/>
    <p:sldId id="670" r:id="rId21"/>
    <p:sldId id="671" r:id="rId22"/>
    <p:sldId id="672" r:id="rId23"/>
    <p:sldId id="673" r:id="rId24"/>
    <p:sldId id="674" r:id="rId25"/>
    <p:sldId id="675" r:id="rId26"/>
    <p:sldId id="676" r:id="rId27"/>
    <p:sldId id="677" r:id="rId28"/>
    <p:sldId id="678" r:id="rId29"/>
    <p:sldId id="679" r:id="rId30"/>
    <p:sldId id="680" r:id="rId31"/>
    <p:sldId id="681" r:id="rId32"/>
    <p:sldId id="682" r:id="rId33"/>
    <p:sldId id="683" r:id="rId34"/>
    <p:sldId id="684" r:id="rId35"/>
    <p:sldId id="685" r:id="rId36"/>
    <p:sldId id="686" r:id="rId37"/>
    <p:sldId id="687" r:id="rId38"/>
    <p:sldId id="688" r:id="rId39"/>
    <p:sldId id="689" r:id="rId40"/>
    <p:sldId id="690" r:id="rId41"/>
    <p:sldId id="691" r:id="rId42"/>
    <p:sldId id="692" r:id="rId43"/>
    <p:sldId id="693" r:id="rId44"/>
    <p:sldId id="694" r:id="rId45"/>
    <p:sldId id="695" r:id="rId46"/>
    <p:sldId id="696" r:id="rId47"/>
    <p:sldId id="697" r:id="rId48"/>
  </p:sldIdLst>
  <p:sldSz cx="24384000" cy="13716000"/>
  <p:notesSz cx="7099300" cy="10234295"/>
  <p:custDataLst>
    <p:tags r:id="rId54"/>
  </p:custData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min" initials="lj" lastIdx="39" clrIdx="0"/>
  <p:cmAuthor id="2" name="li weiyong" initials="lw" lastIdx="2" clrIdx="1"/>
  <p:cmAuthor id="3" name="Jiang, Yanjie" initials="JY" lastIdx="3" clrIdx="2"/>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A2FF"/>
    <a:srgbClr val="FB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65616" autoAdjust="0"/>
  </p:normalViewPr>
  <p:slideViewPr>
    <p:cSldViewPr snapToGrid="0">
      <p:cViewPr varScale="1">
        <p:scale>
          <a:sx n="21" d="100"/>
          <a:sy n="21" d="100"/>
        </p:scale>
        <p:origin x="1530" y="33"/>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handoutMaster" Target="handoutMasters/handout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ableStyles" Target="tableStyles.xml"/><Relationship Id="rId53" Type="http://schemas.openxmlformats.org/officeDocument/2006/relationships/commentAuthors" Target="commentAuthors.xml"/><Relationship Id="rId54" Type="http://schemas.openxmlformats.org/officeDocument/2006/relationships/tags" Target="tags/tag3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6C73167F-A315-463C-854D-5832BFB9F140}" type="datetimeFigureOut">
              <a:rPr lang="zh-CN" altLang="en-US" smtClean="0"/>
            </a:fld>
            <a:endParaRPr lang="zh-CN" altLang="en-US"/>
          </a:p>
        </p:txBody>
      </p:sp>
      <p:sp>
        <p:nvSpPr>
          <p:cNvPr id="4" name="页脚占位符 3"/>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12EDDE74-10D5-4A7E-A68A-C1E3935360A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9" name="Shape 119"/>
          <p:cNvSpPr>
            <a:spLocks noGrp="1" noRot="1" noChangeAspect="1"/>
          </p:cNvSpPr>
          <p:nvPr>
            <p:ph type="sldImg"/>
          </p:nvPr>
        </p:nvSpPr>
        <p:spPr>
          <a:xfrm>
            <a:off x="138113" y="766763"/>
            <a:ext cx="6823075" cy="3838575"/>
          </a:xfrm>
          <a:prstGeom prst="rect">
            <a:avLst/>
          </a:prstGeom>
        </p:spPr>
        <p:txBody>
          <a:bodyPr lIns="94759" tIns="47380" rIns="94759" bIns="47380"/>
          <a:lstStyle/>
          <a:p/>
        </p:txBody>
      </p:sp>
      <p:sp>
        <p:nvSpPr>
          <p:cNvPr id="120" name="Shape 120"/>
          <p:cNvSpPr>
            <a:spLocks noGrp="1"/>
          </p:cNvSpPr>
          <p:nvPr>
            <p:ph type="body" sz="quarter" idx="1"/>
          </p:nvPr>
        </p:nvSpPr>
        <p:spPr>
          <a:xfrm>
            <a:off x="946574" y="4861443"/>
            <a:ext cx="5206154" cy="4605576"/>
          </a:xfrm>
          <a:prstGeom prst="rect">
            <a:avLst/>
          </a:prstGeom>
        </p:spPr>
        <p:txBody>
          <a:bodyPr lIns="94759" tIns="47380" rIns="94759" bIns="47380"/>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Helvetica Neue"/>
        <a:ea typeface="Helvetica Neue"/>
        <a:cs typeface="Helvetica Neue"/>
        <a:sym typeface="Helvetica Neue"/>
      </a:defRPr>
    </a:lvl1pPr>
    <a:lvl2pPr indent="228600" defTabSz="457200" latinLnBrk="0">
      <a:lnSpc>
        <a:spcPct val="118000"/>
      </a:lnSpc>
      <a:defRPr sz="2200">
        <a:latin typeface="Helvetica Neue"/>
        <a:ea typeface="Helvetica Neue"/>
        <a:cs typeface="Helvetica Neue"/>
        <a:sym typeface="Helvetica Neue"/>
      </a:defRPr>
    </a:lvl2pPr>
    <a:lvl3pPr indent="457200" defTabSz="457200" latinLnBrk="0">
      <a:lnSpc>
        <a:spcPct val="118000"/>
      </a:lnSpc>
      <a:defRPr sz="2200">
        <a:latin typeface="Helvetica Neue"/>
        <a:ea typeface="Helvetica Neue"/>
        <a:cs typeface="Helvetica Neue"/>
        <a:sym typeface="Helvetica Neue"/>
      </a:defRPr>
    </a:lvl3pPr>
    <a:lvl4pPr indent="685800" defTabSz="457200" latinLnBrk="0">
      <a:lnSpc>
        <a:spcPct val="118000"/>
      </a:lnSpc>
      <a:defRPr sz="2200">
        <a:latin typeface="Helvetica Neue"/>
        <a:ea typeface="Helvetica Neue"/>
        <a:cs typeface="Helvetica Neue"/>
        <a:sym typeface="Helvetica Neue"/>
      </a:defRPr>
    </a:lvl4pPr>
    <a:lvl5pPr indent="914400" defTabSz="457200" latinLnBrk="0">
      <a:lnSpc>
        <a:spcPct val="118000"/>
      </a:lnSpc>
      <a:defRPr sz="2200">
        <a:latin typeface="Helvetica Neue"/>
        <a:ea typeface="Helvetica Neue"/>
        <a:cs typeface="Helvetica Neue"/>
        <a:sym typeface="Helvetica Neue"/>
      </a:defRPr>
    </a:lvl5pPr>
    <a:lvl6pPr indent="1143000" defTabSz="457200" latinLnBrk="0">
      <a:lnSpc>
        <a:spcPct val="118000"/>
      </a:lnSpc>
      <a:defRPr sz="2200">
        <a:latin typeface="Helvetica Neue"/>
        <a:ea typeface="Helvetica Neue"/>
        <a:cs typeface="Helvetica Neue"/>
        <a:sym typeface="Helvetica Neue"/>
      </a:defRPr>
    </a:lvl6pPr>
    <a:lvl7pPr indent="1371600" defTabSz="457200" latinLnBrk="0">
      <a:lnSpc>
        <a:spcPct val="118000"/>
      </a:lnSpc>
      <a:defRPr sz="2200">
        <a:latin typeface="Helvetica Neue"/>
        <a:ea typeface="Helvetica Neue"/>
        <a:cs typeface="Helvetica Neue"/>
        <a:sym typeface="Helvetica Neue"/>
      </a:defRPr>
    </a:lvl7pPr>
    <a:lvl8pPr indent="1600200" defTabSz="457200" latinLnBrk="0">
      <a:lnSpc>
        <a:spcPct val="118000"/>
      </a:lnSpc>
      <a:defRPr sz="2200">
        <a:latin typeface="Helvetica Neue"/>
        <a:ea typeface="Helvetica Neue"/>
        <a:cs typeface="Helvetica Neue"/>
        <a:sym typeface="Helvetica Neue"/>
      </a:defRPr>
    </a:lvl8pPr>
    <a:lvl9pPr indent="1828800" defTabSz="457200" latinLnBrk="0">
      <a:lnSpc>
        <a:spcPct val="118000"/>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4600"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u="none"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1"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标题与副标题">
    <p:spTree>
      <p:nvGrpSpPr>
        <p:cNvPr id="1" name=""/>
        <p:cNvGrpSpPr/>
        <p:nvPr/>
      </p:nvGrpSpPr>
      <p:grpSpPr>
        <a:xfrm>
          <a:off x="0" y="0"/>
          <a:ext cx="0" cy="0"/>
          <a:chOff x="0" y="0"/>
          <a:chExt cx="0" cy="0"/>
        </a:xfrm>
      </p:grpSpPr>
      <p:sp>
        <p:nvSpPr>
          <p:cNvPr id="11" name="矩形"/>
          <p:cNvSpPr/>
          <p:nvPr userDrawn="1"/>
        </p:nvSpPr>
        <p:spPr>
          <a:xfrm>
            <a:off x="-9547" y="-22321"/>
            <a:ext cx="24403094" cy="7745139"/>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pic>
        <p:nvPicPr>
          <p:cNvPr id="13" name="图像" descr="图像"/>
          <p:cNvPicPr>
            <a:picLocks noChangeAspect="1"/>
          </p:cNvPicPr>
          <p:nvPr/>
        </p:nvPicPr>
        <p:blipFill>
          <a:blip r:embed="rId2">
            <a:alphaModFix amt="12036"/>
          </a:blip>
          <a:stretch>
            <a:fillRect/>
          </a:stretch>
        </p:blipFill>
        <p:spPr>
          <a:xfrm>
            <a:off x="16934791" y="-3756403"/>
            <a:ext cx="8496110" cy="9749586"/>
          </a:xfrm>
          <a:prstGeom prst="rect">
            <a:avLst/>
          </a:prstGeom>
          <a:ln w="12700">
            <a:miter lim="400000"/>
            <a:headEnd/>
            <a:tailEnd/>
          </a:ln>
        </p:spPr>
      </p:pic>
      <p:sp>
        <p:nvSpPr>
          <p:cNvPr id="1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pic>
        <p:nvPicPr>
          <p:cNvPr id="111" name="图像" descr="图像"/>
          <p:cNvPicPr>
            <a:picLocks noChangeAspect="1"/>
          </p:cNvPicPr>
          <p:nvPr/>
        </p:nvPicPr>
        <p:blipFill>
          <a:blip r:embed="rId2">
            <a:alphaModFix amt="7357"/>
          </a:blip>
          <a:stretch>
            <a:fillRect/>
          </a:stretch>
        </p:blipFill>
        <p:spPr>
          <a:xfrm>
            <a:off x="17824932" y="-3507766"/>
            <a:ext cx="8577041" cy="9842458"/>
          </a:xfrm>
          <a:prstGeom prst="rect">
            <a:avLst/>
          </a:prstGeom>
          <a:ln w="12700">
            <a:miter lim="400000"/>
            <a:headEnd/>
            <a:tailEnd/>
          </a:ln>
        </p:spPr>
      </p:pic>
      <p:pic>
        <p:nvPicPr>
          <p:cNvPr id="112" name="图像" descr="图像"/>
          <p:cNvPicPr>
            <a:picLocks noChangeAspect="1"/>
          </p:cNvPicPr>
          <p:nvPr/>
        </p:nvPicPr>
        <p:blipFill>
          <a:blip r:embed="rId2">
            <a:alphaModFix amt="6764"/>
          </a:blip>
          <a:stretch>
            <a:fillRect/>
          </a:stretch>
        </p:blipFill>
        <p:spPr>
          <a:xfrm>
            <a:off x="-4425468" y="7719034"/>
            <a:ext cx="8577041" cy="9842458"/>
          </a:xfrm>
          <a:prstGeom prst="rect">
            <a:avLst/>
          </a:prstGeom>
          <a:ln w="12700">
            <a:miter lim="400000"/>
            <a:headEnd/>
            <a:tailEnd/>
          </a:ln>
        </p:spPr>
      </p:pic>
      <p:sp>
        <p:nvSpPr>
          <p:cNvPr id="1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6" name="Freeform 5"/>
          <p:cNvSpPr/>
          <p:nvPr userDrawn="1"/>
        </p:nvSpPr>
        <p:spPr>
          <a:xfrm rot="5400000">
            <a:off x="890955" y="922603"/>
            <a:ext cx="1622454" cy="146299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a:miter lim="400000"/>
          </a:ln>
        </p:spPr>
        <p:txBody>
          <a:bodyPr lIns="45719" rIns="45719" anchor="ct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 name="标题 1"/>
          <p:cNvSpPr>
            <a:spLocks noGrp="1"/>
          </p:cNvSpPr>
          <p:nvPr>
            <p:ph type="title" hasCustomPrompt="1"/>
          </p:nvPr>
        </p:nvSpPr>
        <p:spPr>
          <a:xfrm>
            <a:off x="2737970" y="1078867"/>
            <a:ext cx="5545418" cy="1042894"/>
          </a:xfrm>
        </p:spPr>
        <p:txBody>
          <a:bodyPr>
            <a:normAutofit/>
          </a:bodyPr>
          <a:lstStyle>
            <a:lvl1pPr marL="0" marR="0" indent="0" algn="l" defTabSz="914400" rtl="0" eaLnBrk="1" fontAlgn="auto" latinLnBrk="0" hangingPunct="0">
              <a:lnSpc>
                <a:spcPct val="100000"/>
              </a:lnSpc>
              <a:spcBef>
                <a:spcPts val="0"/>
              </a:spcBef>
              <a:spcAft>
                <a:spcPts val="0"/>
              </a:spcAft>
              <a:buClrTx/>
              <a:buSzTx/>
              <a:buFontTx/>
              <a:buNone/>
              <a:defRPr kumimoji="0" lang="zh-CN" altLang="en-US" sz="60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marL="0" marR="0" lvl="0" indent="0" algn="ctr" defTabSz="825500" rtl="0" eaLnBrk="1" fontAlgn="auto" latinLnBrk="0" hangingPunct="1">
              <a:lnSpc>
                <a:spcPct val="100000"/>
              </a:lnSpc>
              <a:spcBef>
                <a:spcPts val="0"/>
              </a:spcBef>
              <a:spcAft>
                <a:spcPts val="0"/>
              </a:spcAft>
              <a:buClrTx/>
              <a:buSzTx/>
              <a:buFontTx/>
              <a:buNone/>
              <a:defRPr/>
            </a:pPr>
            <a:r>
              <a:rPr lang="zh-CN" altLang="en-US" dirty="0"/>
              <a:t>标题：替换文字</a:t>
            </a:r>
            <a:endParaRPr lang="zh-CN" altLang="en-US" dirty="0"/>
          </a:p>
        </p:txBody>
      </p:sp>
      <p:sp>
        <p:nvSpPr>
          <p:cNvPr id="4" name="文本框 3"/>
          <p:cNvSpPr txBox="1"/>
          <p:nvPr userDrawn="1"/>
        </p:nvSpPr>
        <p:spPr>
          <a:xfrm>
            <a:off x="1044575" y="3030621"/>
            <a:ext cx="22368743" cy="872033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en-US" altLang="zh-CN"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a:p>
            <a:pPr marL="0" marR="0" indent="0" algn="ctr" defTabSz="825500" rtl="0" fontAlgn="auto" latinLnBrk="0" hangingPunct="0">
              <a:lnSpc>
                <a:spcPct val="100000"/>
              </a:lnSpc>
              <a:spcBef>
                <a:spcPts val="0"/>
              </a:spcBef>
              <a:spcAft>
                <a:spcPts val="0"/>
              </a:spcAft>
              <a:buClrTx/>
              <a:buSzTx/>
              <a:buFontTx/>
              <a:buNone/>
            </a:pPr>
            <a:endParaRPr kumimoji="0" lang="zh-CN" altLang="en-US" sz="2800" b="1" i="0" u="none" strike="noStrike" cap="none" spc="0" normalizeH="0" baseline="0" dirty="0">
              <a:ln>
                <a:noFill/>
              </a:ln>
              <a:solidFill>
                <a:srgbClr val="000000"/>
              </a:solidFill>
              <a:effectLst/>
              <a:uFillTx/>
              <a:latin typeface="微软雅黑 Light" panose="020B0502040204020203" pitchFamily="34" charset="-122"/>
              <a:ea typeface="微软雅黑 Light" panose="020B0502040204020203" pitchFamily="34" charset="-122"/>
              <a:cs typeface="Helvetica Neue"/>
              <a:sym typeface="Helvetica Neue"/>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1_空白">
    <p:spTree>
      <p:nvGrpSpPr>
        <p:cNvPr id="1" name=""/>
        <p:cNvGrpSpPr/>
        <p:nvPr/>
      </p:nvGrpSpPr>
      <p:grpSpPr>
        <a:xfrm>
          <a:off x="0" y="0"/>
          <a:ext cx="0" cy="0"/>
          <a:chOff x="0" y="0"/>
          <a:chExt cx="0" cy="0"/>
        </a:xfrm>
      </p:grpSpPr>
      <p:pic>
        <p:nvPicPr>
          <p:cNvPr id="111" name="图像" descr="图像"/>
          <p:cNvPicPr>
            <a:picLocks noChangeAspect="1"/>
          </p:cNvPicPr>
          <p:nvPr/>
        </p:nvPicPr>
        <p:blipFill>
          <a:blip r:embed="rId2">
            <a:alphaModFix amt="7357"/>
          </a:blip>
          <a:stretch>
            <a:fillRect/>
          </a:stretch>
        </p:blipFill>
        <p:spPr>
          <a:xfrm>
            <a:off x="17824932" y="-3507766"/>
            <a:ext cx="8577041" cy="9842458"/>
          </a:xfrm>
          <a:prstGeom prst="rect">
            <a:avLst/>
          </a:prstGeom>
          <a:ln w="12700">
            <a:miter lim="400000"/>
            <a:headEnd/>
            <a:tailEnd/>
          </a:ln>
        </p:spPr>
      </p:pic>
      <p:pic>
        <p:nvPicPr>
          <p:cNvPr id="112" name="图像" descr="图像"/>
          <p:cNvPicPr>
            <a:picLocks noChangeAspect="1"/>
          </p:cNvPicPr>
          <p:nvPr/>
        </p:nvPicPr>
        <p:blipFill>
          <a:blip r:embed="rId2">
            <a:alphaModFix amt="6764"/>
          </a:blip>
          <a:stretch>
            <a:fillRect/>
          </a:stretch>
        </p:blipFill>
        <p:spPr>
          <a:xfrm>
            <a:off x="-4425468" y="7719034"/>
            <a:ext cx="8577041" cy="9842458"/>
          </a:xfrm>
          <a:prstGeom prst="rect">
            <a:avLst/>
          </a:prstGeom>
          <a:ln w="12700">
            <a:miter lim="400000"/>
            <a:headEnd/>
            <a:tailEnd/>
          </a:ln>
        </p:spPr>
      </p:pic>
      <p:sp>
        <p:nvSpPr>
          <p:cNvPr id="1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10" name="谢谢您的观赏"/>
          <p:cNvSpPr txBox="1"/>
          <p:nvPr userDrawn="1"/>
        </p:nvSpPr>
        <p:spPr>
          <a:xfrm>
            <a:off x="10676628" y="5305916"/>
            <a:ext cx="2564805" cy="2057551"/>
          </a:xfrm>
          <a:prstGeom prst="rect">
            <a:avLst/>
          </a:prstGeom>
          <a:ln w="12700">
            <a:miter lim="400000"/>
          </a:ln>
        </p:spPr>
        <p:txBody>
          <a:bodyPr wrap="none" lIns="50800" tIns="50800" rIns="50800" bIns="50800" anchor="ctr">
            <a:spAutoFit/>
          </a:bodyPr>
          <a:lstStyle>
            <a:lvl1pPr algn="l" defTabSz="215265">
              <a:defRPr sz="106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ctr">
              <a:lnSpc>
                <a:spcPct val="150000"/>
              </a:lnSpc>
            </a:pPr>
            <a:r>
              <a:rPr sz="9600" dirty="0" err="1"/>
              <a:t>谢谢</a:t>
            </a:r>
            <a:endParaRPr lang="en-US" altLang="zh-CN" sz="9600"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1689100" y="355600"/>
            <a:ext cx="21005800" cy="2286000"/>
          </a:xfrm>
          <a:prstGeom prst="rect">
            <a:avLst/>
          </a:prstGeom>
          <a:ln w="12700">
            <a:miter lim="400000"/>
          </a:ln>
        </p:spPr>
        <p:txBody>
          <a:bodyPr lIns="50800" tIns="50800" rIns="50800" bIns="50800" anchor="ctr">
            <a:normAutofit/>
          </a:bodyPr>
          <a:lstStyle/>
          <a:p>
            <a:r>
              <a:t>标题文本</a:t>
            </a:r>
          </a:p>
        </p:txBody>
      </p:sp>
      <p:sp>
        <p:nvSpPr>
          <p:cNvPr id="3" name="正文级别 1…"/>
          <p:cNvSpPr txBox="1">
            <a:spLocks noGrp="1"/>
          </p:cNvSpPr>
          <p:nvPr>
            <p:ph type="body" idx="1"/>
          </p:nvPr>
        </p:nvSpPr>
        <p:spPr>
          <a:xfrm>
            <a:off x="1689100" y="3149600"/>
            <a:ext cx="21005800" cy="9296400"/>
          </a:xfrm>
          <a:prstGeom prst="rect">
            <a:avLst/>
          </a:prstGeom>
          <a:ln w="12700">
            <a:miter lim="400000"/>
          </a:ln>
        </p:spPr>
        <p:txBody>
          <a:bodyPr lIns="50800" tIns="50800" rIns="50800" bIns="50800" anchor="ctr">
            <a:normAutofit/>
          </a:bodyPr>
          <a:lstStyle/>
          <a:p>
            <a:r>
              <a:rPr dirty="0" err="1"/>
              <a:t>正文级别</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
        <p:nvSpPr>
          <p:cNvPr id="4" name="幻灯片编号"/>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Helvetica Neue Light"/>
                <a:ea typeface="Helvetica Neue Light"/>
                <a:cs typeface="Helvetica Neue Light"/>
                <a:sym typeface="Helvetica Neue Light"/>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med"/>
  <p:txStyles>
    <p:titleStyle>
      <a:lvl1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1pPr>
      <a:lvl2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Tx/>
        <a:buChar char="•"/>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1" i="0" u="none" strike="noStrike" cap="none" spc="0" baseline="0">
          <a:ln>
            <a:noFill/>
          </a:ln>
          <a:solidFill>
            <a:srgbClr val="000000"/>
          </a:solidFill>
          <a:uFillTx/>
          <a:latin typeface="黑体" panose="02010609060101010101" pitchFamily="49" charset="-122"/>
          <a:ea typeface="黑体" panose="02010609060101010101" pitchFamily="49" charset="-122"/>
          <a:cs typeface="黑体" panose="02010609060101010101" pitchFamily="49"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p:bodyStyle>
    <p:otherStyle>
      <a:lvl1pPr marL="0" marR="0" indent="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1pPr>
      <a:lvl2pPr marL="0" marR="0" indent="228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2pPr>
      <a:lvl3pPr marL="0" marR="0" indent="457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3pPr>
      <a:lvl4pPr marL="0" marR="0" indent="685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4pPr>
      <a:lvl5pPr marL="0" marR="0" indent="9144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5pPr>
      <a:lvl6pPr marL="0" marR="0" indent="11430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6pPr>
      <a:lvl7pPr marL="0" marR="0" indent="1371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7pPr>
      <a:lvl8pPr marL="0" marR="0" indent="1600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8pPr>
      <a:lvl9pPr marL="0" marR="0" indent="1828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audio" Target="ppt/media/media1.m4a" TargetMode="External"/><Relationship Id="rId2" Type="http://schemas.microsoft.com/office/2007/relationships/media" Target="ppt/media/media1.m4a" TargetMode="External"/><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4.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audio" Target="ppt/media/media2.m4a" TargetMode="External"/><Relationship Id="rId2" Type="http://schemas.microsoft.com/office/2007/relationships/media" Target="ppt/media/media2.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audio" Target="ppt/media/media3.m4a" TargetMode="External"/><Relationship Id="rId2" Type="http://schemas.microsoft.com/office/2007/relationships/media" Target="ppt/media/media3.m4a" TargetMode="External"/><Relationship Id="rId3" Type="http://schemas.openxmlformats.org/officeDocument/2006/relationships/image" Target="../media/image3.png"/><Relationship Id="rId4" Type="http://schemas.openxmlformats.org/officeDocument/2006/relationships/tags" Target="../tags/tag2.xml"/><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audio" Target="ppt/media/media4.m4a" TargetMode="External"/><Relationship Id="rId2" Type="http://schemas.microsoft.com/office/2007/relationships/media" Target="ppt/media/media4.m4a" TargetMode="External"/><Relationship Id="rId3" Type="http://schemas.openxmlformats.org/officeDocument/2006/relationships/image" Target="../media/image3.png"/><Relationship Id="rId4" Type="http://schemas.openxmlformats.org/officeDocument/2006/relationships/tags" Target="../tags/tag3.xml"/><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audio" Target="ppt/media/media5.m4a" TargetMode="External"/><Relationship Id="rId3" Type="http://schemas.microsoft.com/office/2007/relationships/media" Target="ppt/media/media5.m4a" TargetMode="External"/><Relationship Id="rId4" Type="http://schemas.openxmlformats.org/officeDocument/2006/relationships/image" Target="../media/image3.png"/><Relationship Id="rId5" Type="http://schemas.openxmlformats.org/officeDocument/2006/relationships/tags" Target="../tags/tag4.xml"/><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audio" Target="ppt/media/media6.m4a" TargetMode="External"/><Relationship Id="rId2" Type="http://schemas.microsoft.com/office/2007/relationships/media" Target="ppt/media/media6.m4a" TargetMode="External"/><Relationship Id="rId3" Type="http://schemas.openxmlformats.org/officeDocument/2006/relationships/image" Target="../media/image3.png"/><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audio" Target="ppt/media/media7.m4a" TargetMode="External"/><Relationship Id="rId2" Type="http://schemas.microsoft.com/office/2007/relationships/media" Target="ppt/media/media7.m4a" TargetMode="Externa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tags" Target="../tags/tag6.xml"/><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audio" Target="ppt/media/media8.m4a" TargetMode="External"/><Relationship Id="rId2" Type="http://schemas.microsoft.com/office/2007/relationships/media" Target="ppt/media/media8.m4a" TargetMode="Externa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tags" Target="../tags/tag7.xml"/><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audio" Target="ppt/media/media9.m4a" TargetMode="External"/><Relationship Id="rId2" Type="http://schemas.microsoft.com/office/2007/relationships/media" Target="ppt/media/media9.m4a" TargetMode="External"/><Relationship Id="rId3" Type="http://schemas.openxmlformats.org/officeDocument/2006/relationships/image" Target="../media/image3.png"/><Relationship Id="rId4" Type="http://schemas.openxmlformats.org/officeDocument/2006/relationships/tags" Target="../tags/tag8.xml"/><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audio" Target="ppt/media/media10.m4a" TargetMode="External"/><Relationship Id="rId3" Type="http://schemas.microsoft.com/office/2007/relationships/media" Target="ppt/media/media10.m4a" TargetMode="External"/><Relationship Id="rId4" Type="http://schemas.openxmlformats.org/officeDocument/2006/relationships/image" Target="../media/image3.png"/><Relationship Id="rId5" Type="http://schemas.openxmlformats.org/officeDocument/2006/relationships/tags" Target="../tags/tag9.xml"/><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audio" Target="ppt/media/media11.m4a" TargetMode="External"/><Relationship Id="rId3" Type="http://schemas.microsoft.com/office/2007/relationships/media" Target="ppt/media/media11.m4a" TargetMode="External"/><Relationship Id="rId4" Type="http://schemas.openxmlformats.org/officeDocument/2006/relationships/image" Target="../media/image3.png"/><Relationship Id="rId5" Type="http://schemas.openxmlformats.org/officeDocument/2006/relationships/tags" Target="../tags/tag10.xml"/><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audio" Target="ppt/media/media12.m4a" TargetMode="External"/><Relationship Id="rId2" Type="http://schemas.microsoft.com/office/2007/relationships/media" Target="ppt/media/media12.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audio" Target="ppt/media/media13.m4a" TargetMode="External"/><Relationship Id="rId2" Type="http://schemas.microsoft.com/office/2007/relationships/media" Target="ppt/media/media13.m4a" TargetMode="External"/><Relationship Id="rId3" Type="http://schemas.openxmlformats.org/officeDocument/2006/relationships/image" Target="../media/image3.png"/><Relationship Id="rId4" Type="http://schemas.openxmlformats.org/officeDocument/2006/relationships/tags" Target="../tags/tag11.xml"/><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audio" Target="ppt/media/media14.m4a" TargetMode="External"/><Relationship Id="rId2" Type="http://schemas.microsoft.com/office/2007/relationships/media" Target="ppt/media/media14.m4a" TargetMode="External"/><Relationship Id="rId3" Type="http://schemas.openxmlformats.org/officeDocument/2006/relationships/image" Target="../media/image3.png"/><Relationship Id="rId4" Type="http://schemas.openxmlformats.org/officeDocument/2006/relationships/tags" Target="../tags/tag12.xml"/><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audio" Target="ppt/media/media15.m4a" TargetMode="External"/><Relationship Id="rId2" Type="http://schemas.microsoft.com/office/2007/relationships/media" Target="ppt/media/media15.m4a" TargetMode="External"/><Relationship Id="rId3" Type="http://schemas.openxmlformats.org/officeDocument/2006/relationships/image" Target="../media/image3.png"/><Relationship Id="rId4" Type="http://schemas.openxmlformats.org/officeDocument/2006/relationships/tags" Target="../tags/tag13.xml"/><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audio" Target="ppt/media/media16.m4a" TargetMode="External"/><Relationship Id="rId2" Type="http://schemas.microsoft.com/office/2007/relationships/media" Target="ppt/media/media16.m4a" TargetMode="External"/><Relationship Id="rId3" Type="http://schemas.openxmlformats.org/officeDocument/2006/relationships/image" Target="../media/image3.png"/><Relationship Id="rId4" Type="http://schemas.openxmlformats.org/officeDocument/2006/relationships/tags" Target="../tags/tag14.xml"/><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audio" Target="ppt/media/media17.m4a" TargetMode="External"/><Relationship Id="rId3" Type="http://schemas.microsoft.com/office/2007/relationships/media" Target="ppt/media/media17.m4a" TargetMode="External"/><Relationship Id="rId4" Type="http://schemas.openxmlformats.org/officeDocument/2006/relationships/image" Target="../media/image3.png"/><Relationship Id="rId5" Type="http://schemas.openxmlformats.org/officeDocument/2006/relationships/tags" Target="../tags/tag15.xml"/><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audio" Target="ppt/media/media18.m4a" TargetMode="External"/><Relationship Id="rId2" Type="http://schemas.microsoft.com/office/2007/relationships/media" Target="ppt/media/media18.m4a" TargetMode="External"/><Relationship Id="rId3" Type="http://schemas.openxmlformats.org/officeDocument/2006/relationships/image" Target="../media/image3.png"/><Relationship Id="rId4" Type="http://schemas.openxmlformats.org/officeDocument/2006/relationships/tags" Target="../tags/tag16.xml"/><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audio" Target="ppt/media/media19.m4a" TargetMode="External"/><Relationship Id="rId2" Type="http://schemas.microsoft.com/office/2007/relationships/media" Target="ppt/media/media19.m4a" TargetMode="External"/><Relationship Id="rId3" Type="http://schemas.openxmlformats.org/officeDocument/2006/relationships/image" Target="../media/image3.png"/><Relationship Id="rId4" Type="http://schemas.openxmlformats.org/officeDocument/2006/relationships/tags" Target="../tags/tag17.xml"/><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audio" Target="ppt/media/media20.m4a" TargetMode="External"/><Relationship Id="rId2" Type="http://schemas.microsoft.com/office/2007/relationships/media" Target="ppt/media/media20.m4a" TargetMode="External"/><Relationship Id="rId3" Type="http://schemas.openxmlformats.org/officeDocument/2006/relationships/image" Target="../media/image3.png"/><Relationship Id="rId4" Type="http://schemas.openxmlformats.org/officeDocument/2006/relationships/tags" Target="../tags/tag18.xml"/><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audio" Target="ppt/media/media21.m4a" TargetMode="External"/><Relationship Id="rId2" Type="http://schemas.microsoft.com/office/2007/relationships/media" Target="ppt/media/media21.m4a" TargetMode="Externa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tags" Target="../tags/tag19.xml"/><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audio" Target="ppt/media/media22.m4a" TargetMode="External"/><Relationship Id="rId2" Type="http://schemas.microsoft.com/office/2007/relationships/media" Target="ppt/media/media22.m4a" TargetMode="External"/><Relationship Id="rId3" Type="http://schemas.openxmlformats.org/officeDocument/2006/relationships/image" Target="../media/image3.png"/><Relationship Id="rId4" Type="http://schemas.openxmlformats.org/officeDocument/2006/relationships/tags" Target="../tags/tag20.xml"/><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audio" Target="ppt/media/media23.m4a" TargetMode="External"/><Relationship Id="rId3" Type="http://schemas.microsoft.com/office/2007/relationships/media" Target="ppt/media/media23.m4a" TargetMode="External"/><Relationship Id="rId4" Type="http://schemas.openxmlformats.org/officeDocument/2006/relationships/image" Target="../media/image3.png"/><Relationship Id="rId5" Type="http://schemas.openxmlformats.org/officeDocument/2006/relationships/tags" Target="../tags/tag21.xml"/><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audio" Target="ppt/media/media24.m4a" TargetMode="External"/><Relationship Id="rId3" Type="http://schemas.microsoft.com/office/2007/relationships/media" Target="ppt/media/media24.m4a" TargetMode="External"/><Relationship Id="rId4" Type="http://schemas.openxmlformats.org/officeDocument/2006/relationships/image" Target="../media/image3.png"/><Relationship Id="rId5" Type="http://schemas.openxmlformats.org/officeDocument/2006/relationships/tags" Target="../tags/tag22.xml"/><Relationship Id="rId6" Type="http://schemas.openxmlformats.org/officeDocument/2006/relationships/slideLayout" Target="../slideLayouts/slideLayout2.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audio" Target="ppt/media/media25.m4a" TargetMode="External"/><Relationship Id="rId2" Type="http://schemas.microsoft.com/office/2007/relationships/media" Target="ppt/media/media25.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audio" Target="ppt/media/media26.m4a" TargetMode="External"/><Relationship Id="rId2" Type="http://schemas.microsoft.com/office/2007/relationships/media" Target="ppt/media/media26.m4a" TargetMode="External"/><Relationship Id="rId3" Type="http://schemas.openxmlformats.org/officeDocument/2006/relationships/image" Target="../media/image3.png"/><Relationship Id="rId4" Type="http://schemas.openxmlformats.org/officeDocument/2006/relationships/tags" Target="../tags/tag23.xml"/><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audio" Target="ppt/media/media27.m4a" TargetMode="External"/><Relationship Id="rId2" Type="http://schemas.microsoft.com/office/2007/relationships/media" Target="ppt/media/media27.m4a" TargetMode="External"/><Relationship Id="rId3" Type="http://schemas.openxmlformats.org/officeDocument/2006/relationships/image" Target="../media/image3.png"/><Relationship Id="rId4" Type="http://schemas.openxmlformats.org/officeDocument/2006/relationships/tags" Target="../tags/tag24.xml"/><Relationship Id="rId5" Type="http://schemas.openxmlformats.org/officeDocument/2006/relationships/slideLayout" Target="../slideLayouts/slideLayout2.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audio" Target="ppt/media/media28.m4a" TargetMode="External"/><Relationship Id="rId3" Type="http://schemas.microsoft.com/office/2007/relationships/media" Target="ppt/media/media28.m4a" TargetMode="External"/><Relationship Id="rId4" Type="http://schemas.openxmlformats.org/officeDocument/2006/relationships/image" Target="../media/image3.png"/><Relationship Id="rId5" Type="http://schemas.openxmlformats.org/officeDocument/2006/relationships/tags" Target="../tags/tag25.xml"/><Relationship Id="rId6" Type="http://schemas.openxmlformats.org/officeDocument/2006/relationships/slideLayout" Target="../slideLayouts/slideLayout2.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audio" Target="ppt/media/media29.m4a" TargetMode="External"/><Relationship Id="rId2" Type="http://schemas.microsoft.com/office/2007/relationships/media" Target="ppt/media/media29.m4a" TargetMode="External"/><Relationship Id="rId3" Type="http://schemas.openxmlformats.org/officeDocument/2006/relationships/image" Target="../media/image3.png"/><Relationship Id="rId4" Type="http://schemas.openxmlformats.org/officeDocument/2006/relationships/tags" Target="../tags/tag26.xml"/><Relationship Id="rId5" Type="http://schemas.openxmlformats.org/officeDocument/2006/relationships/slideLayout" Target="../slideLayouts/slideLayout2.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audio" Target="ppt/media/media30.m4a" TargetMode="External"/><Relationship Id="rId2" Type="http://schemas.microsoft.com/office/2007/relationships/media" Target="ppt/media/media30.m4a" TargetMode="Externa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tags" Target="../tags/tag27.xml"/><Relationship Id="rId6" Type="http://schemas.openxmlformats.org/officeDocument/2006/relationships/slideLayout" Target="../slideLayouts/slideLayout2.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audio" Target="ppt/media/media31.m4a" TargetMode="External"/><Relationship Id="rId2" Type="http://schemas.microsoft.com/office/2007/relationships/media" Target="ppt/media/media31.m4a" TargetMode="External"/><Relationship Id="rId3" Type="http://schemas.openxmlformats.org/officeDocument/2006/relationships/image" Target="../media/image3.png"/><Relationship Id="rId4" Type="http://schemas.openxmlformats.org/officeDocument/2006/relationships/tags" Target="../tags/tag28.xml"/><Relationship Id="rId5" Type="http://schemas.openxmlformats.org/officeDocument/2006/relationships/slideLayout" Target="../slideLayouts/slideLayout2.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audio" Target="ppt/media/media32.m4a" TargetMode="External"/><Relationship Id="rId3" Type="http://schemas.microsoft.com/office/2007/relationships/media" Target="ppt/media/media32.m4a" TargetMode="External"/><Relationship Id="rId4" Type="http://schemas.openxmlformats.org/officeDocument/2006/relationships/image" Target="../media/image3.png"/><Relationship Id="rId5" Type="http://schemas.openxmlformats.org/officeDocument/2006/relationships/tags" Target="../tags/tag29.xml"/><Relationship Id="rId6" Type="http://schemas.openxmlformats.org/officeDocument/2006/relationships/slideLayout" Target="../slideLayouts/slideLayout2.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audio" Target="ppt/media/media33.m4a" TargetMode="External"/><Relationship Id="rId3" Type="http://schemas.microsoft.com/office/2007/relationships/media" Target="ppt/media/media33.m4a" TargetMode="External"/><Relationship Id="rId4" Type="http://schemas.openxmlformats.org/officeDocument/2006/relationships/image" Target="../media/image3.png"/><Relationship Id="rId5" Type="http://schemas.openxmlformats.org/officeDocument/2006/relationships/tags" Target="../tags/tag30.xml"/><Relationship Id="rId6" Type="http://schemas.openxmlformats.org/officeDocument/2006/relationships/slideLayout" Target="../slideLayouts/slideLayout2.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audio" Target="ppt/media/media34.m4a" TargetMode="External"/><Relationship Id="rId2" Type="http://schemas.microsoft.com/office/2007/relationships/media" Target="ppt/media/media34.m4a" TargetMode="External"/><Relationship Id="rId3" Type="http://schemas.openxmlformats.org/officeDocument/2006/relationships/image" Target="../media/image3.png"/><Relationship Id="rId4" Type="http://schemas.openxmlformats.org/officeDocument/2006/relationships/tags" Target="../tags/tag31.xml"/><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audio" Target="ppt/media/media35.m4a" TargetMode="External"/><Relationship Id="rId2" Type="http://schemas.microsoft.com/office/2007/relationships/media" Target="ppt/media/media35.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audio" Target="ppt/media/media36.m4a" TargetMode="External"/><Relationship Id="rId2" Type="http://schemas.microsoft.com/office/2007/relationships/media" Target="ppt/media/media36.m4a" TargetMode="External"/><Relationship Id="rId3" Type="http://schemas.openxmlformats.org/officeDocument/2006/relationships/image" Target="../media/image3.png"/><Relationship Id="rId4" Type="http://schemas.openxmlformats.org/officeDocument/2006/relationships/tags" Target="../tags/tag32.xml"/><Relationship Id="rId5" Type="http://schemas.openxmlformats.org/officeDocument/2006/relationships/slideLayout" Target="../slideLayouts/slideLayout2.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audio" Target="ppt/media/media37.m4a" TargetMode="External"/><Relationship Id="rId3" Type="http://schemas.microsoft.com/office/2007/relationships/media" Target="ppt/media/media37.m4a" TargetMode="External"/><Relationship Id="rId4" Type="http://schemas.openxmlformats.org/officeDocument/2006/relationships/image" Target="../media/image3.png"/><Relationship Id="rId5" Type="http://schemas.openxmlformats.org/officeDocument/2006/relationships/tags" Target="../tags/tag33.xml"/><Relationship Id="rId6" Type="http://schemas.openxmlformats.org/officeDocument/2006/relationships/slideLayout" Target="../slideLayouts/slideLayout2.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audio" Target="ppt/media/media38.m4a" TargetMode="External"/><Relationship Id="rId2" Type="http://schemas.microsoft.com/office/2007/relationships/media" Target="ppt/media/media38.m4a" TargetMode="External"/><Relationship Id="rId3" Type="http://schemas.openxmlformats.org/officeDocument/2006/relationships/image" Target="../media/image3.png"/><Relationship Id="rId4" Type="http://schemas.openxmlformats.org/officeDocument/2006/relationships/tags" Target="../tags/tag34.xml"/><Relationship Id="rId5" Type="http://schemas.openxmlformats.org/officeDocument/2006/relationships/slideLayout" Target="../slideLayouts/slideLayout2.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audio" Target="ppt/media/media39.m4a" TargetMode="External"/><Relationship Id="rId2" Type="http://schemas.microsoft.com/office/2007/relationships/media" Target="ppt/media/media39.m4a" TargetMode="Externa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tags" Target="../tags/tag35.xml"/><Relationship Id="rId6" Type="http://schemas.openxmlformats.org/officeDocument/2006/relationships/slideLayout" Target="../slideLayouts/slideLayout2.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audio" Target="ppt/media/media40.m4a" TargetMode="External"/><Relationship Id="rId2" Type="http://schemas.microsoft.com/office/2007/relationships/media" Target="ppt/media/media40.m4a" TargetMode="External"/><Relationship Id="rId3" Type="http://schemas.openxmlformats.org/officeDocument/2006/relationships/image" Target="../media/image3.png"/><Relationship Id="rId4" Type="http://schemas.openxmlformats.org/officeDocument/2006/relationships/tags" Target="../tags/tag36.xml"/><Relationship Id="rId5" Type="http://schemas.openxmlformats.org/officeDocument/2006/relationships/slideLayout" Target="../slideLayouts/slideLayout2.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audio" Target="ppt/media/media41.m4a" TargetMode="External"/><Relationship Id="rId3" Type="http://schemas.microsoft.com/office/2007/relationships/media" Target="ppt/media/media41.m4a" TargetMode="External"/><Relationship Id="rId4" Type="http://schemas.openxmlformats.org/officeDocument/2006/relationships/image" Target="../media/image3.png"/><Relationship Id="rId5" Type="http://schemas.openxmlformats.org/officeDocument/2006/relationships/tags" Target="../tags/tag37.xml"/><Relationship Id="rId6" Type="http://schemas.openxmlformats.org/officeDocument/2006/relationships/slideLayout" Target="../slideLayouts/slideLayout2.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audio" Target="ppt/media/media42.m4a" TargetMode="External"/><Relationship Id="rId3" Type="http://schemas.microsoft.com/office/2007/relationships/media" Target="ppt/media/media42.m4a" TargetMode="External"/><Relationship Id="rId4" Type="http://schemas.openxmlformats.org/officeDocument/2006/relationships/image" Target="../media/image3.png"/><Relationship Id="rId5" Type="http://schemas.openxmlformats.org/officeDocument/2006/relationships/tags" Target="../tags/tag38.xml"/><Relationship Id="rId6" Type="http://schemas.openxmlformats.org/officeDocument/2006/relationships/slideLayout" Target="../slideLayouts/slideLayout2.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audio" Target="ppt/media/media43.m4a" TargetMode="External"/><Relationship Id="rId2" Type="http://schemas.microsoft.com/office/2007/relationships/media" Target="ppt/media/media43.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audio" Target="ppt/media/media44.m4a" TargetMode="External"/><Relationship Id="rId2" Type="http://schemas.microsoft.com/office/2007/relationships/media" Target="ppt/media/media44.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audio" Target="ppt/media/media45.m4a" TargetMode="External"/><Relationship Id="rId2" Type="http://schemas.microsoft.com/office/2007/relationships/media" Target="ppt/media/media45.m4a" TargetMode="External"/><Relationship Id="rId3" Type="http://schemas.openxmlformats.org/officeDocument/2006/relationships/image" Target="../media/image3.png"/><Relationship Id="rId4" Type="http://schemas.openxmlformats.org/officeDocument/2006/relationships/slideLayout" Target="../slideLayouts/slideLayout3.xml"/><Relationship Id="rId5"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主标题：替换文字、加粗"/>
          <p:cNvSpPr txBox="1"/>
          <p:nvPr/>
        </p:nvSpPr>
        <p:spPr>
          <a:xfrm>
            <a:off x="1217066" y="5534660"/>
            <a:ext cx="12217400" cy="1732280"/>
          </a:xfrm>
          <a:prstGeom prst="rect">
            <a:avLst/>
          </a:prstGeom>
          <a:ln w="12700">
            <a:miter lim="400000"/>
          </a:ln>
        </p:spPr>
        <p:txBody>
          <a:bodyPr wrap="none" lIns="50800" tIns="50800" rIns="50800" bIns="50800" anchor="ctr">
            <a:spAutoFit/>
          </a:bodyPr>
          <a:lstStyle>
            <a:lvl1pPr algn="l" defTabSz="215265">
              <a:defRPr sz="106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lang="zh-CN" altLang="en-US" dirty="0"/>
              <a:t>软件质量保证与测试</a:t>
            </a:r>
            <a:endParaRPr dirty="0"/>
          </a:p>
        </p:txBody>
      </p:sp>
      <p:sp>
        <p:nvSpPr>
          <p:cNvPr id="123" name="专业技能培养云/职业技能实践云/创新成果转化云"/>
          <p:cNvSpPr txBox="1"/>
          <p:nvPr/>
        </p:nvSpPr>
        <p:spPr>
          <a:xfrm>
            <a:off x="1217066" y="8199240"/>
            <a:ext cx="5264262" cy="1025922"/>
          </a:xfrm>
          <a:prstGeom prst="rect">
            <a:avLst/>
          </a:prstGeom>
          <a:ln w="12700">
            <a:miter lim="400000"/>
          </a:ln>
        </p:spPr>
        <p:txBody>
          <a:bodyPr wrap="none" lIns="50800" tIns="50800" rIns="50800" bIns="50800" anchor="ctr">
            <a:spAutoFit/>
          </a:bodyPr>
          <a:lstStyle/>
          <a:p>
            <a:pPr algn="l" defTabSz="215265">
              <a:defRPr sz="6000" b="0">
                <a:latin typeface="MicrosoftYaHeiLight"/>
                <a:ea typeface="MicrosoftYaHeiLight"/>
                <a:cs typeface="MicrosoftYaHeiLight"/>
                <a:sym typeface="MicrosoftYaHeiLight"/>
              </a:defRPr>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4.1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覆盖率测试</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pic>
        <p:nvPicPr>
          <p:cNvPr id="2" name="图片 1"/>
          <p:cNvPicPr>
            <a:picLocks noChangeAspect="1"/>
          </p:cNvPicPr>
          <p:nvPr>
            <p:custDataLst>
              <p:tags r:id="rId4"/>
            </p:custDataLst>
          </p:nvPr>
        </p:nvPicPr>
        <p:blipFill>
          <a:blip r:embed="rId5"/>
          <a:stretch>
            <a:fillRect/>
          </a:stretch>
        </p:blipFill>
        <p:spPr>
          <a:xfrm>
            <a:off x="1217295" y="971550"/>
            <a:ext cx="2346960" cy="784860"/>
          </a:xfrm>
          <a:prstGeom prst="rect">
            <a:avLst/>
          </a:prstGeom>
        </p:spPr>
      </p:pic>
    </p:spTree>
  </p:cSld>
  <p:clrMapOvr>
    <a:masterClrMapping/>
  </p:clrMapOvr>
  <p:transition spd="med" advTm="957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088558" y="98791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白盒测试</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grpSp>
        <p:nvGrpSpPr>
          <p:cNvPr id="10" name="Group 9"/>
          <p:cNvGrpSpPr/>
          <p:nvPr/>
        </p:nvGrpSpPr>
        <p:grpSpPr>
          <a:xfrm>
            <a:off x="9088558" y="2535059"/>
            <a:ext cx="7717602" cy="1343465"/>
            <a:chOff x="9218067" y="3086516"/>
            <a:chExt cx="7717602" cy="1343465"/>
          </a:xfrm>
        </p:grpSpPr>
        <p:sp>
          <p:nvSpPr>
            <p:cNvPr id="134" name="矩形 5"/>
            <p:cNvSpPr txBox="1"/>
            <p:nvPr/>
          </p:nvSpPr>
          <p:spPr>
            <a:xfrm>
              <a:off x="11344964" y="3359705"/>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语句覆盖</a:t>
              </a:r>
              <a:endParaRPr sz="4400" dirty="0">
                <a:solidFill>
                  <a:srgbClr val="000000"/>
                </a:solidFill>
              </a:endParaRPr>
            </a:p>
          </p:txBody>
        </p:sp>
        <p:sp>
          <p:nvSpPr>
            <p:cNvPr id="135" name="Freeform 5"/>
            <p:cNvSpPr/>
            <p:nvPr/>
          </p:nvSpPr>
          <p:spPr>
            <a:xfrm rot="5400000">
              <a:off x="9341182" y="314029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218067" y="323530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grpSp>
      <p:grpSp>
        <p:nvGrpSpPr>
          <p:cNvPr id="9" name="Group 8"/>
          <p:cNvGrpSpPr/>
          <p:nvPr/>
        </p:nvGrpSpPr>
        <p:grpSpPr>
          <a:xfrm>
            <a:off x="9088558" y="4082204"/>
            <a:ext cx="7717601" cy="1343465"/>
            <a:chOff x="9218067" y="4940563"/>
            <a:chExt cx="7717601" cy="1343465"/>
          </a:xfrm>
        </p:grpSpPr>
        <p:sp>
          <p:nvSpPr>
            <p:cNvPr id="139" name="Freeform 5"/>
            <p:cNvSpPr/>
            <p:nvPr/>
          </p:nvSpPr>
          <p:spPr>
            <a:xfrm rot="5400000">
              <a:off x="9341182" y="4994344"/>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218067" y="51302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sp>
          <p:nvSpPr>
            <p:cNvPr id="18" name="矩形 5"/>
            <p:cNvSpPr txBox="1"/>
            <p:nvPr/>
          </p:nvSpPr>
          <p:spPr>
            <a:xfrm>
              <a:off x="11344963" y="5213752"/>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判定覆盖</a:t>
              </a:r>
              <a:endParaRPr sz="4400" dirty="0">
                <a:solidFill>
                  <a:srgbClr val="000000"/>
                </a:solidFill>
              </a:endParaRPr>
            </a:p>
          </p:txBody>
        </p:sp>
      </p:grpSp>
      <p:grpSp>
        <p:nvGrpSpPr>
          <p:cNvPr id="8" name="Group 7"/>
          <p:cNvGrpSpPr/>
          <p:nvPr/>
        </p:nvGrpSpPr>
        <p:grpSpPr>
          <a:xfrm>
            <a:off x="9088558" y="5629349"/>
            <a:ext cx="7717602" cy="1343465"/>
            <a:chOff x="9184939" y="6856761"/>
            <a:chExt cx="7717602" cy="1343465"/>
          </a:xfrm>
        </p:grpSpPr>
        <p:sp>
          <p:nvSpPr>
            <p:cNvPr id="19" name="矩形 5"/>
            <p:cNvSpPr txBox="1"/>
            <p:nvPr/>
          </p:nvSpPr>
          <p:spPr>
            <a:xfrm>
              <a:off x="11311836" y="7129950"/>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条件覆盖</a:t>
              </a:r>
              <a:endParaRPr sz="4400" b="1" dirty="0">
                <a:solidFill>
                  <a:srgbClr val="FF0000"/>
                </a:solidFill>
              </a:endParaRPr>
            </a:p>
          </p:txBody>
        </p:sp>
        <p:sp>
          <p:nvSpPr>
            <p:cNvPr id="20" name="Freeform 5"/>
            <p:cNvSpPr/>
            <p:nvPr/>
          </p:nvSpPr>
          <p:spPr>
            <a:xfrm rot="5400000">
              <a:off x="9308054" y="691054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1" name="矩形 11"/>
            <p:cNvSpPr txBox="1"/>
            <p:nvPr/>
          </p:nvSpPr>
          <p:spPr>
            <a:xfrm>
              <a:off x="9184939" y="700554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grpSp>
      <p:grpSp>
        <p:nvGrpSpPr>
          <p:cNvPr id="7" name="Group 6"/>
          <p:cNvGrpSpPr/>
          <p:nvPr/>
        </p:nvGrpSpPr>
        <p:grpSpPr>
          <a:xfrm>
            <a:off x="9088558" y="7176494"/>
            <a:ext cx="7679501" cy="1343465"/>
            <a:chOff x="9184939" y="8710808"/>
            <a:chExt cx="7679501" cy="1343465"/>
          </a:xfrm>
        </p:grpSpPr>
        <p:sp>
          <p:nvSpPr>
            <p:cNvPr id="22" name="Freeform 5"/>
            <p:cNvSpPr/>
            <p:nvPr/>
          </p:nvSpPr>
          <p:spPr>
            <a:xfrm rot="5400000">
              <a:off x="9308054" y="876458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3" name="矩形 11"/>
            <p:cNvSpPr txBox="1"/>
            <p:nvPr/>
          </p:nvSpPr>
          <p:spPr>
            <a:xfrm>
              <a:off x="9184939" y="890054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sp>
          <p:nvSpPr>
            <p:cNvPr id="24" name="矩形 5"/>
            <p:cNvSpPr txBox="1"/>
            <p:nvPr/>
          </p:nvSpPr>
          <p:spPr>
            <a:xfrm>
              <a:off x="11273735" y="8976834"/>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条件</a:t>
              </a:r>
              <a:r>
                <a:rPr lang="en-US" altLang="zh-CN" sz="4400" dirty="0">
                  <a:solidFill>
                    <a:srgbClr val="000000"/>
                  </a:solidFill>
                </a:rPr>
                <a:t>/</a:t>
              </a:r>
              <a:r>
                <a:rPr lang="zh-CN" altLang="en-US" sz="4400" dirty="0">
                  <a:solidFill>
                    <a:srgbClr val="000000"/>
                  </a:solidFill>
                </a:rPr>
                <a:t>判定覆盖</a:t>
              </a:r>
              <a:endParaRPr sz="4400" dirty="0">
                <a:solidFill>
                  <a:srgbClr val="000000"/>
                </a:solidFill>
              </a:endParaRPr>
            </a:p>
          </p:txBody>
        </p:sp>
      </p:grpSp>
      <p:grpSp>
        <p:nvGrpSpPr>
          <p:cNvPr id="6" name="Group 5"/>
          <p:cNvGrpSpPr/>
          <p:nvPr/>
        </p:nvGrpSpPr>
        <p:grpSpPr>
          <a:xfrm>
            <a:off x="9088558" y="8723639"/>
            <a:ext cx="7679501" cy="1343465"/>
            <a:chOff x="9125303" y="10241433"/>
            <a:chExt cx="7679501" cy="1343465"/>
          </a:xfrm>
        </p:grpSpPr>
        <p:sp>
          <p:nvSpPr>
            <p:cNvPr id="25" name="Freeform 5"/>
            <p:cNvSpPr/>
            <p:nvPr/>
          </p:nvSpPr>
          <p:spPr>
            <a:xfrm rot="5400000">
              <a:off x="9248418" y="10295214"/>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6" name="矩形 11"/>
            <p:cNvSpPr txBox="1"/>
            <p:nvPr/>
          </p:nvSpPr>
          <p:spPr>
            <a:xfrm>
              <a:off x="9125303" y="1043116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6</a:t>
              </a:r>
              <a:endParaRPr dirty="0"/>
            </a:p>
          </p:txBody>
        </p:sp>
        <p:sp>
          <p:nvSpPr>
            <p:cNvPr id="27" name="矩形 5"/>
            <p:cNvSpPr txBox="1"/>
            <p:nvPr/>
          </p:nvSpPr>
          <p:spPr>
            <a:xfrm>
              <a:off x="11214099" y="10507459"/>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条件组合覆盖</a:t>
              </a:r>
              <a:endParaRPr sz="4400" dirty="0">
                <a:solidFill>
                  <a:srgbClr val="000000"/>
                </a:solidFill>
              </a:endParaRPr>
            </a:p>
          </p:txBody>
        </p:sp>
      </p:grpSp>
      <p:grpSp>
        <p:nvGrpSpPr>
          <p:cNvPr id="5" name="Group 4"/>
          <p:cNvGrpSpPr/>
          <p:nvPr/>
        </p:nvGrpSpPr>
        <p:grpSpPr>
          <a:xfrm>
            <a:off x="9088558" y="10270784"/>
            <a:ext cx="7679501" cy="1343465"/>
            <a:chOff x="9184939" y="11246596"/>
            <a:chExt cx="7679501" cy="1343465"/>
          </a:xfrm>
        </p:grpSpPr>
        <p:sp>
          <p:nvSpPr>
            <p:cNvPr id="28" name="Freeform 5"/>
            <p:cNvSpPr/>
            <p:nvPr/>
          </p:nvSpPr>
          <p:spPr>
            <a:xfrm rot="5400000">
              <a:off x="9308054" y="1130037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9" name="矩形 11"/>
            <p:cNvSpPr txBox="1"/>
            <p:nvPr/>
          </p:nvSpPr>
          <p:spPr>
            <a:xfrm>
              <a:off x="9184939" y="1143632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7</a:t>
              </a:r>
              <a:endParaRPr dirty="0"/>
            </a:p>
          </p:txBody>
        </p:sp>
        <p:sp>
          <p:nvSpPr>
            <p:cNvPr id="30" name="矩形 5"/>
            <p:cNvSpPr txBox="1"/>
            <p:nvPr/>
          </p:nvSpPr>
          <p:spPr>
            <a:xfrm>
              <a:off x="11273735" y="11512622"/>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路径覆盖</a:t>
              </a:r>
              <a:endParaRPr sz="4400" dirty="0">
                <a:solidFill>
                  <a:srgbClr val="000000"/>
                </a:solidFill>
              </a:endParaRPr>
            </a:p>
          </p:txBody>
        </p:sp>
      </p:grpSp>
      <p:grpSp>
        <p:nvGrpSpPr>
          <p:cNvPr id="4" name="Group 3"/>
          <p:cNvGrpSpPr/>
          <p:nvPr/>
        </p:nvGrpSpPr>
        <p:grpSpPr>
          <a:xfrm>
            <a:off x="9088558" y="11817929"/>
            <a:ext cx="7679501" cy="1343465"/>
            <a:chOff x="9125303" y="12777221"/>
            <a:chExt cx="7679501" cy="1343465"/>
          </a:xfrm>
        </p:grpSpPr>
        <p:sp>
          <p:nvSpPr>
            <p:cNvPr id="31" name="Freeform 5"/>
            <p:cNvSpPr/>
            <p:nvPr/>
          </p:nvSpPr>
          <p:spPr>
            <a:xfrm rot="5400000">
              <a:off x="9248418" y="12831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32" name="矩形 11"/>
            <p:cNvSpPr txBox="1"/>
            <p:nvPr/>
          </p:nvSpPr>
          <p:spPr>
            <a:xfrm>
              <a:off x="9125303" y="1296695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8</a:t>
              </a:r>
              <a:endParaRPr dirty="0"/>
            </a:p>
          </p:txBody>
        </p:sp>
        <p:sp>
          <p:nvSpPr>
            <p:cNvPr id="33" name="矩形 5"/>
            <p:cNvSpPr txBox="1"/>
            <p:nvPr/>
          </p:nvSpPr>
          <p:spPr>
            <a:xfrm>
              <a:off x="11214099" y="13085326"/>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grpSp>
      <p:pic>
        <p:nvPicPr>
          <p:cNvPr id="11" name="音频 10">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183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47199" y="2959080"/>
            <a:ext cx="19868961" cy="6344408"/>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条件覆盖</a:t>
            </a:r>
            <a:endParaRPr lang="en-US" altLang="zh-CN" sz="4800" b="1" dirty="0"/>
          </a:p>
          <a:p>
            <a:pPr lvl="2"/>
            <a:r>
              <a:rPr lang="zh-CN" altLang="en-US" sz="4800" dirty="0"/>
              <a:t>选取足够多的测试数据，使被测试程序中每个判定表达式中的每个条件都取到各种可能的结果。</a:t>
            </a:r>
            <a:endParaRPr lang="zh-CN" altLang="en-US" sz="4800" dirty="0"/>
          </a:p>
          <a:p>
            <a:pPr marL="1270000" lvl="2" indent="0">
              <a:buNone/>
            </a:pPr>
            <a:endParaRPr lang="zh-CN" altLang="en-US" sz="4800" dirty="0"/>
          </a:p>
        </p:txBody>
      </p:sp>
      <p:sp>
        <p:nvSpPr>
          <p:cNvPr id="21"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条件覆盖</a:t>
            </a:r>
            <a:endParaRPr lang="zh-CN" altLang="en-US" dirty="0"/>
          </a:p>
        </p:txBody>
      </p:sp>
      <p:sp>
        <p:nvSpPr>
          <p:cNvPr id="22"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5823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133117" y="5870501"/>
            <a:ext cx="5837275" cy="1222744"/>
          </a:xfrm>
          <a:prstGeom prst="ellipse">
            <a:avLst/>
          </a:prstGeom>
          <a:solidFill>
            <a:schemeClr val="bg1">
              <a:lumMod val="95000"/>
            </a:schemeClr>
          </a:solidFill>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2" name="Rectangle 3"/>
          <p:cNvSpPr txBox="1">
            <a:spLocks noChangeArrowheads="1"/>
          </p:cNvSpPr>
          <p:nvPr/>
        </p:nvSpPr>
        <p:spPr>
          <a:xfrm>
            <a:off x="6123024" y="3294384"/>
            <a:ext cx="14016445" cy="8260080"/>
          </a:xfrm>
          <a:prstGeom prst="rect">
            <a:avLst/>
          </a:prstGeom>
        </p:spPr>
        <p:txBody>
          <a:bodyPr/>
          <a:lstStyle>
            <a:lvl1pPr marL="635000" marR="0" indent="-635000" algn="l" defTabSz="825500" latinLnBrk="0">
              <a:lnSpc>
                <a:spcPct val="100000"/>
              </a:lnSpc>
              <a:spcBef>
                <a:spcPts val="5900"/>
              </a:spcBef>
              <a:spcAft>
                <a:spcPts val="0"/>
              </a:spcAft>
              <a:buClrTx/>
              <a:buSzPct val="125000"/>
              <a:buFontTx/>
              <a:buChar char="•"/>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1" i="0" u="none" strike="noStrike" cap="none" spc="0" baseline="0">
                <a:ln>
                  <a:noFill/>
                </a:ln>
                <a:solidFill>
                  <a:srgbClr val="000000"/>
                </a:solidFill>
                <a:uFillTx/>
                <a:latin typeface="黑体" panose="02010609060101010101" pitchFamily="49" charset="-122"/>
                <a:ea typeface="黑体" panose="02010609060101010101" pitchFamily="49" charset="-122"/>
                <a:cs typeface="黑体" panose="02010609060101010101" pitchFamily="49"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a:lstStyle>
          <a:p>
            <a:pPr hangingPunct="1">
              <a:buFontTx/>
              <a:buNone/>
            </a:pPr>
            <a:r>
              <a:rPr lang="en-US" altLang="zh-CN" dirty="0">
                <a:latin typeface="Courier New" panose="02070309020205020404" pitchFamily="49" charset="0"/>
              </a:rPr>
              <a:t>float Compute(float </a:t>
            </a:r>
            <a:r>
              <a:rPr lang="en-US" altLang="zh-CN" dirty="0" err="1">
                <a:latin typeface="Courier New" panose="02070309020205020404" pitchFamily="49" charset="0"/>
              </a:rPr>
              <a:t>A,float</a:t>
            </a:r>
            <a:r>
              <a:rPr lang="en-US" altLang="zh-CN" dirty="0">
                <a:latin typeface="Courier New" panose="02070309020205020404" pitchFamily="49" charset="0"/>
              </a:rPr>
              <a:t> </a:t>
            </a:r>
            <a:r>
              <a:rPr lang="en-US" altLang="zh-CN" dirty="0" err="1">
                <a:latin typeface="Courier New" panose="02070309020205020404" pitchFamily="49" charset="0"/>
              </a:rPr>
              <a:t>B,float</a:t>
            </a:r>
            <a:r>
              <a:rPr lang="en-US" altLang="zh-CN" dirty="0">
                <a:latin typeface="Courier New" panose="02070309020205020404" pitchFamily="49" charset="0"/>
              </a:rPr>
              <a:t> X)</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    if (A&gt;1)&amp;&amp;(B==0) X=X/A;</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    if (A==2)||(X&gt;1) X=X+1;</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    return X;</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a:t>
            </a:r>
            <a:endParaRPr lang="en-US" altLang="zh-CN" dirty="0">
              <a:latin typeface="Courier New" panose="02070309020205020404" pitchFamily="49" charset="0"/>
            </a:endParaRPr>
          </a:p>
        </p:txBody>
      </p:sp>
      <p:sp>
        <p:nvSpPr>
          <p:cNvPr id="10"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条件覆盖</a:t>
            </a:r>
            <a:endParaRPr lang="zh-CN" altLang="en-US" dirty="0"/>
          </a:p>
        </p:txBody>
      </p:sp>
      <p:sp>
        <p:nvSpPr>
          <p:cNvPr id="11"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sp>
        <p:nvSpPr>
          <p:cNvPr id="5" name="Rectangle: Rounded Corners 4"/>
          <p:cNvSpPr/>
          <p:nvPr/>
        </p:nvSpPr>
        <p:spPr>
          <a:xfrm>
            <a:off x="11196527" y="7424424"/>
            <a:ext cx="1648046" cy="988828"/>
          </a:xfrm>
          <a:prstGeom prst="roundRect">
            <a:avLst/>
          </a:prstGeom>
          <a:noFill/>
          <a:ln w="38100"/>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2" name="Rectangle: Rounded Corners 11"/>
          <p:cNvSpPr/>
          <p:nvPr/>
        </p:nvSpPr>
        <p:spPr>
          <a:xfrm>
            <a:off x="8625221" y="7459864"/>
            <a:ext cx="1899682" cy="988828"/>
          </a:xfrm>
          <a:prstGeom prst="roundRect">
            <a:avLst/>
          </a:prstGeom>
          <a:noFill/>
          <a:ln w="38100"/>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8897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heel(1)">
                                      <p:cBhvr>
                                        <p:cTn id="14"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5" fill="hold" display="0">
                  <p:stCondLst>
                    <p:cond delay="indefinite"/>
                  </p:stCondLst>
                  <p:endCondLst>
                    <p:cond evt="onStopAudio" delay="0">
                      <p:tgtEl>
                        <p:sldTgt/>
                      </p:tgtEl>
                    </p:cond>
                  </p:endCondLst>
                </p:cTn>
                <p:tgtEl>
                  <p:spTgt spid="3"/>
                </p:tgtEl>
              </p:cMediaNode>
            </p:audio>
          </p:childTnLst>
        </p:cTn>
      </p:par>
    </p:tnLst>
    <p:bldLst>
      <p:bldP spid="5"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p:cNvPicPr>
            <a:picLocks noChangeAspect="1"/>
          </p:cNvPicPr>
          <p:nvPr/>
        </p:nvPicPr>
        <p:blipFill>
          <a:blip r:embed="rId1"/>
          <a:stretch>
            <a:fillRect/>
          </a:stretch>
        </p:blipFill>
        <p:spPr>
          <a:xfrm>
            <a:off x="1318175" y="3921024"/>
            <a:ext cx="10868915" cy="6391294"/>
          </a:xfrm>
          <a:prstGeom prst="rect">
            <a:avLst/>
          </a:prstGeom>
        </p:spPr>
      </p:pic>
      <p:sp>
        <p:nvSpPr>
          <p:cNvPr id="34"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条件覆盖</a:t>
            </a:r>
            <a:endParaRPr lang="zh-CN" altLang="en-US" dirty="0"/>
          </a:p>
        </p:txBody>
      </p:sp>
      <p:sp>
        <p:nvSpPr>
          <p:cNvPr id="35"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sp>
        <p:nvSpPr>
          <p:cNvPr id="4" name="Rectangle 3"/>
          <p:cNvSpPr/>
          <p:nvPr/>
        </p:nvSpPr>
        <p:spPr>
          <a:xfrm>
            <a:off x="3493749" y="5373770"/>
            <a:ext cx="877163" cy="923330"/>
          </a:xfrm>
          <a:prstGeom prst="rect">
            <a:avLst/>
          </a:prstGeom>
          <a:noFill/>
        </p:spPr>
        <p:txBody>
          <a:bodyPr wrap="none" lIns="91440" tIns="45720" rIns="91440" bIns="45720">
            <a:spAutoFit/>
          </a:bodyPr>
          <a:lstStyle/>
          <a:p>
            <a:pPr algn="ctr"/>
            <a:r>
              <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①</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38" name="Rectangle 37"/>
          <p:cNvSpPr/>
          <p:nvPr/>
        </p:nvSpPr>
        <p:spPr>
          <a:xfrm>
            <a:off x="5459027" y="539786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②</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39" name="Rectangle 38"/>
          <p:cNvSpPr/>
          <p:nvPr/>
        </p:nvSpPr>
        <p:spPr>
          <a:xfrm>
            <a:off x="3493749" y="7658772"/>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③</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0" name="Rectangle 39"/>
          <p:cNvSpPr/>
          <p:nvPr/>
        </p:nvSpPr>
        <p:spPr>
          <a:xfrm>
            <a:off x="5459026" y="7658772"/>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④</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grpSp>
        <p:nvGrpSpPr>
          <p:cNvPr id="5" name="Group 4"/>
          <p:cNvGrpSpPr/>
          <p:nvPr/>
        </p:nvGrpSpPr>
        <p:grpSpPr>
          <a:xfrm>
            <a:off x="12192000" y="2636874"/>
            <a:ext cx="10228267" cy="8442252"/>
            <a:chOff x="11987538" y="3656213"/>
            <a:chExt cx="10228267" cy="8442252"/>
          </a:xfrm>
        </p:grpSpPr>
        <p:grpSp>
          <p:nvGrpSpPr>
            <p:cNvPr id="7" name="组合 2"/>
            <p:cNvGrpSpPr/>
            <p:nvPr/>
          </p:nvGrpSpPr>
          <p:grpSpPr bwMode="auto">
            <a:xfrm>
              <a:off x="11987538" y="3656213"/>
              <a:ext cx="10228267" cy="8442252"/>
              <a:chOff x="4787900" y="2205038"/>
              <a:chExt cx="3581400" cy="3235325"/>
            </a:xfrm>
            <a:solidFill>
              <a:schemeClr val="bg1">
                <a:lumMod val="95000"/>
              </a:schemeClr>
            </a:solidFill>
          </p:grpSpPr>
          <p:sp>
            <p:nvSpPr>
              <p:cNvPr id="8" name="AutoShape 4"/>
              <p:cNvSpPr>
                <a:spLocks noChangeArrowheads="1"/>
              </p:cNvSpPr>
              <p:nvPr/>
            </p:nvSpPr>
            <p:spPr bwMode="auto">
              <a:xfrm>
                <a:off x="5245100" y="22399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入口</a:t>
                </a:r>
                <a:endParaRPr kumimoji="1" lang="zh-CN" altLang="en-US" sz="4800" dirty="0">
                  <a:latin typeface="Times New Roman" panose="02020603050405020304" pitchFamily="18" charset="0"/>
                  <a:cs typeface="Times New Roman" panose="02020603050405020304" pitchFamily="18" charset="0"/>
                </a:endParaRPr>
              </a:p>
            </p:txBody>
          </p:sp>
          <p:sp>
            <p:nvSpPr>
              <p:cNvPr id="9" name="AutoShape 5"/>
              <p:cNvSpPr>
                <a:spLocks noChangeArrowheads="1"/>
              </p:cNvSpPr>
              <p:nvPr/>
            </p:nvSpPr>
            <p:spPr bwMode="auto">
              <a:xfrm>
                <a:off x="5245100" y="49831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a:latin typeface="Times New Roman" panose="02020603050405020304" pitchFamily="18" charset="0"/>
                    <a:cs typeface="Times New Roman" panose="02020603050405020304" pitchFamily="18" charset="0"/>
                  </a:rPr>
                  <a:t>返回</a:t>
                </a:r>
                <a:endParaRPr kumimoji="1" lang="zh-CN" altLang="en-US" sz="4000">
                  <a:latin typeface="Times New Roman" panose="02020603050405020304" pitchFamily="18" charset="0"/>
                  <a:cs typeface="Times New Roman" panose="02020603050405020304" pitchFamily="18" charset="0"/>
                </a:endParaRPr>
              </a:p>
            </p:txBody>
          </p:sp>
          <p:sp>
            <p:nvSpPr>
              <p:cNvPr id="10" name="AutoShape 6"/>
              <p:cNvSpPr>
                <a:spLocks noChangeArrowheads="1"/>
              </p:cNvSpPr>
              <p:nvPr/>
            </p:nvSpPr>
            <p:spPr bwMode="auto">
              <a:xfrm>
                <a:off x="4787900" y="30019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dirty="0">
                    <a:latin typeface="Courier New" panose="02070309020205020404" pitchFamily="49" charset="0"/>
                    <a:cs typeface="Times New Roman" panose="02020603050405020304" pitchFamily="18" charset="0"/>
                  </a:rPr>
                  <a:t>(A&gt;1)&amp;&amp;(B==0</a:t>
                </a:r>
                <a:r>
                  <a:rPr kumimoji="1" lang="zh-CN" altLang="en-US" sz="2800" dirty="0">
                    <a:latin typeface="Courier New" panose="02070309020205020404" pitchFamily="49" charset="0"/>
                    <a:cs typeface="Times New Roman" panose="02020603050405020304" pitchFamily="18" charset="0"/>
                  </a:rPr>
                  <a:t>）</a:t>
                </a:r>
                <a:endParaRPr kumimoji="1" lang="zh-CN" altLang="en-US" sz="3600" dirty="0">
                  <a:latin typeface="Courier New" panose="02070309020205020404" pitchFamily="49" charset="0"/>
                  <a:cs typeface="Times New Roman" panose="02020603050405020304" pitchFamily="18" charset="0"/>
                </a:endParaRPr>
              </a:p>
            </p:txBody>
          </p:sp>
          <p:sp>
            <p:nvSpPr>
              <p:cNvPr id="11" name="AutoShape 7"/>
              <p:cNvSpPr>
                <a:spLocks noChangeArrowheads="1"/>
              </p:cNvSpPr>
              <p:nvPr/>
            </p:nvSpPr>
            <p:spPr bwMode="auto">
              <a:xfrm>
                <a:off x="4787900" y="40687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a:latin typeface="Courier New" panose="02070309020205020404" pitchFamily="49" charset="0"/>
                    <a:cs typeface="Times New Roman" panose="02020603050405020304" pitchFamily="18" charset="0"/>
                  </a:rPr>
                  <a:t>(A==2)||(X&gt;1</a:t>
                </a:r>
                <a:r>
                  <a:rPr kumimoji="1" lang="zh-CN" altLang="en-US" sz="2800">
                    <a:latin typeface="Courier New" panose="02070309020205020404" pitchFamily="49" charset="0"/>
                    <a:cs typeface="Times New Roman" panose="02020603050405020304" pitchFamily="18" charset="0"/>
                  </a:rPr>
                  <a:t>）</a:t>
                </a:r>
                <a:endParaRPr kumimoji="1" lang="zh-CN" altLang="en-US" sz="3600">
                  <a:latin typeface="Courier New" panose="02070309020205020404" pitchFamily="49" charset="0"/>
                  <a:cs typeface="Times New Roman" panose="02020603050405020304" pitchFamily="18" charset="0"/>
                </a:endParaRPr>
              </a:p>
            </p:txBody>
          </p:sp>
          <p:sp>
            <p:nvSpPr>
              <p:cNvPr id="12" name="Line 8"/>
              <p:cNvSpPr>
                <a:spLocks noChangeShapeType="1"/>
              </p:cNvSpPr>
              <p:nvPr/>
            </p:nvSpPr>
            <p:spPr bwMode="auto">
              <a:xfrm>
                <a:off x="5626100" y="2697163"/>
                <a:ext cx="0" cy="3048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3" name="Line 9"/>
              <p:cNvSpPr>
                <a:spLocks noChangeShapeType="1"/>
              </p:cNvSpPr>
              <p:nvPr/>
            </p:nvSpPr>
            <p:spPr bwMode="auto">
              <a:xfrm>
                <a:off x="5626100" y="3687763"/>
                <a:ext cx="0" cy="3810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4" name="Line 10"/>
              <p:cNvSpPr>
                <a:spLocks noChangeShapeType="1"/>
              </p:cNvSpPr>
              <p:nvPr/>
            </p:nvSpPr>
            <p:spPr bwMode="auto">
              <a:xfrm>
                <a:off x="5626100" y="4754563"/>
                <a:ext cx="0" cy="2286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5" name="AutoShape 11"/>
              <p:cNvSpPr>
                <a:spLocks noChangeArrowheads="1"/>
              </p:cNvSpPr>
              <p:nvPr/>
            </p:nvSpPr>
            <p:spPr bwMode="auto">
              <a:xfrm>
                <a:off x="6921500" y="2925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A</a:t>
                </a:r>
                <a:endParaRPr kumimoji="1" lang="en-US" altLang="zh-CN" sz="3600">
                  <a:latin typeface="Times New Roman" panose="02020603050405020304" pitchFamily="18" charset="0"/>
                  <a:cs typeface="Times New Roman" panose="02020603050405020304" pitchFamily="18" charset="0"/>
                </a:endParaRPr>
              </a:p>
            </p:txBody>
          </p:sp>
          <p:sp>
            <p:nvSpPr>
              <p:cNvPr id="16" name="AutoShape 12"/>
              <p:cNvSpPr>
                <a:spLocks noChangeArrowheads="1"/>
              </p:cNvSpPr>
              <p:nvPr/>
            </p:nvSpPr>
            <p:spPr bwMode="auto">
              <a:xfrm>
                <a:off x="6921500" y="4068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+ 1</a:t>
                </a:r>
                <a:endParaRPr kumimoji="1" lang="en-US" altLang="zh-CN" sz="3600">
                  <a:latin typeface="Times New Roman" panose="02020603050405020304" pitchFamily="18" charset="0"/>
                  <a:cs typeface="Times New Roman" panose="02020603050405020304" pitchFamily="18" charset="0"/>
                </a:endParaRPr>
              </a:p>
            </p:txBody>
          </p:sp>
          <p:sp>
            <p:nvSpPr>
              <p:cNvPr id="17" name="Line 13"/>
              <p:cNvSpPr>
                <a:spLocks noChangeShapeType="1"/>
              </p:cNvSpPr>
              <p:nvPr/>
            </p:nvSpPr>
            <p:spPr bwMode="auto">
              <a:xfrm>
                <a:off x="7607300" y="3535363"/>
                <a:ext cx="0" cy="3048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9" name="Line 14"/>
              <p:cNvSpPr>
                <a:spLocks noChangeShapeType="1"/>
              </p:cNvSpPr>
              <p:nvPr/>
            </p:nvSpPr>
            <p:spPr bwMode="auto">
              <a:xfrm flipH="1">
                <a:off x="5626100" y="38401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3" name="Line 15"/>
              <p:cNvSpPr>
                <a:spLocks noChangeShapeType="1"/>
              </p:cNvSpPr>
              <p:nvPr/>
            </p:nvSpPr>
            <p:spPr bwMode="auto">
              <a:xfrm>
                <a:off x="7607300" y="4678363"/>
                <a:ext cx="0" cy="1524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4" name="Line 16"/>
              <p:cNvSpPr>
                <a:spLocks noChangeShapeType="1"/>
              </p:cNvSpPr>
              <p:nvPr/>
            </p:nvSpPr>
            <p:spPr bwMode="auto">
              <a:xfrm flipH="1">
                <a:off x="5626100" y="48307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5" name="Line 17"/>
              <p:cNvSpPr>
                <a:spLocks noChangeShapeType="1"/>
              </p:cNvSpPr>
              <p:nvPr/>
            </p:nvSpPr>
            <p:spPr bwMode="auto">
              <a:xfrm>
                <a:off x="6540500" y="33067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6" name="Line 18"/>
              <p:cNvSpPr>
                <a:spLocks noChangeShapeType="1"/>
              </p:cNvSpPr>
              <p:nvPr/>
            </p:nvSpPr>
            <p:spPr bwMode="auto">
              <a:xfrm>
                <a:off x="6540500" y="43735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7" name="Text Box 19"/>
              <p:cNvSpPr txBox="1">
                <a:spLocks noChangeArrowheads="1"/>
              </p:cNvSpPr>
              <p:nvPr/>
            </p:nvSpPr>
            <p:spPr bwMode="auto">
              <a:xfrm>
                <a:off x="4893954" y="2205038"/>
                <a:ext cx="211757"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28" name="Text Box 20"/>
              <p:cNvSpPr txBox="1">
                <a:spLocks noChangeArrowheads="1"/>
              </p:cNvSpPr>
              <p:nvPr/>
            </p:nvSpPr>
            <p:spPr bwMode="auto">
              <a:xfrm>
                <a:off x="4884659" y="2814638"/>
                <a:ext cx="246222"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a</a:t>
                </a:r>
                <a:endParaRPr kumimoji="1" lang="en-US" altLang="zh-CN" sz="4800">
                  <a:latin typeface="Times New Roman" panose="02020603050405020304" pitchFamily="18" charset="0"/>
                  <a:cs typeface="Times New Roman" panose="02020603050405020304" pitchFamily="18" charset="0"/>
                </a:endParaRPr>
              </a:p>
            </p:txBody>
          </p:sp>
          <p:sp>
            <p:nvSpPr>
              <p:cNvPr id="29" name="Text Box 21"/>
              <p:cNvSpPr txBox="1">
                <a:spLocks noChangeArrowheads="1"/>
              </p:cNvSpPr>
              <p:nvPr/>
            </p:nvSpPr>
            <p:spPr bwMode="auto">
              <a:xfrm>
                <a:off x="4882853" y="38052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30" name="Text Box 22"/>
              <p:cNvSpPr txBox="1">
                <a:spLocks noChangeArrowheads="1"/>
              </p:cNvSpPr>
              <p:nvPr/>
            </p:nvSpPr>
            <p:spPr bwMode="auto">
              <a:xfrm>
                <a:off x="4884573" y="48720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d</a:t>
                </a:r>
                <a:endParaRPr kumimoji="1" lang="en-US" altLang="zh-CN" sz="4800">
                  <a:latin typeface="Times New Roman" panose="02020603050405020304" pitchFamily="18" charset="0"/>
                  <a:cs typeface="Times New Roman" panose="02020603050405020304" pitchFamily="18" charset="0"/>
                </a:endParaRPr>
              </a:p>
            </p:txBody>
          </p:sp>
          <p:sp>
            <p:nvSpPr>
              <p:cNvPr id="31" name="Text Box 23"/>
              <p:cNvSpPr txBox="1">
                <a:spLocks noChangeArrowheads="1"/>
              </p:cNvSpPr>
              <p:nvPr/>
            </p:nvSpPr>
            <p:spPr bwMode="auto">
              <a:xfrm>
                <a:off x="8093875" y="2536726"/>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32" name="Text Box 24"/>
              <p:cNvSpPr txBox="1">
                <a:spLocks noChangeArrowheads="1"/>
              </p:cNvSpPr>
              <p:nvPr/>
            </p:nvSpPr>
            <p:spPr bwMode="auto">
              <a:xfrm>
                <a:off x="8093875" y="3751852"/>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grpSp>
        <p:sp>
          <p:nvSpPr>
            <p:cNvPr id="41" name="Rectangle 40"/>
            <p:cNvSpPr/>
            <p:nvPr/>
          </p:nvSpPr>
          <p:spPr>
            <a:xfrm>
              <a:off x="13070740" y="5566882"/>
              <a:ext cx="877163" cy="923330"/>
            </a:xfrm>
            <a:prstGeom prst="rect">
              <a:avLst/>
            </a:prstGeom>
            <a:noFill/>
          </p:spPr>
          <p:txBody>
            <a:bodyPr wrap="none" lIns="91440" tIns="45720" rIns="91440" bIns="45720">
              <a:spAutoFit/>
            </a:bodyPr>
            <a:lstStyle/>
            <a:p>
              <a:pPr algn="ctr"/>
              <a:r>
                <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①</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2" name="Rectangle 41"/>
            <p:cNvSpPr/>
            <p:nvPr/>
          </p:nvSpPr>
          <p:spPr>
            <a:xfrm>
              <a:off x="14899455" y="5566882"/>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②</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3" name="Rectangle 42"/>
            <p:cNvSpPr/>
            <p:nvPr/>
          </p:nvSpPr>
          <p:spPr>
            <a:xfrm>
              <a:off x="13070740"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③</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4" name="Rectangle 43"/>
            <p:cNvSpPr/>
            <p:nvPr/>
          </p:nvSpPr>
          <p:spPr>
            <a:xfrm>
              <a:off x="14899455"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④</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gr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17004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p:cNvGrpSpPr/>
          <p:nvPr/>
        </p:nvGrpSpPr>
        <p:grpSpPr>
          <a:xfrm>
            <a:off x="11987538" y="3174113"/>
            <a:ext cx="10228267" cy="8442252"/>
            <a:chOff x="11987538" y="3656213"/>
            <a:chExt cx="10228267" cy="8442252"/>
          </a:xfrm>
        </p:grpSpPr>
        <p:grpSp>
          <p:nvGrpSpPr>
            <p:cNvPr id="37" name="组合 2"/>
            <p:cNvGrpSpPr/>
            <p:nvPr/>
          </p:nvGrpSpPr>
          <p:grpSpPr bwMode="auto">
            <a:xfrm>
              <a:off x="11987538" y="3656213"/>
              <a:ext cx="10228267" cy="8442252"/>
              <a:chOff x="4787900" y="2205038"/>
              <a:chExt cx="3581400" cy="3235325"/>
            </a:xfrm>
            <a:solidFill>
              <a:schemeClr val="bg1">
                <a:lumMod val="95000"/>
              </a:schemeClr>
            </a:solidFill>
          </p:grpSpPr>
          <p:sp>
            <p:nvSpPr>
              <p:cNvPr id="42" name="AutoShape 4"/>
              <p:cNvSpPr>
                <a:spLocks noChangeArrowheads="1"/>
              </p:cNvSpPr>
              <p:nvPr/>
            </p:nvSpPr>
            <p:spPr bwMode="auto">
              <a:xfrm>
                <a:off x="5245100" y="22399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入口</a:t>
                </a:r>
                <a:endParaRPr kumimoji="1" lang="zh-CN" altLang="en-US" sz="4800" dirty="0">
                  <a:latin typeface="Times New Roman" panose="02020603050405020304" pitchFamily="18" charset="0"/>
                  <a:cs typeface="Times New Roman" panose="02020603050405020304" pitchFamily="18" charset="0"/>
                </a:endParaRPr>
              </a:p>
            </p:txBody>
          </p:sp>
          <p:sp>
            <p:nvSpPr>
              <p:cNvPr id="43" name="AutoShape 5"/>
              <p:cNvSpPr>
                <a:spLocks noChangeArrowheads="1"/>
              </p:cNvSpPr>
              <p:nvPr/>
            </p:nvSpPr>
            <p:spPr bwMode="auto">
              <a:xfrm>
                <a:off x="5245100" y="49831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a:latin typeface="Times New Roman" panose="02020603050405020304" pitchFamily="18" charset="0"/>
                    <a:cs typeface="Times New Roman" panose="02020603050405020304" pitchFamily="18" charset="0"/>
                  </a:rPr>
                  <a:t>返回</a:t>
                </a:r>
                <a:endParaRPr kumimoji="1" lang="zh-CN" altLang="en-US" sz="4000">
                  <a:latin typeface="Times New Roman" panose="02020603050405020304" pitchFamily="18" charset="0"/>
                  <a:cs typeface="Times New Roman" panose="02020603050405020304" pitchFamily="18" charset="0"/>
                </a:endParaRPr>
              </a:p>
            </p:txBody>
          </p:sp>
          <p:sp>
            <p:nvSpPr>
              <p:cNvPr id="44" name="AutoShape 6"/>
              <p:cNvSpPr>
                <a:spLocks noChangeArrowheads="1"/>
              </p:cNvSpPr>
              <p:nvPr/>
            </p:nvSpPr>
            <p:spPr bwMode="auto">
              <a:xfrm>
                <a:off x="4787900" y="30019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dirty="0">
                    <a:latin typeface="Courier New" panose="02070309020205020404" pitchFamily="49" charset="0"/>
                    <a:cs typeface="Times New Roman" panose="02020603050405020304" pitchFamily="18" charset="0"/>
                  </a:rPr>
                  <a:t>(A&gt;1)&amp;&amp;(B==0</a:t>
                </a:r>
                <a:r>
                  <a:rPr kumimoji="1" lang="zh-CN" altLang="en-US" sz="2800" dirty="0">
                    <a:latin typeface="Courier New" panose="02070309020205020404" pitchFamily="49" charset="0"/>
                    <a:cs typeface="Times New Roman" panose="02020603050405020304" pitchFamily="18" charset="0"/>
                  </a:rPr>
                  <a:t>）</a:t>
                </a:r>
                <a:endParaRPr kumimoji="1" lang="zh-CN" altLang="en-US" sz="3600" dirty="0">
                  <a:latin typeface="Courier New" panose="02070309020205020404" pitchFamily="49" charset="0"/>
                  <a:cs typeface="Times New Roman" panose="02020603050405020304" pitchFamily="18" charset="0"/>
                </a:endParaRPr>
              </a:p>
            </p:txBody>
          </p:sp>
          <p:sp>
            <p:nvSpPr>
              <p:cNvPr id="45" name="AutoShape 7"/>
              <p:cNvSpPr>
                <a:spLocks noChangeArrowheads="1"/>
              </p:cNvSpPr>
              <p:nvPr/>
            </p:nvSpPr>
            <p:spPr bwMode="auto">
              <a:xfrm>
                <a:off x="4787900" y="40687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a:latin typeface="Courier New" panose="02070309020205020404" pitchFamily="49" charset="0"/>
                    <a:cs typeface="Times New Roman" panose="02020603050405020304" pitchFamily="18" charset="0"/>
                  </a:rPr>
                  <a:t>(A==2)||(X&gt;1</a:t>
                </a:r>
                <a:r>
                  <a:rPr kumimoji="1" lang="zh-CN" altLang="en-US" sz="2800">
                    <a:latin typeface="Courier New" panose="02070309020205020404" pitchFamily="49" charset="0"/>
                    <a:cs typeface="Times New Roman" panose="02020603050405020304" pitchFamily="18" charset="0"/>
                  </a:rPr>
                  <a:t>）</a:t>
                </a:r>
                <a:endParaRPr kumimoji="1" lang="zh-CN" altLang="en-US" sz="3600">
                  <a:latin typeface="Courier New" panose="02070309020205020404" pitchFamily="49" charset="0"/>
                  <a:cs typeface="Times New Roman" panose="02020603050405020304" pitchFamily="18" charset="0"/>
                </a:endParaRPr>
              </a:p>
            </p:txBody>
          </p:sp>
          <p:sp>
            <p:nvSpPr>
              <p:cNvPr id="46" name="Line 8"/>
              <p:cNvSpPr>
                <a:spLocks noChangeShapeType="1"/>
              </p:cNvSpPr>
              <p:nvPr/>
            </p:nvSpPr>
            <p:spPr bwMode="auto">
              <a:xfrm>
                <a:off x="5626100" y="2697163"/>
                <a:ext cx="0" cy="3048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7" name="Line 9"/>
              <p:cNvSpPr>
                <a:spLocks noChangeShapeType="1"/>
              </p:cNvSpPr>
              <p:nvPr/>
            </p:nvSpPr>
            <p:spPr bwMode="auto">
              <a:xfrm>
                <a:off x="5626100" y="3687763"/>
                <a:ext cx="0" cy="3810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8" name="Line 10"/>
              <p:cNvSpPr>
                <a:spLocks noChangeShapeType="1"/>
              </p:cNvSpPr>
              <p:nvPr/>
            </p:nvSpPr>
            <p:spPr bwMode="auto">
              <a:xfrm>
                <a:off x="5626100" y="4754563"/>
                <a:ext cx="0" cy="2286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9" name="AutoShape 11"/>
              <p:cNvSpPr>
                <a:spLocks noChangeArrowheads="1"/>
              </p:cNvSpPr>
              <p:nvPr/>
            </p:nvSpPr>
            <p:spPr bwMode="auto">
              <a:xfrm>
                <a:off x="6921500" y="2925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A</a:t>
                </a:r>
                <a:endParaRPr kumimoji="1" lang="en-US" altLang="zh-CN" sz="3600">
                  <a:latin typeface="Times New Roman" panose="02020603050405020304" pitchFamily="18" charset="0"/>
                  <a:cs typeface="Times New Roman" panose="02020603050405020304" pitchFamily="18" charset="0"/>
                </a:endParaRPr>
              </a:p>
            </p:txBody>
          </p:sp>
          <p:sp>
            <p:nvSpPr>
              <p:cNvPr id="50" name="AutoShape 12"/>
              <p:cNvSpPr>
                <a:spLocks noChangeArrowheads="1"/>
              </p:cNvSpPr>
              <p:nvPr/>
            </p:nvSpPr>
            <p:spPr bwMode="auto">
              <a:xfrm>
                <a:off x="6921500" y="4068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+ 1</a:t>
                </a:r>
                <a:endParaRPr kumimoji="1" lang="en-US" altLang="zh-CN" sz="3600">
                  <a:latin typeface="Times New Roman" panose="02020603050405020304" pitchFamily="18" charset="0"/>
                  <a:cs typeface="Times New Roman" panose="02020603050405020304" pitchFamily="18" charset="0"/>
                </a:endParaRPr>
              </a:p>
            </p:txBody>
          </p:sp>
          <p:sp>
            <p:nvSpPr>
              <p:cNvPr id="51" name="Line 13"/>
              <p:cNvSpPr>
                <a:spLocks noChangeShapeType="1"/>
              </p:cNvSpPr>
              <p:nvPr/>
            </p:nvSpPr>
            <p:spPr bwMode="auto">
              <a:xfrm>
                <a:off x="7607300" y="3535363"/>
                <a:ext cx="0" cy="3048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2" name="Line 14"/>
              <p:cNvSpPr>
                <a:spLocks noChangeShapeType="1"/>
              </p:cNvSpPr>
              <p:nvPr/>
            </p:nvSpPr>
            <p:spPr bwMode="auto">
              <a:xfrm flipH="1">
                <a:off x="5626100" y="38401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3" name="Line 15"/>
              <p:cNvSpPr>
                <a:spLocks noChangeShapeType="1"/>
              </p:cNvSpPr>
              <p:nvPr/>
            </p:nvSpPr>
            <p:spPr bwMode="auto">
              <a:xfrm>
                <a:off x="7607300" y="4678363"/>
                <a:ext cx="0" cy="1524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4" name="Line 16"/>
              <p:cNvSpPr>
                <a:spLocks noChangeShapeType="1"/>
              </p:cNvSpPr>
              <p:nvPr/>
            </p:nvSpPr>
            <p:spPr bwMode="auto">
              <a:xfrm flipH="1">
                <a:off x="5626100" y="48307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5" name="Line 17"/>
              <p:cNvSpPr>
                <a:spLocks noChangeShapeType="1"/>
              </p:cNvSpPr>
              <p:nvPr/>
            </p:nvSpPr>
            <p:spPr bwMode="auto">
              <a:xfrm>
                <a:off x="6540500" y="33067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6" name="Line 18"/>
              <p:cNvSpPr>
                <a:spLocks noChangeShapeType="1"/>
              </p:cNvSpPr>
              <p:nvPr/>
            </p:nvSpPr>
            <p:spPr bwMode="auto">
              <a:xfrm>
                <a:off x="6540500" y="43735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7" name="Text Box 19"/>
              <p:cNvSpPr txBox="1">
                <a:spLocks noChangeArrowheads="1"/>
              </p:cNvSpPr>
              <p:nvPr/>
            </p:nvSpPr>
            <p:spPr bwMode="auto">
              <a:xfrm>
                <a:off x="4893954" y="2205038"/>
                <a:ext cx="211757"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58" name="Text Box 20"/>
              <p:cNvSpPr txBox="1">
                <a:spLocks noChangeArrowheads="1"/>
              </p:cNvSpPr>
              <p:nvPr/>
            </p:nvSpPr>
            <p:spPr bwMode="auto">
              <a:xfrm>
                <a:off x="4884659" y="2814638"/>
                <a:ext cx="246222"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a</a:t>
                </a:r>
                <a:endParaRPr kumimoji="1" lang="en-US" altLang="zh-CN" sz="4800">
                  <a:latin typeface="Times New Roman" panose="02020603050405020304" pitchFamily="18" charset="0"/>
                  <a:cs typeface="Times New Roman" panose="02020603050405020304" pitchFamily="18" charset="0"/>
                </a:endParaRPr>
              </a:p>
            </p:txBody>
          </p:sp>
          <p:sp>
            <p:nvSpPr>
              <p:cNvPr id="59" name="Text Box 21"/>
              <p:cNvSpPr txBox="1">
                <a:spLocks noChangeArrowheads="1"/>
              </p:cNvSpPr>
              <p:nvPr/>
            </p:nvSpPr>
            <p:spPr bwMode="auto">
              <a:xfrm>
                <a:off x="4889819" y="38052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60" name="Text Box 22"/>
              <p:cNvSpPr txBox="1">
                <a:spLocks noChangeArrowheads="1"/>
              </p:cNvSpPr>
              <p:nvPr/>
            </p:nvSpPr>
            <p:spPr bwMode="auto">
              <a:xfrm>
                <a:off x="4884573" y="48720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d</a:t>
                </a:r>
                <a:endParaRPr kumimoji="1" lang="en-US" altLang="zh-CN" sz="4800">
                  <a:latin typeface="Times New Roman" panose="02020603050405020304" pitchFamily="18" charset="0"/>
                  <a:cs typeface="Times New Roman" panose="02020603050405020304" pitchFamily="18" charset="0"/>
                </a:endParaRPr>
              </a:p>
            </p:txBody>
          </p:sp>
          <p:sp>
            <p:nvSpPr>
              <p:cNvPr id="61" name="Text Box 23"/>
              <p:cNvSpPr txBox="1">
                <a:spLocks noChangeArrowheads="1"/>
              </p:cNvSpPr>
              <p:nvPr/>
            </p:nvSpPr>
            <p:spPr bwMode="auto">
              <a:xfrm>
                <a:off x="8093875" y="2536726"/>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62" name="Text Box 24"/>
              <p:cNvSpPr txBox="1">
                <a:spLocks noChangeArrowheads="1"/>
              </p:cNvSpPr>
              <p:nvPr/>
            </p:nvSpPr>
            <p:spPr bwMode="auto">
              <a:xfrm>
                <a:off x="8093875" y="3751852"/>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grpSp>
        <p:sp>
          <p:nvSpPr>
            <p:cNvPr id="38" name="Rectangle 37"/>
            <p:cNvSpPr/>
            <p:nvPr/>
          </p:nvSpPr>
          <p:spPr>
            <a:xfrm>
              <a:off x="13032167" y="5577712"/>
              <a:ext cx="877163" cy="923330"/>
            </a:xfrm>
            <a:prstGeom prst="rect">
              <a:avLst/>
            </a:prstGeom>
            <a:noFill/>
          </p:spPr>
          <p:txBody>
            <a:bodyPr wrap="none" lIns="91440" tIns="45720" rIns="91440" bIns="45720">
              <a:spAutoFit/>
            </a:bodyPr>
            <a:lstStyle/>
            <a:p>
              <a:pPr algn="ctr"/>
              <a:r>
                <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①</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39" name="Rectangle 38"/>
            <p:cNvSpPr/>
            <p:nvPr/>
          </p:nvSpPr>
          <p:spPr>
            <a:xfrm>
              <a:off x="14899455" y="5566882"/>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②</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0" name="Rectangle 39"/>
            <p:cNvSpPr/>
            <p:nvPr/>
          </p:nvSpPr>
          <p:spPr>
            <a:xfrm>
              <a:off x="13070740"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③</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1" name="Rectangle 40"/>
            <p:cNvSpPr/>
            <p:nvPr/>
          </p:nvSpPr>
          <p:spPr>
            <a:xfrm>
              <a:off x="14899455"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④</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grpSp>
      <p:sp>
        <p:nvSpPr>
          <p:cNvPr id="5" name="Freeform: Shape 4"/>
          <p:cNvSpPr/>
          <p:nvPr/>
        </p:nvSpPr>
        <p:spPr>
          <a:xfrm>
            <a:off x="14241045" y="3644522"/>
            <a:ext cx="5855083" cy="8020878"/>
          </a:xfrm>
          <a:custGeom>
            <a:avLst/>
            <a:gdLst>
              <a:gd name="connsiteX0" fmla="*/ 208722 w 5855083"/>
              <a:gd name="connsiteY0" fmla="*/ 0 h 8020878"/>
              <a:gd name="connsiteX1" fmla="*/ 178905 w 5855083"/>
              <a:gd name="connsiteY1" fmla="*/ 79513 h 8020878"/>
              <a:gd name="connsiteX2" fmla="*/ 159027 w 5855083"/>
              <a:gd name="connsiteY2" fmla="*/ 119269 h 8020878"/>
              <a:gd name="connsiteX3" fmla="*/ 89453 w 5855083"/>
              <a:gd name="connsiteY3" fmla="*/ 437321 h 8020878"/>
              <a:gd name="connsiteX4" fmla="*/ 69574 w 5855083"/>
              <a:gd name="connsiteY4" fmla="*/ 685800 h 8020878"/>
              <a:gd name="connsiteX5" fmla="*/ 39757 w 5855083"/>
              <a:gd name="connsiteY5" fmla="*/ 795130 h 8020878"/>
              <a:gd name="connsiteX6" fmla="*/ 0 w 5855083"/>
              <a:gd name="connsiteY6" fmla="*/ 1073426 h 8020878"/>
              <a:gd name="connsiteX7" fmla="*/ 29818 w 5855083"/>
              <a:gd name="connsiteY7" fmla="*/ 1461052 h 8020878"/>
              <a:gd name="connsiteX8" fmla="*/ 79513 w 5855083"/>
              <a:gd name="connsiteY8" fmla="*/ 1769165 h 8020878"/>
              <a:gd name="connsiteX9" fmla="*/ 99392 w 5855083"/>
              <a:gd name="connsiteY9" fmla="*/ 1997765 h 8020878"/>
              <a:gd name="connsiteX10" fmla="*/ 139148 w 5855083"/>
              <a:gd name="connsiteY10" fmla="*/ 2126973 h 8020878"/>
              <a:gd name="connsiteX11" fmla="*/ 159027 w 5855083"/>
              <a:gd name="connsiteY11" fmla="*/ 2206487 h 8020878"/>
              <a:gd name="connsiteX12" fmla="*/ 188844 w 5855083"/>
              <a:gd name="connsiteY12" fmla="*/ 2276060 h 8020878"/>
              <a:gd name="connsiteX13" fmla="*/ 248479 w 5855083"/>
              <a:gd name="connsiteY13" fmla="*/ 2375452 h 8020878"/>
              <a:gd name="connsiteX14" fmla="*/ 288235 w 5855083"/>
              <a:gd name="connsiteY14" fmla="*/ 2425147 h 8020878"/>
              <a:gd name="connsiteX15" fmla="*/ 447261 w 5855083"/>
              <a:gd name="connsiteY15" fmla="*/ 2484782 h 8020878"/>
              <a:gd name="connsiteX16" fmla="*/ 695740 w 5855083"/>
              <a:gd name="connsiteY16" fmla="*/ 2534478 h 8020878"/>
              <a:gd name="connsiteX17" fmla="*/ 1848679 w 5855083"/>
              <a:gd name="connsiteY17" fmla="*/ 2514600 h 8020878"/>
              <a:gd name="connsiteX18" fmla="*/ 1958009 w 5855083"/>
              <a:gd name="connsiteY18" fmla="*/ 2494721 h 8020878"/>
              <a:gd name="connsiteX19" fmla="*/ 2186609 w 5855083"/>
              <a:gd name="connsiteY19" fmla="*/ 2464904 h 8020878"/>
              <a:gd name="connsiteX20" fmla="*/ 2723322 w 5855083"/>
              <a:gd name="connsiteY20" fmla="*/ 2415208 h 8020878"/>
              <a:gd name="connsiteX21" fmla="*/ 3568148 w 5855083"/>
              <a:gd name="connsiteY21" fmla="*/ 2395330 h 8020878"/>
              <a:gd name="connsiteX22" fmla="*/ 3687418 w 5855083"/>
              <a:gd name="connsiteY22" fmla="*/ 2375452 h 8020878"/>
              <a:gd name="connsiteX23" fmla="*/ 3896140 w 5855083"/>
              <a:gd name="connsiteY23" fmla="*/ 2355573 h 8020878"/>
              <a:gd name="connsiteX24" fmla="*/ 4075044 w 5855083"/>
              <a:gd name="connsiteY24" fmla="*/ 2315817 h 8020878"/>
              <a:gd name="connsiteX25" fmla="*/ 4631635 w 5855083"/>
              <a:gd name="connsiteY25" fmla="*/ 2355573 h 8020878"/>
              <a:gd name="connsiteX26" fmla="*/ 4919870 w 5855083"/>
              <a:gd name="connsiteY26" fmla="*/ 2395330 h 8020878"/>
              <a:gd name="connsiteX27" fmla="*/ 5009322 w 5855083"/>
              <a:gd name="connsiteY27" fmla="*/ 2425147 h 8020878"/>
              <a:gd name="connsiteX28" fmla="*/ 5029200 w 5855083"/>
              <a:gd name="connsiteY28" fmla="*/ 2474843 h 8020878"/>
              <a:gd name="connsiteX29" fmla="*/ 5118653 w 5855083"/>
              <a:gd name="connsiteY29" fmla="*/ 2494721 h 8020878"/>
              <a:gd name="connsiteX30" fmla="*/ 5138531 w 5855083"/>
              <a:gd name="connsiteY30" fmla="*/ 2514600 h 8020878"/>
              <a:gd name="connsiteX31" fmla="*/ 5198166 w 5855083"/>
              <a:gd name="connsiteY31" fmla="*/ 2534478 h 8020878"/>
              <a:gd name="connsiteX32" fmla="*/ 5218044 w 5855083"/>
              <a:gd name="connsiteY32" fmla="*/ 2584173 h 8020878"/>
              <a:gd name="connsiteX33" fmla="*/ 5237922 w 5855083"/>
              <a:gd name="connsiteY33" fmla="*/ 2623930 h 8020878"/>
              <a:gd name="connsiteX34" fmla="*/ 5257800 w 5855083"/>
              <a:gd name="connsiteY34" fmla="*/ 2683565 h 8020878"/>
              <a:gd name="connsiteX35" fmla="*/ 5307496 w 5855083"/>
              <a:gd name="connsiteY35" fmla="*/ 2703443 h 8020878"/>
              <a:gd name="connsiteX36" fmla="*/ 5347253 w 5855083"/>
              <a:gd name="connsiteY36" fmla="*/ 2872408 h 8020878"/>
              <a:gd name="connsiteX37" fmla="*/ 5367131 w 5855083"/>
              <a:gd name="connsiteY37" fmla="*/ 2892287 h 8020878"/>
              <a:gd name="connsiteX38" fmla="*/ 5406887 w 5855083"/>
              <a:gd name="connsiteY38" fmla="*/ 3061252 h 8020878"/>
              <a:gd name="connsiteX39" fmla="*/ 5377070 w 5855083"/>
              <a:gd name="connsiteY39" fmla="*/ 3170582 h 8020878"/>
              <a:gd name="connsiteX40" fmla="*/ 5337313 w 5855083"/>
              <a:gd name="connsiteY40" fmla="*/ 3269973 h 8020878"/>
              <a:gd name="connsiteX41" fmla="*/ 5317435 w 5855083"/>
              <a:gd name="connsiteY41" fmla="*/ 3289852 h 8020878"/>
              <a:gd name="connsiteX42" fmla="*/ 5267740 w 5855083"/>
              <a:gd name="connsiteY42" fmla="*/ 3309730 h 8020878"/>
              <a:gd name="connsiteX43" fmla="*/ 5208105 w 5855083"/>
              <a:gd name="connsiteY43" fmla="*/ 3399182 h 8020878"/>
              <a:gd name="connsiteX44" fmla="*/ 5148470 w 5855083"/>
              <a:gd name="connsiteY44" fmla="*/ 3419060 h 8020878"/>
              <a:gd name="connsiteX45" fmla="*/ 5059018 w 5855083"/>
              <a:gd name="connsiteY45" fmla="*/ 3488634 h 8020878"/>
              <a:gd name="connsiteX46" fmla="*/ 4562061 w 5855083"/>
              <a:gd name="connsiteY46" fmla="*/ 3568147 h 8020878"/>
              <a:gd name="connsiteX47" fmla="*/ 4283766 w 5855083"/>
              <a:gd name="connsiteY47" fmla="*/ 3597965 h 8020878"/>
              <a:gd name="connsiteX48" fmla="*/ 3945835 w 5855083"/>
              <a:gd name="connsiteY48" fmla="*/ 3687417 h 8020878"/>
              <a:gd name="connsiteX49" fmla="*/ 3896140 w 5855083"/>
              <a:gd name="connsiteY49" fmla="*/ 3707295 h 8020878"/>
              <a:gd name="connsiteX50" fmla="*/ 3597966 w 5855083"/>
              <a:gd name="connsiteY50" fmla="*/ 3727173 h 8020878"/>
              <a:gd name="connsiteX51" fmla="*/ 3339548 w 5855083"/>
              <a:gd name="connsiteY51" fmla="*/ 3747052 h 8020878"/>
              <a:gd name="connsiteX52" fmla="*/ 2912166 w 5855083"/>
              <a:gd name="connsiteY52" fmla="*/ 3806687 h 8020878"/>
              <a:gd name="connsiteX53" fmla="*/ 1252331 w 5855083"/>
              <a:gd name="connsiteY53" fmla="*/ 3826565 h 8020878"/>
              <a:gd name="connsiteX54" fmla="*/ 1083366 w 5855083"/>
              <a:gd name="connsiteY54" fmla="*/ 3846443 h 8020878"/>
              <a:gd name="connsiteX55" fmla="*/ 884583 w 5855083"/>
              <a:gd name="connsiteY55" fmla="*/ 3866321 h 8020878"/>
              <a:gd name="connsiteX56" fmla="*/ 824948 w 5855083"/>
              <a:gd name="connsiteY56" fmla="*/ 3916017 h 8020878"/>
              <a:gd name="connsiteX57" fmla="*/ 675861 w 5855083"/>
              <a:gd name="connsiteY57" fmla="*/ 3935895 h 8020878"/>
              <a:gd name="connsiteX58" fmla="*/ 566531 w 5855083"/>
              <a:gd name="connsiteY58" fmla="*/ 3955773 h 8020878"/>
              <a:gd name="connsiteX59" fmla="*/ 387627 w 5855083"/>
              <a:gd name="connsiteY59" fmla="*/ 4025347 h 8020878"/>
              <a:gd name="connsiteX60" fmla="*/ 347870 w 5855083"/>
              <a:gd name="connsiteY60" fmla="*/ 4045226 h 8020878"/>
              <a:gd name="connsiteX61" fmla="*/ 278296 w 5855083"/>
              <a:gd name="connsiteY61" fmla="*/ 4104860 h 8020878"/>
              <a:gd name="connsiteX62" fmla="*/ 258418 w 5855083"/>
              <a:gd name="connsiteY62" fmla="*/ 4124739 h 8020878"/>
              <a:gd name="connsiteX63" fmla="*/ 238540 w 5855083"/>
              <a:gd name="connsiteY63" fmla="*/ 4164495 h 8020878"/>
              <a:gd name="connsiteX64" fmla="*/ 218661 w 5855083"/>
              <a:gd name="connsiteY64" fmla="*/ 4214191 h 8020878"/>
              <a:gd name="connsiteX65" fmla="*/ 178905 w 5855083"/>
              <a:gd name="connsiteY65" fmla="*/ 4323521 h 8020878"/>
              <a:gd name="connsiteX66" fmla="*/ 159027 w 5855083"/>
              <a:gd name="connsiteY66" fmla="*/ 4343400 h 8020878"/>
              <a:gd name="connsiteX67" fmla="*/ 149087 w 5855083"/>
              <a:gd name="connsiteY67" fmla="*/ 4860234 h 8020878"/>
              <a:gd name="connsiteX68" fmla="*/ 208722 w 5855083"/>
              <a:gd name="connsiteY68" fmla="*/ 4969565 h 8020878"/>
              <a:gd name="connsiteX69" fmla="*/ 228600 w 5855083"/>
              <a:gd name="connsiteY69" fmla="*/ 5019260 h 8020878"/>
              <a:gd name="connsiteX70" fmla="*/ 278296 w 5855083"/>
              <a:gd name="connsiteY70" fmla="*/ 5059017 h 8020878"/>
              <a:gd name="connsiteX71" fmla="*/ 337931 w 5855083"/>
              <a:gd name="connsiteY71" fmla="*/ 5118652 h 8020878"/>
              <a:gd name="connsiteX72" fmla="*/ 377687 w 5855083"/>
              <a:gd name="connsiteY72" fmla="*/ 5138530 h 8020878"/>
              <a:gd name="connsiteX73" fmla="*/ 427383 w 5855083"/>
              <a:gd name="connsiteY73" fmla="*/ 5158408 h 8020878"/>
              <a:gd name="connsiteX74" fmla="*/ 506896 w 5855083"/>
              <a:gd name="connsiteY74" fmla="*/ 5208104 h 8020878"/>
              <a:gd name="connsiteX75" fmla="*/ 1679713 w 5855083"/>
              <a:gd name="connsiteY75" fmla="*/ 5168347 h 8020878"/>
              <a:gd name="connsiteX76" fmla="*/ 2057400 w 5855083"/>
              <a:gd name="connsiteY76" fmla="*/ 5118652 h 8020878"/>
              <a:gd name="connsiteX77" fmla="*/ 2256183 w 5855083"/>
              <a:gd name="connsiteY77" fmla="*/ 5098773 h 8020878"/>
              <a:gd name="connsiteX78" fmla="*/ 2395331 w 5855083"/>
              <a:gd name="connsiteY78" fmla="*/ 5049078 h 8020878"/>
              <a:gd name="connsiteX79" fmla="*/ 2554357 w 5855083"/>
              <a:gd name="connsiteY79" fmla="*/ 5029200 h 8020878"/>
              <a:gd name="connsiteX80" fmla="*/ 2693505 w 5855083"/>
              <a:gd name="connsiteY80" fmla="*/ 5009321 h 8020878"/>
              <a:gd name="connsiteX81" fmla="*/ 3101009 w 5855083"/>
              <a:gd name="connsiteY81" fmla="*/ 4939747 h 8020878"/>
              <a:gd name="connsiteX82" fmla="*/ 3438940 w 5855083"/>
              <a:gd name="connsiteY82" fmla="*/ 4890052 h 8020878"/>
              <a:gd name="connsiteX83" fmla="*/ 3756992 w 5855083"/>
              <a:gd name="connsiteY83" fmla="*/ 4840356 h 8020878"/>
              <a:gd name="connsiteX84" fmla="*/ 4959627 w 5855083"/>
              <a:gd name="connsiteY84" fmla="*/ 4880113 h 8020878"/>
              <a:gd name="connsiteX85" fmla="*/ 5088835 w 5855083"/>
              <a:gd name="connsiteY85" fmla="*/ 4919869 h 8020878"/>
              <a:gd name="connsiteX86" fmla="*/ 5168348 w 5855083"/>
              <a:gd name="connsiteY86" fmla="*/ 4939747 h 8020878"/>
              <a:gd name="connsiteX87" fmla="*/ 5188227 w 5855083"/>
              <a:gd name="connsiteY87" fmla="*/ 4989443 h 8020878"/>
              <a:gd name="connsiteX88" fmla="*/ 5257800 w 5855083"/>
              <a:gd name="connsiteY88" fmla="*/ 5009321 h 8020878"/>
              <a:gd name="connsiteX89" fmla="*/ 5277679 w 5855083"/>
              <a:gd name="connsiteY89" fmla="*/ 5029200 h 8020878"/>
              <a:gd name="connsiteX90" fmla="*/ 5367131 w 5855083"/>
              <a:gd name="connsiteY90" fmla="*/ 5088834 h 8020878"/>
              <a:gd name="connsiteX91" fmla="*/ 5446644 w 5855083"/>
              <a:gd name="connsiteY91" fmla="*/ 5128591 h 8020878"/>
              <a:gd name="connsiteX92" fmla="*/ 5486400 w 5855083"/>
              <a:gd name="connsiteY92" fmla="*/ 5178287 h 8020878"/>
              <a:gd name="connsiteX93" fmla="*/ 5536096 w 5855083"/>
              <a:gd name="connsiteY93" fmla="*/ 5198165 h 8020878"/>
              <a:gd name="connsiteX94" fmla="*/ 5575853 w 5855083"/>
              <a:gd name="connsiteY94" fmla="*/ 5218043 h 8020878"/>
              <a:gd name="connsiteX95" fmla="*/ 5595731 w 5855083"/>
              <a:gd name="connsiteY95" fmla="*/ 5277678 h 8020878"/>
              <a:gd name="connsiteX96" fmla="*/ 5685183 w 5855083"/>
              <a:gd name="connsiteY96" fmla="*/ 5327373 h 8020878"/>
              <a:gd name="connsiteX97" fmla="*/ 5744818 w 5855083"/>
              <a:gd name="connsiteY97" fmla="*/ 5426765 h 8020878"/>
              <a:gd name="connsiteX98" fmla="*/ 5764696 w 5855083"/>
              <a:gd name="connsiteY98" fmla="*/ 5496339 h 8020878"/>
              <a:gd name="connsiteX99" fmla="*/ 5854148 w 5855083"/>
              <a:gd name="connsiteY99" fmla="*/ 5705060 h 8020878"/>
              <a:gd name="connsiteX100" fmla="*/ 5794513 w 5855083"/>
              <a:gd name="connsiteY100" fmla="*/ 6003234 h 8020878"/>
              <a:gd name="connsiteX101" fmla="*/ 5774635 w 5855083"/>
              <a:gd name="connsiteY101" fmla="*/ 6042991 h 8020878"/>
              <a:gd name="connsiteX102" fmla="*/ 5754757 w 5855083"/>
              <a:gd name="connsiteY102" fmla="*/ 6092687 h 8020878"/>
              <a:gd name="connsiteX103" fmla="*/ 5705061 w 5855083"/>
              <a:gd name="connsiteY103" fmla="*/ 6112565 h 8020878"/>
              <a:gd name="connsiteX104" fmla="*/ 5665305 w 5855083"/>
              <a:gd name="connsiteY104" fmla="*/ 6132443 h 8020878"/>
              <a:gd name="connsiteX105" fmla="*/ 5635487 w 5855083"/>
              <a:gd name="connsiteY105" fmla="*/ 6172200 h 8020878"/>
              <a:gd name="connsiteX106" fmla="*/ 5406887 w 5855083"/>
              <a:gd name="connsiteY106" fmla="*/ 6221895 h 8020878"/>
              <a:gd name="connsiteX107" fmla="*/ 4383157 w 5855083"/>
              <a:gd name="connsiteY107" fmla="*/ 6211956 h 8020878"/>
              <a:gd name="connsiteX108" fmla="*/ 4214192 w 5855083"/>
              <a:gd name="connsiteY108" fmla="*/ 6192078 h 8020878"/>
              <a:gd name="connsiteX109" fmla="*/ 4065105 w 5855083"/>
              <a:gd name="connsiteY109" fmla="*/ 6142382 h 8020878"/>
              <a:gd name="connsiteX110" fmla="*/ 3200400 w 5855083"/>
              <a:gd name="connsiteY110" fmla="*/ 6182139 h 8020878"/>
              <a:gd name="connsiteX111" fmla="*/ 2902227 w 5855083"/>
              <a:gd name="connsiteY111" fmla="*/ 6202017 h 8020878"/>
              <a:gd name="connsiteX112" fmla="*/ 2782957 w 5855083"/>
              <a:gd name="connsiteY112" fmla="*/ 6221895 h 8020878"/>
              <a:gd name="connsiteX113" fmla="*/ 2594113 w 5855083"/>
              <a:gd name="connsiteY113" fmla="*/ 6241773 h 8020878"/>
              <a:gd name="connsiteX114" fmla="*/ 1888435 w 5855083"/>
              <a:gd name="connsiteY114" fmla="*/ 6311347 h 8020878"/>
              <a:gd name="connsiteX115" fmla="*/ 934279 w 5855083"/>
              <a:gd name="connsiteY115" fmla="*/ 6331226 h 8020878"/>
              <a:gd name="connsiteX116" fmla="*/ 725557 w 5855083"/>
              <a:gd name="connsiteY116" fmla="*/ 6351104 h 8020878"/>
              <a:gd name="connsiteX117" fmla="*/ 586409 w 5855083"/>
              <a:gd name="connsiteY117" fmla="*/ 6400800 h 8020878"/>
              <a:gd name="connsiteX118" fmla="*/ 357809 w 5855083"/>
              <a:gd name="connsiteY118" fmla="*/ 6430617 h 8020878"/>
              <a:gd name="connsiteX119" fmla="*/ 178905 w 5855083"/>
              <a:gd name="connsiteY119" fmla="*/ 6490252 h 8020878"/>
              <a:gd name="connsiteX120" fmla="*/ 238540 w 5855083"/>
              <a:gd name="connsiteY120" fmla="*/ 6619460 h 8020878"/>
              <a:gd name="connsiteX121" fmla="*/ 258418 w 5855083"/>
              <a:gd name="connsiteY121" fmla="*/ 6698973 h 8020878"/>
              <a:gd name="connsiteX122" fmla="*/ 298174 w 5855083"/>
              <a:gd name="connsiteY122" fmla="*/ 6957391 h 8020878"/>
              <a:gd name="connsiteX123" fmla="*/ 347870 w 5855083"/>
              <a:gd name="connsiteY123" fmla="*/ 7394713 h 8020878"/>
              <a:gd name="connsiteX124" fmla="*/ 367748 w 5855083"/>
              <a:gd name="connsiteY124" fmla="*/ 7732643 h 8020878"/>
              <a:gd name="connsiteX125" fmla="*/ 387627 w 5855083"/>
              <a:gd name="connsiteY125" fmla="*/ 7871791 h 8020878"/>
              <a:gd name="connsiteX126" fmla="*/ 407505 w 5855083"/>
              <a:gd name="connsiteY126" fmla="*/ 8020878 h 8020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855083" h="8020878">
                <a:moveTo>
                  <a:pt x="208722" y="0"/>
                </a:moveTo>
                <a:cubicBezTo>
                  <a:pt x="198783" y="26504"/>
                  <a:pt x="189792" y="53384"/>
                  <a:pt x="178905" y="79513"/>
                </a:cubicBezTo>
                <a:cubicBezTo>
                  <a:pt x="173207" y="93189"/>
                  <a:pt x="163176" y="105045"/>
                  <a:pt x="159027" y="119269"/>
                </a:cubicBezTo>
                <a:cubicBezTo>
                  <a:pt x="112771" y="277861"/>
                  <a:pt x="112761" y="297472"/>
                  <a:pt x="89453" y="437321"/>
                </a:cubicBezTo>
                <a:cubicBezTo>
                  <a:pt x="82827" y="520147"/>
                  <a:pt x="81005" y="603499"/>
                  <a:pt x="69574" y="685800"/>
                </a:cubicBezTo>
                <a:cubicBezTo>
                  <a:pt x="64377" y="723215"/>
                  <a:pt x="46430" y="757950"/>
                  <a:pt x="39757" y="795130"/>
                </a:cubicBezTo>
                <a:cubicBezTo>
                  <a:pt x="23202" y="887363"/>
                  <a:pt x="13252" y="980661"/>
                  <a:pt x="0" y="1073426"/>
                </a:cubicBezTo>
                <a:cubicBezTo>
                  <a:pt x="9939" y="1202635"/>
                  <a:pt x="16707" y="1332127"/>
                  <a:pt x="29818" y="1461052"/>
                </a:cubicBezTo>
                <a:cubicBezTo>
                  <a:pt x="39325" y="1554537"/>
                  <a:pt x="61915" y="1672376"/>
                  <a:pt x="79513" y="1769165"/>
                </a:cubicBezTo>
                <a:cubicBezTo>
                  <a:pt x="86139" y="1845365"/>
                  <a:pt x="86817" y="1922318"/>
                  <a:pt x="99392" y="1997765"/>
                </a:cubicBezTo>
                <a:cubicBezTo>
                  <a:pt x="106800" y="2042214"/>
                  <a:pt x="126768" y="2083645"/>
                  <a:pt x="139148" y="2126973"/>
                </a:cubicBezTo>
                <a:cubicBezTo>
                  <a:pt x="146654" y="2153242"/>
                  <a:pt x="150387" y="2180569"/>
                  <a:pt x="159027" y="2206487"/>
                </a:cubicBezTo>
                <a:cubicBezTo>
                  <a:pt x="167006" y="2230423"/>
                  <a:pt x="180865" y="2252124"/>
                  <a:pt x="188844" y="2276060"/>
                </a:cubicBezTo>
                <a:cubicBezTo>
                  <a:pt x="221704" y="2374642"/>
                  <a:pt x="179194" y="2340809"/>
                  <a:pt x="248479" y="2375452"/>
                </a:cubicBezTo>
                <a:cubicBezTo>
                  <a:pt x="261731" y="2392017"/>
                  <a:pt x="270793" y="2413072"/>
                  <a:pt x="288235" y="2425147"/>
                </a:cubicBezTo>
                <a:cubicBezTo>
                  <a:pt x="324571" y="2450303"/>
                  <a:pt x="401867" y="2473974"/>
                  <a:pt x="447261" y="2484782"/>
                </a:cubicBezTo>
                <a:cubicBezTo>
                  <a:pt x="548449" y="2508874"/>
                  <a:pt x="597663" y="2516646"/>
                  <a:pt x="695740" y="2534478"/>
                </a:cubicBezTo>
                <a:lnTo>
                  <a:pt x="1848679" y="2514600"/>
                </a:lnTo>
                <a:cubicBezTo>
                  <a:pt x="1885701" y="2513434"/>
                  <a:pt x="1921362" y="2500110"/>
                  <a:pt x="1958009" y="2494721"/>
                </a:cubicBezTo>
                <a:cubicBezTo>
                  <a:pt x="2034037" y="2483540"/>
                  <a:pt x="2110175" y="2472845"/>
                  <a:pt x="2186609" y="2464904"/>
                </a:cubicBezTo>
                <a:cubicBezTo>
                  <a:pt x="2365317" y="2446337"/>
                  <a:pt x="2543880" y="2424245"/>
                  <a:pt x="2723322" y="2415208"/>
                </a:cubicBezTo>
                <a:cubicBezTo>
                  <a:pt x="3004652" y="2401040"/>
                  <a:pt x="3286539" y="2401956"/>
                  <a:pt x="3568148" y="2395330"/>
                </a:cubicBezTo>
                <a:cubicBezTo>
                  <a:pt x="3607905" y="2388704"/>
                  <a:pt x="3647406" y="2380302"/>
                  <a:pt x="3687418" y="2375452"/>
                </a:cubicBezTo>
                <a:cubicBezTo>
                  <a:pt x="3756799" y="2367042"/>
                  <a:pt x="3827064" y="2366200"/>
                  <a:pt x="3896140" y="2355573"/>
                </a:cubicBezTo>
                <a:cubicBezTo>
                  <a:pt x="3956519" y="2346284"/>
                  <a:pt x="4015409" y="2329069"/>
                  <a:pt x="4075044" y="2315817"/>
                </a:cubicBezTo>
                <a:lnTo>
                  <a:pt x="4631635" y="2355573"/>
                </a:lnTo>
                <a:cubicBezTo>
                  <a:pt x="4752898" y="2365540"/>
                  <a:pt x="4807014" y="2376521"/>
                  <a:pt x="4919870" y="2395330"/>
                </a:cubicBezTo>
                <a:cubicBezTo>
                  <a:pt x="4949687" y="2405269"/>
                  <a:pt x="4983903" y="2406661"/>
                  <a:pt x="5009322" y="2425147"/>
                </a:cubicBezTo>
                <a:cubicBezTo>
                  <a:pt x="5023751" y="2435641"/>
                  <a:pt x="5014148" y="2465264"/>
                  <a:pt x="5029200" y="2474843"/>
                </a:cubicBezTo>
                <a:cubicBezTo>
                  <a:pt x="5054970" y="2491242"/>
                  <a:pt x="5088835" y="2488095"/>
                  <a:pt x="5118653" y="2494721"/>
                </a:cubicBezTo>
                <a:cubicBezTo>
                  <a:pt x="5125279" y="2501347"/>
                  <a:pt x="5130150" y="2510409"/>
                  <a:pt x="5138531" y="2514600"/>
                </a:cubicBezTo>
                <a:cubicBezTo>
                  <a:pt x="5157272" y="2523971"/>
                  <a:pt x="5182397" y="2520680"/>
                  <a:pt x="5198166" y="2534478"/>
                </a:cubicBezTo>
                <a:cubicBezTo>
                  <a:pt x="5211593" y="2546226"/>
                  <a:pt x="5210798" y="2567870"/>
                  <a:pt x="5218044" y="2584173"/>
                </a:cubicBezTo>
                <a:cubicBezTo>
                  <a:pt x="5224061" y="2597712"/>
                  <a:pt x="5232419" y="2610173"/>
                  <a:pt x="5237922" y="2623930"/>
                </a:cubicBezTo>
                <a:cubicBezTo>
                  <a:pt x="5245704" y="2643385"/>
                  <a:pt x="5244002" y="2667796"/>
                  <a:pt x="5257800" y="2683565"/>
                </a:cubicBezTo>
                <a:cubicBezTo>
                  <a:pt x="5269549" y="2696992"/>
                  <a:pt x="5290931" y="2696817"/>
                  <a:pt x="5307496" y="2703443"/>
                </a:cubicBezTo>
                <a:cubicBezTo>
                  <a:pt x="5310422" y="2716611"/>
                  <a:pt x="5340429" y="2855347"/>
                  <a:pt x="5347253" y="2872408"/>
                </a:cubicBezTo>
                <a:cubicBezTo>
                  <a:pt x="5350733" y="2881109"/>
                  <a:pt x="5360505" y="2885661"/>
                  <a:pt x="5367131" y="2892287"/>
                </a:cubicBezTo>
                <a:cubicBezTo>
                  <a:pt x="5380383" y="2948609"/>
                  <a:pt x="5404822" y="3003429"/>
                  <a:pt x="5406887" y="3061252"/>
                </a:cubicBezTo>
                <a:cubicBezTo>
                  <a:pt x="5408235" y="3099002"/>
                  <a:pt x="5387729" y="3134343"/>
                  <a:pt x="5377070" y="3170582"/>
                </a:cubicBezTo>
                <a:cubicBezTo>
                  <a:pt x="5368561" y="3199512"/>
                  <a:pt x="5355211" y="3243126"/>
                  <a:pt x="5337313" y="3269973"/>
                </a:cubicBezTo>
                <a:cubicBezTo>
                  <a:pt x="5332115" y="3277770"/>
                  <a:pt x="5325571" y="3285203"/>
                  <a:pt x="5317435" y="3289852"/>
                </a:cubicBezTo>
                <a:cubicBezTo>
                  <a:pt x="5301945" y="3298704"/>
                  <a:pt x="5284305" y="3303104"/>
                  <a:pt x="5267740" y="3309730"/>
                </a:cubicBezTo>
                <a:cubicBezTo>
                  <a:pt x="5251397" y="3350585"/>
                  <a:pt x="5249451" y="3374375"/>
                  <a:pt x="5208105" y="3399182"/>
                </a:cubicBezTo>
                <a:cubicBezTo>
                  <a:pt x="5190137" y="3409962"/>
                  <a:pt x="5168348" y="3412434"/>
                  <a:pt x="5148470" y="3419060"/>
                </a:cubicBezTo>
                <a:cubicBezTo>
                  <a:pt x="5122508" y="3470985"/>
                  <a:pt x="5133356" y="3470690"/>
                  <a:pt x="5059018" y="3488634"/>
                </a:cubicBezTo>
                <a:cubicBezTo>
                  <a:pt x="4949897" y="3514974"/>
                  <a:pt x="4658517" y="3556090"/>
                  <a:pt x="4562061" y="3568147"/>
                </a:cubicBezTo>
                <a:cubicBezTo>
                  <a:pt x="4469485" y="3579719"/>
                  <a:pt x="4376531" y="3588026"/>
                  <a:pt x="4283766" y="3597965"/>
                </a:cubicBezTo>
                <a:cubicBezTo>
                  <a:pt x="4171122" y="3627782"/>
                  <a:pt x="4054024" y="3644141"/>
                  <a:pt x="3945835" y="3687417"/>
                </a:cubicBezTo>
                <a:cubicBezTo>
                  <a:pt x="3929270" y="3694043"/>
                  <a:pt x="3913866" y="3705269"/>
                  <a:pt x="3896140" y="3707295"/>
                </a:cubicBezTo>
                <a:cubicBezTo>
                  <a:pt x="3797172" y="3718605"/>
                  <a:pt x="3697325" y="3720076"/>
                  <a:pt x="3597966" y="3727173"/>
                </a:cubicBezTo>
                <a:cubicBezTo>
                  <a:pt x="3511792" y="3733328"/>
                  <a:pt x="3425367" y="3737102"/>
                  <a:pt x="3339548" y="3747052"/>
                </a:cubicBezTo>
                <a:cubicBezTo>
                  <a:pt x="3196664" y="3763618"/>
                  <a:pt x="3055903" y="3801211"/>
                  <a:pt x="2912166" y="3806687"/>
                </a:cubicBezTo>
                <a:cubicBezTo>
                  <a:pt x="2359249" y="3827750"/>
                  <a:pt x="1805609" y="3819939"/>
                  <a:pt x="1252331" y="3826565"/>
                </a:cubicBezTo>
                <a:lnTo>
                  <a:pt x="1083366" y="3846443"/>
                </a:lnTo>
                <a:cubicBezTo>
                  <a:pt x="1017160" y="3853600"/>
                  <a:pt x="948885" y="3849009"/>
                  <a:pt x="884583" y="3866321"/>
                </a:cubicBezTo>
                <a:cubicBezTo>
                  <a:pt x="859597" y="3873048"/>
                  <a:pt x="849496" y="3907834"/>
                  <a:pt x="824948" y="3916017"/>
                </a:cubicBezTo>
                <a:cubicBezTo>
                  <a:pt x="777385" y="3931871"/>
                  <a:pt x="725413" y="3928272"/>
                  <a:pt x="675861" y="3935895"/>
                </a:cubicBezTo>
                <a:cubicBezTo>
                  <a:pt x="639251" y="3941527"/>
                  <a:pt x="602974" y="3949147"/>
                  <a:pt x="566531" y="3955773"/>
                </a:cubicBezTo>
                <a:cubicBezTo>
                  <a:pt x="469563" y="4004258"/>
                  <a:pt x="584471" y="3948796"/>
                  <a:pt x="387627" y="4025347"/>
                </a:cubicBezTo>
                <a:cubicBezTo>
                  <a:pt x="373818" y="4030717"/>
                  <a:pt x="359853" y="4036511"/>
                  <a:pt x="347870" y="4045226"/>
                </a:cubicBezTo>
                <a:cubicBezTo>
                  <a:pt x="323167" y="4063191"/>
                  <a:pt x="301125" y="4084567"/>
                  <a:pt x="278296" y="4104860"/>
                </a:cubicBezTo>
                <a:cubicBezTo>
                  <a:pt x="271292" y="4111086"/>
                  <a:pt x="263616" y="4116942"/>
                  <a:pt x="258418" y="4124739"/>
                </a:cubicBezTo>
                <a:cubicBezTo>
                  <a:pt x="250200" y="4137067"/>
                  <a:pt x="244557" y="4150956"/>
                  <a:pt x="238540" y="4164495"/>
                </a:cubicBezTo>
                <a:cubicBezTo>
                  <a:pt x="231294" y="4180799"/>
                  <a:pt x="224926" y="4197486"/>
                  <a:pt x="218661" y="4214191"/>
                </a:cubicBezTo>
                <a:cubicBezTo>
                  <a:pt x="205045" y="4250500"/>
                  <a:pt x="195155" y="4288312"/>
                  <a:pt x="178905" y="4323521"/>
                </a:cubicBezTo>
                <a:cubicBezTo>
                  <a:pt x="174978" y="4332029"/>
                  <a:pt x="165653" y="4336774"/>
                  <a:pt x="159027" y="4343400"/>
                </a:cubicBezTo>
                <a:cubicBezTo>
                  <a:pt x="121092" y="4571001"/>
                  <a:pt x="125846" y="4496139"/>
                  <a:pt x="149087" y="4860234"/>
                </a:cubicBezTo>
                <a:cubicBezTo>
                  <a:pt x="153353" y="4927066"/>
                  <a:pt x="168044" y="4928886"/>
                  <a:pt x="208722" y="4969565"/>
                </a:cubicBezTo>
                <a:cubicBezTo>
                  <a:pt x="215348" y="4986130"/>
                  <a:pt x="219748" y="5003770"/>
                  <a:pt x="228600" y="5019260"/>
                </a:cubicBezTo>
                <a:cubicBezTo>
                  <a:pt x="239870" y="5038983"/>
                  <a:pt x="262422" y="5044907"/>
                  <a:pt x="278296" y="5059017"/>
                </a:cubicBezTo>
                <a:cubicBezTo>
                  <a:pt x="299307" y="5077694"/>
                  <a:pt x="312787" y="5106080"/>
                  <a:pt x="337931" y="5118652"/>
                </a:cubicBezTo>
                <a:cubicBezTo>
                  <a:pt x="351183" y="5125278"/>
                  <a:pt x="364148" y="5132513"/>
                  <a:pt x="377687" y="5138530"/>
                </a:cubicBezTo>
                <a:cubicBezTo>
                  <a:pt x="393991" y="5145776"/>
                  <a:pt x="411674" y="5149949"/>
                  <a:pt x="427383" y="5158408"/>
                </a:cubicBezTo>
                <a:cubicBezTo>
                  <a:pt x="454902" y="5173226"/>
                  <a:pt x="480392" y="5191539"/>
                  <a:pt x="506896" y="5208104"/>
                </a:cubicBezTo>
                <a:lnTo>
                  <a:pt x="1679713" y="5168347"/>
                </a:lnTo>
                <a:cubicBezTo>
                  <a:pt x="1974442" y="5155716"/>
                  <a:pt x="1809965" y="5153018"/>
                  <a:pt x="2057400" y="5118652"/>
                </a:cubicBezTo>
                <a:cubicBezTo>
                  <a:pt x="2123358" y="5109491"/>
                  <a:pt x="2189922" y="5105399"/>
                  <a:pt x="2256183" y="5098773"/>
                </a:cubicBezTo>
                <a:cubicBezTo>
                  <a:pt x="2302566" y="5082208"/>
                  <a:pt x="2347367" y="5060269"/>
                  <a:pt x="2395331" y="5049078"/>
                </a:cubicBezTo>
                <a:cubicBezTo>
                  <a:pt x="2447355" y="5036939"/>
                  <a:pt x="2501404" y="5036260"/>
                  <a:pt x="2554357" y="5029200"/>
                </a:cubicBezTo>
                <a:cubicBezTo>
                  <a:pt x="2600800" y="5023008"/>
                  <a:pt x="2647734" y="5019333"/>
                  <a:pt x="2693505" y="5009321"/>
                </a:cubicBezTo>
                <a:cubicBezTo>
                  <a:pt x="3059237" y="4929317"/>
                  <a:pt x="2670941" y="4977146"/>
                  <a:pt x="3101009" y="4939747"/>
                </a:cubicBezTo>
                <a:cubicBezTo>
                  <a:pt x="3320579" y="4879865"/>
                  <a:pt x="3098910" y="4933329"/>
                  <a:pt x="3438940" y="4890052"/>
                </a:cubicBezTo>
                <a:cubicBezTo>
                  <a:pt x="3545385" y="4876504"/>
                  <a:pt x="3650975" y="4856921"/>
                  <a:pt x="3756992" y="4840356"/>
                </a:cubicBezTo>
                <a:lnTo>
                  <a:pt x="4959627" y="4880113"/>
                </a:lnTo>
                <a:cubicBezTo>
                  <a:pt x="5080088" y="4885673"/>
                  <a:pt x="5013733" y="4894835"/>
                  <a:pt x="5088835" y="4919869"/>
                </a:cubicBezTo>
                <a:cubicBezTo>
                  <a:pt x="5114753" y="4928508"/>
                  <a:pt x="5141844" y="4933121"/>
                  <a:pt x="5168348" y="4939747"/>
                </a:cubicBezTo>
                <a:cubicBezTo>
                  <a:pt x="5174974" y="4956312"/>
                  <a:pt x="5174144" y="4978489"/>
                  <a:pt x="5188227" y="4989443"/>
                </a:cubicBezTo>
                <a:cubicBezTo>
                  <a:pt x="5207265" y="5004251"/>
                  <a:pt x="5235760" y="4999525"/>
                  <a:pt x="5257800" y="5009321"/>
                </a:cubicBezTo>
                <a:cubicBezTo>
                  <a:pt x="5266363" y="5013127"/>
                  <a:pt x="5270100" y="5023688"/>
                  <a:pt x="5277679" y="5029200"/>
                </a:cubicBezTo>
                <a:cubicBezTo>
                  <a:pt x="5306661" y="5050278"/>
                  <a:pt x="5335079" y="5072808"/>
                  <a:pt x="5367131" y="5088834"/>
                </a:cubicBezTo>
                <a:lnTo>
                  <a:pt x="5446644" y="5128591"/>
                </a:lnTo>
                <a:cubicBezTo>
                  <a:pt x="5459896" y="5145156"/>
                  <a:pt x="5469655" y="5165263"/>
                  <a:pt x="5486400" y="5178287"/>
                </a:cubicBezTo>
                <a:cubicBezTo>
                  <a:pt x="5500483" y="5189241"/>
                  <a:pt x="5519792" y="5190919"/>
                  <a:pt x="5536096" y="5198165"/>
                </a:cubicBezTo>
                <a:cubicBezTo>
                  <a:pt x="5549636" y="5204182"/>
                  <a:pt x="5562601" y="5211417"/>
                  <a:pt x="5575853" y="5218043"/>
                </a:cubicBezTo>
                <a:cubicBezTo>
                  <a:pt x="5582479" y="5237921"/>
                  <a:pt x="5582867" y="5261138"/>
                  <a:pt x="5595731" y="5277678"/>
                </a:cubicBezTo>
                <a:cubicBezTo>
                  <a:pt x="5603672" y="5287888"/>
                  <a:pt x="5669916" y="5319740"/>
                  <a:pt x="5685183" y="5327373"/>
                </a:cubicBezTo>
                <a:cubicBezTo>
                  <a:pt x="5754568" y="5535530"/>
                  <a:pt x="5651265" y="5255251"/>
                  <a:pt x="5744818" y="5426765"/>
                </a:cubicBezTo>
                <a:cubicBezTo>
                  <a:pt x="5756368" y="5447939"/>
                  <a:pt x="5755564" y="5474015"/>
                  <a:pt x="5764696" y="5496339"/>
                </a:cubicBezTo>
                <a:cubicBezTo>
                  <a:pt x="5885711" y="5792155"/>
                  <a:pt x="5800659" y="5544593"/>
                  <a:pt x="5854148" y="5705060"/>
                </a:cubicBezTo>
                <a:cubicBezTo>
                  <a:pt x="5840958" y="6008439"/>
                  <a:pt x="5889294" y="5854292"/>
                  <a:pt x="5794513" y="6003234"/>
                </a:cubicBezTo>
                <a:cubicBezTo>
                  <a:pt x="5786558" y="6015734"/>
                  <a:pt x="5780652" y="6029451"/>
                  <a:pt x="5774635" y="6042991"/>
                </a:cubicBezTo>
                <a:cubicBezTo>
                  <a:pt x="5767389" y="6059295"/>
                  <a:pt x="5767373" y="6080071"/>
                  <a:pt x="5754757" y="6092687"/>
                </a:cubicBezTo>
                <a:cubicBezTo>
                  <a:pt x="5742141" y="6105303"/>
                  <a:pt x="5721365" y="6105319"/>
                  <a:pt x="5705061" y="6112565"/>
                </a:cubicBezTo>
                <a:cubicBezTo>
                  <a:pt x="5691522" y="6118582"/>
                  <a:pt x="5678557" y="6125817"/>
                  <a:pt x="5665305" y="6132443"/>
                </a:cubicBezTo>
                <a:cubicBezTo>
                  <a:pt x="5655366" y="6145695"/>
                  <a:pt x="5649463" y="6163306"/>
                  <a:pt x="5635487" y="6172200"/>
                </a:cubicBezTo>
                <a:cubicBezTo>
                  <a:pt x="5574735" y="6210860"/>
                  <a:pt x="5467659" y="6213792"/>
                  <a:pt x="5406887" y="6221895"/>
                </a:cubicBezTo>
                <a:lnTo>
                  <a:pt x="4383157" y="6211956"/>
                </a:lnTo>
                <a:cubicBezTo>
                  <a:pt x="4326465" y="6210539"/>
                  <a:pt x="4269592" y="6204197"/>
                  <a:pt x="4214192" y="6192078"/>
                </a:cubicBezTo>
                <a:cubicBezTo>
                  <a:pt x="4163018" y="6180884"/>
                  <a:pt x="4114801" y="6158947"/>
                  <a:pt x="4065105" y="6142382"/>
                </a:cubicBezTo>
                <a:lnTo>
                  <a:pt x="3200400" y="6182139"/>
                </a:lnTo>
                <a:cubicBezTo>
                  <a:pt x="3100919" y="6187241"/>
                  <a:pt x="3001390" y="6192573"/>
                  <a:pt x="2902227" y="6202017"/>
                </a:cubicBezTo>
                <a:cubicBezTo>
                  <a:pt x="2862104" y="6205838"/>
                  <a:pt x="2822931" y="6216737"/>
                  <a:pt x="2782957" y="6221895"/>
                </a:cubicBezTo>
                <a:cubicBezTo>
                  <a:pt x="2720182" y="6229995"/>
                  <a:pt x="2657061" y="6235147"/>
                  <a:pt x="2594113" y="6241773"/>
                </a:cubicBezTo>
                <a:cubicBezTo>
                  <a:pt x="2238782" y="6326377"/>
                  <a:pt x="2422857" y="6296705"/>
                  <a:pt x="1888435" y="6311347"/>
                </a:cubicBezTo>
                <a:lnTo>
                  <a:pt x="934279" y="6331226"/>
                </a:lnTo>
                <a:cubicBezTo>
                  <a:pt x="864705" y="6337852"/>
                  <a:pt x="794089" y="6337398"/>
                  <a:pt x="725557" y="6351104"/>
                </a:cubicBezTo>
                <a:cubicBezTo>
                  <a:pt x="677261" y="6360763"/>
                  <a:pt x="634549" y="6390391"/>
                  <a:pt x="586409" y="6400800"/>
                </a:cubicBezTo>
                <a:cubicBezTo>
                  <a:pt x="511299" y="6417040"/>
                  <a:pt x="434009" y="6420678"/>
                  <a:pt x="357809" y="6430617"/>
                </a:cubicBezTo>
                <a:cubicBezTo>
                  <a:pt x="324092" y="6440250"/>
                  <a:pt x="193306" y="6475851"/>
                  <a:pt x="178905" y="6490252"/>
                </a:cubicBezTo>
                <a:cubicBezTo>
                  <a:pt x="150874" y="6518283"/>
                  <a:pt x="237453" y="6617939"/>
                  <a:pt x="238540" y="6619460"/>
                </a:cubicBezTo>
                <a:cubicBezTo>
                  <a:pt x="245166" y="6645964"/>
                  <a:pt x="252790" y="6672239"/>
                  <a:pt x="258418" y="6698973"/>
                </a:cubicBezTo>
                <a:cubicBezTo>
                  <a:pt x="276763" y="6786113"/>
                  <a:pt x="287614" y="6868388"/>
                  <a:pt x="298174" y="6957391"/>
                </a:cubicBezTo>
                <a:cubicBezTo>
                  <a:pt x="315459" y="7103081"/>
                  <a:pt x="334756" y="7248588"/>
                  <a:pt x="347870" y="7394713"/>
                </a:cubicBezTo>
                <a:cubicBezTo>
                  <a:pt x="357956" y="7507099"/>
                  <a:pt x="358377" y="7620195"/>
                  <a:pt x="367748" y="7732643"/>
                </a:cubicBezTo>
                <a:cubicBezTo>
                  <a:pt x="371639" y="7779335"/>
                  <a:pt x="380224" y="7825526"/>
                  <a:pt x="387627" y="7871791"/>
                </a:cubicBezTo>
                <a:cubicBezTo>
                  <a:pt x="409876" y="8010843"/>
                  <a:pt x="407505" y="7938111"/>
                  <a:pt x="407505" y="8020878"/>
                </a:cubicBezTo>
              </a:path>
            </a:pathLst>
          </a:custGeom>
          <a:ln w="28575">
            <a:headEnd type="none" w="med" len="med"/>
            <a:tailEnd type="arrow" w="med" len="med"/>
          </a:ln>
        </p:spPr>
        <p:style>
          <a:lnRef idx="1">
            <a:schemeClr val="accent5"/>
          </a:lnRef>
          <a:fillRef idx="0">
            <a:schemeClr val="accent5"/>
          </a:fillRef>
          <a:effectRef idx="0">
            <a:schemeClr val="accent5"/>
          </a:effectRef>
          <a:fontRef idx="minor">
            <a:schemeClr val="tx1"/>
          </a:fontRef>
        </p:style>
        <p:txBody>
          <a:bodyPr rot="0" spcFirstLastPara="1" vertOverflow="overflow" horzOverflow="overflow" vert="horz" wrap="square" lIns="91439" tIns="45719" rIns="91439" bIns="45719" numCol="1" spcCol="38100" rtlCol="0" fromWordArt="0" anchor="t" anchorCtr="0" forceAA="0" compatLnSpc="1">
            <a:noAutofit/>
          </a:bodyPr>
          <a:lstStyle/>
          <a:p>
            <a:pPr algn="l" defTabSz="914400" latinLnBrk="1"/>
            <a:endParaRPr lang="zh-CN" altLang="en-US" sz="1800" b="0"/>
          </a:p>
        </p:txBody>
      </p:sp>
      <p:sp>
        <p:nvSpPr>
          <p:cNvPr id="33" name="Rectangle 3"/>
          <p:cNvSpPr txBox="1">
            <a:spLocks noChangeArrowheads="1"/>
          </p:cNvSpPr>
          <p:nvPr/>
        </p:nvSpPr>
        <p:spPr>
          <a:xfrm>
            <a:off x="2747200" y="2467762"/>
            <a:ext cx="7423546" cy="238817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a:t>
            </a:r>
            <a:endParaRPr lang="en-US" altLang="zh-CN" sz="4800" b="1" dirty="0"/>
          </a:p>
          <a:p>
            <a:pPr marL="1270000" lvl="2" indent="0">
              <a:buNone/>
            </a:pPr>
            <a:endParaRPr lang="en-US" altLang="zh-CN" sz="4800" dirty="0">
              <a:solidFill>
                <a:srgbClr val="FF0000"/>
              </a:solidFill>
            </a:endParaRPr>
          </a:p>
          <a:p>
            <a:pPr marL="1270000" lvl="2" indent="0">
              <a:buNone/>
            </a:pPr>
            <a:endParaRPr lang="zh-CN" altLang="en-US" sz="4800" dirty="0"/>
          </a:p>
        </p:txBody>
      </p:sp>
      <p:graphicFrame>
        <p:nvGraphicFramePr>
          <p:cNvPr id="3" name="Table 2"/>
          <p:cNvGraphicFramePr>
            <a:graphicFrameLocks noGrp="1"/>
          </p:cNvGraphicFramePr>
          <p:nvPr/>
        </p:nvGraphicFramePr>
        <p:xfrm>
          <a:off x="2793129" y="4575042"/>
          <a:ext cx="6709964" cy="1920240"/>
        </p:xfrm>
        <a:graphic>
          <a:graphicData uri="http://schemas.openxmlformats.org/drawingml/2006/table">
            <a:tbl>
              <a:tblPr firstRow="1" bandRow="1">
                <a:tableStyleId>{F5AB1C69-6EDB-4FF4-983F-18BD219EF322}</a:tableStyleId>
              </a:tblPr>
              <a:tblGrid>
                <a:gridCol w="1677491"/>
                <a:gridCol w="1677491"/>
                <a:gridCol w="1677491"/>
                <a:gridCol w="1677491"/>
              </a:tblGrid>
              <a:tr h="0">
                <a:tc>
                  <a:txBody>
                    <a:bodyPr/>
                    <a:lstStyle/>
                    <a:p>
                      <a:r>
                        <a:rPr lang="en-US" altLang="zh-CN" sz="3600" dirty="0"/>
                        <a:t>ID</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A</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B</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X</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dirty="0"/>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0</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4</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0</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bl>
          </a:graphicData>
        </a:graphic>
      </p:graphicFrame>
      <p:sp>
        <p:nvSpPr>
          <p:cNvPr id="34"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条件覆盖</a:t>
            </a:r>
            <a:endParaRPr lang="zh-CN" altLang="en-US" dirty="0"/>
          </a:p>
        </p:txBody>
      </p:sp>
      <p:sp>
        <p:nvSpPr>
          <p:cNvPr id="35"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cxnSp>
        <p:nvCxnSpPr>
          <p:cNvPr id="20" name="Straight Arrow Connector 19"/>
          <p:cNvCxnSpPr/>
          <p:nvPr/>
        </p:nvCxnSpPr>
        <p:spPr>
          <a:xfrm>
            <a:off x="13684102" y="3644522"/>
            <a:ext cx="0" cy="7523364"/>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63" name="Rectangle 3"/>
          <p:cNvSpPr txBox="1">
            <a:spLocks noChangeArrowheads="1"/>
          </p:cNvSpPr>
          <p:nvPr/>
        </p:nvSpPr>
        <p:spPr>
          <a:xfrm>
            <a:off x="2747200" y="7077104"/>
            <a:ext cx="7423546" cy="5593270"/>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测试用例执行路径</a:t>
            </a:r>
            <a:endParaRPr lang="en-US" altLang="zh-CN" sz="4800" b="1" dirty="0"/>
          </a:p>
          <a:p>
            <a:pPr lvl="2"/>
            <a:r>
              <a:rPr lang="en-US" altLang="zh-CN" sz="4800" dirty="0" err="1">
                <a:solidFill>
                  <a:schemeClr val="tx1"/>
                </a:solidFill>
              </a:rPr>
              <a:t>sacbed</a:t>
            </a:r>
            <a:endParaRPr lang="en-US" altLang="zh-CN" sz="4800" dirty="0">
              <a:solidFill>
                <a:schemeClr val="tx1"/>
              </a:solidFill>
            </a:endParaRPr>
          </a:p>
          <a:p>
            <a:pPr lvl="2"/>
            <a:r>
              <a:rPr lang="en-US" altLang="zh-CN" sz="4800" dirty="0" err="1">
                <a:solidFill>
                  <a:schemeClr val="tx1"/>
                </a:solidFill>
              </a:rPr>
              <a:t>sabd</a:t>
            </a:r>
            <a:endParaRPr lang="en-US" altLang="zh-CN" sz="4800" dirty="0">
              <a:solidFill>
                <a:schemeClr val="tx1"/>
              </a:solidFill>
            </a:endParaRPr>
          </a:p>
          <a:p>
            <a:pPr marL="1270000" lvl="2" indent="0">
              <a:buNone/>
            </a:pPr>
            <a:endParaRPr lang="zh-CN" altLang="en-US" sz="4800"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25100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2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up)">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7" fill="hold" display="0">
                  <p:stCondLst>
                    <p:cond delay="indefinite"/>
                  </p:stCondLst>
                  <p:endCondLst>
                    <p:cond evt="onStopAudio" delay="0">
                      <p:tgtEl>
                        <p:sldTgt/>
                      </p:tgtEl>
                    </p:cond>
                  </p:endCondLst>
                </p:cTn>
                <p:tgtEl>
                  <p:spTgt spid="2"/>
                </p:tgtEl>
              </p:cMediaNode>
            </p:audio>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条件覆盖</a:t>
            </a:r>
            <a:endParaRPr lang="zh-CN" altLang="en-US" dirty="0"/>
          </a:p>
        </p:txBody>
      </p:sp>
      <p:sp>
        <p:nvSpPr>
          <p:cNvPr id="12"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pic>
        <p:nvPicPr>
          <p:cNvPr id="4" name="图片 3"/>
          <p:cNvPicPr>
            <a:picLocks noChangeAspect="1"/>
          </p:cNvPicPr>
          <p:nvPr/>
        </p:nvPicPr>
        <p:blipFill>
          <a:blip r:embed="rId4"/>
          <a:stretch>
            <a:fillRect/>
          </a:stretch>
        </p:blipFill>
        <p:spPr>
          <a:xfrm>
            <a:off x="5575300" y="3396168"/>
            <a:ext cx="13233400" cy="8359965"/>
          </a:xfrm>
          <a:prstGeom prst="rect">
            <a:avLst/>
          </a:prstGeom>
        </p:spPr>
      </p:pic>
    </p:spTree>
    <p:custDataLst>
      <p:tags r:id="rId5"/>
    </p:custDataLst>
  </p:cSld>
  <p:clrMapOvr>
    <a:masterClrMapping/>
  </p:clrMapOvr>
  <p:transition spd="med" advTm="10194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2327780" y="1029737"/>
            <a:ext cx="10228267" cy="11058094"/>
            <a:chOff x="12327780" y="1029737"/>
            <a:chExt cx="10228267" cy="11058094"/>
          </a:xfrm>
        </p:grpSpPr>
        <p:sp>
          <p:nvSpPr>
            <p:cNvPr id="8" name="AutoShape 5"/>
            <p:cNvSpPr>
              <a:spLocks noChangeArrowheads="1"/>
            </p:cNvSpPr>
            <p:nvPr/>
          </p:nvSpPr>
          <p:spPr bwMode="auto">
            <a:xfrm>
              <a:off x="13633516" y="10833406"/>
              <a:ext cx="2176227" cy="1254425"/>
            </a:xfrm>
            <a:prstGeom prst="flowChartAlternate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3600" dirty="0">
                  <a:latin typeface="Times New Roman" panose="02020603050405020304" pitchFamily="18" charset="0"/>
                  <a:cs typeface="Times New Roman" panose="02020603050405020304" pitchFamily="18" charset="0"/>
                </a:rPr>
                <a:t>返回</a:t>
              </a:r>
              <a:endParaRPr kumimoji="1" lang="zh-CN" altLang="en-US" sz="3600" dirty="0">
                <a:latin typeface="Times New Roman" panose="02020603050405020304" pitchFamily="18" charset="0"/>
                <a:cs typeface="Times New Roman" panose="02020603050405020304" pitchFamily="18" charset="0"/>
              </a:endParaRPr>
            </a:p>
          </p:txBody>
        </p:sp>
        <p:sp>
          <p:nvSpPr>
            <p:cNvPr id="9" name="AutoShape 6"/>
            <p:cNvSpPr>
              <a:spLocks noChangeArrowheads="1"/>
            </p:cNvSpPr>
            <p:nvPr/>
          </p:nvSpPr>
          <p:spPr bwMode="auto">
            <a:xfrm>
              <a:off x="12327780" y="5397564"/>
              <a:ext cx="5005322" cy="1881637"/>
            </a:xfrm>
            <a:prstGeom prst="flowChartDecision">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y&lt;min</a:t>
              </a:r>
              <a:endParaRPr kumimoji="1" lang="zh-CN" altLang="en-US" sz="4400" dirty="0">
                <a:latin typeface="Times New Roman" panose="02020603050405020304" pitchFamily="18" charset="0"/>
                <a:cs typeface="Times New Roman" panose="02020603050405020304" pitchFamily="18" charset="0"/>
              </a:endParaRPr>
            </a:p>
          </p:txBody>
        </p:sp>
        <p:sp>
          <p:nvSpPr>
            <p:cNvPr id="10" name="AutoShape 7"/>
            <p:cNvSpPr>
              <a:spLocks noChangeArrowheads="1"/>
            </p:cNvSpPr>
            <p:nvPr/>
          </p:nvSpPr>
          <p:spPr bwMode="auto">
            <a:xfrm>
              <a:off x="12327780" y="8324556"/>
              <a:ext cx="5005322" cy="1881637"/>
            </a:xfrm>
            <a:prstGeom prst="flowChartDecision">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z&lt;min</a:t>
              </a:r>
              <a:endParaRPr kumimoji="1" lang="zh-CN" altLang="en-US" sz="4400" dirty="0">
                <a:latin typeface="Times New Roman" panose="02020603050405020304" pitchFamily="18" charset="0"/>
                <a:cs typeface="Times New Roman" panose="02020603050405020304" pitchFamily="18" charset="0"/>
              </a:endParaRPr>
            </a:p>
          </p:txBody>
        </p:sp>
        <p:sp>
          <p:nvSpPr>
            <p:cNvPr id="11" name="Line 8"/>
            <p:cNvSpPr>
              <a:spLocks noChangeShapeType="1"/>
            </p:cNvSpPr>
            <p:nvPr/>
          </p:nvSpPr>
          <p:spPr bwMode="auto">
            <a:xfrm>
              <a:off x="14721630" y="4561281"/>
              <a:ext cx="0" cy="836283"/>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2" name="Line 9"/>
            <p:cNvSpPr>
              <a:spLocks noChangeShapeType="1"/>
            </p:cNvSpPr>
            <p:nvPr/>
          </p:nvSpPr>
          <p:spPr bwMode="auto">
            <a:xfrm>
              <a:off x="14721630" y="7279202"/>
              <a:ext cx="0" cy="1045354"/>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3" name="Line 10"/>
            <p:cNvSpPr>
              <a:spLocks noChangeShapeType="1"/>
            </p:cNvSpPr>
            <p:nvPr/>
          </p:nvSpPr>
          <p:spPr bwMode="auto">
            <a:xfrm>
              <a:off x="14721630" y="10206194"/>
              <a:ext cx="0" cy="627212"/>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4" name="AutoShape 11"/>
            <p:cNvSpPr>
              <a:spLocks noChangeArrowheads="1"/>
            </p:cNvSpPr>
            <p:nvPr/>
          </p:nvSpPr>
          <p:spPr bwMode="auto">
            <a:xfrm>
              <a:off x="18421216" y="5188494"/>
              <a:ext cx="4134831" cy="1672567"/>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min=y</a:t>
              </a:r>
              <a:endParaRPr kumimoji="1" lang="en-US" altLang="zh-CN" sz="3600" dirty="0">
                <a:latin typeface="Times New Roman" panose="02020603050405020304" pitchFamily="18" charset="0"/>
                <a:cs typeface="Times New Roman" panose="02020603050405020304" pitchFamily="18" charset="0"/>
              </a:endParaRPr>
            </a:p>
          </p:txBody>
        </p:sp>
        <p:sp>
          <p:nvSpPr>
            <p:cNvPr id="15" name="AutoShape 12"/>
            <p:cNvSpPr>
              <a:spLocks noChangeArrowheads="1"/>
            </p:cNvSpPr>
            <p:nvPr/>
          </p:nvSpPr>
          <p:spPr bwMode="auto">
            <a:xfrm>
              <a:off x="18421216" y="8324556"/>
              <a:ext cx="4134831" cy="1672567"/>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min=z</a:t>
              </a:r>
              <a:endParaRPr kumimoji="1" lang="en-US" altLang="zh-CN" sz="3600" dirty="0">
                <a:latin typeface="Times New Roman" panose="02020603050405020304" pitchFamily="18" charset="0"/>
                <a:cs typeface="Times New Roman" panose="02020603050405020304" pitchFamily="18" charset="0"/>
              </a:endParaRPr>
            </a:p>
          </p:txBody>
        </p:sp>
        <p:sp>
          <p:nvSpPr>
            <p:cNvPr id="16" name="Line 13"/>
            <p:cNvSpPr>
              <a:spLocks noChangeShapeType="1"/>
            </p:cNvSpPr>
            <p:nvPr/>
          </p:nvSpPr>
          <p:spPr bwMode="auto">
            <a:xfrm>
              <a:off x="20379820" y="6861060"/>
              <a:ext cx="0" cy="836283"/>
            </a:xfrm>
            <a:prstGeom prst="line">
              <a:avLst/>
            </a:prstGeom>
            <a:solidFill>
              <a:schemeClr val="bg1">
                <a:lumMod val="95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7" name="Line 14"/>
            <p:cNvSpPr>
              <a:spLocks noChangeShapeType="1"/>
            </p:cNvSpPr>
            <p:nvPr/>
          </p:nvSpPr>
          <p:spPr bwMode="auto">
            <a:xfrm flipH="1">
              <a:off x="14721630" y="7697344"/>
              <a:ext cx="5658190"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8" name="Line 15"/>
            <p:cNvSpPr>
              <a:spLocks noChangeShapeType="1"/>
            </p:cNvSpPr>
            <p:nvPr/>
          </p:nvSpPr>
          <p:spPr bwMode="auto">
            <a:xfrm>
              <a:off x="20379820" y="9997123"/>
              <a:ext cx="0" cy="418142"/>
            </a:xfrm>
            <a:prstGeom prst="line">
              <a:avLst/>
            </a:prstGeom>
            <a:solidFill>
              <a:schemeClr val="bg1">
                <a:lumMod val="95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9" name="Line 16"/>
            <p:cNvSpPr>
              <a:spLocks noChangeShapeType="1"/>
            </p:cNvSpPr>
            <p:nvPr/>
          </p:nvSpPr>
          <p:spPr bwMode="auto">
            <a:xfrm flipH="1">
              <a:off x="14721630" y="10415264"/>
              <a:ext cx="5658190"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3" name="Line 17"/>
            <p:cNvSpPr>
              <a:spLocks noChangeShapeType="1"/>
            </p:cNvSpPr>
            <p:nvPr/>
          </p:nvSpPr>
          <p:spPr bwMode="auto">
            <a:xfrm>
              <a:off x="17333102" y="6233848"/>
              <a:ext cx="1088114"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4" name="Line 18"/>
            <p:cNvSpPr>
              <a:spLocks noChangeShapeType="1"/>
            </p:cNvSpPr>
            <p:nvPr/>
          </p:nvSpPr>
          <p:spPr bwMode="auto">
            <a:xfrm>
              <a:off x="17333102" y="9160839"/>
              <a:ext cx="1088114"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5" name="Text Box 19"/>
            <p:cNvSpPr txBox="1">
              <a:spLocks noChangeArrowheads="1"/>
            </p:cNvSpPr>
            <p:nvPr/>
          </p:nvSpPr>
          <p:spPr bwMode="auto">
            <a:xfrm>
              <a:off x="12519112" y="1171313"/>
              <a:ext cx="604765"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26" name="Text Box 20"/>
            <p:cNvSpPr txBox="1">
              <a:spLocks noChangeArrowheads="1"/>
            </p:cNvSpPr>
            <p:nvPr/>
          </p:nvSpPr>
          <p:spPr bwMode="auto">
            <a:xfrm>
              <a:off x="12467113" y="4883599"/>
              <a:ext cx="703195"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a</a:t>
              </a:r>
              <a:endParaRPr kumimoji="1" lang="en-US" altLang="zh-CN" sz="4800" dirty="0">
                <a:latin typeface="Times New Roman" panose="02020603050405020304" pitchFamily="18" charset="0"/>
                <a:cs typeface="Times New Roman" panose="02020603050405020304" pitchFamily="18" charset="0"/>
              </a:endParaRPr>
            </a:p>
          </p:txBody>
        </p:sp>
        <p:sp>
          <p:nvSpPr>
            <p:cNvPr id="27" name="Text Box 21"/>
            <p:cNvSpPr txBox="1">
              <a:spLocks noChangeArrowheads="1"/>
            </p:cNvSpPr>
            <p:nvPr/>
          </p:nvSpPr>
          <p:spPr bwMode="auto">
            <a:xfrm>
              <a:off x="12441933" y="7601519"/>
              <a:ext cx="75355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28" name="Text Box 22"/>
            <p:cNvSpPr txBox="1">
              <a:spLocks noChangeArrowheads="1"/>
            </p:cNvSpPr>
            <p:nvPr/>
          </p:nvSpPr>
          <p:spPr bwMode="auto">
            <a:xfrm>
              <a:off x="12395089" y="10528511"/>
              <a:ext cx="75355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d</a:t>
              </a:r>
              <a:endParaRPr kumimoji="1" lang="en-US" altLang="zh-CN" sz="4800" dirty="0">
                <a:latin typeface="Times New Roman" panose="02020603050405020304" pitchFamily="18" charset="0"/>
                <a:cs typeface="Times New Roman" panose="02020603050405020304" pitchFamily="18" charset="0"/>
              </a:endParaRPr>
            </a:p>
          </p:txBody>
        </p:sp>
        <p:sp>
          <p:nvSpPr>
            <p:cNvPr id="29" name="Text Box 23"/>
            <p:cNvSpPr txBox="1">
              <a:spLocks noChangeArrowheads="1"/>
            </p:cNvSpPr>
            <p:nvPr/>
          </p:nvSpPr>
          <p:spPr bwMode="auto">
            <a:xfrm>
              <a:off x="21769449" y="4121088"/>
              <a:ext cx="65283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30" name="Text Box 24"/>
            <p:cNvSpPr txBox="1">
              <a:spLocks noChangeArrowheads="1"/>
            </p:cNvSpPr>
            <p:nvPr/>
          </p:nvSpPr>
          <p:spPr bwMode="auto">
            <a:xfrm>
              <a:off x="21769449" y="7455044"/>
              <a:ext cx="65283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sp>
          <p:nvSpPr>
            <p:cNvPr id="31" name="AutoShape 4"/>
            <p:cNvSpPr>
              <a:spLocks noChangeArrowheads="1"/>
            </p:cNvSpPr>
            <p:nvPr/>
          </p:nvSpPr>
          <p:spPr bwMode="auto">
            <a:xfrm>
              <a:off x="13575049" y="1029737"/>
              <a:ext cx="2176227" cy="1270953"/>
            </a:xfrm>
            <a:prstGeom prst="flowChartAlternate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3600" dirty="0">
                  <a:latin typeface="Times New Roman" panose="02020603050405020304" pitchFamily="18" charset="0"/>
                  <a:cs typeface="Times New Roman" panose="02020603050405020304" pitchFamily="18" charset="0"/>
                </a:rPr>
                <a:t>入口</a:t>
              </a:r>
              <a:endParaRPr kumimoji="1" lang="zh-CN" altLang="en-US" sz="4400" dirty="0">
                <a:latin typeface="Times New Roman" panose="02020603050405020304" pitchFamily="18" charset="0"/>
                <a:cs typeface="Times New Roman" panose="02020603050405020304" pitchFamily="18" charset="0"/>
              </a:endParaRPr>
            </a:p>
          </p:txBody>
        </p:sp>
        <p:sp>
          <p:nvSpPr>
            <p:cNvPr id="32" name="Line 8"/>
            <p:cNvSpPr>
              <a:spLocks noChangeShapeType="1"/>
            </p:cNvSpPr>
            <p:nvPr/>
          </p:nvSpPr>
          <p:spPr bwMode="auto">
            <a:xfrm>
              <a:off x="14721629" y="2374749"/>
              <a:ext cx="0" cy="836283"/>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33" name="Text Box 19"/>
            <p:cNvSpPr txBox="1">
              <a:spLocks noChangeArrowheads="1"/>
            </p:cNvSpPr>
            <p:nvPr/>
          </p:nvSpPr>
          <p:spPr bwMode="auto">
            <a:xfrm>
              <a:off x="12472680" y="3356676"/>
              <a:ext cx="697628" cy="830997"/>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m</a:t>
              </a:r>
              <a:endParaRPr kumimoji="1" lang="en-US" altLang="zh-CN" sz="4800" dirty="0">
                <a:latin typeface="Times New Roman" panose="02020603050405020304" pitchFamily="18" charset="0"/>
                <a:cs typeface="Times New Roman" panose="02020603050405020304" pitchFamily="18" charset="0"/>
              </a:endParaRPr>
            </a:p>
          </p:txBody>
        </p:sp>
      </p:grpSp>
      <p:sp>
        <p:nvSpPr>
          <p:cNvPr id="36"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条件覆盖</a:t>
            </a:r>
            <a:endParaRPr lang="zh-CN" altLang="en-US" dirty="0"/>
          </a:p>
        </p:txBody>
      </p:sp>
      <p:sp>
        <p:nvSpPr>
          <p:cNvPr id="37"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pic>
        <p:nvPicPr>
          <p:cNvPr id="4" name="音频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
        <p:nvSpPr>
          <p:cNvPr id="35" name="AutoShape 12"/>
          <p:cNvSpPr>
            <a:spLocks noChangeArrowheads="1"/>
          </p:cNvSpPr>
          <p:nvPr/>
        </p:nvSpPr>
        <p:spPr bwMode="auto">
          <a:xfrm>
            <a:off x="13170308" y="3226901"/>
            <a:ext cx="3348233" cy="1270953"/>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min=x</a:t>
            </a:r>
            <a:endParaRPr kumimoji="1" lang="en-US" altLang="zh-CN" sz="3600"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4"/>
          <a:stretch>
            <a:fillRect/>
          </a:stretch>
        </p:blipFill>
        <p:spPr>
          <a:xfrm>
            <a:off x="1048584" y="4307349"/>
            <a:ext cx="10458760" cy="6607135"/>
          </a:xfrm>
          <a:prstGeom prst="rect">
            <a:avLst/>
          </a:prstGeom>
        </p:spPr>
      </p:pic>
    </p:spTree>
    <p:custDataLst>
      <p:tags r:id="rId5"/>
    </p:custDataLst>
  </p:cSld>
  <p:clrMapOvr>
    <a:masterClrMapping/>
  </p:clrMapOvr>
  <p:transition spd="med" advTm="16887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
          <p:cNvGrpSpPr/>
          <p:nvPr/>
        </p:nvGrpSpPr>
        <p:grpSpPr>
          <a:xfrm>
            <a:off x="12327780" y="1029737"/>
            <a:ext cx="10228267" cy="11058094"/>
            <a:chOff x="12327780" y="1029737"/>
            <a:chExt cx="10228267" cy="11058094"/>
          </a:xfrm>
        </p:grpSpPr>
        <p:sp>
          <p:nvSpPr>
            <p:cNvPr id="12" name="AutoShape 5"/>
            <p:cNvSpPr>
              <a:spLocks noChangeArrowheads="1"/>
            </p:cNvSpPr>
            <p:nvPr/>
          </p:nvSpPr>
          <p:spPr bwMode="auto">
            <a:xfrm>
              <a:off x="13633516" y="10833406"/>
              <a:ext cx="2176227" cy="1254425"/>
            </a:xfrm>
            <a:prstGeom prst="flowChartAlternate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3600" dirty="0">
                  <a:latin typeface="Times New Roman" panose="02020603050405020304" pitchFamily="18" charset="0"/>
                  <a:cs typeface="Times New Roman" panose="02020603050405020304" pitchFamily="18" charset="0"/>
                </a:rPr>
                <a:t>返回</a:t>
              </a:r>
              <a:endParaRPr kumimoji="1" lang="zh-CN" altLang="en-US" sz="3600" dirty="0">
                <a:latin typeface="Times New Roman" panose="02020603050405020304" pitchFamily="18" charset="0"/>
                <a:cs typeface="Times New Roman" panose="02020603050405020304" pitchFamily="18" charset="0"/>
              </a:endParaRPr>
            </a:p>
          </p:txBody>
        </p:sp>
        <p:sp>
          <p:nvSpPr>
            <p:cNvPr id="16" name="AutoShape 6"/>
            <p:cNvSpPr>
              <a:spLocks noChangeArrowheads="1"/>
            </p:cNvSpPr>
            <p:nvPr/>
          </p:nvSpPr>
          <p:spPr bwMode="auto">
            <a:xfrm>
              <a:off x="12327780" y="5397564"/>
              <a:ext cx="5005322" cy="1881637"/>
            </a:xfrm>
            <a:prstGeom prst="flowChartDecision">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y&lt;min</a:t>
              </a:r>
              <a:endParaRPr kumimoji="1" lang="zh-CN" altLang="en-US" sz="4400" dirty="0">
                <a:latin typeface="Times New Roman" panose="02020603050405020304" pitchFamily="18" charset="0"/>
                <a:cs typeface="Times New Roman" panose="02020603050405020304" pitchFamily="18" charset="0"/>
              </a:endParaRPr>
            </a:p>
          </p:txBody>
        </p:sp>
        <p:sp>
          <p:nvSpPr>
            <p:cNvPr id="17" name="AutoShape 7"/>
            <p:cNvSpPr>
              <a:spLocks noChangeArrowheads="1"/>
            </p:cNvSpPr>
            <p:nvPr/>
          </p:nvSpPr>
          <p:spPr bwMode="auto">
            <a:xfrm>
              <a:off x="12327780" y="8324556"/>
              <a:ext cx="5005322" cy="1881637"/>
            </a:xfrm>
            <a:prstGeom prst="flowChartDecision">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z&lt;min</a:t>
              </a:r>
              <a:endParaRPr kumimoji="1" lang="zh-CN" altLang="en-US" sz="4400" dirty="0">
                <a:latin typeface="Times New Roman" panose="02020603050405020304" pitchFamily="18" charset="0"/>
                <a:cs typeface="Times New Roman" panose="02020603050405020304" pitchFamily="18" charset="0"/>
              </a:endParaRPr>
            </a:p>
          </p:txBody>
        </p:sp>
        <p:sp>
          <p:nvSpPr>
            <p:cNvPr id="18" name="Line 8"/>
            <p:cNvSpPr>
              <a:spLocks noChangeShapeType="1"/>
            </p:cNvSpPr>
            <p:nvPr/>
          </p:nvSpPr>
          <p:spPr bwMode="auto">
            <a:xfrm>
              <a:off x="14721630" y="4561281"/>
              <a:ext cx="0" cy="836283"/>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9" name="Line 9"/>
            <p:cNvSpPr>
              <a:spLocks noChangeShapeType="1"/>
            </p:cNvSpPr>
            <p:nvPr/>
          </p:nvSpPr>
          <p:spPr bwMode="auto">
            <a:xfrm>
              <a:off x="14721630" y="7279202"/>
              <a:ext cx="0" cy="1045354"/>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0" name="Line 10"/>
            <p:cNvSpPr>
              <a:spLocks noChangeShapeType="1"/>
            </p:cNvSpPr>
            <p:nvPr/>
          </p:nvSpPr>
          <p:spPr bwMode="auto">
            <a:xfrm>
              <a:off x="14721630" y="10206194"/>
              <a:ext cx="0" cy="627212"/>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1" name="AutoShape 11"/>
            <p:cNvSpPr>
              <a:spLocks noChangeArrowheads="1"/>
            </p:cNvSpPr>
            <p:nvPr/>
          </p:nvSpPr>
          <p:spPr bwMode="auto">
            <a:xfrm>
              <a:off x="18421216" y="5188494"/>
              <a:ext cx="4134831" cy="1672567"/>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min=y</a:t>
              </a:r>
              <a:endParaRPr kumimoji="1" lang="en-US" altLang="zh-CN" sz="3600" dirty="0">
                <a:latin typeface="Times New Roman" panose="02020603050405020304" pitchFamily="18" charset="0"/>
                <a:cs typeface="Times New Roman" panose="02020603050405020304" pitchFamily="18" charset="0"/>
              </a:endParaRPr>
            </a:p>
          </p:txBody>
        </p:sp>
        <p:sp>
          <p:nvSpPr>
            <p:cNvPr id="22" name="AutoShape 12"/>
            <p:cNvSpPr>
              <a:spLocks noChangeArrowheads="1"/>
            </p:cNvSpPr>
            <p:nvPr/>
          </p:nvSpPr>
          <p:spPr bwMode="auto">
            <a:xfrm>
              <a:off x="18421216" y="8324556"/>
              <a:ext cx="4134831" cy="1672567"/>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min=z</a:t>
              </a:r>
              <a:endParaRPr kumimoji="1" lang="en-US" altLang="zh-CN" sz="3600" dirty="0">
                <a:latin typeface="Times New Roman" panose="02020603050405020304" pitchFamily="18" charset="0"/>
                <a:cs typeface="Times New Roman" panose="02020603050405020304" pitchFamily="18" charset="0"/>
              </a:endParaRPr>
            </a:p>
          </p:txBody>
        </p:sp>
        <p:sp>
          <p:nvSpPr>
            <p:cNvPr id="23" name="Line 13"/>
            <p:cNvSpPr>
              <a:spLocks noChangeShapeType="1"/>
            </p:cNvSpPr>
            <p:nvPr/>
          </p:nvSpPr>
          <p:spPr bwMode="auto">
            <a:xfrm>
              <a:off x="20379820" y="6861060"/>
              <a:ext cx="0" cy="836283"/>
            </a:xfrm>
            <a:prstGeom prst="line">
              <a:avLst/>
            </a:prstGeom>
            <a:solidFill>
              <a:schemeClr val="bg1">
                <a:lumMod val="95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4" name="Line 14"/>
            <p:cNvSpPr>
              <a:spLocks noChangeShapeType="1"/>
            </p:cNvSpPr>
            <p:nvPr/>
          </p:nvSpPr>
          <p:spPr bwMode="auto">
            <a:xfrm flipH="1">
              <a:off x="14721630" y="7697344"/>
              <a:ext cx="5658190"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5" name="Line 15"/>
            <p:cNvSpPr>
              <a:spLocks noChangeShapeType="1"/>
            </p:cNvSpPr>
            <p:nvPr/>
          </p:nvSpPr>
          <p:spPr bwMode="auto">
            <a:xfrm>
              <a:off x="20379820" y="9997123"/>
              <a:ext cx="0" cy="418142"/>
            </a:xfrm>
            <a:prstGeom prst="line">
              <a:avLst/>
            </a:prstGeom>
            <a:solidFill>
              <a:schemeClr val="bg1">
                <a:lumMod val="95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6" name="Line 16"/>
            <p:cNvSpPr>
              <a:spLocks noChangeShapeType="1"/>
            </p:cNvSpPr>
            <p:nvPr/>
          </p:nvSpPr>
          <p:spPr bwMode="auto">
            <a:xfrm flipH="1">
              <a:off x="14721630" y="10415264"/>
              <a:ext cx="5658190"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7" name="Line 17"/>
            <p:cNvSpPr>
              <a:spLocks noChangeShapeType="1"/>
            </p:cNvSpPr>
            <p:nvPr/>
          </p:nvSpPr>
          <p:spPr bwMode="auto">
            <a:xfrm>
              <a:off x="17333102" y="6233848"/>
              <a:ext cx="1088114"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8" name="Line 18"/>
            <p:cNvSpPr>
              <a:spLocks noChangeShapeType="1"/>
            </p:cNvSpPr>
            <p:nvPr/>
          </p:nvSpPr>
          <p:spPr bwMode="auto">
            <a:xfrm>
              <a:off x="17333102" y="9160839"/>
              <a:ext cx="1088114"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9" name="Text Box 19"/>
            <p:cNvSpPr txBox="1">
              <a:spLocks noChangeArrowheads="1"/>
            </p:cNvSpPr>
            <p:nvPr/>
          </p:nvSpPr>
          <p:spPr bwMode="auto">
            <a:xfrm>
              <a:off x="12519112" y="1171313"/>
              <a:ext cx="604765"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30" name="Text Box 20"/>
            <p:cNvSpPr txBox="1">
              <a:spLocks noChangeArrowheads="1"/>
            </p:cNvSpPr>
            <p:nvPr/>
          </p:nvSpPr>
          <p:spPr bwMode="auto">
            <a:xfrm>
              <a:off x="12467113" y="4883599"/>
              <a:ext cx="703195"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a</a:t>
              </a:r>
              <a:endParaRPr kumimoji="1" lang="en-US" altLang="zh-CN" sz="4800" dirty="0">
                <a:latin typeface="Times New Roman" panose="02020603050405020304" pitchFamily="18" charset="0"/>
                <a:cs typeface="Times New Roman" panose="02020603050405020304" pitchFamily="18" charset="0"/>
              </a:endParaRPr>
            </a:p>
          </p:txBody>
        </p:sp>
        <p:sp>
          <p:nvSpPr>
            <p:cNvPr id="31" name="Text Box 21"/>
            <p:cNvSpPr txBox="1">
              <a:spLocks noChangeArrowheads="1"/>
            </p:cNvSpPr>
            <p:nvPr/>
          </p:nvSpPr>
          <p:spPr bwMode="auto">
            <a:xfrm>
              <a:off x="12441933" y="7601519"/>
              <a:ext cx="75355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32" name="Text Box 22"/>
            <p:cNvSpPr txBox="1">
              <a:spLocks noChangeArrowheads="1"/>
            </p:cNvSpPr>
            <p:nvPr/>
          </p:nvSpPr>
          <p:spPr bwMode="auto">
            <a:xfrm>
              <a:off x="12395089" y="10528511"/>
              <a:ext cx="75355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d</a:t>
              </a:r>
              <a:endParaRPr kumimoji="1" lang="en-US" altLang="zh-CN" sz="4800" dirty="0">
                <a:latin typeface="Times New Roman" panose="02020603050405020304" pitchFamily="18" charset="0"/>
                <a:cs typeface="Times New Roman" panose="02020603050405020304" pitchFamily="18" charset="0"/>
              </a:endParaRPr>
            </a:p>
          </p:txBody>
        </p:sp>
        <p:sp>
          <p:nvSpPr>
            <p:cNvPr id="35" name="Text Box 23"/>
            <p:cNvSpPr txBox="1">
              <a:spLocks noChangeArrowheads="1"/>
            </p:cNvSpPr>
            <p:nvPr/>
          </p:nvSpPr>
          <p:spPr bwMode="auto">
            <a:xfrm>
              <a:off x="21769449" y="4121088"/>
              <a:ext cx="65283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36" name="Text Box 24"/>
            <p:cNvSpPr txBox="1">
              <a:spLocks noChangeArrowheads="1"/>
            </p:cNvSpPr>
            <p:nvPr/>
          </p:nvSpPr>
          <p:spPr bwMode="auto">
            <a:xfrm>
              <a:off x="21769449" y="7455044"/>
              <a:ext cx="65283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sp>
          <p:nvSpPr>
            <p:cNvPr id="37" name="AutoShape 4"/>
            <p:cNvSpPr>
              <a:spLocks noChangeArrowheads="1"/>
            </p:cNvSpPr>
            <p:nvPr/>
          </p:nvSpPr>
          <p:spPr bwMode="auto">
            <a:xfrm>
              <a:off x="13575049" y="1029737"/>
              <a:ext cx="2176227" cy="1270953"/>
            </a:xfrm>
            <a:prstGeom prst="flowChartAlternate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3600" dirty="0">
                  <a:latin typeface="Times New Roman" panose="02020603050405020304" pitchFamily="18" charset="0"/>
                  <a:cs typeface="Times New Roman" panose="02020603050405020304" pitchFamily="18" charset="0"/>
                </a:rPr>
                <a:t>入口</a:t>
              </a:r>
              <a:endParaRPr kumimoji="1" lang="zh-CN" altLang="en-US" sz="4400" dirty="0">
                <a:latin typeface="Times New Roman" panose="02020603050405020304" pitchFamily="18" charset="0"/>
                <a:cs typeface="Times New Roman" panose="02020603050405020304" pitchFamily="18" charset="0"/>
              </a:endParaRPr>
            </a:p>
          </p:txBody>
        </p:sp>
        <p:sp>
          <p:nvSpPr>
            <p:cNvPr id="38" name="Line 8"/>
            <p:cNvSpPr>
              <a:spLocks noChangeShapeType="1"/>
            </p:cNvSpPr>
            <p:nvPr/>
          </p:nvSpPr>
          <p:spPr bwMode="auto">
            <a:xfrm>
              <a:off x="14721629" y="2374749"/>
              <a:ext cx="0" cy="836283"/>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39" name="Text Box 19"/>
            <p:cNvSpPr txBox="1">
              <a:spLocks noChangeArrowheads="1"/>
            </p:cNvSpPr>
            <p:nvPr/>
          </p:nvSpPr>
          <p:spPr bwMode="auto">
            <a:xfrm>
              <a:off x="12472680" y="3356676"/>
              <a:ext cx="697628" cy="830997"/>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m</a:t>
              </a:r>
              <a:endParaRPr kumimoji="1" lang="en-US" altLang="zh-CN" sz="4800" dirty="0">
                <a:latin typeface="Times New Roman" panose="02020603050405020304" pitchFamily="18" charset="0"/>
                <a:cs typeface="Times New Roman" panose="02020603050405020304" pitchFamily="18" charset="0"/>
              </a:endParaRPr>
            </a:p>
          </p:txBody>
        </p:sp>
      </p:grpSp>
      <p:sp>
        <p:nvSpPr>
          <p:cNvPr id="33" name="Rectangle 3"/>
          <p:cNvSpPr txBox="1">
            <a:spLocks noChangeArrowheads="1"/>
          </p:cNvSpPr>
          <p:nvPr/>
        </p:nvSpPr>
        <p:spPr>
          <a:xfrm>
            <a:off x="2747200" y="2959079"/>
            <a:ext cx="7423546" cy="238817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a:t>
            </a:r>
            <a:endParaRPr lang="en-US" altLang="zh-CN" sz="4800" b="1" dirty="0"/>
          </a:p>
          <a:p>
            <a:pPr marL="1270000" lvl="2" indent="0">
              <a:buNone/>
            </a:pPr>
            <a:endParaRPr lang="en-US" altLang="zh-CN" sz="4800" dirty="0">
              <a:solidFill>
                <a:srgbClr val="FF0000"/>
              </a:solidFill>
            </a:endParaRPr>
          </a:p>
          <a:p>
            <a:pPr marL="1270000" lvl="2" indent="0">
              <a:buNone/>
            </a:pPr>
            <a:endParaRPr lang="zh-CN" altLang="en-US" sz="4800" dirty="0"/>
          </a:p>
        </p:txBody>
      </p:sp>
      <p:graphicFrame>
        <p:nvGraphicFramePr>
          <p:cNvPr id="3" name="Table 2"/>
          <p:cNvGraphicFramePr>
            <a:graphicFrameLocks noGrp="1"/>
          </p:cNvGraphicFramePr>
          <p:nvPr/>
        </p:nvGraphicFramePr>
        <p:xfrm>
          <a:off x="2747200" y="5087685"/>
          <a:ext cx="6709964" cy="1920240"/>
        </p:xfrm>
        <a:graphic>
          <a:graphicData uri="http://schemas.openxmlformats.org/drawingml/2006/table">
            <a:tbl>
              <a:tblPr firstRow="1" bandRow="1">
                <a:tableStyleId>{F5AB1C69-6EDB-4FF4-983F-18BD219EF322}</a:tableStyleId>
              </a:tblPr>
              <a:tblGrid>
                <a:gridCol w="1711681"/>
                <a:gridCol w="1643301"/>
                <a:gridCol w="1677491"/>
                <a:gridCol w="1677491"/>
              </a:tblGrid>
              <a:tr h="0">
                <a:tc>
                  <a:txBody>
                    <a:bodyPr/>
                    <a:lstStyle/>
                    <a:p>
                      <a:r>
                        <a:rPr lang="en-US" altLang="zh-CN" sz="3600" dirty="0"/>
                        <a:t>ID</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x</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y</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z</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dirty="0">
                          <a:solidFill>
                            <a:srgbClr val="FF0000"/>
                          </a:solidFill>
                        </a:rPr>
                        <a:t>1</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9</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8</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7</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solidFill>
                            <a:schemeClr val="accent1"/>
                          </a:solidFill>
                          <a:latin typeface="Times New Roman" panose="02020603050405020304" pitchFamily="18" charset="0"/>
                          <a:cs typeface="Times New Roman" panose="02020603050405020304" pitchFamily="18" charset="0"/>
                        </a:rPr>
                        <a:t>2</a:t>
                      </a:r>
                      <a:endParaRPr lang="zh-CN" altLang="en-US" sz="3600" b="1" dirty="0">
                        <a:solidFill>
                          <a:schemeClr val="accent1"/>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1"/>
                          </a:solidFill>
                          <a:latin typeface="Times New Roman" panose="02020603050405020304" pitchFamily="18" charset="0"/>
                          <a:cs typeface="Times New Roman" panose="02020603050405020304" pitchFamily="18" charset="0"/>
                        </a:rPr>
                        <a:t>7</a:t>
                      </a:r>
                      <a:endParaRPr lang="zh-CN" altLang="en-US" sz="3600" b="1" dirty="0">
                        <a:solidFill>
                          <a:schemeClr val="accent1"/>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1"/>
                          </a:solidFill>
                          <a:latin typeface="Times New Roman" panose="02020603050405020304" pitchFamily="18" charset="0"/>
                          <a:cs typeface="Times New Roman" panose="02020603050405020304" pitchFamily="18" charset="0"/>
                        </a:rPr>
                        <a:t>8</a:t>
                      </a:r>
                      <a:endParaRPr lang="zh-CN" altLang="en-US" sz="3600" b="1" dirty="0">
                        <a:solidFill>
                          <a:schemeClr val="accent1"/>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1"/>
                          </a:solidFill>
                          <a:latin typeface="Times New Roman" panose="02020603050405020304" pitchFamily="18" charset="0"/>
                          <a:cs typeface="Times New Roman" panose="02020603050405020304" pitchFamily="18" charset="0"/>
                        </a:rPr>
                        <a:t>9</a:t>
                      </a:r>
                      <a:endParaRPr lang="zh-CN" altLang="en-US" sz="3600" b="1" dirty="0">
                        <a:solidFill>
                          <a:schemeClr val="accent1"/>
                        </a:solidFill>
                        <a:latin typeface="Times New Roman" panose="02020603050405020304" pitchFamily="18" charset="0"/>
                        <a:cs typeface="Times New Roman" panose="02020603050405020304" pitchFamily="18" charset="0"/>
                      </a:endParaRPr>
                    </a:p>
                  </a:txBody>
                  <a:tcPr/>
                </a:tc>
              </a:tr>
            </a:tbl>
          </a:graphicData>
        </a:graphic>
      </p:graphicFrame>
      <p:sp>
        <p:nvSpPr>
          <p:cNvPr id="34" name="Rectangle 3"/>
          <p:cNvSpPr txBox="1">
            <a:spLocks noChangeArrowheads="1"/>
          </p:cNvSpPr>
          <p:nvPr/>
        </p:nvSpPr>
        <p:spPr>
          <a:xfrm>
            <a:off x="2747200" y="7559203"/>
            <a:ext cx="7423546" cy="5263661"/>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测试用例执行路径</a:t>
            </a:r>
            <a:endParaRPr lang="en-US" altLang="zh-CN" sz="4800" b="1" dirty="0"/>
          </a:p>
          <a:p>
            <a:pPr lvl="2"/>
            <a:r>
              <a:rPr lang="en-US" altLang="zh-CN" sz="4800" dirty="0" err="1">
                <a:solidFill>
                  <a:srgbClr val="FF0000"/>
                </a:solidFill>
              </a:rPr>
              <a:t>smacbed</a:t>
            </a:r>
            <a:endParaRPr lang="en-US" altLang="zh-CN" sz="4800" dirty="0">
              <a:solidFill>
                <a:srgbClr val="FF0000"/>
              </a:solidFill>
            </a:endParaRPr>
          </a:p>
          <a:p>
            <a:pPr lvl="2"/>
            <a:r>
              <a:rPr lang="en-US" altLang="zh-CN" sz="4800" dirty="0" err="1">
                <a:solidFill>
                  <a:srgbClr val="00A2FF"/>
                </a:solidFill>
              </a:rPr>
              <a:t>smabd</a:t>
            </a:r>
            <a:endParaRPr lang="en-US" altLang="zh-CN" sz="4800" dirty="0">
              <a:solidFill>
                <a:srgbClr val="00A2FF"/>
              </a:solidFill>
            </a:endParaRPr>
          </a:p>
          <a:p>
            <a:pPr marL="1270000" lvl="2" indent="0">
              <a:buNone/>
            </a:pPr>
            <a:endParaRPr lang="zh-CN" altLang="en-US" sz="4800" dirty="0"/>
          </a:p>
        </p:txBody>
      </p:sp>
      <p:sp>
        <p:nvSpPr>
          <p:cNvPr id="14"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条件覆盖</a:t>
            </a:r>
            <a:endParaRPr lang="zh-CN" altLang="en-US" dirty="0"/>
          </a:p>
        </p:txBody>
      </p:sp>
      <p:sp>
        <p:nvSpPr>
          <p:cNvPr id="15"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
        <p:nvSpPr>
          <p:cNvPr id="40" name="AutoShape 12"/>
          <p:cNvSpPr>
            <a:spLocks noChangeArrowheads="1"/>
          </p:cNvSpPr>
          <p:nvPr/>
        </p:nvSpPr>
        <p:spPr bwMode="auto">
          <a:xfrm>
            <a:off x="13170308" y="3226901"/>
            <a:ext cx="3348233" cy="1270953"/>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min=x</a:t>
            </a:r>
            <a:endParaRPr kumimoji="1" lang="en-US" altLang="zh-CN" sz="3600" dirty="0">
              <a:latin typeface="Times New Roman" panose="02020603050405020304" pitchFamily="18" charset="0"/>
              <a:cs typeface="Times New Roman" panose="02020603050405020304" pitchFamily="18" charset="0"/>
            </a:endParaRPr>
          </a:p>
        </p:txBody>
      </p:sp>
      <p:cxnSp>
        <p:nvCxnSpPr>
          <p:cNvPr id="13" name="Straight Arrow Connector 12"/>
          <p:cNvCxnSpPr/>
          <p:nvPr/>
        </p:nvCxnSpPr>
        <p:spPr>
          <a:xfrm>
            <a:off x="14830441" y="2320928"/>
            <a:ext cx="0" cy="9799161"/>
          </a:xfrm>
          <a:prstGeom prst="straightConnector1">
            <a:avLst/>
          </a:prstGeom>
          <a:ln w="38100">
            <a:solidFill>
              <a:schemeClr val="accent1"/>
            </a:solidFill>
            <a:tailEnd type="triangle"/>
          </a:ln>
        </p:spPr>
        <p:style>
          <a:lnRef idx="1">
            <a:schemeClr val="accent5"/>
          </a:lnRef>
          <a:fillRef idx="0">
            <a:schemeClr val="accent5"/>
          </a:fillRef>
          <a:effectRef idx="0">
            <a:schemeClr val="accent5"/>
          </a:effectRef>
          <a:fontRef idx="minor">
            <a:schemeClr val="tx1"/>
          </a:fontRef>
        </p:style>
      </p:cxnSp>
      <p:sp>
        <p:nvSpPr>
          <p:cNvPr id="4" name="Freeform: Shape 3"/>
          <p:cNvSpPr/>
          <p:nvPr/>
        </p:nvSpPr>
        <p:spPr>
          <a:xfrm>
            <a:off x="15184466" y="2052084"/>
            <a:ext cx="5678953" cy="10132828"/>
          </a:xfrm>
          <a:custGeom>
            <a:avLst/>
            <a:gdLst>
              <a:gd name="connsiteX0" fmla="*/ 360334 w 5678953"/>
              <a:gd name="connsiteY0" fmla="*/ 0 h 10132828"/>
              <a:gd name="connsiteX1" fmla="*/ 339069 w 5678953"/>
              <a:gd name="connsiteY1" fmla="*/ 2519916 h 10132828"/>
              <a:gd name="connsiteX2" fmla="*/ 434762 w 5678953"/>
              <a:gd name="connsiteY2" fmla="*/ 3253563 h 10132828"/>
              <a:gd name="connsiteX3" fmla="*/ 456027 w 5678953"/>
              <a:gd name="connsiteY3" fmla="*/ 3413051 h 10132828"/>
              <a:gd name="connsiteX4" fmla="*/ 530455 w 5678953"/>
              <a:gd name="connsiteY4" fmla="*/ 3955311 h 10132828"/>
              <a:gd name="connsiteX5" fmla="*/ 583618 w 5678953"/>
              <a:gd name="connsiteY5" fmla="*/ 4157330 h 10132828"/>
              <a:gd name="connsiteX6" fmla="*/ 647413 w 5678953"/>
              <a:gd name="connsiteY6" fmla="*/ 4178595 h 10132828"/>
              <a:gd name="connsiteX7" fmla="*/ 966390 w 5678953"/>
              <a:gd name="connsiteY7" fmla="*/ 4199860 h 10132828"/>
              <a:gd name="connsiteX8" fmla="*/ 1274734 w 5678953"/>
              <a:gd name="connsiteY8" fmla="*/ 4253023 h 10132828"/>
              <a:gd name="connsiteX9" fmla="*/ 3252390 w 5678953"/>
              <a:gd name="connsiteY9" fmla="*/ 4189228 h 10132828"/>
              <a:gd name="connsiteX10" fmla="*/ 4081729 w 5678953"/>
              <a:gd name="connsiteY10" fmla="*/ 4136065 h 10132828"/>
              <a:gd name="connsiteX11" fmla="*/ 5336371 w 5678953"/>
              <a:gd name="connsiteY11" fmla="*/ 4146697 h 10132828"/>
              <a:gd name="connsiteX12" fmla="*/ 5378901 w 5678953"/>
              <a:gd name="connsiteY12" fmla="*/ 4167963 h 10132828"/>
              <a:gd name="connsiteX13" fmla="*/ 5442697 w 5678953"/>
              <a:gd name="connsiteY13" fmla="*/ 4189228 h 10132828"/>
              <a:gd name="connsiteX14" fmla="*/ 5474594 w 5678953"/>
              <a:gd name="connsiteY14" fmla="*/ 4231758 h 10132828"/>
              <a:gd name="connsiteX15" fmla="*/ 5517125 w 5678953"/>
              <a:gd name="connsiteY15" fmla="*/ 4253023 h 10132828"/>
              <a:gd name="connsiteX16" fmla="*/ 5538390 w 5678953"/>
              <a:gd name="connsiteY16" fmla="*/ 4284921 h 10132828"/>
              <a:gd name="connsiteX17" fmla="*/ 5580920 w 5678953"/>
              <a:gd name="connsiteY17" fmla="*/ 4369981 h 10132828"/>
              <a:gd name="connsiteX18" fmla="*/ 5634083 w 5678953"/>
              <a:gd name="connsiteY18" fmla="*/ 4391246 h 10132828"/>
              <a:gd name="connsiteX19" fmla="*/ 5655348 w 5678953"/>
              <a:gd name="connsiteY19" fmla="*/ 4455042 h 10132828"/>
              <a:gd name="connsiteX20" fmla="*/ 5676613 w 5678953"/>
              <a:gd name="connsiteY20" fmla="*/ 4508204 h 10132828"/>
              <a:gd name="connsiteX21" fmla="*/ 5644715 w 5678953"/>
              <a:gd name="connsiteY21" fmla="*/ 4901609 h 10132828"/>
              <a:gd name="connsiteX22" fmla="*/ 5591553 w 5678953"/>
              <a:gd name="connsiteY22" fmla="*/ 5603358 h 10132828"/>
              <a:gd name="connsiteX23" fmla="*/ 5230046 w 5678953"/>
              <a:gd name="connsiteY23" fmla="*/ 5635256 h 10132828"/>
              <a:gd name="connsiteX24" fmla="*/ 4634622 w 5678953"/>
              <a:gd name="connsiteY24" fmla="*/ 5656521 h 10132828"/>
              <a:gd name="connsiteX25" fmla="*/ 4336911 w 5678953"/>
              <a:gd name="connsiteY25" fmla="*/ 5688418 h 10132828"/>
              <a:gd name="connsiteX26" fmla="*/ 3986036 w 5678953"/>
              <a:gd name="connsiteY26" fmla="*/ 5762846 h 10132828"/>
              <a:gd name="connsiteX27" fmla="*/ 3815915 w 5678953"/>
              <a:gd name="connsiteY27" fmla="*/ 5784111 h 10132828"/>
              <a:gd name="connsiteX28" fmla="*/ 3092901 w 5678953"/>
              <a:gd name="connsiteY28" fmla="*/ 5890437 h 10132828"/>
              <a:gd name="connsiteX29" fmla="*/ 2922781 w 5678953"/>
              <a:gd name="connsiteY29" fmla="*/ 5911702 h 10132828"/>
              <a:gd name="connsiteX30" fmla="*/ 2667599 w 5678953"/>
              <a:gd name="connsiteY30" fmla="*/ 5964865 h 10132828"/>
              <a:gd name="connsiteX31" fmla="*/ 2433683 w 5678953"/>
              <a:gd name="connsiteY31" fmla="*/ 5986130 h 10132828"/>
              <a:gd name="connsiteX32" fmla="*/ 1848892 w 5678953"/>
              <a:gd name="connsiteY32" fmla="*/ 6039293 h 10132828"/>
              <a:gd name="connsiteX33" fmla="*/ 1636241 w 5678953"/>
              <a:gd name="connsiteY33" fmla="*/ 6103088 h 10132828"/>
              <a:gd name="connsiteX34" fmla="*/ 796269 w 5678953"/>
              <a:gd name="connsiteY34" fmla="*/ 6166883 h 10132828"/>
              <a:gd name="connsiteX35" fmla="*/ 105153 w 5678953"/>
              <a:gd name="connsiteY35" fmla="*/ 6241311 h 10132828"/>
              <a:gd name="connsiteX36" fmla="*/ 147683 w 5678953"/>
              <a:gd name="connsiteY36" fmla="*/ 6305107 h 10132828"/>
              <a:gd name="connsiteX37" fmla="*/ 168948 w 5678953"/>
              <a:gd name="connsiteY37" fmla="*/ 6400800 h 10132828"/>
              <a:gd name="connsiteX38" fmla="*/ 200846 w 5678953"/>
              <a:gd name="connsiteY38" fmla="*/ 6560288 h 10132828"/>
              <a:gd name="connsiteX39" fmla="*/ 285906 w 5678953"/>
              <a:gd name="connsiteY39" fmla="*/ 6730409 h 10132828"/>
              <a:gd name="connsiteX40" fmla="*/ 328436 w 5678953"/>
              <a:gd name="connsiteY40" fmla="*/ 6847367 h 10132828"/>
              <a:gd name="connsiteX41" fmla="*/ 349701 w 5678953"/>
              <a:gd name="connsiteY41" fmla="*/ 6889897 h 10132828"/>
              <a:gd name="connsiteX42" fmla="*/ 402864 w 5678953"/>
              <a:gd name="connsiteY42" fmla="*/ 6911163 h 10132828"/>
              <a:gd name="connsiteX43" fmla="*/ 445394 w 5678953"/>
              <a:gd name="connsiteY43" fmla="*/ 7006856 h 10132828"/>
              <a:gd name="connsiteX44" fmla="*/ 541087 w 5678953"/>
              <a:gd name="connsiteY44" fmla="*/ 7070651 h 10132828"/>
              <a:gd name="connsiteX45" fmla="*/ 1997748 w 5678953"/>
              <a:gd name="connsiteY45" fmla="*/ 6974958 h 10132828"/>
              <a:gd name="connsiteX46" fmla="*/ 2178501 w 5678953"/>
              <a:gd name="connsiteY46" fmla="*/ 6953693 h 10132828"/>
              <a:gd name="connsiteX47" fmla="*/ 2550641 w 5678953"/>
              <a:gd name="connsiteY47" fmla="*/ 6879265 h 10132828"/>
              <a:gd name="connsiteX48" fmla="*/ 3092901 w 5678953"/>
              <a:gd name="connsiteY48" fmla="*/ 6826102 h 10132828"/>
              <a:gd name="connsiteX49" fmla="*/ 3667060 w 5678953"/>
              <a:gd name="connsiteY49" fmla="*/ 6751674 h 10132828"/>
              <a:gd name="connsiteX50" fmla="*/ 4060464 w 5678953"/>
              <a:gd name="connsiteY50" fmla="*/ 6687879 h 10132828"/>
              <a:gd name="connsiteX51" fmla="*/ 4326278 w 5678953"/>
              <a:gd name="connsiteY51" fmla="*/ 6624083 h 10132828"/>
              <a:gd name="connsiteX52" fmla="*/ 4538929 w 5678953"/>
              <a:gd name="connsiteY52" fmla="*/ 6602818 h 10132828"/>
              <a:gd name="connsiteX53" fmla="*/ 4847274 w 5678953"/>
              <a:gd name="connsiteY53" fmla="*/ 6613451 h 10132828"/>
              <a:gd name="connsiteX54" fmla="*/ 5028027 w 5678953"/>
              <a:gd name="connsiteY54" fmla="*/ 6709144 h 10132828"/>
              <a:gd name="connsiteX55" fmla="*/ 5123720 w 5678953"/>
              <a:gd name="connsiteY55" fmla="*/ 6730409 h 10132828"/>
              <a:gd name="connsiteX56" fmla="*/ 5144985 w 5678953"/>
              <a:gd name="connsiteY56" fmla="*/ 6794204 h 10132828"/>
              <a:gd name="connsiteX57" fmla="*/ 5208781 w 5678953"/>
              <a:gd name="connsiteY57" fmla="*/ 6815469 h 10132828"/>
              <a:gd name="connsiteX58" fmla="*/ 5230046 w 5678953"/>
              <a:gd name="connsiteY58" fmla="*/ 6836735 h 10132828"/>
              <a:gd name="connsiteX59" fmla="*/ 5251311 w 5678953"/>
              <a:gd name="connsiteY59" fmla="*/ 6911163 h 10132828"/>
              <a:gd name="connsiteX60" fmla="*/ 5304474 w 5678953"/>
              <a:gd name="connsiteY60" fmla="*/ 6932428 h 10132828"/>
              <a:gd name="connsiteX61" fmla="*/ 5432064 w 5678953"/>
              <a:gd name="connsiteY61" fmla="*/ 7145079 h 10132828"/>
              <a:gd name="connsiteX62" fmla="*/ 5474594 w 5678953"/>
              <a:gd name="connsiteY62" fmla="*/ 7283302 h 10132828"/>
              <a:gd name="connsiteX63" fmla="*/ 5442697 w 5678953"/>
              <a:gd name="connsiteY63" fmla="*/ 7953153 h 10132828"/>
              <a:gd name="connsiteX64" fmla="*/ 5400167 w 5678953"/>
              <a:gd name="connsiteY64" fmla="*/ 8027581 h 10132828"/>
              <a:gd name="connsiteX65" fmla="*/ 5378901 w 5678953"/>
              <a:gd name="connsiteY65" fmla="*/ 8048846 h 10132828"/>
              <a:gd name="connsiteX66" fmla="*/ 5325739 w 5678953"/>
              <a:gd name="connsiteY66" fmla="*/ 8123274 h 10132828"/>
              <a:gd name="connsiteX67" fmla="*/ 5187515 w 5678953"/>
              <a:gd name="connsiteY67" fmla="*/ 8165804 h 10132828"/>
              <a:gd name="connsiteX68" fmla="*/ 4964232 w 5678953"/>
              <a:gd name="connsiteY68" fmla="*/ 8261497 h 10132828"/>
              <a:gd name="connsiteX69" fmla="*/ 4698418 w 5678953"/>
              <a:gd name="connsiteY69" fmla="*/ 8335925 h 10132828"/>
              <a:gd name="connsiteX70" fmla="*/ 4347543 w 5678953"/>
              <a:gd name="connsiteY70" fmla="*/ 8378456 h 10132828"/>
              <a:gd name="connsiteX71" fmla="*/ 3677692 w 5678953"/>
              <a:gd name="connsiteY71" fmla="*/ 8463516 h 10132828"/>
              <a:gd name="connsiteX72" fmla="*/ 3039739 w 5678953"/>
              <a:gd name="connsiteY72" fmla="*/ 8559209 h 10132828"/>
              <a:gd name="connsiteX73" fmla="*/ 2603804 w 5678953"/>
              <a:gd name="connsiteY73" fmla="*/ 8580474 h 10132828"/>
              <a:gd name="connsiteX74" fmla="*/ 1412957 w 5678953"/>
              <a:gd name="connsiteY74" fmla="*/ 8633637 h 10132828"/>
              <a:gd name="connsiteX75" fmla="*/ 1157776 w 5678953"/>
              <a:gd name="connsiteY75" fmla="*/ 8686800 h 10132828"/>
              <a:gd name="connsiteX76" fmla="*/ 923860 w 5678953"/>
              <a:gd name="connsiteY76" fmla="*/ 8708065 h 10132828"/>
              <a:gd name="connsiteX77" fmla="*/ 806901 w 5678953"/>
              <a:gd name="connsiteY77" fmla="*/ 8729330 h 10132828"/>
              <a:gd name="connsiteX78" fmla="*/ 477292 w 5678953"/>
              <a:gd name="connsiteY78" fmla="*/ 8750595 h 10132828"/>
              <a:gd name="connsiteX79" fmla="*/ 370967 w 5678953"/>
              <a:gd name="connsiteY79" fmla="*/ 8803758 h 10132828"/>
              <a:gd name="connsiteX80" fmla="*/ 62622 w 5678953"/>
              <a:gd name="connsiteY80" fmla="*/ 8856921 h 10132828"/>
              <a:gd name="connsiteX81" fmla="*/ 30725 w 5678953"/>
              <a:gd name="connsiteY81" fmla="*/ 9080204 h 10132828"/>
              <a:gd name="connsiteX82" fmla="*/ 51990 w 5678953"/>
              <a:gd name="connsiteY82" fmla="*/ 9154632 h 10132828"/>
              <a:gd name="connsiteX83" fmla="*/ 105153 w 5678953"/>
              <a:gd name="connsiteY83" fmla="*/ 9197163 h 10132828"/>
              <a:gd name="connsiteX84" fmla="*/ 168948 w 5678953"/>
              <a:gd name="connsiteY84" fmla="*/ 9388549 h 10132828"/>
              <a:gd name="connsiteX85" fmla="*/ 222111 w 5678953"/>
              <a:gd name="connsiteY85" fmla="*/ 9452344 h 10132828"/>
              <a:gd name="connsiteX86" fmla="*/ 243376 w 5678953"/>
              <a:gd name="connsiteY86" fmla="*/ 9526772 h 10132828"/>
              <a:gd name="connsiteX87" fmla="*/ 264641 w 5678953"/>
              <a:gd name="connsiteY87" fmla="*/ 9611832 h 10132828"/>
              <a:gd name="connsiteX88" fmla="*/ 317804 w 5678953"/>
              <a:gd name="connsiteY88" fmla="*/ 9707525 h 10132828"/>
              <a:gd name="connsiteX89" fmla="*/ 339069 w 5678953"/>
              <a:gd name="connsiteY89" fmla="*/ 9771321 h 10132828"/>
              <a:gd name="connsiteX90" fmla="*/ 360334 w 5678953"/>
              <a:gd name="connsiteY90" fmla="*/ 9813851 h 10132828"/>
              <a:gd name="connsiteX91" fmla="*/ 381599 w 5678953"/>
              <a:gd name="connsiteY91" fmla="*/ 9888279 h 10132828"/>
              <a:gd name="connsiteX92" fmla="*/ 424129 w 5678953"/>
              <a:gd name="connsiteY92" fmla="*/ 9930809 h 10132828"/>
              <a:gd name="connsiteX93" fmla="*/ 445394 w 5678953"/>
              <a:gd name="connsiteY93" fmla="*/ 10132828 h 1013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5678953" h="10132828">
                <a:moveTo>
                  <a:pt x="360334" y="0"/>
                </a:moveTo>
                <a:cubicBezTo>
                  <a:pt x="326120" y="1083426"/>
                  <a:pt x="305790" y="1315225"/>
                  <a:pt x="339069" y="2519916"/>
                </a:cubicBezTo>
                <a:cubicBezTo>
                  <a:pt x="346451" y="2787157"/>
                  <a:pt x="394554" y="2995085"/>
                  <a:pt x="434762" y="3253563"/>
                </a:cubicBezTo>
                <a:cubicBezTo>
                  <a:pt x="443006" y="3306559"/>
                  <a:pt x="448939" y="3359888"/>
                  <a:pt x="456027" y="3413051"/>
                </a:cubicBezTo>
                <a:cubicBezTo>
                  <a:pt x="485509" y="3884766"/>
                  <a:pt x="445999" y="3605422"/>
                  <a:pt x="530455" y="3955311"/>
                </a:cubicBezTo>
                <a:cubicBezTo>
                  <a:pt x="538140" y="3987150"/>
                  <a:pt x="559057" y="4127311"/>
                  <a:pt x="583618" y="4157330"/>
                </a:cubicBezTo>
                <a:cubicBezTo>
                  <a:pt x="597812" y="4174678"/>
                  <a:pt x="625135" y="4176120"/>
                  <a:pt x="647413" y="4178595"/>
                </a:cubicBezTo>
                <a:cubicBezTo>
                  <a:pt x="753323" y="4190363"/>
                  <a:pt x="860064" y="4192772"/>
                  <a:pt x="966390" y="4199860"/>
                </a:cubicBezTo>
                <a:cubicBezTo>
                  <a:pt x="1069171" y="4217581"/>
                  <a:pt x="1170438" y="4252406"/>
                  <a:pt x="1274734" y="4253023"/>
                </a:cubicBezTo>
                <a:cubicBezTo>
                  <a:pt x="1773183" y="4255973"/>
                  <a:pt x="2646494" y="4215571"/>
                  <a:pt x="3252390" y="4189228"/>
                </a:cubicBezTo>
                <a:cubicBezTo>
                  <a:pt x="3581796" y="4138550"/>
                  <a:pt x="3525865" y="4142140"/>
                  <a:pt x="4081729" y="4136065"/>
                </a:cubicBezTo>
                <a:lnTo>
                  <a:pt x="5336371" y="4146697"/>
                </a:lnTo>
                <a:cubicBezTo>
                  <a:pt x="5350548" y="4153786"/>
                  <a:pt x="5364185" y="4162076"/>
                  <a:pt x="5378901" y="4167963"/>
                </a:cubicBezTo>
                <a:cubicBezTo>
                  <a:pt x="5399713" y="4176288"/>
                  <a:pt x="5424046" y="4176794"/>
                  <a:pt x="5442697" y="4189228"/>
                </a:cubicBezTo>
                <a:cubicBezTo>
                  <a:pt x="5457442" y="4199058"/>
                  <a:pt x="5461139" y="4220226"/>
                  <a:pt x="5474594" y="4231758"/>
                </a:cubicBezTo>
                <a:cubicBezTo>
                  <a:pt x="5486628" y="4242073"/>
                  <a:pt x="5502948" y="4245935"/>
                  <a:pt x="5517125" y="4253023"/>
                </a:cubicBezTo>
                <a:cubicBezTo>
                  <a:pt x="5524213" y="4263656"/>
                  <a:pt x="5532271" y="4273703"/>
                  <a:pt x="5538390" y="4284921"/>
                </a:cubicBezTo>
                <a:cubicBezTo>
                  <a:pt x="5553570" y="4312750"/>
                  <a:pt x="5551487" y="4358208"/>
                  <a:pt x="5580920" y="4369981"/>
                </a:cubicBezTo>
                <a:lnTo>
                  <a:pt x="5634083" y="4391246"/>
                </a:lnTo>
                <a:cubicBezTo>
                  <a:pt x="5641171" y="4412511"/>
                  <a:pt x="5647688" y="4433976"/>
                  <a:pt x="5655348" y="4455042"/>
                </a:cubicBezTo>
                <a:cubicBezTo>
                  <a:pt x="5661870" y="4472979"/>
                  <a:pt x="5675932" y="4489130"/>
                  <a:pt x="5676613" y="4508204"/>
                </a:cubicBezTo>
                <a:cubicBezTo>
                  <a:pt x="5686371" y="4781429"/>
                  <a:pt x="5663657" y="4685125"/>
                  <a:pt x="5644715" y="4901609"/>
                </a:cubicBezTo>
                <a:cubicBezTo>
                  <a:pt x="5624267" y="5135303"/>
                  <a:pt x="5706983" y="5399135"/>
                  <a:pt x="5591553" y="5603358"/>
                </a:cubicBezTo>
                <a:cubicBezTo>
                  <a:pt x="5532029" y="5708671"/>
                  <a:pt x="5350830" y="5628546"/>
                  <a:pt x="5230046" y="5635256"/>
                </a:cubicBezTo>
                <a:cubicBezTo>
                  <a:pt x="5031751" y="5646272"/>
                  <a:pt x="4833097" y="5649433"/>
                  <a:pt x="4634622" y="5656521"/>
                </a:cubicBezTo>
                <a:cubicBezTo>
                  <a:pt x="4535385" y="5667153"/>
                  <a:pt x="4435401" y="5672272"/>
                  <a:pt x="4336911" y="5688418"/>
                </a:cubicBezTo>
                <a:cubicBezTo>
                  <a:pt x="4218925" y="5707760"/>
                  <a:pt x="4104673" y="5748016"/>
                  <a:pt x="3986036" y="5762846"/>
                </a:cubicBezTo>
                <a:lnTo>
                  <a:pt x="3815915" y="5784111"/>
                </a:lnTo>
                <a:cubicBezTo>
                  <a:pt x="3365586" y="5912778"/>
                  <a:pt x="3812950" y="5800431"/>
                  <a:pt x="3092901" y="5890437"/>
                </a:cubicBezTo>
                <a:cubicBezTo>
                  <a:pt x="3036194" y="5897525"/>
                  <a:pt x="2979073" y="5901851"/>
                  <a:pt x="2922781" y="5911702"/>
                </a:cubicBezTo>
                <a:cubicBezTo>
                  <a:pt x="2837195" y="5926680"/>
                  <a:pt x="2753497" y="5951794"/>
                  <a:pt x="2667599" y="5964865"/>
                </a:cubicBezTo>
                <a:cubicBezTo>
                  <a:pt x="2590197" y="5976644"/>
                  <a:pt x="2511655" y="5979042"/>
                  <a:pt x="2433683" y="5986130"/>
                </a:cubicBezTo>
                <a:cubicBezTo>
                  <a:pt x="1807761" y="6103492"/>
                  <a:pt x="3088270" y="5871243"/>
                  <a:pt x="1848892" y="6039293"/>
                </a:cubicBezTo>
                <a:cubicBezTo>
                  <a:pt x="1775558" y="6049236"/>
                  <a:pt x="1708869" y="6088878"/>
                  <a:pt x="1636241" y="6103088"/>
                </a:cubicBezTo>
                <a:cubicBezTo>
                  <a:pt x="1426143" y="6144194"/>
                  <a:pt x="938746" y="6154809"/>
                  <a:pt x="796269" y="6166883"/>
                </a:cubicBezTo>
                <a:cubicBezTo>
                  <a:pt x="565393" y="6186449"/>
                  <a:pt x="335525" y="6216502"/>
                  <a:pt x="105153" y="6241311"/>
                </a:cubicBezTo>
                <a:cubicBezTo>
                  <a:pt x="119330" y="6262576"/>
                  <a:pt x="138191" y="6281377"/>
                  <a:pt x="147683" y="6305107"/>
                </a:cubicBezTo>
                <a:cubicBezTo>
                  <a:pt x="159818" y="6335446"/>
                  <a:pt x="162284" y="6368811"/>
                  <a:pt x="168948" y="6400800"/>
                </a:cubicBezTo>
                <a:cubicBezTo>
                  <a:pt x="180006" y="6453876"/>
                  <a:pt x="187161" y="6507828"/>
                  <a:pt x="200846" y="6560288"/>
                </a:cubicBezTo>
                <a:cubicBezTo>
                  <a:pt x="223840" y="6648433"/>
                  <a:pt x="239486" y="6650833"/>
                  <a:pt x="285906" y="6730409"/>
                </a:cubicBezTo>
                <a:cubicBezTo>
                  <a:pt x="321057" y="6790667"/>
                  <a:pt x="298997" y="6766408"/>
                  <a:pt x="328436" y="6847367"/>
                </a:cubicBezTo>
                <a:cubicBezTo>
                  <a:pt x="333853" y="6862263"/>
                  <a:pt x="337667" y="6879582"/>
                  <a:pt x="349701" y="6889897"/>
                </a:cubicBezTo>
                <a:cubicBezTo>
                  <a:pt x="364192" y="6902318"/>
                  <a:pt x="385143" y="6904074"/>
                  <a:pt x="402864" y="6911163"/>
                </a:cubicBezTo>
                <a:cubicBezTo>
                  <a:pt x="407351" y="6922380"/>
                  <a:pt x="434416" y="6994310"/>
                  <a:pt x="445394" y="7006856"/>
                </a:cubicBezTo>
                <a:cubicBezTo>
                  <a:pt x="475978" y="7041810"/>
                  <a:pt x="502673" y="7051444"/>
                  <a:pt x="541087" y="7070651"/>
                </a:cubicBezTo>
                <a:cubicBezTo>
                  <a:pt x="1027036" y="7046946"/>
                  <a:pt x="1513835" y="7027273"/>
                  <a:pt x="1997748" y="6974958"/>
                </a:cubicBezTo>
                <a:cubicBezTo>
                  <a:pt x="2058063" y="6968437"/>
                  <a:pt x="2118743" y="6964151"/>
                  <a:pt x="2178501" y="6953693"/>
                </a:cubicBezTo>
                <a:cubicBezTo>
                  <a:pt x="2312328" y="6930273"/>
                  <a:pt x="2419770" y="6894137"/>
                  <a:pt x="2550641" y="6879265"/>
                </a:cubicBezTo>
                <a:cubicBezTo>
                  <a:pt x="2807600" y="6850065"/>
                  <a:pt x="2867176" y="6853931"/>
                  <a:pt x="3092901" y="6826102"/>
                </a:cubicBezTo>
                <a:lnTo>
                  <a:pt x="3667060" y="6751674"/>
                </a:lnTo>
                <a:cubicBezTo>
                  <a:pt x="3897730" y="6688763"/>
                  <a:pt x="3688278" y="6739571"/>
                  <a:pt x="4060464" y="6687879"/>
                </a:cubicBezTo>
                <a:cubicBezTo>
                  <a:pt x="4293527" y="6655510"/>
                  <a:pt x="4021068" y="6676405"/>
                  <a:pt x="4326278" y="6624083"/>
                </a:cubicBezTo>
                <a:cubicBezTo>
                  <a:pt x="4396491" y="6612046"/>
                  <a:pt x="4468045" y="6609906"/>
                  <a:pt x="4538929" y="6602818"/>
                </a:cubicBezTo>
                <a:lnTo>
                  <a:pt x="4847274" y="6613451"/>
                </a:lnTo>
                <a:cubicBezTo>
                  <a:pt x="5016915" y="6642414"/>
                  <a:pt x="4923848" y="6671937"/>
                  <a:pt x="5028027" y="6709144"/>
                </a:cubicBezTo>
                <a:cubicBezTo>
                  <a:pt x="5058799" y="6720134"/>
                  <a:pt x="5091822" y="6723321"/>
                  <a:pt x="5123720" y="6730409"/>
                </a:cubicBezTo>
                <a:cubicBezTo>
                  <a:pt x="5130808" y="6751674"/>
                  <a:pt x="5129135" y="6778354"/>
                  <a:pt x="5144985" y="6794204"/>
                </a:cubicBezTo>
                <a:cubicBezTo>
                  <a:pt x="5160835" y="6810054"/>
                  <a:pt x="5188732" y="6805444"/>
                  <a:pt x="5208781" y="6815469"/>
                </a:cubicBezTo>
                <a:cubicBezTo>
                  <a:pt x="5217747" y="6819952"/>
                  <a:pt x="5222958" y="6829646"/>
                  <a:pt x="5230046" y="6836735"/>
                </a:cubicBezTo>
                <a:cubicBezTo>
                  <a:pt x="5237134" y="6861544"/>
                  <a:pt x="5235470" y="6890796"/>
                  <a:pt x="5251311" y="6911163"/>
                </a:cubicBezTo>
                <a:cubicBezTo>
                  <a:pt x="5263029" y="6926229"/>
                  <a:pt x="5293299" y="6916955"/>
                  <a:pt x="5304474" y="6932428"/>
                </a:cubicBezTo>
                <a:cubicBezTo>
                  <a:pt x="5548943" y="7270924"/>
                  <a:pt x="5297129" y="7010144"/>
                  <a:pt x="5432064" y="7145079"/>
                </a:cubicBezTo>
                <a:cubicBezTo>
                  <a:pt x="5447666" y="7184085"/>
                  <a:pt x="5473992" y="7242956"/>
                  <a:pt x="5474594" y="7283302"/>
                </a:cubicBezTo>
                <a:cubicBezTo>
                  <a:pt x="5479980" y="7644176"/>
                  <a:pt x="5556257" y="7744960"/>
                  <a:pt x="5442697" y="7953153"/>
                </a:cubicBezTo>
                <a:cubicBezTo>
                  <a:pt x="5429014" y="7978238"/>
                  <a:pt x="5416017" y="8003806"/>
                  <a:pt x="5400167" y="8027581"/>
                </a:cubicBezTo>
                <a:cubicBezTo>
                  <a:pt x="5394606" y="8035922"/>
                  <a:pt x="5385056" y="8040933"/>
                  <a:pt x="5378901" y="8048846"/>
                </a:cubicBezTo>
                <a:cubicBezTo>
                  <a:pt x="5360183" y="8072912"/>
                  <a:pt x="5349335" y="8103968"/>
                  <a:pt x="5325739" y="8123274"/>
                </a:cubicBezTo>
                <a:cubicBezTo>
                  <a:pt x="5317845" y="8129733"/>
                  <a:pt x="5190972" y="8164816"/>
                  <a:pt x="5187515" y="8165804"/>
                </a:cubicBezTo>
                <a:cubicBezTo>
                  <a:pt x="5140973" y="8282160"/>
                  <a:pt x="5183917" y="8217559"/>
                  <a:pt x="4964232" y="8261497"/>
                </a:cubicBezTo>
                <a:cubicBezTo>
                  <a:pt x="4622061" y="8329932"/>
                  <a:pt x="5115121" y="8219250"/>
                  <a:pt x="4698418" y="8335925"/>
                </a:cubicBezTo>
                <a:cubicBezTo>
                  <a:pt x="4602318" y="8362833"/>
                  <a:pt x="4427507" y="8370126"/>
                  <a:pt x="4347543" y="8378456"/>
                </a:cubicBezTo>
                <a:cubicBezTo>
                  <a:pt x="4140876" y="8399984"/>
                  <a:pt x="3875951" y="8434360"/>
                  <a:pt x="3677692" y="8463516"/>
                </a:cubicBezTo>
                <a:cubicBezTo>
                  <a:pt x="3527597" y="8485589"/>
                  <a:pt x="3195474" y="8545860"/>
                  <a:pt x="3039739" y="8559209"/>
                </a:cubicBezTo>
                <a:cubicBezTo>
                  <a:pt x="2894786" y="8571633"/>
                  <a:pt x="2749144" y="8573986"/>
                  <a:pt x="2603804" y="8580474"/>
                </a:cubicBezTo>
                <a:cubicBezTo>
                  <a:pt x="1183665" y="8643873"/>
                  <a:pt x="2400752" y="8585452"/>
                  <a:pt x="1412957" y="8633637"/>
                </a:cubicBezTo>
                <a:cubicBezTo>
                  <a:pt x="1327897" y="8651358"/>
                  <a:pt x="1243674" y="8673729"/>
                  <a:pt x="1157776" y="8686800"/>
                </a:cubicBezTo>
                <a:cubicBezTo>
                  <a:pt x="1080374" y="8698579"/>
                  <a:pt x="1001585" y="8698644"/>
                  <a:pt x="923860" y="8708065"/>
                </a:cubicBezTo>
                <a:cubicBezTo>
                  <a:pt x="884522" y="8712833"/>
                  <a:pt x="846348" y="8725573"/>
                  <a:pt x="806901" y="8729330"/>
                </a:cubicBezTo>
                <a:cubicBezTo>
                  <a:pt x="697299" y="8739768"/>
                  <a:pt x="587162" y="8743507"/>
                  <a:pt x="477292" y="8750595"/>
                </a:cubicBezTo>
                <a:cubicBezTo>
                  <a:pt x="441850" y="8768316"/>
                  <a:pt x="408840" y="8792105"/>
                  <a:pt x="370967" y="8803758"/>
                </a:cubicBezTo>
                <a:cubicBezTo>
                  <a:pt x="323727" y="8818294"/>
                  <a:pt x="121565" y="8847853"/>
                  <a:pt x="62622" y="8856921"/>
                </a:cubicBezTo>
                <a:cubicBezTo>
                  <a:pt x="-37184" y="8906824"/>
                  <a:pt x="6334" y="8868820"/>
                  <a:pt x="30725" y="9080204"/>
                </a:cubicBezTo>
                <a:cubicBezTo>
                  <a:pt x="33683" y="9105836"/>
                  <a:pt x="38138" y="9132864"/>
                  <a:pt x="51990" y="9154632"/>
                </a:cubicBezTo>
                <a:cubicBezTo>
                  <a:pt x="64174" y="9173778"/>
                  <a:pt x="87432" y="9182986"/>
                  <a:pt x="105153" y="9197163"/>
                </a:cubicBezTo>
                <a:cubicBezTo>
                  <a:pt x="112209" y="9221860"/>
                  <a:pt x="136839" y="9342679"/>
                  <a:pt x="168948" y="9388549"/>
                </a:cubicBezTo>
                <a:cubicBezTo>
                  <a:pt x="184822" y="9411226"/>
                  <a:pt x="204390" y="9431079"/>
                  <a:pt x="222111" y="9452344"/>
                </a:cubicBezTo>
                <a:cubicBezTo>
                  <a:pt x="229199" y="9477153"/>
                  <a:pt x="236728" y="9501841"/>
                  <a:pt x="243376" y="9526772"/>
                </a:cubicBezTo>
                <a:cubicBezTo>
                  <a:pt x="250906" y="9555011"/>
                  <a:pt x="253513" y="9584807"/>
                  <a:pt x="264641" y="9611832"/>
                </a:cubicBezTo>
                <a:cubicBezTo>
                  <a:pt x="278534" y="9645573"/>
                  <a:pt x="302373" y="9674459"/>
                  <a:pt x="317804" y="9707525"/>
                </a:cubicBezTo>
                <a:cubicBezTo>
                  <a:pt x="327283" y="9727838"/>
                  <a:pt x="330744" y="9750509"/>
                  <a:pt x="339069" y="9771321"/>
                </a:cubicBezTo>
                <a:cubicBezTo>
                  <a:pt x="344955" y="9786037"/>
                  <a:pt x="354917" y="9798955"/>
                  <a:pt x="360334" y="9813851"/>
                </a:cubicBezTo>
                <a:cubicBezTo>
                  <a:pt x="369152" y="9838100"/>
                  <a:pt x="369244" y="9865627"/>
                  <a:pt x="381599" y="9888279"/>
                </a:cubicBezTo>
                <a:cubicBezTo>
                  <a:pt x="391199" y="9905880"/>
                  <a:pt x="409952" y="9916632"/>
                  <a:pt x="424129" y="9930809"/>
                </a:cubicBezTo>
                <a:cubicBezTo>
                  <a:pt x="451650" y="10068413"/>
                  <a:pt x="445394" y="10000991"/>
                  <a:pt x="445394" y="10132828"/>
                </a:cubicBezTo>
              </a:path>
            </a:pathLst>
          </a:custGeom>
          <a:ln w="28575">
            <a:headEnd type="none" w="med" len="med"/>
            <a:tailEnd type="arrow" w="med" len="med"/>
          </a:ln>
        </p:spPr>
        <p:style>
          <a:lnRef idx="1">
            <a:schemeClr val="accent5"/>
          </a:lnRef>
          <a:fillRef idx="0">
            <a:schemeClr val="accent5"/>
          </a:fillRef>
          <a:effectRef idx="0">
            <a:schemeClr val="accent5"/>
          </a:effectRef>
          <a:fontRef idx="minor">
            <a:schemeClr val="tx1"/>
          </a:fontRef>
        </p:style>
        <p:txBody>
          <a:bodyPr rot="0" spcFirstLastPara="1" vertOverflow="overflow" horzOverflow="overflow" vert="horz" wrap="square" lIns="91439" tIns="45719" rIns="91439" bIns="45719" numCol="1" spcCol="38100" rtlCol="0" fromWordArt="0" anchor="t" anchorCtr="0" forceAA="0" compatLnSpc="1">
            <a:noAutofit/>
          </a:bodyPr>
          <a:lstStyle/>
          <a:p>
            <a:pPr algn="l" defTabSz="914400" latinLnBrk="1"/>
            <a:endParaRPr lang="zh-CN" altLang="en-US" sz="1800" b="0"/>
          </a:p>
        </p:txBody>
      </p:sp>
    </p:spTree>
    <p:custDataLst>
      <p:tags r:id="rId4"/>
    </p:custDataLst>
  </p:cSld>
  <p:clrMapOvr>
    <a:masterClrMapping/>
  </p:clrMapOvr>
  <p:transition spd="med" advTm="9661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325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2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7" fill="hold" display="0">
                  <p:stCondLst>
                    <p:cond delay="indefinite"/>
                  </p:stCondLst>
                  <p:endCondLst>
                    <p:cond evt="onStopAudio" delay="0">
                      <p:tgtEl>
                        <p:sldTgt/>
                      </p:tgtEl>
                    </p:cond>
                  </p:endCondLst>
                </p:cTn>
                <p:tgtEl>
                  <p:spTgt spid="2"/>
                </p:tgtEl>
              </p:cMediaNode>
            </p:audio>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5795728" y="2852532"/>
            <a:ext cx="12792544" cy="9362660"/>
          </a:xfrm>
          <a:prstGeom prst="rect">
            <a:avLst/>
          </a:prstGeom>
        </p:spPr>
      </p:pic>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条件覆盖</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4010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条件覆盖</a:t>
            </a:r>
            <a:endParaRPr lang="zh-CN" altLang="en-US" dirty="0"/>
          </a:p>
        </p:txBody>
      </p:sp>
      <p:sp>
        <p:nvSpPr>
          <p:cNvPr id="12"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sp>
        <p:nvSpPr>
          <p:cNvPr id="7" name="Rectangle 3"/>
          <p:cNvSpPr txBox="1">
            <a:spLocks noChangeArrowheads="1"/>
          </p:cNvSpPr>
          <p:nvPr/>
        </p:nvSpPr>
        <p:spPr>
          <a:xfrm>
            <a:off x="2747200" y="2959079"/>
            <a:ext cx="7423546" cy="238817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a:t>
            </a:r>
            <a:endParaRPr lang="en-US" altLang="zh-CN" sz="4800" b="1" dirty="0"/>
          </a:p>
          <a:p>
            <a:pPr marL="1270000" lvl="2" indent="0">
              <a:buNone/>
            </a:pPr>
            <a:endParaRPr lang="en-US" altLang="zh-CN" sz="4800" dirty="0">
              <a:solidFill>
                <a:srgbClr val="FF0000"/>
              </a:solidFill>
            </a:endParaRPr>
          </a:p>
          <a:p>
            <a:pPr marL="1270000" lvl="2" indent="0">
              <a:buNone/>
            </a:pPr>
            <a:endParaRPr lang="zh-CN" altLang="en-US" sz="4800" dirty="0"/>
          </a:p>
        </p:txBody>
      </p:sp>
      <p:graphicFrame>
        <p:nvGraphicFramePr>
          <p:cNvPr id="8" name="Table 7"/>
          <p:cNvGraphicFramePr>
            <a:graphicFrameLocks noGrp="1"/>
          </p:cNvGraphicFramePr>
          <p:nvPr/>
        </p:nvGraphicFramePr>
        <p:xfrm>
          <a:off x="2747200" y="4957629"/>
          <a:ext cx="6709964" cy="5760720"/>
        </p:xfrm>
        <a:graphic>
          <a:graphicData uri="http://schemas.openxmlformats.org/drawingml/2006/table">
            <a:tbl>
              <a:tblPr firstRow="1" bandRow="1">
                <a:tableStyleId>{F5AB1C69-6EDB-4FF4-983F-18BD219EF322}</a:tableStyleId>
              </a:tblPr>
              <a:tblGrid>
                <a:gridCol w="1677491"/>
                <a:gridCol w="1677491"/>
                <a:gridCol w="1677491"/>
                <a:gridCol w="1677491"/>
              </a:tblGrid>
              <a:tr h="0">
                <a:tc>
                  <a:txBody>
                    <a:bodyPr/>
                    <a:lstStyle/>
                    <a:p>
                      <a:r>
                        <a:rPr lang="en-US" altLang="zh-CN" sz="3600" dirty="0"/>
                        <a:t>ID</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x</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y</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z</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dirty="0"/>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9</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9</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9</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4</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5</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6</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7</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2</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3</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2</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8</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4</a:t>
                      </a:r>
                      <a:endParaRPr lang="zh-CN" altLang="en-US" sz="3600" b="1" dirty="0">
                        <a:latin typeface="Times New Roman" panose="02020603050405020304" pitchFamily="18" charset="0"/>
                        <a:cs typeface="Times New Roman" panose="02020603050405020304" pitchFamily="18" charset="0"/>
                      </a:endParaRPr>
                    </a:p>
                  </a:txBody>
                  <a:tcPr/>
                </a:tc>
              </a:tr>
            </a:tbl>
          </a:graphicData>
        </a:graphic>
      </p:graphicFrame>
      <p:pic>
        <p:nvPicPr>
          <p:cNvPr id="9" name="Picture 8"/>
          <p:cNvPicPr>
            <a:picLocks noChangeAspect="1"/>
          </p:cNvPicPr>
          <p:nvPr/>
        </p:nvPicPr>
        <p:blipFill>
          <a:blip r:embed="rId1"/>
          <a:stretch>
            <a:fillRect/>
          </a:stretch>
        </p:blipFill>
        <p:spPr>
          <a:xfrm>
            <a:off x="12740659" y="2801074"/>
            <a:ext cx="10245110" cy="8338711"/>
          </a:xfrm>
          <a:prstGeom prst="rect">
            <a:avLst/>
          </a:prstGeom>
        </p:spPr>
      </p:pic>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16831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088558" y="98791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白盒测试</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grpSp>
        <p:nvGrpSpPr>
          <p:cNvPr id="10" name="Group 9"/>
          <p:cNvGrpSpPr/>
          <p:nvPr/>
        </p:nvGrpSpPr>
        <p:grpSpPr>
          <a:xfrm>
            <a:off x="9088558" y="2535059"/>
            <a:ext cx="7717602" cy="1343465"/>
            <a:chOff x="9218067" y="3086516"/>
            <a:chExt cx="7717602" cy="1343465"/>
          </a:xfrm>
        </p:grpSpPr>
        <p:sp>
          <p:nvSpPr>
            <p:cNvPr id="134" name="矩形 5"/>
            <p:cNvSpPr txBox="1"/>
            <p:nvPr/>
          </p:nvSpPr>
          <p:spPr>
            <a:xfrm>
              <a:off x="11344964" y="3359705"/>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语句覆盖</a:t>
              </a:r>
              <a:endParaRPr sz="4400" dirty="0">
                <a:solidFill>
                  <a:srgbClr val="000000"/>
                </a:solidFill>
              </a:endParaRPr>
            </a:p>
          </p:txBody>
        </p:sp>
        <p:sp>
          <p:nvSpPr>
            <p:cNvPr id="135" name="Freeform 5"/>
            <p:cNvSpPr/>
            <p:nvPr/>
          </p:nvSpPr>
          <p:spPr>
            <a:xfrm rot="5400000">
              <a:off x="9341182" y="314029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218067" y="323530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grpSp>
      <p:grpSp>
        <p:nvGrpSpPr>
          <p:cNvPr id="9" name="Group 8"/>
          <p:cNvGrpSpPr/>
          <p:nvPr/>
        </p:nvGrpSpPr>
        <p:grpSpPr>
          <a:xfrm>
            <a:off x="9088558" y="4082204"/>
            <a:ext cx="7717602" cy="1343465"/>
            <a:chOff x="9218067" y="4940563"/>
            <a:chExt cx="7717602" cy="1343465"/>
          </a:xfrm>
        </p:grpSpPr>
        <p:sp>
          <p:nvSpPr>
            <p:cNvPr id="139" name="Freeform 5"/>
            <p:cNvSpPr/>
            <p:nvPr/>
          </p:nvSpPr>
          <p:spPr>
            <a:xfrm rot="5400000">
              <a:off x="9341182" y="4994344"/>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218067" y="51302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sp>
          <p:nvSpPr>
            <p:cNvPr id="18" name="矩形 5"/>
            <p:cNvSpPr txBox="1"/>
            <p:nvPr/>
          </p:nvSpPr>
          <p:spPr>
            <a:xfrm>
              <a:off x="11344964" y="5254697"/>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判定覆盖</a:t>
              </a:r>
              <a:endParaRPr sz="4400" dirty="0">
                <a:solidFill>
                  <a:srgbClr val="000000"/>
                </a:solidFill>
              </a:endParaRPr>
            </a:p>
          </p:txBody>
        </p:sp>
      </p:grpSp>
      <p:grpSp>
        <p:nvGrpSpPr>
          <p:cNvPr id="8" name="Group 7"/>
          <p:cNvGrpSpPr/>
          <p:nvPr/>
        </p:nvGrpSpPr>
        <p:grpSpPr>
          <a:xfrm>
            <a:off x="9088558" y="5629349"/>
            <a:ext cx="7717602" cy="1343465"/>
            <a:chOff x="9184939" y="6856761"/>
            <a:chExt cx="7717602" cy="1343465"/>
          </a:xfrm>
        </p:grpSpPr>
        <p:sp>
          <p:nvSpPr>
            <p:cNvPr id="19" name="矩形 5"/>
            <p:cNvSpPr txBox="1"/>
            <p:nvPr/>
          </p:nvSpPr>
          <p:spPr>
            <a:xfrm>
              <a:off x="11311836" y="7129950"/>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条件覆盖</a:t>
              </a:r>
              <a:endParaRPr sz="4400" dirty="0">
                <a:solidFill>
                  <a:srgbClr val="000000"/>
                </a:solidFill>
              </a:endParaRPr>
            </a:p>
          </p:txBody>
        </p:sp>
        <p:sp>
          <p:nvSpPr>
            <p:cNvPr id="20" name="Freeform 5"/>
            <p:cNvSpPr/>
            <p:nvPr/>
          </p:nvSpPr>
          <p:spPr>
            <a:xfrm rot="5400000">
              <a:off x="9308054" y="691054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1" name="矩形 11"/>
            <p:cNvSpPr txBox="1"/>
            <p:nvPr/>
          </p:nvSpPr>
          <p:spPr>
            <a:xfrm>
              <a:off x="9184939" y="700554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grpSp>
      <p:grpSp>
        <p:nvGrpSpPr>
          <p:cNvPr id="7" name="Group 6"/>
          <p:cNvGrpSpPr/>
          <p:nvPr/>
        </p:nvGrpSpPr>
        <p:grpSpPr>
          <a:xfrm>
            <a:off x="9088558" y="7176494"/>
            <a:ext cx="7717602" cy="1343465"/>
            <a:chOff x="9184939" y="8710808"/>
            <a:chExt cx="7717602" cy="1343465"/>
          </a:xfrm>
        </p:grpSpPr>
        <p:sp>
          <p:nvSpPr>
            <p:cNvPr id="22" name="Freeform 5"/>
            <p:cNvSpPr/>
            <p:nvPr/>
          </p:nvSpPr>
          <p:spPr>
            <a:xfrm rot="5400000">
              <a:off x="9308054" y="876458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3" name="矩形 11"/>
            <p:cNvSpPr txBox="1"/>
            <p:nvPr/>
          </p:nvSpPr>
          <p:spPr>
            <a:xfrm>
              <a:off x="9184939" y="890054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sp>
          <p:nvSpPr>
            <p:cNvPr id="24" name="矩形 5"/>
            <p:cNvSpPr txBox="1"/>
            <p:nvPr/>
          </p:nvSpPr>
          <p:spPr>
            <a:xfrm>
              <a:off x="11311836" y="9024942"/>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条件</a:t>
              </a:r>
              <a:r>
                <a:rPr lang="en-US" altLang="zh-CN" sz="4400" b="1" dirty="0">
                  <a:solidFill>
                    <a:srgbClr val="FF0000"/>
                  </a:solidFill>
                </a:rPr>
                <a:t>/</a:t>
              </a:r>
              <a:r>
                <a:rPr lang="zh-CN" altLang="en-US" sz="4400" b="1" dirty="0">
                  <a:solidFill>
                    <a:srgbClr val="FF0000"/>
                  </a:solidFill>
                </a:rPr>
                <a:t>判定覆盖</a:t>
              </a:r>
              <a:endParaRPr sz="4400" b="1" dirty="0">
                <a:solidFill>
                  <a:srgbClr val="FF0000"/>
                </a:solidFill>
              </a:endParaRPr>
            </a:p>
          </p:txBody>
        </p:sp>
      </p:grpSp>
      <p:grpSp>
        <p:nvGrpSpPr>
          <p:cNvPr id="6" name="Group 5"/>
          <p:cNvGrpSpPr/>
          <p:nvPr/>
        </p:nvGrpSpPr>
        <p:grpSpPr>
          <a:xfrm>
            <a:off x="9088558" y="8723639"/>
            <a:ext cx="7717602" cy="1343465"/>
            <a:chOff x="9125303" y="10241433"/>
            <a:chExt cx="7717602" cy="1343465"/>
          </a:xfrm>
        </p:grpSpPr>
        <p:sp>
          <p:nvSpPr>
            <p:cNvPr id="25" name="Freeform 5"/>
            <p:cNvSpPr/>
            <p:nvPr/>
          </p:nvSpPr>
          <p:spPr>
            <a:xfrm rot="5400000">
              <a:off x="9248418" y="10295214"/>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6" name="矩形 11"/>
            <p:cNvSpPr txBox="1"/>
            <p:nvPr/>
          </p:nvSpPr>
          <p:spPr>
            <a:xfrm>
              <a:off x="9125303" y="1043116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6</a:t>
              </a:r>
              <a:endParaRPr dirty="0"/>
            </a:p>
          </p:txBody>
        </p:sp>
        <p:sp>
          <p:nvSpPr>
            <p:cNvPr id="27" name="矩形 5"/>
            <p:cNvSpPr txBox="1"/>
            <p:nvPr/>
          </p:nvSpPr>
          <p:spPr>
            <a:xfrm>
              <a:off x="11252200" y="10555567"/>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条件组合覆盖</a:t>
              </a:r>
              <a:endParaRPr sz="4400" dirty="0">
                <a:solidFill>
                  <a:srgbClr val="000000"/>
                </a:solidFill>
              </a:endParaRPr>
            </a:p>
          </p:txBody>
        </p:sp>
      </p:grpSp>
      <p:grpSp>
        <p:nvGrpSpPr>
          <p:cNvPr id="5" name="Group 4"/>
          <p:cNvGrpSpPr/>
          <p:nvPr/>
        </p:nvGrpSpPr>
        <p:grpSpPr>
          <a:xfrm>
            <a:off x="9088558" y="10270784"/>
            <a:ext cx="7717601" cy="1343465"/>
            <a:chOff x="9184939" y="11246596"/>
            <a:chExt cx="7717601" cy="1343465"/>
          </a:xfrm>
        </p:grpSpPr>
        <p:sp>
          <p:nvSpPr>
            <p:cNvPr id="28" name="Freeform 5"/>
            <p:cNvSpPr/>
            <p:nvPr/>
          </p:nvSpPr>
          <p:spPr>
            <a:xfrm rot="5400000">
              <a:off x="9308054" y="1130037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9" name="矩形 11"/>
            <p:cNvSpPr txBox="1"/>
            <p:nvPr/>
          </p:nvSpPr>
          <p:spPr>
            <a:xfrm>
              <a:off x="9184939" y="1143632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7</a:t>
              </a:r>
              <a:endParaRPr dirty="0"/>
            </a:p>
          </p:txBody>
        </p:sp>
        <p:sp>
          <p:nvSpPr>
            <p:cNvPr id="30" name="矩形 5"/>
            <p:cNvSpPr txBox="1"/>
            <p:nvPr/>
          </p:nvSpPr>
          <p:spPr>
            <a:xfrm>
              <a:off x="11311835" y="11560730"/>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路径覆盖</a:t>
              </a:r>
              <a:endParaRPr sz="4400" dirty="0">
                <a:solidFill>
                  <a:srgbClr val="000000"/>
                </a:solidFill>
              </a:endParaRPr>
            </a:p>
          </p:txBody>
        </p:sp>
      </p:grpSp>
      <p:grpSp>
        <p:nvGrpSpPr>
          <p:cNvPr id="4" name="Group 3"/>
          <p:cNvGrpSpPr/>
          <p:nvPr/>
        </p:nvGrpSpPr>
        <p:grpSpPr>
          <a:xfrm>
            <a:off x="9088558" y="11817929"/>
            <a:ext cx="7717601" cy="1343465"/>
            <a:chOff x="9125303" y="12777221"/>
            <a:chExt cx="7717601" cy="1343465"/>
          </a:xfrm>
        </p:grpSpPr>
        <p:sp>
          <p:nvSpPr>
            <p:cNvPr id="31" name="Freeform 5"/>
            <p:cNvSpPr/>
            <p:nvPr/>
          </p:nvSpPr>
          <p:spPr>
            <a:xfrm rot="5400000">
              <a:off x="9248418" y="12831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32" name="矩形 11"/>
            <p:cNvSpPr txBox="1"/>
            <p:nvPr/>
          </p:nvSpPr>
          <p:spPr>
            <a:xfrm>
              <a:off x="9125303" y="1296695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8</a:t>
              </a:r>
              <a:endParaRPr dirty="0"/>
            </a:p>
          </p:txBody>
        </p:sp>
        <p:sp>
          <p:nvSpPr>
            <p:cNvPr id="33" name="矩形 5"/>
            <p:cNvSpPr txBox="1"/>
            <p:nvPr/>
          </p:nvSpPr>
          <p:spPr>
            <a:xfrm>
              <a:off x="11252199" y="13091355"/>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gr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3159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47199" y="2959080"/>
            <a:ext cx="19868961" cy="6344408"/>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条件覆盖</a:t>
            </a:r>
            <a:endParaRPr lang="en-US" altLang="zh-CN" sz="4800" b="1" dirty="0"/>
          </a:p>
          <a:p>
            <a:pPr lvl="2"/>
            <a:r>
              <a:rPr lang="zh-CN" altLang="en-US" sz="4800" dirty="0"/>
              <a:t>选取足够多的测试数据，使被测试程序中每个判定表达式中的每个条件都取到各种可能的结果。</a:t>
            </a:r>
            <a:endParaRPr lang="zh-CN" altLang="en-US" sz="4800" dirty="0"/>
          </a:p>
          <a:p>
            <a:pPr marL="1270000" lvl="2" indent="0">
              <a:buNone/>
            </a:pPr>
            <a:endParaRPr lang="zh-CN" altLang="en-US" sz="4800" dirty="0"/>
          </a:p>
        </p:txBody>
      </p:sp>
      <p:sp>
        <p:nvSpPr>
          <p:cNvPr id="21"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a:t>
            </a:r>
            <a:r>
              <a:rPr lang="en-US" altLang="zh-CN" dirty="0"/>
              <a:t>/</a:t>
            </a:r>
            <a:r>
              <a:rPr lang="zh-CN" altLang="en-US" dirty="0"/>
              <a:t>判定覆盖</a:t>
            </a:r>
            <a:endParaRPr lang="zh-CN" altLang="en-US" dirty="0"/>
          </a:p>
        </p:txBody>
      </p:sp>
      <p:sp>
        <p:nvSpPr>
          <p:cNvPr id="22"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5836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47199" y="2959080"/>
            <a:ext cx="19868961" cy="6344408"/>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分支</a:t>
            </a:r>
            <a:r>
              <a:rPr lang="en-US" altLang="zh-CN" sz="4800" b="1" dirty="0"/>
              <a:t>/</a:t>
            </a:r>
            <a:r>
              <a:rPr lang="zh-CN" altLang="en-US" sz="4800" b="1" dirty="0"/>
              <a:t>判定覆盖</a:t>
            </a:r>
            <a:endParaRPr lang="en-US" altLang="zh-CN" sz="4800" b="1" dirty="0"/>
          </a:p>
          <a:p>
            <a:pPr lvl="2"/>
            <a:r>
              <a:rPr lang="zh-CN" altLang="en-US" sz="4800" dirty="0"/>
              <a:t>选取足够多的测试数据，使被测试程序中不仅</a:t>
            </a:r>
            <a:r>
              <a:rPr lang="zh-CN" altLang="en-US" sz="4800" u="sng" dirty="0"/>
              <a:t>每个语句至少执行一次</a:t>
            </a:r>
            <a:r>
              <a:rPr lang="zh-CN" altLang="en-US" sz="4800" dirty="0"/>
              <a:t>，而且</a:t>
            </a:r>
            <a:r>
              <a:rPr lang="zh-CN" altLang="en-US" sz="4800" u="sng" dirty="0"/>
              <a:t>每个判定的每种可能的结果都至少执行一次</a:t>
            </a:r>
            <a:r>
              <a:rPr lang="zh-CN" altLang="en-US" sz="4800" dirty="0"/>
              <a:t>。</a:t>
            </a:r>
            <a:endParaRPr lang="zh-CN" altLang="en-US" sz="4800" dirty="0"/>
          </a:p>
          <a:p>
            <a:pPr marL="1270000" lvl="2" indent="0">
              <a:buNone/>
            </a:pPr>
            <a:endParaRPr lang="zh-CN" altLang="en-US" sz="4800" dirty="0"/>
          </a:p>
        </p:txBody>
      </p:sp>
      <p:sp>
        <p:nvSpPr>
          <p:cNvPr id="7"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a:t>
            </a:r>
            <a:r>
              <a:rPr lang="en-US" altLang="zh-CN" dirty="0"/>
              <a:t>/</a:t>
            </a:r>
            <a:r>
              <a:rPr lang="zh-CN" altLang="en-US" dirty="0"/>
              <a:t>判定覆盖</a:t>
            </a:r>
            <a:endParaRPr lang="zh-CN" altLang="en-US" dirty="0"/>
          </a:p>
        </p:txBody>
      </p:sp>
      <p:sp>
        <p:nvSpPr>
          <p:cNvPr id="8"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3692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439150" y="5946186"/>
            <a:ext cx="4603838" cy="1222744"/>
          </a:xfrm>
          <a:prstGeom prst="ellipse">
            <a:avLst/>
          </a:prstGeom>
          <a:solidFill>
            <a:schemeClr val="bg1">
              <a:lumMod val="95000"/>
            </a:schemeClr>
          </a:solidFill>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2" name="Rectangle 3"/>
          <p:cNvSpPr txBox="1">
            <a:spLocks noChangeArrowheads="1"/>
          </p:cNvSpPr>
          <p:nvPr/>
        </p:nvSpPr>
        <p:spPr>
          <a:xfrm>
            <a:off x="6195620" y="3370069"/>
            <a:ext cx="14016445" cy="8260080"/>
          </a:xfrm>
          <a:prstGeom prst="rect">
            <a:avLst/>
          </a:prstGeom>
        </p:spPr>
        <p:txBody>
          <a:bodyPr/>
          <a:lstStyle>
            <a:lvl1pPr marL="635000" marR="0" indent="-635000" algn="l" defTabSz="825500" latinLnBrk="0">
              <a:lnSpc>
                <a:spcPct val="100000"/>
              </a:lnSpc>
              <a:spcBef>
                <a:spcPts val="5900"/>
              </a:spcBef>
              <a:spcAft>
                <a:spcPts val="0"/>
              </a:spcAft>
              <a:buClrTx/>
              <a:buSzPct val="125000"/>
              <a:buFontTx/>
              <a:buChar char="•"/>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1" i="0" u="none" strike="noStrike" cap="none" spc="0" baseline="0">
                <a:ln>
                  <a:noFill/>
                </a:ln>
                <a:solidFill>
                  <a:srgbClr val="000000"/>
                </a:solidFill>
                <a:uFillTx/>
                <a:latin typeface="黑体" panose="02010609060101010101" pitchFamily="49" charset="-122"/>
                <a:ea typeface="黑体" panose="02010609060101010101" pitchFamily="49" charset="-122"/>
                <a:cs typeface="黑体" panose="02010609060101010101" pitchFamily="49"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a:lstStyle>
          <a:p>
            <a:pPr hangingPunct="1">
              <a:buFontTx/>
              <a:buNone/>
            </a:pPr>
            <a:r>
              <a:rPr lang="en-US" altLang="zh-CN" dirty="0">
                <a:latin typeface="Courier New" panose="02070309020205020404" pitchFamily="49" charset="0"/>
              </a:rPr>
              <a:t>float Compute(float </a:t>
            </a:r>
            <a:r>
              <a:rPr lang="en-US" altLang="zh-CN" dirty="0" err="1">
                <a:latin typeface="Courier New" panose="02070309020205020404" pitchFamily="49" charset="0"/>
              </a:rPr>
              <a:t>A,float</a:t>
            </a:r>
            <a:r>
              <a:rPr lang="en-US" altLang="zh-CN" dirty="0">
                <a:latin typeface="Courier New" panose="02070309020205020404" pitchFamily="49" charset="0"/>
              </a:rPr>
              <a:t> </a:t>
            </a:r>
            <a:r>
              <a:rPr lang="en-US" altLang="zh-CN" dirty="0" err="1">
                <a:latin typeface="Courier New" panose="02070309020205020404" pitchFamily="49" charset="0"/>
              </a:rPr>
              <a:t>B,float</a:t>
            </a:r>
            <a:r>
              <a:rPr lang="en-US" altLang="zh-CN" dirty="0">
                <a:latin typeface="Courier New" panose="02070309020205020404" pitchFamily="49" charset="0"/>
              </a:rPr>
              <a:t> X)</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    if (A&gt;1)&amp;&amp;(B==0) X=X/A;</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    if (A==2)||(X&gt;1) X=X+1;</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    return X;</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a:t>
            </a:r>
            <a:endParaRPr lang="en-US" altLang="zh-CN" dirty="0">
              <a:latin typeface="Courier New" panose="02070309020205020404" pitchFamily="49" charset="0"/>
            </a:endParaRPr>
          </a:p>
        </p:txBody>
      </p:sp>
      <p:sp>
        <p:nvSpPr>
          <p:cNvPr id="5" name="Rectangle: Rounded Corners 4"/>
          <p:cNvSpPr/>
          <p:nvPr/>
        </p:nvSpPr>
        <p:spPr>
          <a:xfrm>
            <a:off x="11269123" y="7500109"/>
            <a:ext cx="1648046" cy="988828"/>
          </a:xfrm>
          <a:prstGeom prst="roundRect">
            <a:avLst/>
          </a:prstGeom>
          <a:noFill/>
          <a:ln w="38100"/>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2" name="Rectangle: Rounded Corners 11"/>
          <p:cNvSpPr/>
          <p:nvPr/>
        </p:nvSpPr>
        <p:spPr>
          <a:xfrm>
            <a:off x="8697817" y="7535549"/>
            <a:ext cx="1899682" cy="988828"/>
          </a:xfrm>
          <a:prstGeom prst="roundRect">
            <a:avLst/>
          </a:prstGeom>
          <a:noFill/>
          <a:ln w="38100"/>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3"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a:t>
            </a:r>
            <a:r>
              <a:rPr lang="en-US" altLang="zh-CN" dirty="0"/>
              <a:t>/</a:t>
            </a:r>
            <a:r>
              <a:rPr lang="zh-CN" altLang="en-US" dirty="0"/>
              <a:t>判定覆盖</a:t>
            </a:r>
            <a:endParaRPr lang="zh-CN" altLang="en-US" dirty="0"/>
          </a:p>
        </p:txBody>
      </p:sp>
      <p:sp>
        <p:nvSpPr>
          <p:cNvPr id="14"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6668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heel(1)">
                                      <p:cBhvr>
                                        <p:cTn id="14"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5" fill="hold" display="0">
                  <p:stCondLst>
                    <p:cond delay="indefinite"/>
                  </p:stCondLst>
                  <p:endCondLst>
                    <p:cond evt="onStopAudio" delay="0">
                      <p:tgtEl>
                        <p:sldTgt/>
                      </p:tgtEl>
                    </p:cond>
                  </p:endCondLst>
                </p:cTn>
                <p:tgtEl>
                  <p:spTgt spid="3"/>
                </p:tgtEl>
              </p:cMediaNode>
            </p:audio>
          </p:childTnLst>
        </p:cTn>
      </p:par>
    </p:tnLst>
    <p:bldLst>
      <p:bldP spid="5"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47199" y="2959080"/>
            <a:ext cx="19868961" cy="6344408"/>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条件</a:t>
            </a:r>
            <a:r>
              <a:rPr lang="en-US" altLang="zh-CN" sz="4800" b="1" dirty="0"/>
              <a:t>/</a:t>
            </a:r>
            <a:r>
              <a:rPr lang="zh-CN" altLang="en-US" sz="4800" b="1" dirty="0"/>
              <a:t>判定覆盖</a:t>
            </a:r>
            <a:endParaRPr lang="en-US" altLang="zh-CN" sz="4800" b="1" dirty="0"/>
          </a:p>
          <a:p>
            <a:pPr lvl="2"/>
            <a:r>
              <a:rPr lang="zh-CN" altLang="en-US" sz="4800" dirty="0"/>
              <a:t>选取足够多的测试数据，使得判定表达式中的</a:t>
            </a:r>
            <a:r>
              <a:rPr lang="zh-CN" altLang="en-US" sz="4800" u="sng" dirty="0"/>
              <a:t>每个条件都取到各种可能的结果</a:t>
            </a:r>
            <a:r>
              <a:rPr lang="zh-CN" altLang="en-US" sz="4800" dirty="0"/>
              <a:t>，</a:t>
            </a:r>
            <a:r>
              <a:rPr lang="zh-CN" altLang="en-US" sz="4800" b="1" dirty="0">
                <a:solidFill>
                  <a:srgbClr val="FF0000"/>
                </a:solidFill>
              </a:rPr>
              <a:t>而且</a:t>
            </a:r>
            <a:r>
              <a:rPr lang="zh-CN" altLang="en-US" sz="4800" u="sng" dirty="0"/>
              <a:t>每个判定表达式也都取到各种可能的结果</a:t>
            </a:r>
            <a:r>
              <a:rPr lang="zh-CN" altLang="en-US" sz="4800" dirty="0"/>
              <a:t>。</a:t>
            </a:r>
            <a:endParaRPr lang="en-US" altLang="zh-CN" sz="4800" dirty="0"/>
          </a:p>
          <a:p>
            <a:pPr lvl="2"/>
            <a:r>
              <a:rPr lang="zh-CN" altLang="en-US" sz="4800" dirty="0"/>
              <a:t>条件</a:t>
            </a:r>
            <a:r>
              <a:rPr lang="en-US" altLang="zh-CN" sz="4800" dirty="0"/>
              <a:t>/</a:t>
            </a:r>
            <a:r>
              <a:rPr lang="zh-CN" altLang="en-US" sz="4800" dirty="0"/>
              <a:t>判定覆盖</a:t>
            </a:r>
            <a:r>
              <a:rPr lang="en-US" altLang="zh-CN" sz="4800" dirty="0"/>
              <a:t>==</a:t>
            </a:r>
            <a:r>
              <a:rPr lang="zh-CN" altLang="en-US" sz="4800" dirty="0"/>
              <a:t>条件覆盖</a:t>
            </a:r>
            <a:r>
              <a:rPr lang="en-US" altLang="zh-CN" sz="4800" dirty="0"/>
              <a:t>+</a:t>
            </a:r>
            <a:r>
              <a:rPr lang="zh-CN" altLang="en-US" sz="4800" dirty="0"/>
              <a:t>判定覆盖</a:t>
            </a:r>
            <a:endParaRPr lang="zh-CN" altLang="en-US" sz="4800" dirty="0"/>
          </a:p>
          <a:p>
            <a:pPr marL="1270000" lvl="2" indent="0">
              <a:buNone/>
            </a:pPr>
            <a:endParaRPr lang="zh-CN" altLang="en-US" sz="4800" dirty="0"/>
          </a:p>
        </p:txBody>
      </p:sp>
      <p:sp>
        <p:nvSpPr>
          <p:cNvPr id="7"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a:t>
            </a:r>
            <a:r>
              <a:rPr lang="en-US" altLang="zh-CN" dirty="0"/>
              <a:t>/</a:t>
            </a:r>
            <a:r>
              <a:rPr lang="zh-CN" altLang="en-US" dirty="0"/>
              <a:t>判定覆盖</a:t>
            </a:r>
            <a:endParaRPr lang="zh-CN" altLang="en-US" dirty="0"/>
          </a:p>
        </p:txBody>
      </p:sp>
      <p:sp>
        <p:nvSpPr>
          <p:cNvPr id="8"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7545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p:cNvPicPr>
            <a:picLocks noChangeAspect="1"/>
          </p:cNvPicPr>
          <p:nvPr/>
        </p:nvPicPr>
        <p:blipFill>
          <a:blip r:embed="rId1"/>
          <a:stretch>
            <a:fillRect/>
          </a:stretch>
        </p:blipFill>
        <p:spPr>
          <a:xfrm>
            <a:off x="1788366" y="4201283"/>
            <a:ext cx="10868915" cy="6391294"/>
          </a:xfrm>
          <a:prstGeom prst="rect">
            <a:avLst/>
          </a:prstGeom>
        </p:spPr>
      </p:pic>
      <p:sp>
        <p:nvSpPr>
          <p:cNvPr id="4" name="Rectangle 3"/>
          <p:cNvSpPr/>
          <p:nvPr/>
        </p:nvSpPr>
        <p:spPr>
          <a:xfrm>
            <a:off x="4069417" y="5688953"/>
            <a:ext cx="877163" cy="923330"/>
          </a:xfrm>
          <a:prstGeom prst="rect">
            <a:avLst/>
          </a:prstGeom>
          <a:noFill/>
        </p:spPr>
        <p:txBody>
          <a:bodyPr wrap="none" lIns="91440" tIns="45720" rIns="91440" bIns="45720">
            <a:spAutoFit/>
          </a:bodyPr>
          <a:lstStyle/>
          <a:p>
            <a:pPr algn="ctr"/>
            <a:r>
              <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①</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38" name="Rectangle 37"/>
          <p:cNvSpPr/>
          <p:nvPr/>
        </p:nvSpPr>
        <p:spPr>
          <a:xfrm>
            <a:off x="5929218" y="5678123"/>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②</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39" name="Rectangle 38"/>
          <p:cNvSpPr/>
          <p:nvPr/>
        </p:nvSpPr>
        <p:spPr>
          <a:xfrm>
            <a:off x="4100502" y="7939031"/>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③</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0" name="Rectangle 39"/>
          <p:cNvSpPr/>
          <p:nvPr/>
        </p:nvSpPr>
        <p:spPr>
          <a:xfrm>
            <a:off x="5929217" y="7939031"/>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④</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grpSp>
        <p:nvGrpSpPr>
          <p:cNvPr id="5" name="Group 4"/>
          <p:cNvGrpSpPr/>
          <p:nvPr/>
        </p:nvGrpSpPr>
        <p:grpSpPr>
          <a:xfrm>
            <a:off x="12192000" y="2917133"/>
            <a:ext cx="10228267" cy="8442252"/>
            <a:chOff x="11987538" y="3656213"/>
            <a:chExt cx="10228267" cy="8442252"/>
          </a:xfrm>
        </p:grpSpPr>
        <p:grpSp>
          <p:nvGrpSpPr>
            <p:cNvPr id="7" name="组合 2"/>
            <p:cNvGrpSpPr/>
            <p:nvPr/>
          </p:nvGrpSpPr>
          <p:grpSpPr bwMode="auto">
            <a:xfrm>
              <a:off x="11987538" y="3656213"/>
              <a:ext cx="10228267" cy="8442252"/>
              <a:chOff x="4787900" y="2205038"/>
              <a:chExt cx="3581400" cy="3235325"/>
            </a:xfrm>
            <a:solidFill>
              <a:schemeClr val="bg1">
                <a:lumMod val="95000"/>
              </a:schemeClr>
            </a:solidFill>
          </p:grpSpPr>
          <p:sp>
            <p:nvSpPr>
              <p:cNvPr id="8" name="AutoShape 4"/>
              <p:cNvSpPr>
                <a:spLocks noChangeArrowheads="1"/>
              </p:cNvSpPr>
              <p:nvPr/>
            </p:nvSpPr>
            <p:spPr bwMode="auto">
              <a:xfrm>
                <a:off x="5245100" y="22399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入口</a:t>
                </a:r>
                <a:endParaRPr kumimoji="1" lang="zh-CN" altLang="en-US" sz="4800" dirty="0">
                  <a:latin typeface="Times New Roman" panose="02020603050405020304" pitchFamily="18" charset="0"/>
                  <a:cs typeface="Times New Roman" panose="02020603050405020304" pitchFamily="18" charset="0"/>
                </a:endParaRPr>
              </a:p>
            </p:txBody>
          </p:sp>
          <p:sp>
            <p:nvSpPr>
              <p:cNvPr id="9" name="AutoShape 5"/>
              <p:cNvSpPr>
                <a:spLocks noChangeArrowheads="1"/>
              </p:cNvSpPr>
              <p:nvPr/>
            </p:nvSpPr>
            <p:spPr bwMode="auto">
              <a:xfrm>
                <a:off x="5245100" y="49831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a:latin typeface="Times New Roman" panose="02020603050405020304" pitchFamily="18" charset="0"/>
                    <a:cs typeface="Times New Roman" panose="02020603050405020304" pitchFamily="18" charset="0"/>
                  </a:rPr>
                  <a:t>返回</a:t>
                </a:r>
                <a:endParaRPr kumimoji="1" lang="zh-CN" altLang="en-US" sz="4000">
                  <a:latin typeface="Times New Roman" panose="02020603050405020304" pitchFamily="18" charset="0"/>
                  <a:cs typeface="Times New Roman" panose="02020603050405020304" pitchFamily="18" charset="0"/>
                </a:endParaRPr>
              </a:p>
            </p:txBody>
          </p:sp>
          <p:sp>
            <p:nvSpPr>
              <p:cNvPr id="10" name="AutoShape 6"/>
              <p:cNvSpPr>
                <a:spLocks noChangeArrowheads="1"/>
              </p:cNvSpPr>
              <p:nvPr/>
            </p:nvSpPr>
            <p:spPr bwMode="auto">
              <a:xfrm>
                <a:off x="4787900" y="30019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dirty="0">
                    <a:latin typeface="Courier New" panose="02070309020205020404" pitchFamily="49" charset="0"/>
                    <a:cs typeface="Times New Roman" panose="02020603050405020304" pitchFamily="18" charset="0"/>
                  </a:rPr>
                  <a:t>(A&gt;1)&amp;&amp;(B==0</a:t>
                </a:r>
                <a:r>
                  <a:rPr kumimoji="1" lang="zh-CN" altLang="en-US" sz="2800" dirty="0">
                    <a:latin typeface="Courier New" panose="02070309020205020404" pitchFamily="49" charset="0"/>
                    <a:cs typeface="Times New Roman" panose="02020603050405020304" pitchFamily="18" charset="0"/>
                  </a:rPr>
                  <a:t>）</a:t>
                </a:r>
                <a:endParaRPr kumimoji="1" lang="zh-CN" altLang="en-US" sz="3600" dirty="0">
                  <a:latin typeface="Courier New" panose="02070309020205020404" pitchFamily="49" charset="0"/>
                  <a:cs typeface="Times New Roman" panose="02020603050405020304" pitchFamily="18" charset="0"/>
                </a:endParaRPr>
              </a:p>
            </p:txBody>
          </p:sp>
          <p:sp>
            <p:nvSpPr>
              <p:cNvPr id="11" name="AutoShape 7"/>
              <p:cNvSpPr>
                <a:spLocks noChangeArrowheads="1"/>
              </p:cNvSpPr>
              <p:nvPr/>
            </p:nvSpPr>
            <p:spPr bwMode="auto">
              <a:xfrm>
                <a:off x="4787900" y="40687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a:latin typeface="Courier New" panose="02070309020205020404" pitchFamily="49" charset="0"/>
                    <a:cs typeface="Times New Roman" panose="02020603050405020304" pitchFamily="18" charset="0"/>
                  </a:rPr>
                  <a:t>(A==2)||(X&gt;1</a:t>
                </a:r>
                <a:r>
                  <a:rPr kumimoji="1" lang="zh-CN" altLang="en-US" sz="2800">
                    <a:latin typeface="Courier New" panose="02070309020205020404" pitchFamily="49" charset="0"/>
                    <a:cs typeface="Times New Roman" panose="02020603050405020304" pitchFamily="18" charset="0"/>
                  </a:rPr>
                  <a:t>）</a:t>
                </a:r>
                <a:endParaRPr kumimoji="1" lang="zh-CN" altLang="en-US" sz="3600">
                  <a:latin typeface="Courier New" panose="02070309020205020404" pitchFamily="49" charset="0"/>
                  <a:cs typeface="Times New Roman" panose="02020603050405020304" pitchFamily="18" charset="0"/>
                </a:endParaRPr>
              </a:p>
            </p:txBody>
          </p:sp>
          <p:sp>
            <p:nvSpPr>
              <p:cNvPr id="12" name="Line 8"/>
              <p:cNvSpPr>
                <a:spLocks noChangeShapeType="1"/>
              </p:cNvSpPr>
              <p:nvPr/>
            </p:nvSpPr>
            <p:spPr bwMode="auto">
              <a:xfrm>
                <a:off x="5626100" y="2697163"/>
                <a:ext cx="0" cy="3048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3" name="Line 9"/>
              <p:cNvSpPr>
                <a:spLocks noChangeShapeType="1"/>
              </p:cNvSpPr>
              <p:nvPr/>
            </p:nvSpPr>
            <p:spPr bwMode="auto">
              <a:xfrm>
                <a:off x="5626100" y="3687763"/>
                <a:ext cx="0" cy="3810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4" name="Line 10"/>
              <p:cNvSpPr>
                <a:spLocks noChangeShapeType="1"/>
              </p:cNvSpPr>
              <p:nvPr/>
            </p:nvSpPr>
            <p:spPr bwMode="auto">
              <a:xfrm>
                <a:off x="5626100" y="4754563"/>
                <a:ext cx="0" cy="2286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5" name="AutoShape 11"/>
              <p:cNvSpPr>
                <a:spLocks noChangeArrowheads="1"/>
              </p:cNvSpPr>
              <p:nvPr/>
            </p:nvSpPr>
            <p:spPr bwMode="auto">
              <a:xfrm>
                <a:off x="6921500" y="2925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A</a:t>
                </a:r>
                <a:endParaRPr kumimoji="1" lang="en-US" altLang="zh-CN" sz="3600">
                  <a:latin typeface="Times New Roman" panose="02020603050405020304" pitchFamily="18" charset="0"/>
                  <a:cs typeface="Times New Roman" panose="02020603050405020304" pitchFamily="18" charset="0"/>
                </a:endParaRPr>
              </a:p>
            </p:txBody>
          </p:sp>
          <p:sp>
            <p:nvSpPr>
              <p:cNvPr id="16" name="AutoShape 12"/>
              <p:cNvSpPr>
                <a:spLocks noChangeArrowheads="1"/>
              </p:cNvSpPr>
              <p:nvPr/>
            </p:nvSpPr>
            <p:spPr bwMode="auto">
              <a:xfrm>
                <a:off x="6921500" y="4068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+ 1</a:t>
                </a:r>
                <a:endParaRPr kumimoji="1" lang="en-US" altLang="zh-CN" sz="3600">
                  <a:latin typeface="Times New Roman" panose="02020603050405020304" pitchFamily="18" charset="0"/>
                  <a:cs typeface="Times New Roman" panose="02020603050405020304" pitchFamily="18" charset="0"/>
                </a:endParaRPr>
              </a:p>
            </p:txBody>
          </p:sp>
          <p:sp>
            <p:nvSpPr>
              <p:cNvPr id="17" name="Line 13"/>
              <p:cNvSpPr>
                <a:spLocks noChangeShapeType="1"/>
              </p:cNvSpPr>
              <p:nvPr/>
            </p:nvSpPr>
            <p:spPr bwMode="auto">
              <a:xfrm>
                <a:off x="7607300" y="3535363"/>
                <a:ext cx="0" cy="3048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9" name="Line 14"/>
              <p:cNvSpPr>
                <a:spLocks noChangeShapeType="1"/>
              </p:cNvSpPr>
              <p:nvPr/>
            </p:nvSpPr>
            <p:spPr bwMode="auto">
              <a:xfrm flipH="1">
                <a:off x="5626100" y="38401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3" name="Line 15"/>
              <p:cNvSpPr>
                <a:spLocks noChangeShapeType="1"/>
              </p:cNvSpPr>
              <p:nvPr/>
            </p:nvSpPr>
            <p:spPr bwMode="auto">
              <a:xfrm>
                <a:off x="7607300" y="4678363"/>
                <a:ext cx="0" cy="1524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4" name="Line 16"/>
              <p:cNvSpPr>
                <a:spLocks noChangeShapeType="1"/>
              </p:cNvSpPr>
              <p:nvPr/>
            </p:nvSpPr>
            <p:spPr bwMode="auto">
              <a:xfrm flipH="1">
                <a:off x="5626100" y="48307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5" name="Line 17"/>
              <p:cNvSpPr>
                <a:spLocks noChangeShapeType="1"/>
              </p:cNvSpPr>
              <p:nvPr/>
            </p:nvSpPr>
            <p:spPr bwMode="auto">
              <a:xfrm>
                <a:off x="6540500" y="33067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6" name="Line 18"/>
              <p:cNvSpPr>
                <a:spLocks noChangeShapeType="1"/>
              </p:cNvSpPr>
              <p:nvPr/>
            </p:nvSpPr>
            <p:spPr bwMode="auto">
              <a:xfrm>
                <a:off x="6540500" y="43735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7" name="Text Box 19"/>
              <p:cNvSpPr txBox="1">
                <a:spLocks noChangeArrowheads="1"/>
              </p:cNvSpPr>
              <p:nvPr/>
            </p:nvSpPr>
            <p:spPr bwMode="auto">
              <a:xfrm>
                <a:off x="4893954" y="2205038"/>
                <a:ext cx="211757"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28" name="Text Box 20"/>
              <p:cNvSpPr txBox="1">
                <a:spLocks noChangeArrowheads="1"/>
              </p:cNvSpPr>
              <p:nvPr/>
            </p:nvSpPr>
            <p:spPr bwMode="auto">
              <a:xfrm>
                <a:off x="4884659" y="2814638"/>
                <a:ext cx="246222"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a</a:t>
                </a:r>
                <a:endParaRPr kumimoji="1" lang="en-US" altLang="zh-CN" sz="4800">
                  <a:latin typeface="Times New Roman" panose="02020603050405020304" pitchFamily="18" charset="0"/>
                  <a:cs typeface="Times New Roman" panose="02020603050405020304" pitchFamily="18" charset="0"/>
                </a:endParaRPr>
              </a:p>
            </p:txBody>
          </p:sp>
          <p:sp>
            <p:nvSpPr>
              <p:cNvPr id="29" name="Text Box 21"/>
              <p:cNvSpPr txBox="1">
                <a:spLocks noChangeArrowheads="1"/>
              </p:cNvSpPr>
              <p:nvPr/>
            </p:nvSpPr>
            <p:spPr bwMode="auto">
              <a:xfrm>
                <a:off x="4883469" y="38052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30" name="Text Box 22"/>
              <p:cNvSpPr txBox="1">
                <a:spLocks noChangeArrowheads="1"/>
              </p:cNvSpPr>
              <p:nvPr/>
            </p:nvSpPr>
            <p:spPr bwMode="auto">
              <a:xfrm>
                <a:off x="4884573" y="48720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d</a:t>
                </a:r>
                <a:endParaRPr kumimoji="1" lang="en-US" altLang="zh-CN" sz="4800">
                  <a:latin typeface="Times New Roman" panose="02020603050405020304" pitchFamily="18" charset="0"/>
                  <a:cs typeface="Times New Roman" panose="02020603050405020304" pitchFamily="18" charset="0"/>
                </a:endParaRPr>
              </a:p>
            </p:txBody>
          </p:sp>
          <p:sp>
            <p:nvSpPr>
              <p:cNvPr id="31" name="Text Box 23"/>
              <p:cNvSpPr txBox="1">
                <a:spLocks noChangeArrowheads="1"/>
              </p:cNvSpPr>
              <p:nvPr/>
            </p:nvSpPr>
            <p:spPr bwMode="auto">
              <a:xfrm>
                <a:off x="8093875" y="2536726"/>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32" name="Text Box 24"/>
              <p:cNvSpPr txBox="1">
                <a:spLocks noChangeArrowheads="1"/>
              </p:cNvSpPr>
              <p:nvPr/>
            </p:nvSpPr>
            <p:spPr bwMode="auto">
              <a:xfrm>
                <a:off x="8093875" y="3751852"/>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grpSp>
        <p:sp>
          <p:nvSpPr>
            <p:cNvPr id="41" name="Rectangle 40"/>
            <p:cNvSpPr/>
            <p:nvPr/>
          </p:nvSpPr>
          <p:spPr>
            <a:xfrm>
              <a:off x="13004915" y="5577712"/>
              <a:ext cx="877163" cy="923330"/>
            </a:xfrm>
            <a:prstGeom prst="rect">
              <a:avLst/>
            </a:prstGeom>
            <a:noFill/>
          </p:spPr>
          <p:txBody>
            <a:bodyPr wrap="none" lIns="91440" tIns="45720" rIns="91440" bIns="45720">
              <a:spAutoFit/>
            </a:bodyPr>
            <a:lstStyle/>
            <a:p>
              <a:pPr algn="ctr"/>
              <a:r>
                <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①</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2" name="Rectangle 41"/>
            <p:cNvSpPr/>
            <p:nvPr/>
          </p:nvSpPr>
          <p:spPr>
            <a:xfrm>
              <a:off x="14899455" y="5566882"/>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②</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3" name="Rectangle 42"/>
            <p:cNvSpPr/>
            <p:nvPr/>
          </p:nvSpPr>
          <p:spPr>
            <a:xfrm>
              <a:off x="13070740"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③</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4" name="Rectangle 43"/>
            <p:cNvSpPr/>
            <p:nvPr/>
          </p:nvSpPr>
          <p:spPr>
            <a:xfrm>
              <a:off x="14899455"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④</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grpSp>
      <p:sp>
        <p:nvSpPr>
          <p:cNvPr id="45"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a:t>
            </a:r>
            <a:r>
              <a:rPr lang="en-US" altLang="zh-CN" dirty="0"/>
              <a:t>/</a:t>
            </a:r>
            <a:r>
              <a:rPr lang="zh-CN" altLang="en-US" dirty="0"/>
              <a:t>判定覆盖</a:t>
            </a:r>
            <a:endParaRPr lang="zh-CN" altLang="en-US" dirty="0"/>
          </a:p>
        </p:txBody>
      </p:sp>
      <p:sp>
        <p:nvSpPr>
          <p:cNvPr id="46"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2947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p:cNvGrpSpPr/>
          <p:nvPr/>
        </p:nvGrpSpPr>
        <p:grpSpPr>
          <a:xfrm>
            <a:off x="11962825" y="2959079"/>
            <a:ext cx="10228267" cy="8442252"/>
            <a:chOff x="11987538" y="3656213"/>
            <a:chExt cx="10228267" cy="8442252"/>
          </a:xfrm>
        </p:grpSpPr>
        <p:grpSp>
          <p:nvGrpSpPr>
            <p:cNvPr id="37" name="组合 2"/>
            <p:cNvGrpSpPr/>
            <p:nvPr/>
          </p:nvGrpSpPr>
          <p:grpSpPr bwMode="auto">
            <a:xfrm>
              <a:off x="11987538" y="3656213"/>
              <a:ext cx="10228267" cy="8442252"/>
              <a:chOff x="4787900" y="2205038"/>
              <a:chExt cx="3581400" cy="3235325"/>
            </a:xfrm>
            <a:solidFill>
              <a:schemeClr val="bg1">
                <a:lumMod val="95000"/>
              </a:schemeClr>
            </a:solidFill>
          </p:grpSpPr>
          <p:sp>
            <p:nvSpPr>
              <p:cNvPr id="42" name="AutoShape 4"/>
              <p:cNvSpPr>
                <a:spLocks noChangeArrowheads="1"/>
              </p:cNvSpPr>
              <p:nvPr/>
            </p:nvSpPr>
            <p:spPr bwMode="auto">
              <a:xfrm>
                <a:off x="5245100" y="22399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入口</a:t>
                </a:r>
                <a:endParaRPr kumimoji="1" lang="zh-CN" altLang="en-US" sz="4800" dirty="0">
                  <a:latin typeface="Times New Roman" panose="02020603050405020304" pitchFamily="18" charset="0"/>
                  <a:cs typeface="Times New Roman" panose="02020603050405020304" pitchFamily="18" charset="0"/>
                </a:endParaRPr>
              </a:p>
            </p:txBody>
          </p:sp>
          <p:sp>
            <p:nvSpPr>
              <p:cNvPr id="43" name="AutoShape 5"/>
              <p:cNvSpPr>
                <a:spLocks noChangeArrowheads="1"/>
              </p:cNvSpPr>
              <p:nvPr/>
            </p:nvSpPr>
            <p:spPr bwMode="auto">
              <a:xfrm>
                <a:off x="5245100" y="49831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a:latin typeface="Times New Roman" panose="02020603050405020304" pitchFamily="18" charset="0"/>
                    <a:cs typeface="Times New Roman" panose="02020603050405020304" pitchFamily="18" charset="0"/>
                  </a:rPr>
                  <a:t>返回</a:t>
                </a:r>
                <a:endParaRPr kumimoji="1" lang="zh-CN" altLang="en-US" sz="4000">
                  <a:latin typeface="Times New Roman" panose="02020603050405020304" pitchFamily="18" charset="0"/>
                  <a:cs typeface="Times New Roman" panose="02020603050405020304" pitchFamily="18" charset="0"/>
                </a:endParaRPr>
              </a:p>
            </p:txBody>
          </p:sp>
          <p:sp>
            <p:nvSpPr>
              <p:cNvPr id="44" name="AutoShape 6"/>
              <p:cNvSpPr>
                <a:spLocks noChangeArrowheads="1"/>
              </p:cNvSpPr>
              <p:nvPr/>
            </p:nvSpPr>
            <p:spPr bwMode="auto">
              <a:xfrm>
                <a:off x="4787900" y="30019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dirty="0">
                    <a:latin typeface="Courier New" panose="02070309020205020404" pitchFamily="49" charset="0"/>
                    <a:cs typeface="Times New Roman" panose="02020603050405020304" pitchFamily="18" charset="0"/>
                  </a:rPr>
                  <a:t>(A&gt;1)&amp;&amp;(B==0</a:t>
                </a:r>
                <a:r>
                  <a:rPr kumimoji="1" lang="zh-CN" altLang="en-US" sz="2800" dirty="0">
                    <a:latin typeface="Courier New" panose="02070309020205020404" pitchFamily="49" charset="0"/>
                    <a:cs typeface="Times New Roman" panose="02020603050405020304" pitchFamily="18" charset="0"/>
                  </a:rPr>
                  <a:t>）</a:t>
                </a:r>
                <a:endParaRPr kumimoji="1" lang="zh-CN" altLang="en-US" sz="3600" dirty="0">
                  <a:latin typeface="Courier New" panose="02070309020205020404" pitchFamily="49" charset="0"/>
                  <a:cs typeface="Times New Roman" panose="02020603050405020304" pitchFamily="18" charset="0"/>
                </a:endParaRPr>
              </a:p>
            </p:txBody>
          </p:sp>
          <p:sp>
            <p:nvSpPr>
              <p:cNvPr id="45" name="AutoShape 7"/>
              <p:cNvSpPr>
                <a:spLocks noChangeArrowheads="1"/>
              </p:cNvSpPr>
              <p:nvPr/>
            </p:nvSpPr>
            <p:spPr bwMode="auto">
              <a:xfrm>
                <a:off x="4787900" y="40687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a:latin typeface="Courier New" panose="02070309020205020404" pitchFamily="49" charset="0"/>
                    <a:cs typeface="Times New Roman" panose="02020603050405020304" pitchFamily="18" charset="0"/>
                  </a:rPr>
                  <a:t>(A==2)||(X&gt;1</a:t>
                </a:r>
                <a:r>
                  <a:rPr kumimoji="1" lang="zh-CN" altLang="en-US" sz="2800">
                    <a:latin typeface="Courier New" panose="02070309020205020404" pitchFamily="49" charset="0"/>
                    <a:cs typeface="Times New Roman" panose="02020603050405020304" pitchFamily="18" charset="0"/>
                  </a:rPr>
                  <a:t>）</a:t>
                </a:r>
                <a:endParaRPr kumimoji="1" lang="zh-CN" altLang="en-US" sz="3600">
                  <a:latin typeface="Courier New" panose="02070309020205020404" pitchFamily="49" charset="0"/>
                  <a:cs typeface="Times New Roman" panose="02020603050405020304" pitchFamily="18" charset="0"/>
                </a:endParaRPr>
              </a:p>
            </p:txBody>
          </p:sp>
          <p:sp>
            <p:nvSpPr>
              <p:cNvPr id="46" name="Line 8"/>
              <p:cNvSpPr>
                <a:spLocks noChangeShapeType="1"/>
              </p:cNvSpPr>
              <p:nvPr/>
            </p:nvSpPr>
            <p:spPr bwMode="auto">
              <a:xfrm>
                <a:off x="5626100" y="2697163"/>
                <a:ext cx="0" cy="3048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7" name="Line 9"/>
              <p:cNvSpPr>
                <a:spLocks noChangeShapeType="1"/>
              </p:cNvSpPr>
              <p:nvPr/>
            </p:nvSpPr>
            <p:spPr bwMode="auto">
              <a:xfrm>
                <a:off x="5626100" y="3687763"/>
                <a:ext cx="0" cy="3810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8" name="Line 10"/>
              <p:cNvSpPr>
                <a:spLocks noChangeShapeType="1"/>
              </p:cNvSpPr>
              <p:nvPr/>
            </p:nvSpPr>
            <p:spPr bwMode="auto">
              <a:xfrm>
                <a:off x="5626100" y="4754563"/>
                <a:ext cx="0" cy="2286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9" name="AutoShape 11"/>
              <p:cNvSpPr>
                <a:spLocks noChangeArrowheads="1"/>
              </p:cNvSpPr>
              <p:nvPr/>
            </p:nvSpPr>
            <p:spPr bwMode="auto">
              <a:xfrm>
                <a:off x="6921500" y="2925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A</a:t>
                </a:r>
                <a:endParaRPr kumimoji="1" lang="en-US" altLang="zh-CN" sz="3600">
                  <a:latin typeface="Times New Roman" panose="02020603050405020304" pitchFamily="18" charset="0"/>
                  <a:cs typeface="Times New Roman" panose="02020603050405020304" pitchFamily="18" charset="0"/>
                </a:endParaRPr>
              </a:p>
            </p:txBody>
          </p:sp>
          <p:sp>
            <p:nvSpPr>
              <p:cNvPr id="50" name="AutoShape 12"/>
              <p:cNvSpPr>
                <a:spLocks noChangeArrowheads="1"/>
              </p:cNvSpPr>
              <p:nvPr/>
            </p:nvSpPr>
            <p:spPr bwMode="auto">
              <a:xfrm>
                <a:off x="6921500" y="4068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+ 1</a:t>
                </a:r>
                <a:endParaRPr kumimoji="1" lang="en-US" altLang="zh-CN" sz="3600">
                  <a:latin typeface="Times New Roman" panose="02020603050405020304" pitchFamily="18" charset="0"/>
                  <a:cs typeface="Times New Roman" panose="02020603050405020304" pitchFamily="18" charset="0"/>
                </a:endParaRPr>
              </a:p>
            </p:txBody>
          </p:sp>
          <p:sp>
            <p:nvSpPr>
              <p:cNvPr id="51" name="Line 13"/>
              <p:cNvSpPr>
                <a:spLocks noChangeShapeType="1"/>
              </p:cNvSpPr>
              <p:nvPr/>
            </p:nvSpPr>
            <p:spPr bwMode="auto">
              <a:xfrm>
                <a:off x="7607300" y="3535363"/>
                <a:ext cx="0" cy="3048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2" name="Line 14"/>
              <p:cNvSpPr>
                <a:spLocks noChangeShapeType="1"/>
              </p:cNvSpPr>
              <p:nvPr/>
            </p:nvSpPr>
            <p:spPr bwMode="auto">
              <a:xfrm flipH="1">
                <a:off x="5626100" y="38401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3" name="Line 15"/>
              <p:cNvSpPr>
                <a:spLocks noChangeShapeType="1"/>
              </p:cNvSpPr>
              <p:nvPr/>
            </p:nvSpPr>
            <p:spPr bwMode="auto">
              <a:xfrm>
                <a:off x="7607300" y="4678363"/>
                <a:ext cx="0" cy="1524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4" name="Line 16"/>
              <p:cNvSpPr>
                <a:spLocks noChangeShapeType="1"/>
              </p:cNvSpPr>
              <p:nvPr/>
            </p:nvSpPr>
            <p:spPr bwMode="auto">
              <a:xfrm flipH="1">
                <a:off x="5626100" y="48307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5" name="Line 17"/>
              <p:cNvSpPr>
                <a:spLocks noChangeShapeType="1"/>
              </p:cNvSpPr>
              <p:nvPr/>
            </p:nvSpPr>
            <p:spPr bwMode="auto">
              <a:xfrm>
                <a:off x="6540500" y="33067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6" name="Line 18"/>
              <p:cNvSpPr>
                <a:spLocks noChangeShapeType="1"/>
              </p:cNvSpPr>
              <p:nvPr/>
            </p:nvSpPr>
            <p:spPr bwMode="auto">
              <a:xfrm>
                <a:off x="6540500" y="43735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7" name="Text Box 19"/>
              <p:cNvSpPr txBox="1">
                <a:spLocks noChangeArrowheads="1"/>
              </p:cNvSpPr>
              <p:nvPr/>
            </p:nvSpPr>
            <p:spPr bwMode="auto">
              <a:xfrm>
                <a:off x="4893954" y="2205038"/>
                <a:ext cx="211757"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58" name="Text Box 20"/>
              <p:cNvSpPr txBox="1">
                <a:spLocks noChangeArrowheads="1"/>
              </p:cNvSpPr>
              <p:nvPr/>
            </p:nvSpPr>
            <p:spPr bwMode="auto">
              <a:xfrm>
                <a:off x="4884659" y="2814638"/>
                <a:ext cx="246222"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a</a:t>
                </a:r>
                <a:endParaRPr kumimoji="1" lang="en-US" altLang="zh-CN" sz="4800">
                  <a:latin typeface="Times New Roman" panose="02020603050405020304" pitchFamily="18" charset="0"/>
                  <a:cs typeface="Times New Roman" panose="02020603050405020304" pitchFamily="18" charset="0"/>
                </a:endParaRPr>
              </a:p>
            </p:txBody>
          </p:sp>
          <p:sp>
            <p:nvSpPr>
              <p:cNvPr id="59" name="Text Box 21"/>
              <p:cNvSpPr txBox="1">
                <a:spLocks noChangeArrowheads="1"/>
              </p:cNvSpPr>
              <p:nvPr/>
            </p:nvSpPr>
            <p:spPr bwMode="auto">
              <a:xfrm>
                <a:off x="4874386" y="38052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60" name="Text Box 22"/>
              <p:cNvSpPr txBox="1">
                <a:spLocks noChangeArrowheads="1"/>
              </p:cNvSpPr>
              <p:nvPr/>
            </p:nvSpPr>
            <p:spPr bwMode="auto">
              <a:xfrm>
                <a:off x="4884573" y="48720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d</a:t>
                </a:r>
                <a:endParaRPr kumimoji="1" lang="en-US" altLang="zh-CN" sz="4800">
                  <a:latin typeface="Times New Roman" panose="02020603050405020304" pitchFamily="18" charset="0"/>
                  <a:cs typeface="Times New Roman" panose="02020603050405020304" pitchFamily="18" charset="0"/>
                </a:endParaRPr>
              </a:p>
            </p:txBody>
          </p:sp>
          <p:sp>
            <p:nvSpPr>
              <p:cNvPr id="61" name="Text Box 23"/>
              <p:cNvSpPr txBox="1">
                <a:spLocks noChangeArrowheads="1"/>
              </p:cNvSpPr>
              <p:nvPr/>
            </p:nvSpPr>
            <p:spPr bwMode="auto">
              <a:xfrm>
                <a:off x="8093875" y="2536726"/>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62" name="Text Box 24"/>
              <p:cNvSpPr txBox="1">
                <a:spLocks noChangeArrowheads="1"/>
              </p:cNvSpPr>
              <p:nvPr/>
            </p:nvSpPr>
            <p:spPr bwMode="auto">
              <a:xfrm>
                <a:off x="8093875" y="3751852"/>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grpSp>
        <p:sp>
          <p:nvSpPr>
            <p:cNvPr id="38" name="Rectangle 37"/>
            <p:cNvSpPr/>
            <p:nvPr/>
          </p:nvSpPr>
          <p:spPr>
            <a:xfrm>
              <a:off x="13085410" y="5577712"/>
              <a:ext cx="877163" cy="923330"/>
            </a:xfrm>
            <a:prstGeom prst="rect">
              <a:avLst/>
            </a:prstGeom>
            <a:noFill/>
          </p:spPr>
          <p:txBody>
            <a:bodyPr wrap="none" lIns="91440" tIns="45720" rIns="91440" bIns="45720">
              <a:spAutoFit/>
            </a:bodyPr>
            <a:lstStyle/>
            <a:p>
              <a:pPr algn="ctr"/>
              <a:r>
                <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①</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39" name="Rectangle 38"/>
            <p:cNvSpPr/>
            <p:nvPr/>
          </p:nvSpPr>
          <p:spPr>
            <a:xfrm>
              <a:off x="14899455" y="5566882"/>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②</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0" name="Rectangle 39"/>
            <p:cNvSpPr/>
            <p:nvPr/>
          </p:nvSpPr>
          <p:spPr>
            <a:xfrm>
              <a:off x="13070740"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③</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1" name="Rectangle 40"/>
            <p:cNvSpPr/>
            <p:nvPr/>
          </p:nvSpPr>
          <p:spPr>
            <a:xfrm>
              <a:off x="14899455"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④</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grpSp>
      <p:sp>
        <p:nvSpPr>
          <p:cNvPr id="5" name="Freeform: Shape 4"/>
          <p:cNvSpPr/>
          <p:nvPr/>
        </p:nvSpPr>
        <p:spPr>
          <a:xfrm>
            <a:off x="14216332" y="3429488"/>
            <a:ext cx="5855083" cy="8020878"/>
          </a:xfrm>
          <a:custGeom>
            <a:avLst/>
            <a:gdLst>
              <a:gd name="connsiteX0" fmla="*/ 208722 w 5855083"/>
              <a:gd name="connsiteY0" fmla="*/ 0 h 8020878"/>
              <a:gd name="connsiteX1" fmla="*/ 178905 w 5855083"/>
              <a:gd name="connsiteY1" fmla="*/ 79513 h 8020878"/>
              <a:gd name="connsiteX2" fmla="*/ 159027 w 5855083"/>
              <a:gd name="connsiteY2" fmla="*/ 119269 h 8020878"/>
              <a:gd name="connsiteX3" fmla="*/ 89453 w 5855083"/>
              <a:gd name="connsiteY3" fmla="*/ 437321 h 8020878"/>
              <a:gd name="connsiteX4" fmla="*/ 69574 w 5855083"/>
              <a:gd name="connsiteY4" fmla="*/ 685800 h 8020878"/>
              <a:gd name="connsiteX5" fmla="*/ 39757 w 5855083"/>
              <a:gd name="connsiteY5" fmla="*/ 795130 h 8020878"/>
              <a:gd name="connsiteX6" fmla="*/ 0 w 5855083"/>
              <a:gd name="connsiteY6" fmla="*/ 1073426 h 8020878"/>
              <a:gd name="connsiteX7" fmla="*/ 29818 w 5855083"/>
              <a:gd name="connsiteY7" fmla="*/ 1461052 h 8020878"/>
              <a:gd name="connsiteX8" fmla="*/ 79513 w 5855083"/>
              <a:gd name="connsiteY8" fmla="*/ 1769165 h 8020878"/>
              <a:gd name="connsiteX9" fmla="*/ 99392 w 5855083"/>
              <a:gd name="connsiteY9" fmla="*/ 1997765 h 8020878"/>
              <a:gd name="connsiteX10" fmla="*/ 139148 w 5855083"/>
              <a:gd name="connsiteY10" fmla="*/ 2126973 h 8020878"/>
              <a:gd name="connsiteX11" fmla="*/ 159027 w 5855083"/>
              <a:gd name="connsiteY11" fmla="*/ 2206487 h 8020878"/>
              <a:gd name="connsiteX12" fmla="*/ 188844 w 5855083"/>
              <a:gd name="connsiteY12" fmla="*/ 2276060 h 8020878"/>
              <a:gd name="connsiteX13" fmla="*/ 248479 w 5855083"/>
              <a:gd name="connsiteY13" fmla="*/ 2375452 h 8020878"/>
              <a:gd name="connsiteX14" fmla="*/ 288235 w 5855083"/>
              <a:gd name="connsiteY14" fmla="*/ 2425147 h 8020878"/>
              <a:gd name="connsiteX15" fmla="*/ 447261 w 5855083"/>
              <a:gd name="connsiteY15" fmla="*/ 2484782 h 8020878"/>
              <a:gd name="connsiteX16" fmla="*/ 695740 w 5855083"/>
              <a:gd name="connsiteY16" fmla="*/ 2534478 h 8020878"/>
              <a:gd name="connsiteX17" fmla="*/ 1848679 w 5855083"/>
              <a:gd name="connsiteY17" fmla="*/ 2514600 h 8020878"/>
              <a:gd name="connsiteX18" fmla="*/ 1958009 w 5855083"/>
              <a:gd name="connsiteY18" fmla="*/ 2494721 h 8020878"/>
              <a:gd name="connsiteX19" fmla="*/ 2186609 w 5855083"/>
              <a:gd name="connsiteY19" fmla="*/ 2464904 h 8020878"/>
              <a:gd name="connsiteX20" fmla="*/ 2723322 w 5855083"/>
              <a:gd name="connsiteY20" fmla="*/ 2415208 h 8020878"/>
              <a:gd name="connsiteX21" fmla="*/ 3568148 w 5855083"/>
              <a:gd name="connsiteY21" fmla="*/ 2395330 h 8020878"/>
              <a:gd name="connsiteX22" fmla="*/ 3687418 w 5855083"/>
              <a:gd name="connsiteY22" fmla="*/ 2375452 h 8020878"/>
              <a:gd name="connsiteX23" fmla="*/ 3896140 w 5855083"/>
              <a:gd name="connsiteY23" fmla="*/ 2355573 h 8020878"/>
              <a:gd name="connsiteX24" fmla="*/ 4075044 w 5855083"/>
              <a:gd name="connsiteY24" fmla="*/ 2315817 h 8020878"/>
              <a:gd name="connsiteX25" fmla="*/ 4631635 w 5855083"/>
              <a:gd name="connsiteY25" fmla="*/ 2355573 h 8020878"/>
              <a:gd name="connsiteX26" fmla="*/ 4919870 w 5855083"/>
              <a:gd name="connsiteY26" fmla="*/ 2395330 h 8020878"/>
              <a:gd name="connsiteX27" fmla="*/ 5009322 w 5855083"/>
              <a:gd name="connsiteY27" fmla="*/ 2425147 h 8020878"/>
              <a:gd name="connsiteX28" fmla="*/ 5029200 w 5855083"/>
              <a:gd name="connsiteY28" fmla="*/ 2474843 h 8020878"/>
              <a:gd name="connsiteX29" fmla="*/ 5118653 w 5855083"/>
              <a:gd name="connsiteY29" fmla="*/ 2494721 h 8020878"/>
              <a:gd name="connsiteX30" fmla="*/ 5138531 w 5855083"/>
              <a:gd name="connsiteY30" fmla="*/ 2514600 h 8020878"/>
              <a:gd name="connsiteX31" fmla="*/ 5198166 w 5855083"/>
              <a:gd name="connsiteY31" fmla="*/ 2534478 h 8020878"/>
              <a:gd name="connsiteX32" fmla="*/ 5218044 w 5855083"/>
              <a:gd name="connsiteY32" fmla="*/ 2584173 h 8020878"/>
              <a:gd name="connsiteX33" fmla="*/ 5237922 w 5855083"/>
              <a:gd name="connsiteY33" fmla="*/ 2623930 h 8020878"/>
              <a:gd name="connsiteX34" fmla="*/ 5257800 w 5855083"/>
              <a:gd name="connsiteY34" fmla="*/ 2683565 h 8020878"/>
              <a:gd name="connsiteX35" fmla="*/ 5307496 w 5855083"/>
              <a:gd name="connsiteY35" fmla="*/ 2703443 h 8020878"/>
              <a:gd name="connsiteX36" fmla="*/ 5347253 w 5855083"/>
              <a:gd name="connsiteY36" fmla="*/ 2872408 h 8020878"/>
              <a:gd name="connsiteX37" fmla="*/ 5367131 w 5855083"/>
              <a:gd name="connsiteY37" fmla="*/ 2892287 h 8020878"/>
              <a:gd name="connsiteX38" fmla="*/ 5406887 w 5855083"/>
              <a:gd name="connsiteY38" fmla="*/ 3061252 h 8020878"/>
              <a:gd name="connsiteX39" fmla="*/ 5377070 w 5855083"/>
              <a:gd name="connsiteY39" fmla="*/ 3170582 h 8020878"/>
              <a:gd name="connsiteX40" fmla="*/ 5337313 w 5855083"/>
              <a:gd name="connsiteY40" fmla="*/ 3269973 h 8020878"/>
              <a:gd name="connsiteX41" fmla="*/ 5317435 w 5855083"/>
              <a:gd name="connsiteY41" fmla="*/ 3289852 h 8020878"/>
              <a:gd name="connsiteX42" fmla="*/ 5267740 w 5855083"/>
              <a:gd name="connsiteY42" fmla="*/ 3309730 h 8020878"/>
              <a:gd name="connsiteX43" fmla="*/ 5208105 w 5855083"/>
              <a:gd name="connsiteY43" fmla="*/ 3399182 h 8020878"/>
              <a:gd name="connsiteX44" fmla="*/ 5148470 w 5855083"/>
              <a:gd name="connsiteY44" fmla="*/ 3419060 h 8020878"/>
              <a:gd name="connsiteX45" fmla="*/ 5059018 w 5855083"/>
              <a:gd name="connsiteY45" fmla="*/ 3488634 h 8020878"/>
              <a:gd name="connsiteX46" fmla="*/ 4562061 w 5855083"/>
              <a:gd name="connsiteY46" fmla="*/ 3568147 h 8020878"/>
              <a:gd name="connsiteX47" fmla="*/ 4283766 w 5855083"/>
              <a:gd name="connsiteY47" fmla="*/ 3597965 h 8020878"/>
              <a:gd name="connsiteX48" fmla="*/ 3945835 w 5855083"/>
              <a:gd name="connsiteY48" fmla="*/ 3687417 h 8020878"/>
              <a:gd name="connsiteX49" fmla="*/ 3896140 w 5855083"/>
              <a:gd name="connsiteY49" fmla="*/ 3707295 h 8020878"/>
              <a:gd name="connsiteX50" fmla="*/ 3597966 w 5855083"/>
              <a:gd name="connsiteY50" fmla="*/ 3727173 h 8020878"/>
              <a:gd name="connsiteX51" fmla="*/ 3339548 w 5855083"/>
              <a:gd name="connsiteY51" fmla="*/ 3747052 h 8020878"/>
              <a:gd name="connsiteX52" fmla="*/ 2912166 w 5855083"/>
              <a:gd name="connsiteY52" fmla="*/ 3806687 h 8020878"/>
              <a:gd name="connsiteX53" fmla="*/ 1252331 w 5855083"/>
              <a:gd name="connsiteY53" fmla="*/ 3826565 h 8020878"/>
              <a:gd name="connsiteX54" fmla="*/ 1083366 w 5855083"/>
              <a:gd name="connsiteY54" fmla="*/ 3846443 h 8020878"/>
              <a:gd name="connsiteX55" fmla="*/ 884583 w 5855083"/>
              <a:gd name="connsiteY55" fmla="*/ 3866321 h 8020878"/>
              <a:gd name="connsiteX56" fmla="*/ 824948 w 5855083"/>
              <a:gd name="connsiteY56" fmla="*/ 3916017 h 8020878"/>
              <a:gd name="connsiteX57" fmla="*/ 675861 w 5855083"/>
              <a:gd name="connsiteY57" fmla="*/ 3935895 h 8020878"/>
              <a:gd name="connsiteX58" fmla="*/ 566531 w 5855083"/>
              <a:gd name="connsiteY58" fmla="*/ 3955773 h 8020878"/>
              <a:gd name="connsiteX59" fmla="*/ 387627 w 5855083"/>
              <a:gd name="connsiteY59" fmla="*/ 4025347 h 8020878"/>
              <a:gd name="connsiteX60" fmla="*/ 347870 w 5855083"/>
              <a:gd name="connsiteY60" fmla="*/ 4045226 h 8020878"/>
              <a:gd name="connsiteX61" fmla="*/ 278296 w 5855083"/>
              <a:gd name="connsiteY61" fmla="*/ 4104860 h 8020878"/>
              <a:gd name="connsiteX62" fmla="*/ 258418 w 5855083"/>
              <a:gd name="connsiteY62" fmla="*/ 4124739 h 8020878"/>
              <a:gd name="connsiteX63" fmla="*/ 238540 w 5855083"/>
              <a:gd name="connsiteY63" fmla="*/ 4164495 h 8020878"/>
              <a:gd name="connsiteX64" fmla="*/ 218661 w 5855083"/>
              <a:gd name="connsiteY64" fmla="*/ 4214191 h 8020878"/>
              <a:gd name="connsiteX65" fmla="*/ 178905 w 5855083"/>
              <a:gd name="connsiteY65" fmla="*/ 4323521 h 8020878"/>
              <a:gd name="connsiteX66" fmla="*/ 159027 w 5855083"/>
              <a:gd name="connsiteY66" fmla="*/ 4343400 h 8020878"/>
              <a:gd name="connsiteX67" fmla="*/ 149087 w 5855083"/>
              <a:gd name="connsiteY67" fmla="*/ 4860234 h 8020878"/>
              <a:gd name="connsiteX68" fmla="*/ 208722 w 5855083"/>
              <a:gd name="connsiteY68" fmla="*/ 4969565 h 8020878"/>
              <a:gd name="connsiteX69" fmla="*/ 228600 w 5855083"/>
              <a:gd name="connsiteY69" fmla="*/ 5019260 h 8020878"/>
              <a:gd name="connsiteX70" fmla="*/ 278296 w 5855083"/>
              <a:gd name="connsiteY70" fmla="*/ 5059017 h 8020878"/>
              <a:gd name="connsiteX71" fmla="*/ 337931 w 5855083"/>
              <a:gd name="connsiteY71" fmla="*/ 5118652 h 8020878"/>
              <a:gd name="connsiteX72" fmla="*/ 377687 w 5855083"/>
              <a:gd name="connsiteY72" fmla="*/ 5138530 h 8020878"/>
              <a:gd name="connsiteX73" fmla="*/ 427383 w 5855083"/>
              <a:gd name="connsiteY73" fmla="*/ 5158408 h 8020878"/>
              <a:gd name="connsiteX74" fmla="*/ 506896 w 5855083"/>
              <a:gd name="connsiteY74" fmla="*/ 5208104 h 8020878"/>
              <a:gd name="connsiteX75" fmla="*/ 1679713 w 5855083"/>
              <a:gd name="connsiteY75" fmla="*/ 5168347 h 8020878"/>
              <a:gd name="connsiteX76" fmla="*/ 2057400 w 5855083"/>
              <a:gd name="connsiteY76" fmla="*/ 5118652 h 8020878"/>
              <a:gd name="connsiteX77" fmla="*/ 2256183 w 5855083"/>
              <a:gd name="connsiteY77" fmla="*/ 5098773 h 8020878"/>
              <a:gd name="connsiteX78" fmla="*/ 2395331 w 5855083"/>
              <a:gd name="connsiteY78" fmla="*/ 5049078 h 8020878"/>
              <a:gd name="connsiteX79" fmla="*/ 2554357 w 5855083"/>
              <a:gd name="connsiteY79" fmla="*/ 5029200 h 8020878"/>
              <a:gd name="connsiteX80" fmla="*/ 2693505 w 5855083"/>
              <a:gd name="connsiteY80" fmla="*/ 5009321 h 8020878"/>
              <a:gd name="connsiteX81" fmla="*/ 3101009 w 5855083"/>
              <a:gd name="connsiteY81" fmla="*/ 4939747 h 8020878"/>
              <a:gd name="connsiteX82" fmla="*/ 3438940 w 5855083"/>
              <a:gd name="connsiteY82" fmla="*/ 4890052 h 8020878"/>
              <a:gd name="connsiteX83" fmla="*/ 3756992 w 5855083"/>
              <a:gd name="connsiteY83" fmla="*/ 4840356 h 8020878"/>
              <a:gd name="connsiteX84" fmla="*/ 4959627 w 5855083"/>
              <a:gd name="connsiteY84" fmla="*/ 4880113 h 8020878"/>
              <a:gd name="connsiteX85" fmla="*/ 5088835 w 5855083"/>
              <a:gd name="connsiteY85" fmla="*/ 4919869 h 8020878"/>
              <a:gd name="connsiteX86" fmla="*/ 5168348 w 5855083"/>
              <a:gd name="connsiteY86" fmla="*/ 4939747 h 8020878"/>
              <a:gd name="connsiteX87" fmla="*/ 5188227 w 5855083"/>
              <a:gd name="connsiteY87" fmla="*/ 4989443 h 8020878"/>
              <a:gd name="connsiteX88" fmla="*/ 5257800 w 5855083"/>
              <a:gd name="connsiteY88" fmla="*/ 5009321 h 8020878"/>
              <a:gd name="connsiteX89" fmla="*/ 5277679 w 5855083"/>
              <a:gd name="connsiteY89" fmla="*/ 5029200 h 8020878"/>
              <a:gd name="connsiteX90" fmla="*/ 5367131 w 5855083"/>
              <a:gd name="connsiteY90" fmla="*/ 5088834 h 8020878"/>
              <a:gd name="connsiteX91" fmla="*/ 5446644 w 5855083"/>
              <a:gd name="connsiteY91" fmla="*/ 5128591 h 8020878"/>
              <a:gd name="connsiteX92" fmla="*/ 5486400 w 5855083"/>
              <a:gd name="connsiteY92" fmla="*/ 5178287 h 8020878"/>
              <a:gd name="connsiteX93" fmla="*/ 5536096 w 5855083"/>
              <a:gd name="connsiteY93" fmla="*/ 5198165 h 8020878"/>
              <a:gd name="connsiteX94" fmla="*/ 5575853 w 5855083"/>
              <a:gd name="connsiteY94" fmla="*/ 5218043 h 8020878"/>
              <a:gd name="connsiteX95" fmla="*/ 5595731 w 5855083"/>
              <a:gd name="connsiteY95" fmla="*/ 5277678 h 8020878"/>
              <a:gd name="connsiteX96" fmla="*/ 5685183 w 5855083"/>
              <a:gd name="connsiteY96" fmla="*/ 5327373 h 8020878"/>
              <a:gd name="connsiteX97" fmla="*/ 5744818 w 5855083"/>
              <a:gd name="connsiteY97" fmla="*/ 5426765 h 8020878"/>
              <a:gd name="connsiteX98" fmla="*/ 5764696 w 5855083"/>
              <a:gd name="connsiteY98" fmla="*/ 5496339 h 8020878"/>
              <a:gd name="connsiteX99" fmla="*/ 5854148 w 5855083"/>
              <a:gd name="connsiteY99" fmla="*/ 5705060 h 8020878"/>
              <a:gd name="connsiteX100" fmla="*/ 5794513 w 5855083"/>
              <a:gd name="connsiteY100" fmla="*/ 6003234 h 8020878"/>
              <a:gd name="connsiteX101" fmla="*/ 5774635 w 5855083"/>
              <a:gd name="connsiteY101" fmla="*/ 6042991 h 8020878"/>
              <a:gd name="connsiteX102" fmla="*/ 5754757 w 5855083"/>
              <a:gd name="connsiteY102" fmla="*/ 6092687 h 8020878"/>
              <a:gd name="connsiteX103" fmla="*/ 5705061 w 5855083"/>
              <a:gd name="connsiteY103" fmla="*/ 6112565 h 8020878"/>
              <a:gd name="connsiteX104" fmla="*/ 5665305 w 5855083"/>
              <a:gd name="connsiteY104" fmla="*/ 6132443 h 8020878"/>
              <a:gd name="connsiteX105" fmla="*/ 5635487 w 5855083"/>
              <a:gd name="connsiteY105" fmla="*/ 6172200 h 8020878"/>
              <a:gd name="connsiteX106" fmla="*/ 5406887 w 5855083"/>
              <a:gd name="connsiteY106" fmla="*/ 6221895 h 8020878"/>
              <a:gd name="connsiteX107" fmla="*/ 4383157 w 5855083"/>
              <a:gd name="connsiteY107" fmla="*/ 6211956 h 8020878"/>
              <a:gd name="connsiteX108" fmla="*/ 4214192 w 5855083"/>
              <a:gd name="connsiteY108" fmla="*/ 6192078 h 8020878"/>
              <a:gd name="connsiteX109" fmla="*/ 4065105 w 5855083"/>
              <a:gd name="connsiteY109" fmla="*/ 6142382 h 8020878"/>
              <a:gd name="connsiteX110" fmla="*/ 3200400 w 5855083"/>
              <a:gd name="connsiteY110" fmla="*/ 6182139 h 8020878"/>
              <a:gd name="connsiteX111" fmla="*/ 2902227 w 5855083"/>
              <a:gd name="connsiteY111" fmla="*/ 6202017 h 8020878"/>
              <a:gd name="connsiteX112" fmla="*/ 2782957 w 5855083"/>
              <a:gd name="connsiteY112" fmla="*/ 6221895 h 8020878"/>
              <a:gd name="connsiteX113" fmla="*/ 2594113 w 5855083"/>
              <a:gd name="connsiteY113" fmla="*/ 6241773 h 8020878"/>
              <a:gd name="connsiteX114" fmla="*/ 1888435 w 5855083"/>
              <a:gd name="connsiteY114" fmla="*/ 6311347 h 8020878"/>
              <a:gd name="connsiteX115" fmla="*/ 934279 w 5855083"/>
              <a:gd name="connsiteY115" fmla="*/ 6331226 h 8020878"/>
              <a:gd name="connsiteX116" fmla="*/ 725557 w 5855083"/>
              <a:gd name="connsiteY116" fmla="*/ 6351104 h 8020878"/>
              <a:gd name="connsiteX117" fmla="*/ 586409 w 5855083"/>
              <a:gd name="connsiteY117" fmla="*/ 6400800 h 8020878"/>
              <a:gd name="connsiteX118" fmla="*/ 357809 w 5855083"/>
              <a:gd name="connsiteY118" fmla="*/ 6430617 h 8020878"/>
              <a:gd name="connsiteX119" fmla="*/ 178905 w 5855083"/>
              <a:gd name="connsiteY119" fmla="*/ 6490252 h 8020878"/>
              <a:gd name="connsiteX120" fmla="*/ 238540 w 5855083"/>
              <a:gd name="connsiteY120" fmla="*/ 6619460 h 8020878"/>
              <a:gd name="connsiteX121" fmla="*/ 258418 w 5855083"/>
              <a:gd name="connsiteY121" fmla="*/ 6698973 h 8020878"/>
              <a:gd name="connsiteX122" fmla="*/ 298174 w 5855083"/>
              <a:gd name="connsiteY122" fmla="*/ 6957391 h 8020878"/>
              <a:gd name="connsiteX123" fmla="*/ 347870 w 5855083"/>
              <a:gd name="connsiteY123" fmla="*/ 7394713 h 8020878"/>
              <a:gd name="connsiteX124" fmla="*/ 367748 w 5855083"/>
              <a:gd name="connsiteY124" fmla="*/ 7732643 h 8020878"/>
              <a:gd name="connsiteX125" fmla="*/ 387627 w 5855083"/>
              <a:gd name="connsiteY125" fmla="*/ 7871791 h 8020878"/>
              <a:gd name="connsiteX126" fmla="*/ 407505 w 5855083"/>
              <a:gd name="connsiteY126" fmla="*/ 8020878 h 8020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855083" h="8020878">
                <a:moveTo>
                  <a:pt x="208722" y="0"/>
                </a:moveTo>
                <a:cubicBezTo>
                  <a:pt x="198783" y="26504"/>
                  <a:pt x="189792" y="53384"/>
                  <a:pt x="178905" y="79513"/>
                </a:cubicBezTo>
                <a:cubicBezTo>
                  <a:pt x="173207" y="93189"/>
                  <a:pt x="163176" y="105045"/>
                  <a:pt x="159027" y="119269"/>
                </a:cubicBezTo>
                <a:cubicBezTo>
                  <a:pt x="112771" y="277861"/>
                  <a:pt x="112761" y="297472"/>
                  <a:pt x="89453" y="437321"/>
                </a:cubicBezTo>
                <a:cubicBezTo>
                  <a:pt x="82827" y="520147"/>
                  <a:pt x="81005" y="603499"/>
                  <a:pt x="69574" y="685800"/>
                </a:cubicBezTo>
                <a:cubicBezTo>
                  <a:pt x="64377" y="723215"/>
                  <a:pt x="46430" y="757950"/>
                  <a:pt x="39757" y="795130"/>
                </a:cubicBezTo>
                <a:cubicBezTo>
                  <a:pt x="23202" y="887363"/>
                  <a:pt x="13252" y="980661"/>
                  <a:pt x="0" y="1073426"/>
                </a:cubicBezTo>
                <a:cubicBezTo>
                  <a:pt x="9939" y="1202635"/>
                  <a:pt x="16707" y="1332127"/>
                  <a:pt x="29818" y="1461052"/>
                </a:cubicBezTo>
                <a:cubicBezTo>
                  <a:pt x="39325" y="1554537"/>
                  <a:pt x="61915" y="1672376"/>
                  <a:pt x="79513" y="1769165"/>
                </a:cubicBezTo>
                <a:cubicBezTo>
                  <a:pt x="86139" y="1845365"/>
                  <a:pt x="86817" y="1922318"/>
                  <a:pt x="99392" y="1997765"/>
                </a:cubicBezTo>
                <a:cubicBezTo>
                  <a:pt x="106800" y="2042214"/>
                  <a:pt x="126768" y="2083645"/>
                  <a:pt x="139148" y="2126973"/>
                </a:cubicBezTo>
                <a:cubicBezTo>
                  <a:pt x="146654" y="2153242"/>
                  <a:pt x="150387" y="2180569"/>
                  <a:pt x="159027" y="2206487"/>
                </a:cubicBezTo>
                <a:cubicBezTo>
                  <a:pt x="167006" y="2230423"/>
                  <a:pt x="180865" y="2252124"/>
                  <a:pt x="188844" y="2276060"/>
                </a:cubicBezTo>
                <a:cubicBezTo>
                  <a:pt x="221704" y="2374642"/>
                  <a:pt x="179194" y="2340809"/>
                  <a:pt x="248479" y="2375452"/>
                </a:cubicBezTo>
                <a:cubicBezTo>
                  <a:pt x="261731" y="2392017"/>
                  <a:pt x="270793" y="2413072"/>
                  <a:pt x="288235" y="2425147"/>
                </a:cubicBezTo>
                <a:cubicBezTo>
                  <a:pt x="324571" y="2450303"/>
                  <a:pt x="401867" y="2473974"/>
                  <a:pt x="447261" y="2484782"/>
                </a:cubicBezTo>
                <a:cubicBezTo>
                  <a:pt x="548449" y="2508874"/>
                  <a:pt x="597663" y="2516646"/>
                  <a:pt x="695740" y="2534478"/>
                </a:cubicBezTo>
                <a:lnTo>
                  <a:pt x="1848679" y="2514600"/>
                </a:lnTo>
                <a:cubicBezTo>
                  <a:pt x="1885701" y="2513434"/>
                  <a:pt x="1921362" y="2500110"/>
                  <a:pt x="1958009" y="2494721"/>
                </a:cubicBezTo>
                <a:cubicBezTo>
                  <a:pt x="2034037" y="2483540"/>
                  <a:pt x="2110175" y="2472845"/>
                  <a:pt x="2186609" y="2464904"/>
                </a:cubicBezTo>
                <a:cubicBezTo>
                  <a:pt x="2365317" y="2446337"/>
                  <a:pt x="2543880" y="2424245"/>
                  <a:pt x="2723322" y="2415208"/>
                </a:cubicBezTo>
                <a:cubicBezTo>
                  <a:pt x="3004652" y="2401040"/>
                  <a:pt x="3286539" y="2401956"/>
                  <a:pt x="3568148" y="2395330"/>
                </a:cubicBezTo>
                <a:cubicBezTo>
                  <a:pt x="3607905" y="2388704"/>
                  <a:pt x="3647406" y="2380302"/>
                  <a:pt x="3687418" y="2375452"/>
                </a:cubicBezTo>
                <a:cubicBezTo>
                  <a:pt x="3756799" y="2367042"/>
                  <a:pt x="3827064" y="2366200"/>
                  <a:pt x="3896140" y="2355573"/>
                </a:cubicBezTo>
                <a:cubicBezTo>
                  <a:pt x="3956519" y="2346284"/>
                  <a:pt x="4015409" y="2329069"/>
                  <a:pt x="4075044" y="2315817"/>
                </a:cubicBezTo>
                <a:lnTo>
                  <a:pt x="4631635" y="2355573"/>
                </a:lnTo>
                <a:cubicBezTo>
                  <a:pt x="4752898" y="2365540"/>
                  <a:pt x="4807014" y="2376521"/>
                  <a:pt x="4919870" y="2395330"/>
                </a:cubicBezTo>
                <a:cubicBezTo>
                  <a:pt x="4949687" y="2405269"/>
                  <a:pt x="4983903" y="2406661"/>
                  <a:pt x="5009322" y="2425147"/>
                </a:cubicBezTo>
                <a:cubicBezTo>
                  <a:pt x="5023751" y="2435641"/>
                  <a:pt x="5014148" y="2465264"/>
                  <a:pt x="5029200" y="2474843"/>
                </a:cubicBezTo>
                <a:cubicBezTo>
                  <a:pt x="5054970" y="2491242"/>
                  <a:pt x="5088835" y="2488095"/>
                  <a:pt x="5118653" y="2494721"/>
                </a:cubicBezTo>
                <a:cubicBezTo>
                  <a:pt x="5125279" y="2501347"/>
                  <a:pt x="5130150" y="2510409"/>
                  <a:pt x="5138531" y="2514600"/>
                </a:cubicBezTo>
                <a:cubicBezTo>
                  <a:pt x="5157272" y="2523971"/>
                  <a:pt x="5182397" y="2520680"/>
                  <a:pt x="5198166" y="2534478"/>
                </a:cubicBezTo>
                <a:cubicBezTo>
                  <a:pt x="5211593" y="2546226"/>
                  <a:pt x="5210798" y="2567870"/>
                  <a:pt x="5218044" y="2584173"/>
                </a:cubicBezTo>
                <a:cubicBezTo>
                  <a:pt x="5224061" y="2597712"/>
                  <a:pt x="5232419" y="2610173"/>
                  <a:pt x="5237922" y="2623930"/>
                </a:cubicBezTo>
                <a:cubicBezTo>
                  <a:pt x="5245704" y="2643385"/>
                  <a:pt x="5244002" y="2667796"/>
                  <a:pt x="5257800" y="2683565"/>
                </a:cubicBezTo>
                <a:cubicBezTo>
                  <a:pt x="5269549" y="2696992"/>
                  <a:pt x="5290931" y="2696817"/>
                  <a:pt x="5307496" y="2703443"/>
                </a:cubicBezTo>
                <a:cubicBezTo>
                  <a:pt x="5310422" y="2716611"/>
                  <a:pt x="5340429" y="2855347"/>
                  <a:pt x="5347253" y="2872408"/>
                </a:cubicBezTo>
                <a:cubicBezTo>
                  <a:pt x="5350733" y="2881109"/>
                  <a:pt x="5360505" y="2885661"/>
                  <a:pt x="5367131" y="2892287"/>
                </a:cubicBezTo>
                <a:cubicBezTo>
                  <a:pt x="5380383" y="2948609"/>
                  <a:pt x="5404822" y="3003429"/>
                  <a:pt x="5406887" y="3061252"/>
                </a:cubicBezTo>
                <a:cubicBezTo>
                  <a:pt x="5408235" y="3099002"/>
                  <a:pt x="5387729" y="3134343"/>
                  <a:pt x="5377070" y="3170582"/>
                </a:cubicBezTo>
                <a:cubicBezTo>
                  <a:pt x="5368561" y="3199512"/>
                  <a:pt x="5355211" y="3243126"/>
                  <a:pt x="5337313" y="3269973"/>
                </a:cubicBezTo>
                <a:cubicBezTo>
                  <a:pt x="5332115" y="3277770"/>
                  <a:pt x="5325571" y="3285203"/>
                  <a:pt x="5317435" y="3289852"/>
                </a:cubicBezTo>
                <a:cubicBezTo>
                  <a:pt x="5301945" y="3298704"/>
                  <a:pt x="5284305" y="3303104"/>
                  <a:pt x="5267740" y="3309730"/>
                </a:cubicBezTo>
                <a:cubicBezTo>
                  <a:pt x="5251397" y="3350585"/>
                  <a:pt x="5249451" y="3374375"/>
                  <a:pt x="5208105" y="3399182"/>
                </a:cubicBezTo>
                <a:cubicBezTo>
                  <a:pt x="5190137" y="3409962"/>
                  <a:pt x="5168348" y="3412434"/>
                  <a:pt x="5148470" y="3419060"/>
                </a:cubicBezTo>
                <a:cubicBezTo>
                  <a:pt x="5122508" y="3470985"/>
                  <a:pt x="5133356" y="3470690"/>
                  <a:pt x="5059018" y="3488634"/>
                </a:cubicBezTo>
                <a:cubicBezTo>
                  <a:pt x="4949897" y="3514974"/>
                  <a:pt x="4658517" y="3556090"/>
                  <a:pt x="4562061" y="3568147"/>
                </a:cubicBezTo>
                <a:cubicBezTo>
                  <a:pt x="4469485" y="3579719"/>
                  <a:pt x="4376531" y="3588026"/>
                  <a:pt x="4283766" y="3597965"/>
                </a:cubicBezTo>
                <a:cubicBezTo>
                  <a:pt x="4171122" y="3627782"/>
                  <a:pt x="4054024" y="3644141"/>
                  <a:pt x="3945835" y="3687417"/>
                </a:cubicBezTo>
                <a:cubicBezTo>
                  <a:pt x="3929270" y="3694043"/>
                  <a:pt x="3913866" y="3705269"/>
                  <a:pt x="3896140" y="3707295"/>
                </a:cubicBezTo>
                <a:cubicBezTo>
                  <a:pt x="3797172" y="3718605"/>
                  <a:pt x="3697325" y="3720076"/>
                  <a:pt x="3597966" y="3727173"/>
                </a:cubicBezTo>
                <a:cubicBezTo>
                  <a:pt x="3511792" y="3733328"/>
                  <a:pt x="3425367" y="3737102"/>
                  <a:pt x="3339548" y="3747052"/>
                </a:cubicBezTo>
                <a:cubicBezTo>
                  <a:pt x="3196664" y="3763618"/>
                  <a:pt x="3055903" y="3801211"/>
                  <a:pt x="2912166" y="3806687"/>
                </a:cubicBezTo>
                <a:cubicBezTo>
                  <a:pt x="2359249" y="3827750"/>
                  <a:pt x="1805609" y="3819939"/>
                  <a:pt x="1252331" y="3826565"/>
                </a:cubicBezTo>
                <a:lnTo>
                  <a:pt x="1083366" y="3846443"/>
                </a:lnTo>
                <a:cubicBezTo>
                  <a:pt x="1017160" y="3853600"/>
                  <a:pt x="948885" y="3849009"/>
                  <a:pt x="884583" y="3866321"/>
                </a:cubicBezTo>
                <a:cubicBezTo>
                  <a:pt x="859597" y="3873048"/>
                  <a:pt x="849496" y="3907834"/>
                  <a:pt x="824948" y="3916017"/>
                </a:cubicBezTo>
                <a:cubicBezTo>
                  <a:pt x="777385" y="3931871"/>
                  <a:pt x="725413" y="3928272"/>
                  <a:pt x="675861" y="3935895"/>
                </a:cubicBezTo>
                <a:cubicBezTo>
                  <a:pt x="639251" y="3941527"/>
                  <a:pt x="602974" y="3949147"/>
                  <a:pt x="566531" y="3955773"/>
                </a:cubicBezTo>
                <a:cubicBezTo>
                  <a:pt x="469563" y="4004258"/>
                  <a:pt x="584471" y="3948796"/>
                  <a:pt x="387627" y="4025347"/>
                </a:cubicBezTo>
                <a:cubicBezTo>
                  <a:pt x="373818" y="4030717"/>
                  <a:pt x="359853" y="4036511"/>
                  <a:pt x="347870" y="4045226"/>
                </a:cubicBezTo>
                <a:cubicBezTo>
                  <a:pt x="323167" y="4063191"/>
                  <a:pt x="301125" y="4084567"/>
                  <a:pt x="278296" y="4104860"/>
                </a:cubicBezTo>
                <a:cubicBezTo>
                  <a:pt x="271292" y="4111086"/>
                  <a:pt x="263616" y="4116942"/>
                  <a:pt x="258418" y="4124739"/>
                </a:cubicBezTo>
                <a:cubicBezTo>
                  <a:pt x="250200" y="4137067"/>
                  <a:pt x="244557" y="4150956"/>
                  <a:pt x="238540" y="4164495"/>
                </a:cubicBezTo>
                <a:cubicBezTo>
                  <a:pt x="231294" y="4180799"/>
                  <a:pt x="224926" y="4197486"/>
                  <a:pt x="218661" y="4214191"/>
                </a:cubicBezTo>
                <a:cubicBezTo>
                  <a:pt x="205045" y="4250500"/>
                  <a:pt x="195155" y="4288312"/>
                  <a:pt x="178905" y="4323521"/>
                </a:cubicBezTo>
                <a:cubicBezTo>
                  <a:pt x="174978" y="4332029"/>
                  <a:pt x="165653" y="4336774"/>
                  <a:pt x="159027" y="4343400"/>
                </a:cubicBezTo>
                <a:cubicBezTo>
                  <a:pt x="121092" y="4571001"/>
                  <a:pt x="125846" y="4496139"/>
                  <a:pt x="149087" y="4860234"/>
                </a:cubicBezTo>
                <a:cubicBezTo>
                  <a:pt x="153353" y="4927066"/>
                  <a:pt x="168044" y="4928886"/>
                  <a:pt x="208722" y="4969565"/>
                </a:cubicBezTo>
                <a:cubicBezTo>
                  <a:pt x="215348" y="4986130"/>
                  <a:pt x="219748" y="5003770"/>
                  <a:pt x="228600" y="5019260"/>
                </a:cubicBezTo>
                <a:cubicBezTo>
                  <a:pt x="239870" y="5038983"/>
                  <a:pt x="262422" y="5044907"/>
                  <a:pt x="278296" y="5059017"/>
                </a:cubicBezTo>
                <a:cubicBezTo>
                  <a:pt x="299307" y="5077694"/>
                  <a:pt x="312787" y="5106080"/>
                  <a:pt x="337931" y="5118652"/>
                </a:cubicBezTo>
                <a:cubicBezTo>
                  <a:pt x="351183" y="5125278"/>
                  <a:pt x="364148" y="5132513"/>
                  <a:pt x="377687" y="5138530"/>
                </a:cubicBezTo>
                <a:cubicBezTo>
                  <a:pt x="393991" y="5145776"/>
                  <a:pt x="411674" y="5149949"/>
                  <a:pt x="427383" y="5158408"/>
                </a:cubicBezTo>
                <a:cubicBezTo>
                  <a:pt x="454902" y="5173226"/>
                  <a:pt x="480392" y="5191539"/>
                  <a:pt x="506896" y="5208104"/>
                </a:cubicBezTo>
                <a:lnTo>
                  <a:pt x="1679713" y="5168347"/>
                </a:lnTo>
                <a:cubicBezTo>
                  <a:pt x="1974442" y="5155716"/>
                  <a:pt x="1809965" y="5153018"/>
                  <a:pt x="2057400" y="5118652"/>
                </a:cubicBezTo>
                <a:cubicBezTo>
                  <a:pt x="2123358" y="5109491"/>
                  <a:pt x="2189922" y="5105399"/>
                  <a:pt x="2256183" y="5098773"/>
                </a:cubicBezTo>
                <a:cubicBezTo>
                  <a:pt x="2302566" y="5082208"/>
                  <a:pt x="2347367" y="5060269"/>
                  <a:pt x="2395331" y="5049078"/>
                </a:cubicBezTo>
                <a:cubicBezTo>
                  <a:pt x="2447355" y="5036939"/>
                  <a:pt x="2501404" y="5036260"/>
                  <a:pt x="2554357" y="5029200"/>
                </a:cubicBezTo>
                <a:cubicBezTo>
                  <a:pt x="2600800" y="5023008"/>
                  <a:pt x="2647734" y="5019333"/>
                  <a:pt x="2693505" y="5009321"/>
                </a:cubicBezTo>
                <a:cubicBezTo>
                  <a:pt x="3059237" y="4929317"/>
                  <a:pt x="2670941" y="4977146"/>
                  <a:pt x="3101009" y="4939747"/>
                </a:cubicBezTo>
                <a:cubicBezTo>
                  <a:pt x="3320579" y="4879865"/>
                  <a:pt x="3098910" y="4933329"/>
                  <a:pt x="3438940" y="4890052"/>
                </a:cubicBezTo>
                <a:cubicBezTo>
                  <a:pt x="3545385" y="4876504"/>
                  <a:pt x="3650975" y="4856921"/>
                  <a:pt x="3756992" y="4840356"/>
                </a:cubicBezTo>
                <a:lnTo>
                  <a:pt x="4959627" y="4880113"/>
                </a:lnTo>
                <a:cubicBezTo>
                  <a:pt x="5080088" y="4885673"/>
                  <a:pt x="5013733" y="4894835"/>
                  <a:pt x="5088835" y="4919869"/>
                </a:cubicBezTo>
                <a:cubicBezTo>
                  <a:pt x="5114753" y="4928508"/>
                  <a:pt x="5141844" y="4933121"/>
                  <a:pt x="5168348" y="4939747"/>
                </a:cubicBezTo>
                <a:cubicBezTo>
                  <a:pt x="5174974" y="4956312"/>
                  <a:pt x="5174144" y="4978489"/>
                  <a:pt x="5188227" y="4989443"/>
                </a:cubicBezTo>
                <a:cubicBezTo>
                  <a:pt x="5207265" y="5004251"/>
                  <a:pt x="5235760" y="4999525"/>
                  <a:pt x="5257800" y="5009321"/>
                </a:cubicBezTo>
                <a:cubicBezTo>
                  <a:pt x="5266363" y="5013127"/>
                  <a:pt x="5270100" y="5023688"/>
                  <a:pt x="5277679" y="5029200"/>
                </a:cubicBezTo>
                <a:cubicBezTo>
                  <a:pt x="5306661" y="5050278"/>
                  <a:pt x="5335079" y="5072808"/>
                  <a:pt x="5367131" y="5088834"/>
                </a:cubicBezTo>
                <a:lnTo>
                  <a:pt x="5446644" y="5128591"/>
                </a:lnTo>
                <a:cubicBezTo>
                  <a:pt x="5459896" y="5145156"/>
                  <a:pt x="5469655" y="5165263"/>
                  <a:pt x="5486400" y="5178287"/>
                </a:cubicBezTo>
                <a:cubicBezTo>
                  <a:pt x="5500483" y="5189241"/>
                  <a:pt x="5519792" y="5190919"/>
                  <a:pt x="5536096" y="5198165"/>
                </a:cubicBezTo>
                <a:cubicBezTo>
                  <a:pt x="5549636" y="5204182"/>
                  <a:pt x="5562601" y="5211417"/>
                  <a:pt x="5575853" y="5218043"/>
                </a:cubicBezTo>
                <a:cubicBezTo>
                  <a:pt x="5582479" y="5237921"/>
                  <a:pt x="5582867" y="5261138"/>
                  <a:pt x="5595731" y="5277678"/>
                </a:cubicBezTo>
                <a:cubicBezTo>
                  <a:pt x="5603672" y="5287888"/>
                  <a:pt x="5669916" y="5319740"/>
                  <a:pt x="5685183" y="5327373"/>
                </a:cubicBezTo>
                <a:cubicBezTo>
                  <a:pt x="5754568" y="5535530"/>
                  <a:pt x="5651265" y="5255251"/>
                  <a:pt x="5744818" y="5426765"/>
                </a:cubicBezTo>
                <a:cubicBezTo>
                  <a:pt x="5756368" y="5447939"/>
                  <a:pt x="5755564" y="5474015"/>
                  <a:pt x="5764696" y="5496339"/>
                </a:cubicBezTo>
                <a:cubicBezTo>
                  <a:pt x="5885711" y="5792155"/>
                  <a:pt x="5800659" y="5544593"/>
                  <a:pt x="5854148" y="5705060"/>
                </a:cubicBezTo>
                <a:cubicBezTo>
                  <a:pt x="5840958" y="6008439"/>
                  <a:pt x="5889294" y="5854292"/>
                  <a:pt x="5794513" y="6003234"/>
                </a:cubicBezTo>
                <a:cubicBezTo>
                  <a:pt x="5786558" y="6015734"/>
                  <a:pt x="5780652" y="6029451"/>
                  <a:pt x="5774635" y="6042991"/>
                </a:cubicBezTo>
                <a:cubicBezTo>
                  <a:pt x="5767389" y="6059295"/>
                  <a:pt x="5767373" y="6080071"/>
                  <a:pt x="5754757" y="6092687"/>
                </a:cubicBezTo>
                <a:cubicBezTo>
                  <a:pt x="5742141" y="6105303"/>
                  <a:pt x="5721365" y="6105319"/>
                  <a:pt x="5705061" y="6112565"/>
                </a:cubicBezTo>
                <a:cubicBezTo>
                  <a:pt x="5691522" y="6118582"/>
                  <a:pt x="5678557" y="6125817"/>
                  <a:pt x="5665305" y="6132443"/>
                </a:cubicBezTo>
                <a:cubicBezTo>
                  <a:pt x="5655366" y="6145695"/>
                  <a:pt x="5649463" y="6163306"/>
                  <a:pt x="5635487" y="6172200"/>
                </a:cubicBezTo>
                <a:cubicBezTo>
                  <a:pt x="5574735" y="6210860"/>
                  <a:pt x="5467659" y="6213792"/>
                  <a:pt x="5406887" y="6221895"/>
                </a:cubicBezTo>
                <a:lnTo>
                  <a:pt x="4383157" y="6211956"/>
                </a:lnTo>
                <a:cubicBezTo>
                  <a:pt x="4326465" y="6210539"/>
                  <a:pt x="4269592" y="6204197"/>
                  <a:pt x="4214192" y="6192078"/>
                </a:cubicBezTo>
                <a:cubicBezTo>
                  <a:pt x="4163018" y="6180884"/>
                  <a:pt x="4114801" y="6158947"/>
                  <a:pt x="4065105" y="6142382"/>
                </a:cubicBezTo>
                <a:lnTo>
                  <a:pt x="3200400" y="6182139"/>
                </a:lnTo>
                <a:cubicBezTo>
                  <a:pt x="3100919" y="6187241"/>
                  <a:pt x="3001390" y="6192573"/>
                  <a:pt x="2902227" y="6202017"/>
                </a:cubicBezTo>
                <a:cubicBezTo>
                  <a:pt x="2862104" y="6205838"/>
                  <a:pt x="2822931" y="6216737"/>
                  <a:pt x="2782957" y="6221895"/>
                </a:cubicBezTo>
                <a:cubicBezTo>
                  <a:pt x="2720182" y="6229995"/>
                  <a:pt x="2657061" y="6235147"/>
                  <a:pt x="2594113" y="6241773"/>
                </a:cubicBezTo>
                <a:cubicBezTo>
                  <a:pt x="2238782" y="6326377"/>
                  <a:pt x="2422857" y="6296705"/>
                  <a:pt x="1888435" y="6311347"/>
                </a:cubicBezTo>
                <a:lnTo>
                  <a:pt x="934279" y="6331226"/>
                </a:lnTo>
                <a:cubicBezTo>
                  <a:pt x="864705" y="6337852"/>
                  <a:pt x="794089" y="6337398"/>
                  <a:pt x="725557" y="6351104"/>
                </a:cubicBezTo>
                <a:cubicBezTo>
                  <a:pt x="677261" y="6360763"/>
                  <a:pt x="634549" y="6390391"/>
                  <a:pt x="586409" y="6400800"/>
                </a:cubicBezTo>
                <a:cubicBezTo>
                  <a:pt x="511299" y="6417040"/>
                  <a:pt x="434009" y="6420678"/>
                  <a:pt x="357809" y="6430617"/>
                </a:cubicBezTo>
                <a:cubicBezTo>
                  <a:pt x="324092" y="6440250"/>
                  <a:pt x="193306" y="6475851"/>
                  <a:pt x="178905" y="6490252"/>
                </a:cubicBezTo>
                <a:cubicBezTo>
                  <a:pt x="150874" y="6518283"/>
                  <a:pt x="237453" y="6617939"/>
                  <a:pt x="238540" y="6619460"/>
                </a:cubicBezTo>
                <a:cubicBezTo>
                  <a:pt x="245166" y="6645964"/>
                  <a:pt x="252790" y="6672239"/>
                  <a:pt x="258418" y="6698973"/>
                </a:cubicBezTo>
                <a:cubicBezTo>
                  <a:pt x="276763" y="6786113"/>
                  <a:pt x="287614" y="6868388"/>
                  <a:pt x="298174" y="6957391"/>
                </a:cubicBezTo>
                <a:cubicBezTo>
                  <a:pt x="315459" y="7103081"/>
                  <a:pt x="334756" y="7248588"/>
                  <a:pt x="347870" y="7394713"/>
                </a:cubicBezTo>
                <a:cubicBezTo>
                  <a:pt x="357956" y="7507099"/>
                  <a:pt x="358377" y="7620195"/>
                  <a:pt x="367748" y="7732643"/>
                </a:cubicBezTo>
                <a:cubicBezTo>
                  <a:pt x="371639" y="7779335"/>
                  <a:pt x="380224" y="7825526"/>
                  <a:pt x="387627" y="7871791"/>
                </a:cubicBezTo>
                <a:cubicBezTo>
                  <a:pt x="409876" y="8010843"/>
                  <a:pt x="407505" y="7938111"/>
                  <a:pt x="407505" y="8020878"/>
                </a:cubicBezTo>
              </a:path>
            </a:pathLst>
          </a:custGeom>
          <a:ln w="28575">
            <a:headEnd type="none" w="med" len="med"/>
            <a:tailEnd type="arrow" w="med" len="med"/>
          </a:ln>
        </p:spPr>
        <p:style>
          <a:lnRef idx="1">
            <a:schemeClr val="accent5"/>
          </a:lnRef>
          <a:fillRef idx="0">
            <a:schemeClr val="accent5"/>
          </a:fillRef>
          <a:effectRef idx="0">
            <a:schemeClr val="accent5"/>
          </a:effectRef>
          <a:fontRef idx="minor">
            <a:schemeClr val="tx1"/>
          </a:fontRef>
        </p:style>
        <p:txBody>
          <a:bodyPr rot="0" spcFirstLastPara="1" vertOverflow="overflow" horzOverflow="overflow" vert="horz" wrap="square" lIns="91439" tIns="45719" rIns="91439" bIns="45719" numCol="1" spcCol="38100" rtlCol="0" fromWordArt="0" anchor="t" anchorCtr="0" forceAA="0" compatLnSpc="1">
            <a:noAutofit/>
          </a:bodyPr>
          <a:lstStyle/>
          <a:p>
            <a:pPr algn="l" defTabSz="914400" latinLnBrk="1"/>
            <a:endParaRPr lang="zh-CN" altLang="en-US" sz="1800" b="0"/>
          </a:p>
        </p:txBody>
      </p:sp>
      <p:sp>
        <p:nvSpPr>
          <p:cNvPr id="33" name="Rectangle 3"/>
          <p:cNvSpPr txBox="1">
            <a:spLocks noChangeArrowheads="1"/>
          </p:cNvSpPr>
          <p:nvPr/>
        </p:nvSpPr>
        <p:spPr>
          <a:xfrm>
            <a:off x="2747200" y="2959079"/>
            <a:ext cx="7423546" cy="238817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a:t>
            </a:r>
            <a:endParaRPr lang="en-US" altLang="zh-CN" sz="4800" b="1" dirty="0"/>
          </a:p>
          <a:p>
            <a:pPr marL="1270000" lvl="2" indent="0">
              <a:buNone/>
            </a:pPr>
            <a:endParaRPr lang="en-US" altLang="zh-CN" sz="4800" dirty="0">
              <a:solidFill>
                <a:srgbClr val="FF0000"/>
              </a:solidFill>
            </a:endParaRPr>
          </a:p>
          <a:p>
            <a:pPr marL="1270000" lvl="2" indent="0">
              <a:buNone/>
            </a:pPr>
            <a:endParaRPr lang="zh-CN" altLang="en-US" sz="4800" dirty="0"/>
          </a:p>
        </p:txBody>
      </p:sp>
      <p:graphicFrame>
        <p:nvGraphicFramePr>
          <p:cNvPr id="3" name="Table 2"/>
          <p:cNvGraphicFramePr>
            <a:graphicFrameLocks noGrp="1"/>
          </p:cNvGraphicFramePr>
          <p:nvPr/>
        </p:nvGraphicFramePr>
        <p:xfrm>
          <a:off x="2747200" y="5207321"/>
          <a:ext cx="6709964" cy="1920240"/>
        </p:xfrm>
        <a:graphic>
          <a:graphicData uri="http://schemas.openxmlformats.org/drawingml/2006/table">
            <a:tbl>
              <a:tblPr firstRow="1" bandRow="1">
                <a:tableStyleId>{F5AB1C69-6EDB-4FF4-983F-18BD219EF322}</a:tableStyleId>
              </a:tblPr>
              <a:tblGrid>
                <a:gridCol w="1677491"/>
                <a:gridCol w="1677491"/>
                <a:gridCol w="1677491"/>
                <a:gridCol w="1677491"/>
              </a:tblGrid>
              <a:tr h="0">
                <a:tc>
                  <a:txBody>
                    <a:bodyPr/>
                    <a:lstStyle/>
                    <a:p>
                      <a:r>
                        <a:rPr lang="en-US" altLang="zh-CN" sz="3600" dirty="0"/>
                        <a:t>ID</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A</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B</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X</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dirty="0"/>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0</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4</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0</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bl>
          </a:graphicData>
        </a:graphic>
      </p:graphicFrame>
      <p:cxnSp>
        <p:nvCxnSpPr>
          <p:cNvPr id="20" name="Straight Arrow Connector 19"/>
          <p:cNvCxnSpPr/>
          <p:nvPr/>
        </p:nvCxnSpPr>
        <p:spPr>
          <a:xfrm>
            <a:off x="14051492" y="3456031"/>
            <a:ext cx="51208" cy="7451672"/>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63" name="Rectangle 3"/>
          <p:cNvSpPr txBox="1">
            <a:spLocks noChangeArrowheads="1"/>
          </p:cNvSpPr>
          <p:nvPr/>
        </p:nvSpPr>
        <p:spPr>
          <a:xfrm>
            <a:off x="2747200" y="7559204"/>
            <a:ext cx="7423546" cy="5593270"/>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测试用例执行路径</a:t>
            </a:r>
            <a:endParaRPr lang="en-US" altLang="zh-CN" sz="4800" b="1" dirty="0"/>
          </a:p>
          <a:p>
            <a:pPr lvl="2"/>
            <a:r>
              <a:rPr lang="en-US" altLang="zh-CN" sz="4800" dirty="0" err="1">
                <a:solidFill>
                  <a:schemeClr val="tx1"/>
                </a:solidFill>
              </a:rPr>
              <a:t>sacbed</a:t>
            </a:r>
            <a:endParaRPr lang="en-US" altLang="zh-CN" sz="4800" dirty="0">
              <a:solidFill>
                <a:schemeClr val="tx1"/>
              </a:solidFill>
            </a:endParaRPr>
          </a:p>
          <a:p>
            <a:pPr lvl="2"/>
            <a:r>
              <a:rPr lang="en-US" altLang="zh-CN" sz="4800" dirty="0" err="1">
                <a:solidFill>
                  <a:schemeClr val="tx1"/>
                </a:solidFill>
              </a:rPr>
              <a:t>sabd</a:t>
            </a:r>
            <a:endParaRPr lang="en-US" altLang="zh-CN" sz="4800" dirty="0">
              <a:solidFill>
                <a:schemeClr val="tx1"/>
              </a:solidFill>
            </a:endParaRPr>
          </a:p>
          <a:p>
            <a:pPr marL="1270000" lvl="2" indent="0">
              <a:buNone/>
            </a:pPr>
            <a:endParaRPr lang="zh-CN" altLang="en-US" sz="4800" dirty="0"/>
          </a:p>
        </p:txBody>
      </p:sp>
      <p:sp>
        <p:nvSpPr>
          <p:cNvPr id="64"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a:t>
            </a:r>
            <a:r>
              <a:rPr lang="en-US" altLang="zh-CN" dirty="0"/>
              <a:t>/</a:t>
            </a:r>
            <a:r>
              <a:rPr lang="zh-CN" altLang="en-US" dirty="0"/>
              <a:t>判定覆盖</a:t>
            </a:r>
            <a:endParaRPr lang="zh-CN" altLang="en-US" dirty="0"/>
          </a:p>
        </p:txBody>
      </p:sp>
      <p:sp>
        <p:nvSpPr>
          <p:cNvPr id="65"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23021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2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up)">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7" fill="hold" display="0">
                  <p:stCondLst>
                    <p:cond delay="indefinite"/>
                  </p:stCondLst>
                  <p:endCondLst>
                    <p:cond evt="onStopAudio" delay="0">
                      <p:tgtEl>
                        <p:sldTgt/>
                      </p:tgtEl>
                    </p:cond>
                  </p:endCondLst>
                </p:cTn>
                <p:tgtEl>
                  <p:spTgt spid="2"/>
                </p:tgtEl>
              </p:cMediaNode>
            </p:audio>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p:cNvGrpSpPr/>
          <p:nvPr/>
        </p:nvGrpSpPr>
        <p:grpSpPr>
          <a:xfrm>
            <a:off x="11987538" y="3656213"/>
            <a:ext cx="10228267" cy="8442252"/>
            <a:chOff x="11987538" y="3656213"/>
            <a:chExt cx="10228267" cy="8442252"/>
          </a:xfrm>
        </p:grpSpPr>
        <p:grpSp>
          <p:nvGrpSpPr>
            <p:cNvPr id="37" name="组合 2"/>
            <p:cNvGrpSpPr/>
            <p:nvPr/>
          </p:nvGrpSpPr>
          <p:grpSpPr bwMode="auto">
            <a:xfrm>
              <a:off x="11987538" y="3656213"/>
              <a:ext cx="10228267" cy="8442252"/>
              <a:chOff x="4787900" y="2205038"/>
              <a:chExt cx="3581400" cy="3235325"/>
            </a:xfrm>
            <a:solidFill>
              <a:schemeClr val="bg1">
                <a:lumMod val="95000"/>
              </a:schemeClr>
            </a:solidFill>
          </p:grpSpPr>
          <p:sp>
            <p:nvSpPr>
              <p:cNvPr id="42" name="AutoShape 4"/>
              <p:cNvSpPr>
                <a:spLocks noChangeArrowheads="1"/>
              </p:cNvSpPr>
              <p:nvPr/>
            </p:nvSpPr>
            <p:spPr bwMode="auto">
              <a:xfrm>
                <a:off x="5245100" y="22399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入口</a:t>
                </a:r>
                <a:endParaRPr kumimoji="1" lang="zh-CN" altLang="en-US" sz="4800" dirty="0">
                  <a:latin typeface="Times New Roman" panose="02020603050405020304" pitchFamily="18" charset="0"/>
                  <a:cs typeface="Times New Roman" panose="02020603050405020304" pitchFamily="18" charset="0"/>
                </a:endParaRPr>
              </a:p>
            </p:txBody>
          </p:sp>
          <p:sp>
            <p:nvSpPr>
              <p:cNvPr id="43" name="AutoShape 5"/>
              <p:cNvSpPr>
                <a:spLocks noChangeArrowheads="1"/>
              </p:cNvSpPr>
              <p:nvPr/>
            </p:nvSpPr>
            <p:spPr bwMode="auto">
              <a:xfrm>
                <a:off x="5245100" y="49831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a:latin typeface="Times New Roman" panose="02020603050405020304" pitchFamily="18" charset="0"/>
                    <a:cs typeface="Times New Roman" panose="02020603050405020304" pitchFamily="18" charset="0"/>
                  </a:rPr>
                  <a:t>返回</a:t>
                </a:r>
                <a:endParaRPr kumimoji="1" lang="zh-CN" altLang="en-US" sz="4000">
                  <a:latin typeface="Times New Roman" panose="02020603050405020304" pitchFamily="18" charset="0"/>
                  <a:cs typeface="Times New Roman" panose="02020603050405020304" pitchFamily="18" charset="0"/>
                </a:endParaRPr>
              </a:p>
            </p:txBody>
          </p:sp>
          <p:sp>
            <p:nvSpPr>
              <p:cNvPr id="44" name="AutoShape 6"/>
              <p:cNvSpPr>
                <a:spLocks noChangeArrowheads="1"/>
              </p:cNvSpPr>
              <p:nvPr/>
            </p:nvSpPr>
            <p:spPr bwMode="auto">
              <a:xfrm>
                <a:off x="4787900" y="30019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dirty="0">
                    <a:latin typeface="Courier New" panose="02070309020205020404" pitchFamily="49" charset="0"/>
                    <a:cs typeface="Times New Roman" panose="02020603050405020304" pitchFamily="18" charset="0"/>
                  </a:rPr>
                  <a:t>(A&gt;1)&amp;&amp;(B==0</a:t>
                </a:r>
                <a:r>
                  <a:rPr kumimoji="1" lang="zh-CN" altLang="en-US" sz="2800" dirty="0">
                    <a:latin typeface="Courier New" panose="02070309020205020404" pitchFamily="49" charset="0"/>
                    <a:cs typeface="Times New Roman" panose="02020603050405020304" pitchFamily="18" charset="0"/>
                  </a:rPr>
                  <a:t>）</a:t>
                </a:r>
                <a:endParaRPr kumimoji="1" lang="zh-CN" altLang="en-US" sz="3600" dirty="0">
                  <a:latin typeface="Courier New" panose="02070309020205020404" pitchFamily="49" charset="0"/>
                  <a:cs typeface="Times New Roman" panose="02020603050405020304" pitchFamily="18" charset="0"/>
                </a:endParaRPr>
              </a:p>
            </p:txBody>
          </p:sp>
          <p:sp>
            <p:nvSpPr>
              <p:cNvPr id="45" name="AutoShape 7"/>
              <p:cNvSpPr>
                <a:spLocks noChangeArrowheads="1"/>
              </p:cNvSpPr>
              <p:nvPr/>
            </p:nvSpPr>
            <p:spPr bwMode="auto">
              <a:xfrm>
                <a:off x="4787900" y="40687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a:latin typeface="Courier New" panose="02070309020205020404" pitchFamily="49" charset="0"/>
                    <a:cs typeface="Times New Roman" panose="02020603050405020304" pitchFamily="18" charset="0"/>
                  </a:rPr>
                  <a:t>(A==2)||(X&gt;1</a:t>
                </a:r>
                <a:r>
                  <a:rPr kumimoji="1" lang="zh-CN" altLang="en-US" sz="2800">
                    <a:latin typeface="Courier New" panose="02070309020205020404" pitchFamily="49" charset="0"/>
                    <a:cs typeface="Times New Roman" panose="02020603050405020304" pitchFamily="18" charset="0"/>
                  </a:rPr>
                  <a:t>）</a:t>
                </a:r>
                <a:endParaRPr kumimoji="1" lang="zh-CN" altLang="en-US" sz="3600">
                  <a:latin typeface="Courier New" panose="02070309020205020404" pitchFamily="49" charset="0"/>
                  <a:cs typeface="Times New Roman" panose="02020603050405020304" pitchFamily="18" charset="0"/>
                </a:endParaRPr>
              </a:p>
            </p:txBody>
          </p:sp>
          <p:sp>
            <p:nvSpPr>
              <p:cNvPr id="46" name="Line 8"/>
              <p:cNvSpPr>
                <a:spLocks noChangeShapeType="1"/>
              </p:cNvSpPr>
              <p:nvPr/>
            </p:nvSpPr>
            <p:spPr bwMode="auto">
              <a:xfrm>
                <a:off x="5626100" y="2697163"/>
                <a:ext cx="0" cy="3048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7" name="Line 9"/>
              <p:cNvSpPr>
                <a:spLocks noChangeShapeType="1"/>
              </p:cNvSpPr>
              <p:nvPr/>
            </p:nvSpPr>
            <p:spPr bwMode="auto">
              <a:xfrm>
                <a:off x="5626100" y="3687763"/>
                <a:ext cx="0" cy="3810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8" name="Line 10"/>
              <p:cNvSpPr>
                <a:spLocks noChangeShapeType="1"/>
              </p:cNvSpPr>
              <p:nvPr/>
            </p:nvSpPr>
            <p:spPr bwMode="auto">
              <a:xfrm>
                <a:off x="5626100" y="4754563"/>
                <a:ext cx="0" cy="2286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9" name="AutoShape 11"/>
              <p:cNvSpPr>
                <a:spLocks noChangeArrowheads="1"/>
              </p:cNvSpPr>
              <p:nvPr/>
            </p:nvSpPr>
            <p:spPr bwMode="auto">
              <a:xfrm>
                <a:off x="6921500" y="2925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A</a:t>
                </a:r>
                <a:endParaRPr kumimoji="1" lang="en-US" altLang="zh-CN" sz="3600">
                  <a:latin typeface="Times New Roman" panose="02020603050405020304" pitchFamily="18" charset="0"/>
                  <a:cs typeface="Times New Roman" panose="02020603050405020304" pitchFamily="18" charset="0"/>
                </a:endParaRPr>
              </a:p>
            </p:txBody>
          </p:sp>
          <p:sp>
            <p:nvSpPr>
              <p:cNvPr id="50" name="AutoShape 12"/>
              <p:cNvSpPr>
                <a:spLocks noChangeArrowheads="1"/>
              </p:cNvSpPr>
              <p:nvPr/>
            </p:nvSpPr>
            <p:spPr bwMode="auto">
              <a:xfrm>
                <a:off x="6921500" y="4068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+ 1</a:t>
                </a:r>
                <a:endParaRPr kumimoji="1" lang="en-US" altLang="zh-CN" sz="3600">
                  <a:latin typeface="Times New Roman" panose="02020603050405020304" pitchFamily="18" charset="0"/>
                  <a:cs typeface="Times New Roman" panose="02020603050405020304" pitchFamily="18" charset="0"/>
                </a:endParaRPr>
              </a:p>
            </p:txBody>
          </p:sp>
          <p:sp>
            <p:nvSpPr>
              <p:cNvPr id="51" name="Line 13"/>
              <p:cNvSpPr>
                <a:spLocks noChangeShapeType="1"/>
              </p:cNvSpPr>
              <p:nvPr/>
            </p:nvSpPr>
            <p:spPr bwMode="auto">
              <a:xfrm>
                <a:off x="7607300" y="3535363"/>
                <a:ext cx="0" cy="3048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2" name="Line 14"/>
              <p:cNvSpPr>
                <a:spLocks noChangeShapeType="1"/>
              </p:cNvSpPr>
              <p:nvPr/>
            </p:nvSpPr>
            <p:spPr bwMode="auto">
              <a:xfrm flipH="1">
                <a:off x="5626100" y="38401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3" name="Line 15"/>
              <p:cNvSpPr>
                <a:spLocks noChangeShapeType="1"/>
              </p:cNvSpPr>
              <p:nvPr/>
            </p:nvSpPr>
            <p:spPr bwMode="auto">
              <a:xfrm>
                <a:off x="7607300" y="4678363"/>
                <a:ext cx="0" cy="1524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4" name="Line 16"/>
              <p:cNvSpPr>
                <a:spLocks noChangeShapeType="1"/>
              </p:cNvSpPr>
              <p:nvPr/>
            </p:nvSpPr>
            <p:spPr bwMode="auto">
              <a:xfrm flipH="1">
                <a:off x="5626100" y="48307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5" name="Line 17"/>
              <p:cNvSpPr>
                <a:spLocks noChangeShapeType="1"/>
              </p:cNvSpPr>
              <p:nvPr/>
            </p:nvSpPr>
            <p:spPr bwMode="auto">
              <a:xfrm>
                <a:off x="6540500" y="33067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6" name="Line 18"/>
              <p:cNvSpPr>
                <a:spLocks noChangeShapeType="1"/>
              </p:cNvSpPr>
              <p:nvPr/>
            </p:nvSpPr>
            <p:spPr bwMode="auto">
              <a:xfrm>
                <a:off x="6540500" y="43735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7" name="Text Box 19"/>
              <p:cNvSpPr txBox="1">
                <a:spLocks noChangeArrowheads="1"/>
              </p:cNvSpPr>
              <p:nvPr/>
            </p:nvSpPr>
            <p:spPr bwMode="auto">
              <a:xfrm>
                <a:off x="4893954" y="2205038"/>
                <a:ext cx="211757"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58" name="Text Box 20"/>
              <p:cNvSpPr txBox="1">
                <a:spLocks noChangeArrowheads="1"/>
              </p:cNvSpPr>
              <p:nvPr/>
            </p:nvSpPr>
            <p:spPr bwMode="auto">
              <a:xfrm>
                <a:off x="4884659" y="2814638"/>
                <a:ext cx="246222"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a</a:t>
                </a:r>
                <a:endParaRPr kumimoji="1" lang="en-US" altLang="zh-CN" sz="4800">
                  <a:latin typeface="Times New Roman" panose="02020603050405020304" pitchFamily="18" charset="0"/>
                  <a:cs typeface="Times New Roman" panose="02020603050405020304" pitchFamily="18" charset="0"/>
                </a:endParaRPr>
              </a:p>
            </p:txBody>
          </p:sp>
          <p:sp>
            <p:nvSpPr>
              <p:cNvPr id="59" name="Text Box 21"/>
              <p:cNvSpPr txBox="1">
                <a:spLocks noChangeArrowheads="1"/>
              </p:cNvSpPr>
              <p:nvPr/>
            </p:nvSpPr>
            <p:spPr bwMode="auto">
              <a:xfrm>
                <a:off x="4884312" y="38052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60" name="Text Box 22"/>
              <p:cNvSpPr txBox="1">
                <a:spLocks noChangeArrowheads="1"/>
              </p:cNvSpPr>
              <p:nvPr/>
            </p:nvSpPr>
            <p:spPr bwMode="auto">
              <a:xfrm>
                <a:off x="4884573" y="48720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d</a:t>
                </a:r>
                <a:endParaRPr kumimoji="1" lang="en-US" altLang="zh-CN" sz="4800">
                  <a:latin typeface="Times New Roman" panose="02020603050405020304" pitchFamily="18" charset="0"/>
                  <a:cs typeface="Times New Roman" panose="02020603050405020304" pitchFamily="18" charset="0"/>
                </a:endParaRPr>
              </a:p>
            </p:txBody>
          </p:sp>
          <p:sp>
            <p:nvSpPr>
              <p:cNvPr id="61" name="Text Box 23"/>
              <p:cNvSpPr txBox="1">
                <a:spLocks noChangeArrowheads="1"/>
              </p:cNvSpPr>
              <p:nvPr/>
            </p:nvSpPr>
            <p:spPr bwMode="auto">
              <a:xfrm>
                <a:off x="8092883" y="2536726"/>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62" name="Text Box 24"/>
              <p:cNvSpPr txBox="1">
                <a:spLocks noChangeArrowheads="1"/>
              </p:cNvSpPr>
              <p:nvPr/>
            </p:nvSpPr>
            <p:spPr bwMode="auto">
              <a:xfrm>
                <a:off x="8093875" y="3751852"/>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grpSp>
        <p:sp>
          <p:nvSpPr>
            <p:cNvPr id="38" name="Rectangle 37"/>
            <p:cNvSpPr/>
            <p:nvPr/>
          </p:nvSpPr>
          <p:spPr>
            <a:xfrm>
              <a:off x="13078195" y="5577712"/>
              <a:ext cx="877163" cy="923330"/>
            </a:xfrm>
            <a:prstGeom prst="rect">
              <a:avLst/>
            </a:prstGeom>
            <a:noFill/>
          </p:spPr>
          <p:txBody>
            <a:bodyPr wrap="none" lIns="91440" tIns="45720" rIns="91440" bIns="45720">
              <a:spAutoFit/>
            </a:bodyPr>
            <a:lstStyle/>
            <a:p>
              <a:pPr algn="ctr"/>
              <a:r>
                <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①</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39" name="Rectangle 38"/>
            <p:cNvSpPr/>
            <p:nvPr/>
          </p:nvSpPr>
          <p:spPr>
            <a:xfrm>
              <a:off x="14899455" y="5566882"/>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②</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0" name="Rectangle 39"/>
            <p:cNvSpPr/>
            <p:nvPr/>
          </p:nvSpPr>
          <p:spPr>
            <a:xfrm>
              <a:off x="13070740"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③</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1" name="Rectangle 40"/>
            <p:cNvSpPr/>
            <p:nvPr/>
          </p:nvSpPr>
          <p:spPr>
            <a:xfrm>
              <a:off x="14899455"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④</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grpSp>
      <p:sp>
        <p:nvSpPr>
          <p:cNvPr id="33" name="Rectangle 3"/>
          <p:cNvSpPr txBox="1">
            <a:spLocks noChangeArrowheads="1"/>
          </p:cNvSpPr>
          <p:nvPr/>
        </p:nvSpPr>
        <p:spPr>
          <a:xfrm>
            <a:off x="2747200" y="2959079"/>
            <a:ext cx="7423546" cy="238817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a:t>
            </a:r>
            <a:endParaRPr lang="en-US" altLang="zh-CN" sz="4800" b="1" dirty="0"/>
          </a:p>
          <a:p>
            <a:pPr marL="1270000" lvl="2" indent="0">
              <a:buNone/>
            </a:pPr>
            <a:endParaRPr lang="en-US" altLang="zh-CN" sz="4800" dirty="0">
              <a:solidFill>
                <a:srgbClr val="FF0000"/>
              </a:solidFill>
            </a:endParaRPr>
          </a:p>
          <a:p>
            <a:pPr marL="1270000" lvl="2" indent="0">
              <a:buNone/>
            </a:pPr>
            <a:endParaRPr lang="zh-CN" altLang="en-US" sz="4800" dirty="0"/>
          </a:p>
        </p:txBody>
      </p:sp>
      <p:graphicFrame>
        <p:nvGraphicFramePr>
          <p:cNvPr id="3" name="Table 2"/>
          <p:cNvGraphicFramePr>
            <a:graphicFrameLocks noGrp="1"/>
          </p:cNvGraphicFramePr>
          <p:nvPr/>
        </p:nvGraphicFramePr>
        <p:xfrm>
          <a:off x="2747200" y="5196676"/>
          <a:ext cx="6709964" cy="1920240"/>
        </p:xfrm>
        <a:graphic>
          <a:graphicData uri="http://schemas.openxmlformats.org/drawingml/2006/table">
            <a:tbl>
              <a:tblPr firstRow="1" bandRow="1">
                <a:tableStyleId>{F5AB1C69-6EDB-4FF4-983F-18BD219EF322}</a:tableStyleId>
              </a:tblPr>
              <a:tblGrid>
                <a:gridCol w="1677491"/>
                <a:gridCol w="1677491"/>
                <a:gridCol w="1677491"/>
                <a:gridCol w="1677491"/>
              </a:tblGrid>
              <a:tr h="0">
                <a:tc>
                  <a:txBody>
                    <a:bodyPr/>
                    <a:lstStyle/>
                    <a:p>
                      <a:r>
                        <a:rPr lang="en-US" altLang="zh-CN" sz="3600" dirty="0"/>
                        <a:t>ID</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A</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B</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X</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dirty="0">
                          <a:solidFill>
                            <a:srgbClr val="00A2FF"/>
                          </a:solidFill>
                        </a:rPr>
                        <a:t>1</a:t>
                      </a:r>
                      <a:endParaRPr lang="zh-CN" altLang="en-US" sz="3600" b="1" dirty="0">
                        <a:solidFill>
                          <a:srgbClr val="00A2FF"/>
                        </a:solidFill>
                        <a:latin typeface="Times New Roman" panose="02020603050405020304" pitchFamily="18" charset="0"/>
                        <a:cs typeface="Times New Roman" panose="02020603050405020304" pitchFamily="18" charset="0"/>
                      </a:endParaRPr>
                    </a:p>
                  </a:txBody>
                  <a:tcPr/>
                </a:tc>
                <a:tc>
                  <a:txBody>
                    <a:bodyPr/>
                    <a:lstStyle/>
                    <a:p>
                      <a:r>
                        <a:rPr lang="en-US" altLang="zh-CN" sz="3600" dirty="0">
                          <a:solidFill>
                            <a:srgbClr val="00A2FF"/>
                          </a:solidFill>
                        </a:rPr>
                        <a:t>2</a:t>
                      </a:r>
                      <a:endParaRPr lang="zh-CN" altLang="en-US" sz="3600" b="1" dirty="0">
                        <a:solidFill>
                          <a:srgbClr val="00A2FF"/>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00A2FF"/>
                          </a:solidFill>
                          <a:latin typeface="Times New Roman" panose="02020603050405020304" pitchFamily="18" charset="0"/>
                          <a:cs typeface="Times New Roman" panose="02020603050405020304" pitchFamily="18" charset="0"/>
                        </a:rPr>
                        <a:t>1</a:t>
                      </a:r>
                      <a:endParaRPr lang="zh-CN" altLang="en-US" sz="3600" b="1" dirty="0">
                        <a:solidFill>
                          <a:srgbClr val="00A2FF"/>
                        </a:solidFill>
                        <a:latin typeface="Times New Roman" panose="02020603050405020304" pitchFamily="18" charset="0"/>
                        <a:cs typeface="Times New Roman" panose="02020603050405020304" pitchFamily="18" charset="0"/>
                      </a:endParaRPr>
                    </a:p>
                  </a:txBody>
                  <a:tcPr/>
                </a:tc>
                <a:tc>
                  <a:txBody>
                    <a:bodyPr/>
                    <a:lstStyle/>
                    <a:p>
                      <a:r>
                        <a:rPr lang="en-US" altLang="zh-CN" sz="3600" dirty="0">
                          <a:solidFill>
                            <a:srgbClr val="00A2FF"/>
                          </a:solidFill>
                        </a:rPr>
                        <a:t>4</a:t>
                      </a:r>
                      <a:endParaRPr lang="zh-CN" altLang="en-US" sz="3600" b="1" dirty="0">
                        <a:solidFill>
                          <a:srgbClr val="00A2FF"/>
                        </a:solidFill>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2</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0</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0</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1</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r>
            </a:tbl>
          </a:graphicData>
        </a:graphic>
      </p:graphicFrame>
      <p:cxnSp>
        <p:nvCxnSpPr>
          <p:cNvPr id="20" name="Straight Arrow Connector 19"/>
          <p:cNvCxnSpPr/>
          <p:nvPr/>
        </p:nvCxnSpPr>
        <p:spPr>
          <a:xfrm>
            <a:off x="14374204" y="3968122"/>
            <a:ext cx="0" cy="7448689"/>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63" name="Rectangle 3"/>
          <p:cNvSpPr txBox="1">
            <a:spLocks noChangeArrowheads="1"/>
          </p:cNvSpPr>
          <p:nvPr/>
        </p:nvSpPr>
        <p:spPr>
          <a:xfrm>
            <a:off x="2747200" y="7559204"/>
            <a:ext cx="7423546" cy="5593270"/>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测试用例执行路径</a:t>
            </a:r>
            <a:endParaRPr lang="en-US" altLang="zh-CN" sz="4800" b="1" dirty="0"/>
          </a:p>
          <a:p>
            <a:pPr lvl="2"/>
            <a:r>
              <a:rPr lang="en-US" altLang="zh-CN" sz="4800" dirty="0" err="1">
                <a:solidFill>
                  <a:schemeClr val="accent1"/>
                </a:solidFill>
              </a:rPr>
              <a:t>sabed</a:t>
            </a:r>
            <a:r>
              <a:rPr lang="en-US" altLang="zh-CN" sz="4800" dirty="0">
                <a:solidFill>
                  <a:schemeClr val="accent1"/>
                </a:solidFill>
              </a:rPr>
              <a:t> [</a:t>
            </a:r>
            <a:r>
              <a:rPr lang="zh-CN" altLang="en-US" sz="4800" dirty="0">
                <a:solidFill>
                  <a:schemeClr val="accent1"/>
                </a:solidFill>
              </a:rPr>
              <a:t>真假真真</a:t>
            </a:r>
            <a:r>
              <a:rPr lang="en-US" altLang="zh-CN" sz="4800" dirty="0">
                <a:solidFill>
                  <a:schemeClr val="accent1"/>
                </a:solidFill>
              </a:rPr>
              <a:t>]</a:t>
            </a:r>
            <a:endParaRPr lang="en-US" altLang="zh-CN" sz="4800" dirty="0">
              <a:solidFill>
                <a:schemeClr val="accent1"/>
              </a:solidFill>
            </a:endParaRPr>
          </a:p>
          <a:p>
            <a:pPr lvl="2"/>
            <a:r>
              <a:rPr lang="en-US" altLang="zh-CN" sz="4800" dirty="0" err="1">
                <a:solidFill>
                  <a:srgbClr val="FF0000"/>
                </a:solidFill>
              </a:rPr>
              <a:t>Sabd</a:t>
            </a:r>
            <a:r>
              <a:rPr lang="en-US" altLang="zh-CN" sz="4800" dirty="0">
                <a:solidFill>
                  <a:srgbClr val="FF0000"/>
                </a:solidFill>
              </a:rPr>
              <a:t>   [</a:t>
            </a:r>
            <a:r>
              <a:rPr lang="zh-CN" altLang="en-US" sz="4800" dirty="0">
                <a:solidFill>
                  <a:srgbClr val="FF0000"/>
                </a:solidFill>
              </a:rPr>
              <a:t>假真假假</a:t>
            </a:r>
            <a:r>
              <a:rPr lang="en-US" altLang="zh-CN" sz="4800" dirty="0">
                <a:solidFill>
                  <a:srgbClr val="FF0000"/>
                </a:solidFill>
              </a:rPr>
              <a:t>]</a:t>
            </a:r>
            <a:endParaRPr lang="en-US" altLang="zh-CN" sz="4800" dirty="0">
              <a:solidFill>
                <a:srgbClr val="FF0000"/>
              </a:solidFill>
            </a:endParaRPr>
          </a:p>
          <a:p>
            <a:pPr marL="1270000" lvl="2" indent="0">
              <a:buNone/>
            </a:pPr>
            <a:endParaRPr lang="zh-CN" altLang="en-US" sz="4800" dirty="0"/>
          </a:p>
        </p:txBody>
      </p:sp>
      <p:sp>
        <p:nvSpPr>
          <p:cNvPr id="64"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a:t>
            </a:r>
            <a:r>
              <a:rPr lang="en-US" altLang="zh-CN" dirty="0"/>
              <a:t>/</a:t>
            </a:r>
            <a:r>
              <a:rPr lang="zh-CN" altLang="en-US" dirty="0"/>
              <a:t>判定覆盖</a:t>
            </a:r>
            <a:endParaRPr lang="zh-CN" altLang="en-US" dirty="0"/>
          </a:p>
        </p:txBody>
      </p:sp>
      <p:sp>
        <p:nvSpPr>
          <p:cNvPr id="65"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sp>
        <p:nvSpPr>
          <p:cNvPr id="2" name="Rectangle 1"/>
          <p:cNvSpPr/>
          <p:nvPr/>
        </p:nvSpPr>
        <p:spPr>
          <a:xfrm>
            <a:off x="12780686" y="1914284"/>
            <a:ext cx="8648521" cy="769441"/>
          </a:xfrm>
          <a:prstGeom prst="rect">
            <a:avLst/>
          </a:prstGeom>
        </p:spPr>
        <p:txBody>
          <a:bodyPr wrap="none">
            <a:spAutoFit/>
          </a:bodyPr>
          <a:lstStyle/>
          <a:p>
            <a:r>
              <a:rPr lang="zh-CN" altLang="en-US" sz="4400" dirty="0"/>
              <a:t>条件覆盖但是判定不覆盖的例子？</a:t>
            </a:r>
            <a:endParaRPr lang="en-US" altLang="zh-CN" sz="4400" dirty="0"/>
          </a:p>
        </p:txBody>
      </p:sp>
      <p:sp>
        <p:nvSpPr>
          <p:cNvPr id="4" name="Freeform: Shape 3"/>
          <p:cNvSpPr/>
          <p:nvPr/>
        </p:nvSpPr>
        <p:spPr>
          <a:xfrm>
            <a:off x="14577237" y="4401879"/>
            <a:ext cx="3998233" cy="7400261"/>
          </a:xfrm>
          <a:custGeom>
            <a:avLst/>
            <a:gdLst>
              <a:gd name="connsiteX0" fmla="*/ 170121 w 3998233"/>
              <a:gd name="connsiteY0" fmla="*/ 0 h 7400261"/>
              <a:gd name="connsiteX1" fmla="*/ 180754 w 3998233"/>
              <a:gd name="connsiteY1" fmla="*/ 1903228 h 7400261"/>
              <a:gd name="connsiteX2" fmla="*/ 202019 w 3998233"/>
              <a:gd name="connsiteY2" fmla="*/ 2211572 h 7400261"/>
              <a:gd name="connsiteX3" fmla="*/ 255182 w 3998233"/>
              <a:gd name="connsiteY3" fmla="*/ 2349795 h 7400261"/>
              <a:gd name="connsiteX4" fmla="*/ 297712 w 3998233"/>
              <a:gd name="connsiteY4" fmla="*/ 2573079 h 7400261"/>
              <a:gd name="connsiteX5" fmla="*/ 382772 w 3998233"/>
              <a:gd name="connsiteY5" fmla="*/ 2987749 h 7400261"/>
              <a:gd name="connsiteX6" fmla="*/ 404037 w 3998233"/>
              <a:gd name="connsiteY6" fmla="*/ 3296093 h 7400261"/>
              <a:gd name="connsiteX7" fmla="*/ 425303 w 3998233"/>
              <a:gd name="connsiteY7" fmla="*/ 3413051 h 7400261"/>
              <a:gd name="connsiteX8" fmla="*/ 499730 w 3998233"/>
              <a:gd name="connsiteY8" fmla="*/ 4199861 h 7400261"/>
              <a:gd name="connsiteX9" fmla="*/ 595423 w 3998233"/>
              <a:gd name="connsiteY9" fmla="*/ 4816549 h 7400261"/>
              <a:gd name="connsiteX10" fmla="*/ 616689 w 3998233"/>
              <a:gd name="connsiteY10" fmla="*/ 4837814 h 7400261"/>
              <a:gd name="connsiteX11" fmla="*/ 701749 w 3998233"/>
              <a:gd name="connsiteY11" fmla="*/ 4944140 h 7400261"/>
              <a:gd name="connsiteX12" fmla="*/ 754912 w 3998233"/>
              <a:gd name="connsiteY12" fmla="*/ 5018568 h 7400261"/>
              <a:gd name="connsiteX13" fmla="*/ 861237 w 3998233"/>
              <a:gd name="connsiteY13" fmla="*/ 5039833 h 7400261"/>
              <a:gd name="connsiteX14" fmla="*/ 978196 w 3998233"/>
              <a:gd name="connsiteY14" fmla="*/ 5082363 h 7400261"/>
              <a:gd name="connsiteX15" fmla="*/ 1573619 w 3998233"/>
              <a:gd name="connsiteY15" fmla="*/ 5103628 h 7400261"/>
              <a:gd name="connsiteX16" fmla="*/ 2658140 w 3998233"/>
              <a:gd name="connsiteY16" fmla="*/ 5114261 h 7400261"/>
              <a:gd name="connsiteX17" fmla="*/ 2775098 w 3998233"/>
              <a:gd name="connsiteY17" fmla="*/ 5092995 h 7400261"/>
              <a:gd name="connsiteX18" fmla="*/ 3019647 w 3998233"/>
              <a:gd name="connsiteY18" fmla="*/ 5039833 h 7400261"/>
              <a:gd name="connsiteX19" fmla="*/ 3359889 w 3998233"/>
              <a:gd name="connsiteY19" fmla="*/ 4997302 h 7400261"/>
              <a:gd name="connsiteX20" fmla="*/ 3530010 w 3998233"/>
              <a:gd name="connsiteY20" fmla="*/ 4944140 h 7400261"/>
              <a:gd name="connsiteX21" fmla="*/ 3785191 w 3998233"/>
              <a:gd name="connsiteY21" fmla="*/ 4976037 h 7400261"/>
              <a:gd name="connsiteX22" fmla="*/ 3880884 w 3998233"/>
              <a:gd name="connsiteY22" fmla="*/ 5082363 h 7400261"/>
              <a:gd name="connsiteX23" fmla="*/ 3902149 w 3998233"/>
              <a:gd name="connsiteY23" fmla="*/ 5124893 h 7400261"/>
              <a:gd name="connsiteX24" fmla="*/ 3976577 w 3998233"/>
              <a:gd name="connsiteY24" fmla="*/ 5156791 h 7400261"/>
              <a:gd name="connsiteX25" fmla="*/ 3987210 w 3998233"/>
              <a:gd name="connsiteY25" fmla="*/ 5805377 h 7400261"/>
              <a:gd name="connsiteX26" fmla="*/ 3934047 w 3998233"/>
              <a:gd name="connsiteY26" fmla="*/ 5901070 h 7400261"/>
              <a:gd name="connsiteX27" fmla="*/ 3912782 w 3998233"/>
              <a:gd name="connsiteY27" fmla="*/ 5996763 h 7400261"/>
              <a:gd name="connsiteX28" fmla="*/ 3891516 w 3998233"/>
              <a:gd name="connsiteY28" fmla="*/ 6018028 h 7400261"/>
              <a:gd name="connsiteX29" fmla="*/ 3827721 w 3998233"/>
              <a:gd name="connsiteY29" fmla="*/ 6113721 h 7400261"/>
              <a:gd name="connsiteX30" fmla="*/ 3753293 w 3998233"/>
              <a:gd name="connsiteY30" fmla="*/ 6156251 h 7400261"/>
              <a:gd name="connsiteX31" fmla="*/ 3657600 w 3998233"/>
              <a:gd name="connsiteY31" fmla="*/ 6209414 h 7400261"/>
              <a:gd name="connsiteX32" fmla="*/ 3583172 w 3998233"/>
              <a:gd name="connsiteY32" fmla="*/ 6230679 h 7400261"/>
              <a:gd name="connsiteX33" fmla="*/ 3221665 w 3998233"/>
              <a:gd name="connsiteY33" fmla="*/ 6262577 h 7400261"/>
              <a:gd name="connsiteX34" fmla="*/ 1350335 w 3998233"/>
              <a:gd name="connsiteY34" fmla="*/ 6283842 h 7400261"/>
              <a:gd name="connsiteX35" fmla="*/ 404037 w 3998233"/>
              <a:gd name="connsiteY35" fmla="*/ 6422065 h 7400261"/>
              <a:gd name="connsiteX36" fmla="*/ 0 w 3998233"/>
              <a:gd name="connsiteY36" fmla="*/ 6453963 h 7400261"/>
              <a:gd name="connsiteX37" fmla="*/ 63796 w 3998233"/>
              <a:gd name="connsiteY37" fmla="*/ 6677247 h 7400261"/>
              <a:gd name="connsiteX38" fmla="*/ 106326 w 3998233"/>
              <a:gd name="connsiteY38" fmla="*/ 6985591 h 7400261"/>
              <a:gd name="connsiteX39" fmla="*/ 159489 w 3998233"/>
              <a:gd name="connsiteY39" fmla="*/ 7081284 h 7400261"/>
              <a:gd name="connsiteX40" fmla="*/ 159489 w 3998233"/>
              <a:gd name="connsiteY40" fmla="*/ 7400261 h 7400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998233" h="7400261">
                <a:moveTo>
                  <a:pt x="170121" y="0"/>
                </a:moveTo>
                <a:cubicBezTo>
                  <a:pt x="173665" y="634409"/>
                  <a:pt x="171605" y="1268875"/>
                  <a:pt x="180754" y="1903228"/>
                </a:cubicBezTo>
                <a:cubicBezTo>
                  <a:pt x="182240" y="2006243"/>
                  <a:pt x="185082" y="2109948"/>
                  <a:pt x="202019" y="2211572"/>
                </a:cubicBezTo>
                <a:cubicBezTo>
                  <a:pt x="210135" y="2260265"/>
                  <a:pt x="242550" y="2302074"/>
                  <a:pt x="255182" y="2349795"/>
                </a:cubicBezTo>
                <a:cubicBezTo>
                  <a:pt x="274570" y="2423039"/>
                  <a:pt x="289027" y="2497812"/>
                  <a:pt x="297712" y="2573079"/>
                </a:cubicBezTo>
                <a:cubicBezTo>
                  <a:pt x="335268" y="2898565"/>
                  <a:pt x="296311" y="2762948"/>
                  <a:pt x="382772" y="2987749"/>
                </a:cubicBezTo>
                <a:cubicBezTo>
                  <a:pt x="389860" y="3090530"/>
                  <a:pt x="393785" y="3193579"/>
                  <a:pt x="404037" y="3296093"/>
                </a:cubicBezTo>
                <a:cubicBezTo>
                  <a:pt x="407980" y="3335522"/>
                  <a:pt x="422012" y="3373563"/>
                  <a:pt x="425303" y="3413051"/>
                </a:cubicBezTo>
                <a:cubicBezTo>
                  <a:pt x="493856" y="4235673"/>
                  <a:pt x="388530" y="3376966"/>
                  <a:pt x="499730" y="4199861"/>
                </a:cubicBezTo>
                <a:cubicBezTo>
                  <a:pt x="525606" y="4885543"/>
                  <a:pt x="367474" y="4639255"/>
                  <a:pt x="595423" y="4816549"/>
                </a:cubicBezTo>
                <a:cubicBezTo>
                  <a:pt x="603336" y="4822704"/>
                  <a:pt x="609600" y="4830726"/>
                  <a:pt x="616689" y="4837814"/>
                </a:cubicBezTo>
                <a:cubicBezTo>
                  <a:pt x="666307" y="4937051"/>
                  <a:pt x="630866" y="4908697"/>
                  <a:pt x="701749" y="4944140"/>
                </a:cubicBezTo>
                <a:cubicBezTo>
                  <a:pt x="701820" y="4944259"/>
                  <a:pt x="736975" y="5012589"/>
                  <a:pt x="754912" y="5018568"/>
                </a:cubicBezTo>
                <a:cubicBezTo>
                  <a:pt x="789201" y="5029998"/>
                  <a:pt x="826484" y="5029904"/>
                  <a:pt x="861237" y="5039833"/>
                </a:cubicBezTo>
                <a:cubicBezTo>
                  <a:pt x="901125" y="5051229"/>
                  <a:pt x="936877" y="5078663"/>
                  <a:pt x="978196" y="5082363"/>
                </a:cubicBezTo>
                <a:cubicBezTo>
                  <a:pt x="1176005" y="5100077"/>
                  <a:pt x="1375145" y="5096540"/>
                  <a:pt x="1573619" y="5103628"/>
                </a:cubicBezTo>
                <a:cubicBezTo>
                  <a:pt x="2079954" y="5162052"/>
                  <a:pt x="1867100" y="5150631"/>
                  <a:pt x="2658140" y="5114261"/>
                </a:cubicBezTo>
                <a:cubicBezTo>
                  <a:pt x="2697723" y="5112441"/>
                  <a:pt x="2736287" y="5100986"/>
                  <a:pt x="2775098" y="5092995"/>
                </a:cubicBezTo>
                <a:cubicBezTo>
                  <a:pt x="2856805" y="5076173"/>
                  <a:pt x="2937311" y="5053236"/>
                  <a:pt x="3019647" y="5039833"/>
                </a:cubicBezTo>
                <a:cubicBezTo>
                  <a:pt x="3146853" y="5019125"/>
                  <a:pt x="3239714" y="5027346"/>
                  <a:pt x="3359889" y="4997302"/>
                </a:cubicBezTo>
                <a:cubicBezTo>
                  <a:pt x="3417526" y="4982893"/>
                  <a:pt x="3473303" y="4961861"/>
                  <a:pt x="3530010" y="4944140"/>
                </a:cubicBezTo>
                <a:cubicBezTo>
                  <a:pt x="3615070" y="4954772"/>
                  <a:pt x="3702363" y="4953950"/>
                  <a:pt x="3785191" y="4976037"/>
                </a:cubicBezTo>
                <a:cubicBezTo>
                  <a:pt x="3830044" y="4987998"/>
                  <a:pt x="3860739" y="5046102"/>
                  <a:pt x="3880884" y="5082363"/>
                </a:cubicBezTo>
                <a:cubicBezTo>
                  <a:pt x="3888581" y="5096218"/>
                  <a:pt x="3889638" y="5115162"/>
                  <a:pt x="3902149" y="5124893"/>
                </a:cubicBezTo>
                <a:cubicBezTo>
                  <a:pt x="3923455" y="5141464"/>
                  <a:pt x="3951768" y="5146158"/>
                  <a:pt x="3976577" y="5156791"/>
                </a:cubicBezTo>
                <a:cubicBezTo>
                  <a:pt x="3980368" y="5232615"/>
                  <a:pt x="4015719" y="5662830"/>
                  <a:pt x="3987210" y="5805377"/>
                </a:cubicBezTo>
                <a:cubicBezTo>
                  <a:pt x="3980054" y="5841158"/>
                  <a:pt x="3951768" y="5869172"/>
                  <a:pt x="3934047" y="5901070"/>
                </a:cubicBezTo>
                <a:cubicBezTo>
                  <a:pt x="3926959" y="5932968"/>
                  <a:pt x="3923949" y="5966055"/>
                  <a:pt x="3912782" y="5996763"/>
                </a:cubicBezTo>
                <a:cubicBezTo>
                  <a:pt x="3909356" y="6006184"/>
                  <a:pt x="3897077" y="6009687"/>
                  <a:pt x="3891516" y="6018028"/>
                </a:cubicBezTo>
                <a:cubicBezTo>
                  <a:pt x="3846995" y="6084807"/>
                  <a:pt x="3898918" y="6042524"/>
                  <a:pt x="3827721" y="6113721"/>
                </a:cubicBezTo>
                <a:cubicBezTo>
                  <a:pt x="3811573" y="6129869"/>
                  <a:pt x="3771360" y="6146522"/>
                  <a:pt x="3753293" y="6156251"/>
                </a:cubicBezTo>
                <a:cubicBezTo>
                  <a:pt x="3721165" y="6173551"/>
                  <a:pt x="3691030" y="6194788"/>
                  <a:pt x="3657600" y="6209414"/>
                </a:cubicBezTo>
                <a:cubicBezTo>
                  <a:pt x="3633961" y="6219756"/>
                  <a:pt x="3608784" y="6227556"/>
                  <a:pt x="3583172" y="6230679"/>
                </a:cubicBezTo>
                <a:cubicBezTo>
                  <a:pt x="3463091" y="6245323"/>
                  <a:pt x="3342601" y="6259698"/>
                  <a:pt x="3221665" y="6262577"/>
                </a:cubicBezTo>
                <a:cubicBezTo>
                  <a:pt x="2598025" y="6277426"/>
                  <a:pt x="1974112" y="6276754"/>
                  <a:pt x="1350335" y="6283842"/>
                </a:cubicBezTo>
                <a:cubicBezTo>
                  <a:pt x="955186" y="6441901"/>
                  <a:pt x="1206727" y="6358694"/>
                  <a:pt x="404037" y="6422065"/>
                </a:cubicBezTo>
                <a:lnTo>
                  <a:pt x="0" y="6453963"/>
                </a:lnTo>
                <a:cubicBezTo>
                  <a:pt x="11587" y="6491622"/>
                  <a:pt x="54809" y="6623325"/>
                  <a:pt x="63796" y="6677247"/>
                </a:cubicBezTo>
                <a:cubicBezTo>
                  <a:pt x="66627" y="6694235"/>
                  <a:pt x="96124" y="6953528"/>
                  <a:pt x="106326" y="6985591"/>
                </a:cubicBezTo>
                <a:cubicBezTo>
                  <a:pt x="117390" y="7020363"/>
                  <a:pt x="154849" y="7045091"/>
                  <a:pt x="159489" y="7081284"/>
                </a:cubicBezTo>
                <a:cubicBezTo>
                  <a:pt x="173010" y="7186746"/>
                  <a:pt x="159489" y="7293935"/>
                  <a:pt x="159489" y="7400261"/>
                </a:cubicBezTo>
              </a:path>
            </a:pathLst>
          </a:cu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endParaRPr>
          </a:p>
        </p:txBody>
      </p:sp>
      <p:pic>
        <p:nvPicPr>
          <p:cNvPr id="5" name="音频 4">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21839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up)">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7" fill="hold" display="0">
                  <p:stCondLst>
                    <p:cond delay="indefinite"/>
                  </p:stCondLst>
                  <p:endCondLst>
                    <p:cond evt="onStopAudio" delay="0">
                      <p:tgtEl>
                        <p:sldTgt/>
                      </p:tgtEl>
                    </p:cond>
                  </p:endCondLst>
                </p:cTn>
                <p:tgtEl>
                  <p:spTgt spid="5"/>
                </p:tgtEl>
              </p:cMediaNode>
            </p:audio>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p:cNvGrpSpPr/>
          <p:nvPr/>
        </p:nvGrpSpPr>
        <p:grpSpPr>
          <a:xfrm>
            <a:off x="11987538" y="3656213"/>
            <a:ext cx="10228267" cy="8442252"/>
            <a:chOff x="11987538" y="3656213"/>
            <a:chExt cx="10228267" cy="8442252"/>
          </a:xfrm>
        </p:grpSpPr>
        <p:grpSp>
          <p:nvGrpSpPr>
            <p:cNvPr id="37" name="组合 2"/>
            <p:cNvGrpSpPr/>
            <p:nvPr/>
          </p:nvGrpSpPr>
          <p:grpSpPr bwMode="auto">
            <a:xfrm>
              <a:off x="11987538" y="3656213"/>
              <a:ext cx="10228267" cy="8442252"/>
              <a:chOff x="4787900" y="2205038"/>
              <a:chExt cx="3581400" cy="3235325"/>
            </a:xfrm>
            <a:solidFill>
              <a:schemeClr val="bg1">
                <a:lumMod val="95000"/>
              </a:schemeClr>
            </a:solidFill>
          </p:grpSpPr>
          <p:sp>
            <p:nvSpPr>
              <p:cNvPr id="42" name="AutoShape 4"/>
              <p:cNvSpPr>
                <a:spLocks noChangeArrowheads="1"/>
              </p:cNvSpPr>
              <p:nvPr/>
            </p:nvSpPr>
            <p:spPr bwMode="auto">
              <a:xfrm>
                <a:off x="5245100" y="22399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入口</a:t>
                </a:r>
                <a:endParaRPr kumimoji="1" lang="zh-CN" altLang="en-US" sz="4800" dirty="0">
                  <a:latin typeface="Times New Roman" panose="02020603050405020304" pitchFamily="18" charset="0"/>
                  <a:cs typeface="Times New Roman" panose="02020603050405020304" pitchFamily="18" charset="0"/>
                </a:endParaRPr>
              </a:p>
            </p:txBody>
          </p:sp>
          <p:sp>
            <p:nvSpPr>
              <p:cNvPr id="43" name="AutoShape 5"/>
              <p:cNvSpPr>
                <a:spLocks noChangeArrowheads="1"/>
              </p:cNvSpPr>
              <p:nvPr/>
            </p:nvSpPr>
            <p:spPr bwMode="auto">
              <a:xfrm>
                <a:off x="5245100" y="49831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a:latin typeface="Times New Roman" panose="02020603050405020304" pitchFamily="18" charset="0"/>
                    <a:cs typeface="Times New Roman" panose="02020603050405020304" pitchFamily="18" charset="0"/>
                  </a:rPr>
                  <a:t>返回</a:t>
                </a:r>
                <a:endParaRPr kumimoji="1" lang="zh-CN" altLang="en-US" sz="4000">
                  <a:latin typeface="Times New Roman" panose="02020603050405020304" pitchFamily="18" charset="0"/>
                  <a:cs typeface="Times New Roman" panose="02020603050405020304" pitchFamily="18" charset="0"/>
                </a:endParaRPr>
              </a:p>
            </p:txBody>
          </p:sp>
          <p:sp>
            <p:nvSpPr>
              <p:cNvPr id="44" name="AutoShape 6"/>
              <p:cNvSpPr>
                <a:spLocks noChangeArrowheads="1"/>
              </p:cNvSpPr>
              <p:nvPr/>
            </p:nvSpPr>
            <p:spPr bwMode="auto">
              <a:xfrm>
                <a:off x="4787900" y="30019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dirty="0">
                    <a:latin typeface="Courier New" panose="02070309020205020404" pitchFamily="49" charset="0"/>
                    <a:cs typeface="Times New Roman" panose="02020603050405020304" pitchFamily="18" charset="0"/>
                  </a:rPr>
                  <a:t>(A&gt;1)&amp;&amp;(B==0</a:t>
                </a:r>
                <a:r>
                  <a:rPr kumimoji="1" lang="zh-CN" altLang="en-US" sz="2800" dirty="0">
                    <a:latin typeface="Courier New" panose="02070309020205020404" pitchFamily="49" charset="0"/>
                    <a:cs typeface="Times New Roman" panose="02020603050405020304" pitchFamily="18" charset="0"/>
                  </a:rPr>
                  <a:t>）</a:t>
                </a:r>
                <a:endParaRPr kumimoji="1" lang="zh-CN" altLang="en-US" sz="3600" dirty="0">
                  <a:latin typeface="Courier New" panose="02070309020205020404" pitchFamily="49" charset="0"/>
                  <a:cs typeface="Times New Roman" panose="02020603050405020304" pitchFamily="18" charset="0"/>
                </a:endParaRPr>
              </a:p>
            </p:txBody>
          </p:sp>
          <p:sp>
            <p:nvSpPr>
              <p:cNvPr id="45" name="AutoShape 7"/>
              <p:cNvSpPr>
                <a:spLocks noChangeArrowheads="1"/>
              </p:cNvSpPr>
              <p:nvPr/>
            </p:nvSpPr>
            <p:spPr bwMode="auto">
              <a:xfrm>
                <a:off x="4787900" y="40687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a:latin typeface="Courier New" panose="02070309020205020404" pitchFamily="49" charset="0"/>
                    <a:cs typeface="Times New Roman" panose="02020603050405020304" pitchFamily="18" charset="0"/>
                  </a:rPr>
                  <a:t>(A==2)||(X&gt;1</a:t>
                </a:r>
                <a:r>
                  <a:rPr kumimoji="1" lang="zh-CN" altLang="en-US" sz="2800">
                    <a:latin typeface="Courier New" panose="02070309020205020404" pitchFamily="49" charset="0"/>
                    <a:cs typeface="Times New Roman" panose="02020603050405020304" pitchFamily="18" charset="0"/>
                  </a:rPr>
                  <a:t>）</a:t>
                </a:r>
                <a:endParaRPr kumimoji="1" lang="zh-CN" altLang="en-US" sz="3600">
                  <a:latin typeface="Courier New" panose="02070309020205020404" pitchFamily="49" charset="0"/>
                  <a:cs typeface="Times New Roman" panose="02020603050405020304" pitchFamily="18" charset="0"/>
                </a:endParaRPr>
              </a:p>
            </p:txBody>
          </p:sp>
          <p:sp>
            <p:nvSpPr>
              <p:cNvPr id="46" name="Line 8"/>
              <p:cNvSpPr>
                <a:spLocks noChangeShapeType="1"/>
              </p:cNvSpPr>
              <p:nvPr/>
            </p:nvSpPr>
            <p:spPr bwMode="auto">
              <a:xfrm>
                <a:off x="5626100" y="2697163"/>
                <a:ext cx="0" cy="3048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7" name="Line 9"/>
              <p:cNvSpPr>
                <a:spLocks noChangeShapeType="1"/>
              </p:cNvSpPr>
              <p:nvPr/>
            </p:nvSpPr>
            <p:spPr bwMode="auto">
              <a:xfrm>
                <a:off x="5626100" y="3687763"/>
                <a:ext cx="0" cy="3810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8" name="Line 10"/>
              <p:cNvSpPr>
                <a:spLocks noChangeShapeType="1"/>
              </p:cNvSpPr>
              <p:nvPr/>
            </p:nvSpPr>
            <p:spPr bwMode="auto">
              <a:xfrm>
                <a:off x="5626100" y="4754563"/>
                <a:ext cx="0" cy="2286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9" name="AutoShape 11"/>
              <p:cNvSpPr>
                <a:spLocks noChangeArrowheads="1"/>
              </p:cNvSpPr>
              <p:nvPr/>
            </p:nvSpPr>
            <p:spPr bwMode="auto">
              <a:xfrm>
                <a:off x="6921500" y="2925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A</a:t>
                </a:r>
                <a:endParaRPr kumimoji="1" lang="en-US" altLang="zh-CN" sz="3600">
                  <a:latin typeface="Times New Roman" panose="02020603050405020304" pitchFamily="18" charset="0"/>
                  <a:cs typeface="Times New Roman" panose="02020603050405020304" pitchFamily="18" charset="0"/>
                </a:endParaRPr>
              </a:p>
            </p:txBody>
          </p:sp>
          <p:sp>
            <p:nvSpPr>
              <p:cNvPr id="50" name="AutoShape 12"/>
              <p:cNvSpPr>
                <a:spLocks noChangeArrowheads="1"/>
              </p:cNvSpPr>
              <p:nvPr/>
            </p:nvSpPr>
            <p:spPr bwMode="auto">
              <a:xfrm>
                <a:off x="6921500" y="4068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+ 1</a:t>
                </a:r>
                <a:endParaRPr kumimoji="1" lang="en-US" altLang="zh-CN" sz="3600">
                  <a:latin typeface="Times New Roman" panose="02020603050405020304" pitchFamily="18" charset="0"/>
                  <a:cs typeface="Times New Roman" panose="02020603050405020304" pitchFamily="18" charset="0"/>
                </a:endParaRPr>
              </a:p>
            </p:txBody>
          </p:sp>
          <p:sp>
            <p:nvSpPr>
              <p:cNvPr id="51" name="Line 13"/>
              <p:cNvSpPr>
                <a:spLocks noChangeShapeType="1"/>
              </p:cNvSpPr>
              <p:nvPr/>
            </p:nvSpPr>
            <p:spPr bwMode="auto">
              <a:xfrm>
                <a:off x="7607300" y="3535363"/>
                <a:ext cx="0" cy="3048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2" name="Line 14"/>
              <p:cNvSpPr>
                <a:spLocks noChangeShapeType="1"/>
              </p:cNvSpPr>
              <p:nvPr/>
            </p:nvSpPr>
            <p:spPr bwMode="auto">
              <a:xfrm flipH="1">
                <a:off x="5626100" y="38401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3" name="Line 15"/>
              <p:cNvSpPr>
                <a:spLocks noChangeShapeType="1"/>
              </p:cNvSpPr>
              <p:nvPr/>
            </p:nvSpPr>
            <p:spPr bwMode="auto">
              <a:xfrm>
                <a:off x="7607300" y="4678363"/>
                <a:ext cx="0" cy="1524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4" name="Line 16"/>
              <p:cNvSpPr>
                <a:spLocks noChangeShapeType="1"/>
              </p:cNvSpPr>
              <p:nvPr/>
            </p:nvSpPr>
            <p:spPr bwMode="auto">
              <a:xfrm flipH="1">
                <a:off x="5626100" y="48307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5" name="Line 17"/>
              <p:cNvSpPr>
                <a:spLocks noChangeShapeType="1"/>
              </p:cNvSpPr>
              <p:nvPr/>
            </p:nvSpPr>
            <p:spPr bwMode="auto">
              <a:xfrm>
                <a:off x="6540500" y="33067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6" name="Line 18"/>
              <p:cNvSpPr>
                <a:spLocks noChangeShapeType="1"/>
              </p:cNvSpPr>
              <p:nvPr/>
            </p:nvSpPr>
            <p:spPr bwMode="auto">
              <a:xfrm>
                <a:off x="6540500" y="43735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7" name="Text Box 19"/>
              <p:cNvSpPr txBox="1">
                <a:spLocks noChangeArrowheads="1"/>
              </p:cNvSpPr>
              <p:nvPr/>
            </p:nvSpPr>
            <p:spPr bwMode="auto">
              <a:xfrm>
                <a:off x="4893954" y="2205038"/>
                <a:ext cx="211757"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58" name="Text Box 20"/>
              <p:cNvSpPr txBox="1">
                <a:spLocks noChangeArrowheads="1"/>
              </p:cNvSpPr>
              <p:nvPr/>
            </p:nvSpPr>
            <p:spPr bwMode="auto">
              <a:xfrm>
                <a:off x="4884659" y="2814638"/>
                <a:ext cx="246222"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a</a:t>
                </a:r>
                <a:endParaRPr kumimoji="1" lang="en-US" altLang="zh-CN" sz="4800">
                  <a:latin typeface="Times New Roman" panose="02020603050405020304" pitchFamily="18" charset="0"/>
                  <a:cs typeface="Times New Roman" panose="02020603050405020304" pitchFamily="18" charset="0"/>
                </a:endParaRPr>
              </a:p>
            </p:txBody>
          </p:sp>
          <p:sp>
            <p:nvSpPr>
              <p:cNvPr id="59" name="Text Box 21"/>
              <p:cNvSpPr txBox="1">
                <a:spLocks noChangeArrowheads="1"/>
              </p:cNvSpPr>
              <p:nvPr/>
            </p:nvSpPr>
            <p:spPr bwMode="auto">
              <a:xfrm>
                <a:off x="4960773" y="38052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b</a:t>
                </a:r>
                <a:endParaRPr kumimoji="1" lang="en-US" altLang="zh-CN" sz="4800">
                  <a:latin typeface="Times New Roman" panose="02020603050405020304" pitchFamily="18" charset="0"/>
                  <a:cs typeface="Times New Roman" panose="02020603050405020304" pitchFamily="18" charset="0"/>
                </a:endParaRPr>
              </a:p>
            </p:txBody>
          </p:sp>
          <p:sp>
            <p:nvSpPr>
              <p:cNvPr id="60" name="Text Box 22"/>
              <p:cNvSpPr txBox="1">
                <a:spLocks noChangeArrowheads="1"/>
              </p:cNvSpPr>
              <p:nvPr/>
            </p:nvSpPr>
            <p:spPr bwMode="auto">
              <a:xfrm>
                <a:off x="4884573" y="48720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d</a:t>
                </a:r>
                <a:endParaRPr kumimoji="1" lang="en-US" altLang="zh-CN" sz="4800">
                  <a:latin typeface="Times New Roman" panose="02020603050405020304" pitchFamily="18" charset="0"/>
                  <a:cs typeface="Times New Roman" panose="02020603050405020304" pitchFamily="18" charset="0"/>
                </a:endParaRPr>
              </a:p>
            </p:txBody>
          </p:sp>
          <p:sp>
            <p:nvSpPr>
              <p:cNvPr id="61" name="Text Box 23"/>
              <p:cNvSpPr txBox="1">
                <a:spLocks noChangeArrowheads="1"/>
              </p:cNvSpPr>
              <p:nvPr/>
            </p:nvSpPr>
            <p:spPr bwMode="auto">
              <a:xfrm>
                <a:off x="8017675" y="2536726"/>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62" name="Text Box 24"/>
              <p:cNvSpPr txBox="1">
                <a:spLocks noChangeArrowheads="1"/>
              </p:cNvSpPr>
              <p:nvPr/>
            </p:nvSpPr>
            <p:spPr bwMode="auto">
              <a:xfrm>
                <a:off x="8093875" y="3751852"/>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grpSp>
        <p:sp>
          <p:nvSpPr>
            <p:cNvPr id="38" name="Rectangle 37"/>
            <p:cNvSpPr/>
            <p:nvPr/>
          </p:nvSpPr>
          <p:spPr>
            <a:xfrm>
              <a:off x="13010509" y="5566882"/>
              <a:ext cx="877163" cy="923330"/>
            </a:xfrm>
            <a:prstGeom prst="rect">
              <a:avLst/>
            </a:prstGeom>
            <a:noFill/>
          </p:spPr>
          <p:txBody>
            <a:bodyPr wrap="none" lIns="91440" tIns="45720" rIns="91440" bIns="45720">
              <a:spAutoFit/>
            </a:bodyPr>
            <a:lstStyle/>
            <a:p>
              <a:pPr algn="ctr"/>
              <a:r>
                <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①</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39" name="Rectangle 38"/>
            <p:cNvSpPr/>
            <p:nvPr/>
          </p:nvSpPr>
          <p:spPr>
            <a:xfrm>
              <a:off x="14899455" y="5566882"/>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②</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0" name="Rectangle 39"/>
            <p:cNvSpPr/>
            <p:nvPr/>
          </p:nvSpPr>
          <p:spPr>
            <a:xfrm>
              <a:off x="13070740"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③</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1" name="Rectangle 40"/>
            <p:cNvSpPr/>
            <p:nvPr/>
          </p:nvSpPr>
          <p:spPr>
            <a:xfrm>
              <a:off x="14899455"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④</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grpSp>
      <p:sp>
        <p:nvSpPr>
          <p:cNvPr id="33" name="Rectangle 3"/>
          <p:cNvSpPr txBox="1">
            <a:spLocks noChangeArrowheads="1"/>
          </p:cNvSpPr>
          <p:nvPr/>
        </p:nvSpPr>
        <p:spPr>
          <a:xfrm>
            <a:off x="2747200" y="2959079"/>
            <a:ext cx="7423546" cy="238817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a:t>
            </a:r>
            <a:endParaRPr lang="en-US" altLang="zh-CN" sz="4800" b="1" dirty="0"/>
          </a:p>
          <a:p>
            <a:pPr marL="1270000" lvl="2" indent="0">
              <a:buNone/>
            </a:pPr>
            <a:endParaRPr lang="en-US" altLang="zh-CN" sz="4800" dirty="0">
              <a:solidFill>
                <a:srgbClr val="FF0000"/>
              </a:solidFill>
            </a:endParaRPr>
          </a:p>
          <a:p>
            <a:pPr marL="1270000" lvl="2" indent="0">
              <a:buNone/>
            </a:pPr>
            <a:endParaRPr lang="zh-CN" altLang="en-US" sz="4800" dirty="0"/>
          </a:p>
        </p:txBody>
      </p:sp>
      <p:graphicFrame>
        <p:nvGraphicFramePr>
          <p:cNvPr id="3" name="Table 2"/>
          <p:cNvGraphicFramePr>
            <a:graphicFrameLocks noGrp="1"/>
          </p:cNvGraphicFramePr>
          <p:nvPr/>
        </p:nvGraphicFramePr>
        <p:xfrm>
          <a:off x="2747200" y="5196676"/>
          <a:ext cx="6709964" cy="1920240"/>
        </p:xfrm>
        <a:graphic>
          <a:graphicData uri="http://schemas.openxmlformats.org/drawingml/2006/table">
            <a:tbl>
              <a:tblPr firstRow="1" bandRow="1">
                <a:tableStyleId>{F5AB1C69-6EDB-4FF4-983F-18BD219EF322}</a:tableStyleId>
              </a:tblPr>
              <a:tblGrid>
                <a:gridCol w="1677491"/>
                <a:gridCol w="1677491"/>
                <a:gridCol w="1677491"/>
                <a:gridCol w="1677491"/>
              </a:tblGrid>
              <a:tr h="0">
                <a:tc>
                  <a:txBody>
                    <a:bodyPr/>
                    <a:lstStyle/>
                    <a:p>
                      <a:r>
                        <a:rPr lang="en-US" altLang="zh-CN" sz="3600" dirty="0"/>
                        <a:t>ID</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A</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B</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X</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dirty="0">
                          <a:solidFill>
                            <a:srgbClr val="00A2FF"/>
                          </a:solidFill>
                        </a:rPr>
                        <a:t>1</a:t>
                      </a:r>
                      <a:endParaRPr lang="zh-CN" altLang="en-US" sz="3600" b="1" dirty="0">
                        <a:solidFill>
                          <a:srgbClr val="00A2FF"/>
                        </a:solidFill>
                        <a:latin typeface="Times New Roman" panose="02020603050405020304" pitchFamily="18" charset="0"/>
                        <a:cs typeface="Times New Roman" panose="02020603050405020304" pitchFamily="18" charset="0"/>
                      </a:endParaRPr>
                    </a:p>
                  </a:txBody>
                  <a:tcPr/>
                </a:tc>
                <a:tc>
                  <a:txBody>
                    <a:bodyPr/>
                    <a:lstStyle/>
                    <a:p>
                      <a:r>
                        <a:rPr lang="en-US" altLang="zh-CN" sz="3600" dirty="0">
                          <a:solidFill>
                            <a:srgbClr val="00A2FF"/>
                          </a:solidFill>
                        </a:rPr>
                        <a:t>2</a:t>
                      </a:r>
                      <a:endParaRPr lang="zh-CN" altLang="en-US" sz="3600" b="1" dirty="0">
                        <a:solidFill>
                          <a:srgbClr val="00A2FF"/>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00A2FF"/>
                          </a:solidFill>
                          <a:latin typeface="Times New Roman" panose="02020603050405020304" pitchFamily="18" charset="0"/>
                          <a:cs typeface="Times New Roman" panose="02020603050405020304" pitchFamily="18" charset="0"/>
                        </a:rPr>
                        <a:t>0</a:t>
                      </a:r>
                      <a:endParaRPr lang="zh-CN" altLang="en-US" sz="3600" b="1" dirty="0">
                        <a:solidFill>
                          <a:srgbClr val="00A2FF"/>
                        </a:solidFill>
                        <a:latin typeface="Times New Roman" panose="02020603050405020304" pitchFamily="18" charset="0"/>
                        <a:cs typeface="Times New Roman" panose="02020603050405020304" pitchFamily="18" charset="0"/>
                      </a:endParaRPr>
                    </a:p>
                  </a:txBody>
                  <a:tcPr/>
                </a:tc>
                <a:tc>
                  <a:txBody>
                    <a:bodyPr/>
                    <a:lstStyle/>
                    <a:p>
                      <a:r>
                        <a:rPr lang="en-US" altLang="zh-CN" sz="3600" dirty="0">
                          <a:solidFill>
                            <a:srgbClr val="00A2FF"/>
                          </a:solidFill>
                        </a:rPr>
                        <a:t>4</a:t>
                      </a:r>
                      <a:endParaRPr lang="zh-CN" altLang="en-US" sz="3600" b="1" dirty="0">
                        <a:solidFill>
                          <a:srgbClr val="00A2FF"/>
                        </a:solidFill>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2</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3</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1</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2</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r>
            </a:tbl>
          </a:graphicData>
        </a:graphic>
      </p:graphicFrame>
      <p:cxnSp>
        <p:nvCxnSpPr>
          <p:cNvPr id="20" name="Straight Arrow Connector 19"/>
          <p:cNvCxnSpPr/>
          <p:nvPr/>
        </p:nvCxnSpPr>
        <p:spPr>
          <a:xfrm>
            <a:off x="14086606" y="4099569"/>
            <a:ext cx="16569" cy="7451672"/>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63" name="Rectangle 3"/>
          <p:cNvSpPr txBox="1">
            <a:spLocks noChangeArrowheads="1"/>
          </p:cNvSpPr>
          <p:nvPr/>
        </p:nvSpPr>
        <p:spPr>
          <a:xfrm>
            <a:off x="2747200" y="7559204"/>
            <a:ext cx="7423546" cy="5593270"/>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测试用例执行路径</a:t>
            </a:r>
            <a:endParaRPr lang="en-US" altLang="zh-CN" sz="4800" b="1" dirty="0"/>
          </a:p>
          <a:p>
            <a:pPr lvl="2"/>
            <a:r>
              <a:rPr lang="en-US" altLang="zh-CN" sz="4800" dirty="0" err="1">
                <a:solidFill>
                  <a:schemeClr val="accent1"/>
                </a:solidFill>
              </a:rPr>
              <a:t>sabed</a:t>
            </a:r>
            <a:r>
              <a:rPr lang="en-US" altLang="zh-CN" sz="4800" dirty="0">
                <a:solidFill>
                  <a:schemeClr val="accent1"/>
                </a:solidFill>
              </a:rPr>
              <a:t> [</a:t>
            </a:r>
            <a:r>
              <a:rPr lang="zh-CN" altLang="en-US" sz="4800" dirty="0">
                <a:solidFill>
                  <a:schemeClr val="accent1"/>
                </a:solidFill>
              </a:rPr>
              <a:t>真真真真</a:t>
            </a:r>
            <a:r>
              <a:rPr lang="en-US" altLang="zh-CN" sz="4800" dirty="0">
                <a:solidFill>
                  <a:schemeClr val="accent1"/>
                </a:solidFill>
              </a:rPr>
              <a:t>]</a:t>
            </a:r>
            <a:endParaRPr lang="en-US" altLang="zh-CN" sz="4800" dirty="0">
              <a:solidFill>
                <a:schemeClr val="accent1"/>
              </a:solidFill>
            </a:endParaRPr>
          </a:p>
          <a:p>
            <a:pPr lvl="2"/>
            <a:r>
              <a:rPr lang="en-US" altLang="zh-CN" sz="4800" dirty="0" err="1">
                <a:solidFill>
                  <a:srgbClr val="FF0000"/>
                </a:solidFill>
              </a:rPr>
              <a:t>Sabd</a:t>
            </a:r>
            <a:r>
              <a:rPr lang="en-US" altLang="zh-CN" sz="4800" dirty="0">
                <a:solidFill>
                  <a:srgbClr val="FF0000"/>
                </a:solidFill>
              </a:rPr>
              <a:t>   [</a:t>
            </a:r>
            <a:r>
              <a:rPr lang="zh-CN" altLang="en-US" sz="4800" dirty="0">
                <a:solidFill>
                  <a:srgbClr val="FF0000"/>
                </a:solidFill>
              </a:rPr>
              <a:t>真假假假</a:t>
            </a:r>
            <a:r>
              <a:rPr lang="en-US" altLang="zh-CN" sz="4800" dirty="0">
                <a:solidFill>
                  <a:srgbClr val="FF0000"/>
                </a:solidFill>
              </a:rPr>
              <a:t>]</a:t>
            </a:r>
            <a:endParaRPr lang="en-US" altLang="zh-CN" sz="4800" dirty="0">
              <a:solidFill>
                <a:srgbClr val="FF0000"/>
              </a:solidFill>
            </a:endParaRPr>
          </a:p>
          <a:p>
            <a:pPr marL="1270000" lvl="2" indent="0">
              <a:buNone/>
            </a:pPr>
            <a:endParaRPr lang="zh-CN" altLang="en-US" sz="4800" dirty="0"/>
          </a:p>
        </p:txBody>
      </p:sp>
      <p:sp>
        <p:nvSpPr>
          <p:cNvPr id="64"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a:t>
            </a:r>
            <a:r>
              <a:rPr lang="en-US" altLang="zh-CN" dirty="0"/>
              <a:t>/</a:t>
            </a:r>
            <a:r>
              <a:rPr lang="zh-CN" altLang="en-US" dirty="0"/>
              <a:t>判定覆盖</a:t>
            </a:r>
            <a:endParaRPr lang="zh-CN" altLang="en-US" dirty="0"/>
          </a:p>
        </p:txBody>
      </p:sp>
      <p:sp>
        <p:nvSpPr>
          <p:cNvPr id="65"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sp>
        <p:nvSpPr>
          <p:cNvPr id="2" name="Rectangle 1"/>
          <p:cNvSpPr/>
          <p:nvPr/>
        </p:nvSpPr>
        <p:spPr>
          <a:xfrm>
            <a:off x="12780685" y="1914284"/>
            <a:ext cx="8648522" cy="769441"/>
          </a:xfrm>
          <a:prstGeom prst="rect">
            <a:avLst/>
          </a:prstGeom>
        </p:spPr>
        <p:txBody>
          <a:bodyPr wrap="none">
            <a:spAutoFit/>
          </a:bodyPr>
          <a:lstStyle/>
          <a:p>
            <a:r>
              <a:rPr lang="zh-CN" altLang="en-US" sz="4400" dirty="0"/>
              <a:t>判定覆盖但是条件不覆盖的例子？</a:t>
            </a:r>
            <a:endParaRPr lang="en-US" altLang="zh-CN" sz="4400" dirty="0"/>
          </a:p>
        </p:txBody>
      </p:sp>
      <p:sp>
        <p:nvSpPr>
          <p:cNvPr id="66" name="Freeform: Shape 65"/>
          <p:cNvSpPr/>
          <p:nvPr/>
        </p:nvSpPr>
        <p:spPr>
          <a:xfrm>
            <a:off x="14241045" y="4126622"/>
            <a:ext cx="5855083" cy="8020878"/>
          </a:xfrm>
          <a:custGeom>
            <a:avLst/>
            <a:gdLst>
              <a:gd name="connsiteX0" fmla="*/ 208722 w 5855083"/>
              <a:gd name="connsiteY0" fmla="*/ 0 h 8020878"/>
              <a:gd name="connsiteX1" fmla="*/ 178905 w 5855083"/>
              <a:gd name="connsiteY1" fmla="*/ 79513 h 8020878"/>
              <a:gd name="connsiteX2" fmla="*/ 159027 w 5855083"/>
              <a:gd name="connsiteY2" fmla="*/ 119269 h 8020878"/>
              <a:gd name="connsiteX3" fmla="*/ 89453 w 5855083"/>
              <a:gd name="connsiteY3" fmla="*/ 437321 h 8020878"/>
              <a:gd name="connsiteX4" fmla="*/ 69574 w 5855083"/>
              <a:gd name="connsiteY4" fmla="*/ 685800 h 8020878"/>
              <a:gd name="connsiteX5" fmla="*/ 39757 w 5855083"/>
              <a:gd name="connsiteY5" fmla="*/ 795130 h 8020878"/>
              <a:gd name="connsiteX6" fmla="*/ 0 w 5855083"/>
              <a:gd name="connsiteY6" fmla="*/ 1073426 h 8020878"/>
              <a:gd name="connsiteX7" fmla="*/ 29818 w 5855083"/>
              <a:gd name="connsiteY7" fmla="*/ 1461052 h 8020878"/>
              <a:gd name="connsiteX8" fmla="*/ 79513 w 5855083"/>
              <a:gd name="connsiteY8" fmla="*/ 1769165 h 8020878"/>
              <a:gd name="connsiteX9" fmla="*/ 99392 w 5855083"/>
              <a:gd name="connsiteY9" fmla="*/ 1997765 h 8020878"/>
              <a:gd name="connsiteX10" fmla="*/ 139148 w 5855083"/>
              <a:gd name="connsiteY10" fmla="*/ 2126973 h 8020878"/>
              <a:gd name="connsiteX11" fmla="*/ 159027 w 5855083"/>
              <a:gd name="connsiteY11" fmla="*/ 2206487 h 8020878"/>
              <a:gd name="connsiteX12" fmla="*/ 188844 w 5855083"/>
              <a:gd name="connsiteY12" fmla="*/ 2276060 h 8020878"/>
              <a:gd name="connsiteX13" fmla="*/ 248479 w 5855083"/>
              <a:gd name="connsiteY13" fmla="*/ 2375452 h 8020878"/>
              <a:gd name="connsiteX14" fmla="*/ 288235 w 5855083"/>
              <a:gd name="connsiteY14" fmla="*/ 2425147 h 8020878"/>
              <a:gd name="connsiteX15" fmla="*/ 447261 w 5855083"/>
              <a:gd name="connsiteY15" fmla="*/ 2484782 h 8020878"/>
              <a:gd name="connsiteX16" fmla="*/ 695740 w 5855083"/>
              <a:gd name="connsiteY16" fmla="*/ 2534478 h 8020878"/>
              <a:gd name="connsiteX17" fmla="*/ 1848679 w 5855083"/>
              <a:gd name="connsiteY17" fmla="*/ 2514600 h 8020878"/>
              <a:gd name="connsiteX18" fmla="*/ 1958009 w 5855083"/>
              <a:gd name="connsiteY18" fmla="*/ 2494721 h 8020878"/>
              <a:gd name="connsiteX19" fmla="*/ 2186609 w 5855083"/>
              <a:gd name="connsiteY19" fmla="*/ 2464904 h 8020878"/>
              <a:gd name="connsiteX20" fmla="*/ 2723322 w 5855083"/>
              <a:gd name="connsiteY20" fmla="*/ 2415208 h 8020878"/>
              <a:gd name="connsiteX21" fmla="*/ 3568148 w 5855083"/>
              <a:gd name="connsiteY21" fmla="*/ 2395330 h 8020878"/>
              <a:gd name="connsiteX22" fmla="*/ 3687418 w 5855083"/>
              <a:gd name="connsiteY22" fmla="*/ 2375452 h 8020878"/>
              <a:gd name="connsiteX23" fmla="*/ 3896140 w 5855083"/>
              <a:gd name="connsiteY23" fmla="*/ 2355573 h 8020878"/>
              <a:gd name="connsiteX24" fmla="*/ 4075044 w 5855083"/>
              <a:gd name="connsiteY24" fmla="*/ 2315817 h 8020878"/>
              <a:gd name="connsiteX25" fmla="*/ 4631635 w 5855083"/>
              <a:gd name="connsiteY25" fmla="*/ 2355573 h 8020878"/>
              <a:gd name="connsiteX26" fmla="*/ 4919870 w 5855083"/>
              <a:gd name="connsiteY26" fmla="*/ 2395330 h 8020878"/>
              <a:gd name="connsiteX27" fmla="*/ 5009322 w 5855083"/>
              <a:gd name="connsiteY27" fmla="*/ 2425147 h 8020878"/>
              <a:gd name="connsiteX28" fmla="*/ 5029200 w 5855083"/>
              <a:gd name="connsiteY28" fmla="*/ 2474843 h 8020878"/>
              <a:gd name="connsiteX29" fmla="*/ 5118653 w 5855083"/>
              <a:gd name="connsiteY29" fmla="*/ 2494721 h 8020878"/>
              <a:gd name="connsiteX30" fmla="*/ 5138531 w 5855083"/>
              <a:gd name="connsiteY30" fmla="*/ 2514600 h 8020878"/>
              <a:gd name="connsiteX31" fmla="*/ 5198166 w 5855083"/>
              <a:gd name="connsiteY31" fmla="*/ 2534478 h 8020878"/>
              <a:gd name="connsiteX32" fmla="*/ 5218044 w 5855083"/>
              <a:gd name="connsiteY32" fmla="*/ 2584173 h 8020878"/>
              <a:gd name="connsiteX33" fmla="*/ 5237922 w 5855083"/>
              <a:gd name="connsiteY33" fmla="*/ 2623930 h 8020878"/>
              <a:gd name="connsiteX34" fmla="*/ 5257800 w 5855083"/>
              <a:gd name="connsiteY34" fmla="*/ 2683565 h 8020878"/>
              <a:gd name="connsiteX35" fmla="*/ 5307496 w 5855083"/>
              <a:gd name="connsiteY35" fmla="*/ 2703443 h 8020878"/>
              <a:gd name="connsiteX36" fmla="*/ 5347253 w 5855083"/>
              <a:gd name="connsiteY36" fmla="*/ 2872408 h 8020878"/>
              <a:gd name="connsiteX37" fmla="*/ 5367131 w 5855083"/>
              <a:gd name="connsiteY37" fmla="*/ 2892287 h 8020878"/>
              <a:gd name="connsiteX38" fmla="*/ 5406887 w 5855083"/>
              <a:gd name="connsiteY38" fmla="*/ 3061252 h 8020878"/>
              <a:gd name="connsiteX39" fmla="*/ 5377070 w 5855083"/>
              <a:gd name="connsiteY39" fmla="*/ 3170582 h 8020878"/>
              <a:gd name="connsiteX40" fmla="*/ 5337313 w 5855083"/>
              <a:gd name="connsiteY40" fmla="*/ 3269973 h 8020878"/>
              <a:gd name="connsiteX41" fmla="*/ 5317435 w 5855083"/>
              <a:gd name="connsiteY41" fmla="*/ 3289852 h 8020878"/>
              <a:gd name="connsiteX42" fmla="*/ 5267740 w 5855083"/>
              <a:gd name="connsiteY42" fmla="*/ 3309730 h 8020878"/>
              <a:gd name="connsiteX43" fmla="*/ 5208105 w 5855083"/>
              <a:gd name="connsiteY43" fmla="*/ 3399182 h 8020878"/>
              <a:gd name="connsiteX44" fmla="*/ 5148470 w 5855083"/>
              <a:gd name="connsiteY44" fmla="*/ 3419060 h 8020878"/>
              <a:gd name="connsiteX45" fmla="*/ 5059018 w 5855083"/>
              <a:gd name="connsiteY45" fmla="*/ 3488634 h 8020878"/>
              <a:gd name="connsiteX46" fmla="*/ 4562061 w 5855083"/>
              <a:gd name="connsiteY46" fmla="*/ 3568147 h 8020878"/>
              <a:gd name="connsiteX47" fmla="*/ 4283766 w 5855083"/>
              <a:gd name="connsiteY47" fmla="*/ 3597965 h 8020878"/>
              <a:gd name="connsiteX48" fmla="*/ 3945835 w 5855083"/>
              <a:gd name="connsiteY48" fmla="*/ 3687417 h 8020878"/>
              <a:gd name="connsiteX49" fmla="*/ 3896140 w 5855083"/>
              <a:gd name="connsiteY49" fmla="*/ 3707295 h 8020878"/>
              <a:gd name="connsiteX50" fmla="*/ 3597966 w 5855083"/>
              <a:gd name="connsiteY50" fmla="*/ 3727173 h 8020878"/>
              <a:gd name="connsiteX51" fmla="*/ 3339548 w 5855083"/>
              <a:gd name="connsiteY51" fmla="*/ 3747052 h 8020878"/>
              <a:gd name="connsiteX52" fmla="*/ 2912166 w 5855083"/>
              <a:gd name="connsiteY52" fmla="*/ 3806687 h 8020878"/>
              <a:gd name="connsiteX53" fmla="*/ 1252331 w 5855083"/>
              <a:gd name="connsiteY53" fmla="*/ 3826565 h 8020878"/>
              <a:gd name="connsiteX54" fmla="*/ 1083366 w 5855083"/>
              <a:gd name="connsiteY54" fmla="*/ 3846443 h 8020878"/>
              <a:gd name="connsiteX55" fmla="*/ 884583 w 5855083"/>
              <a:gd name="connsiteY55" fmla="*/ 3866321 h 8020878"/>
              <a:gd name="connsiteX56" fmla="*/ 824948 w 5855083"/>
              <a:gd name="connsiteY56" fmla="*/ 3916017 h 8020878"/>
              <a:gd name="connsiteX57" fmla="*/ 675861 w 5855083"/>
              <a:gd name="connsiteY57" fmla="*/ 3935895 h 8020878"/>
              <a:gd name="connsiteX58" fmla="*/ 566531 w 5855083"/>
              <a:gd name="connsiteY58" fmla="*/ 3955773 h 8020878"/>
              <a:gd name="connsiteX59" fmla="*/ 387627 w 5855083"/>
              <a:gd name="connsiteY59" fmla="*/ 4025347 h 8020878"/>
              <a:gd name="connsiteX60" fmla="*/ 347870 w 5855083"/>
              <a:gd name="connsiteY60" fmla="*/ 4045226 h 8020878"/>
              <a:gd name="connsiteX61" fmla="*/ 278296 w 5855083"/>
              <a:gd name="connsiteY61" fmla="*/ 4104860 h 8020878"/>
              <a:gd name="connsiteX62" fmla="*/ 258418 w 5855083"/>
              <a:gd name="connsiteY62" fmla="*/ 4124739 h 8020878"/>
              <a:gd name="connsiteX63" fmla="*/ 238540 w 5855083"/>
              <a:gd name="connsiteY63" fmla="*/ 4164495 h 8020878"/>
              <a:gd name="connsiteX64" fmla="*/ 218661 w 5855083"/>
              <a:gd name="connsiteY64" fmla="*/ 4214191 h 8020878"/>
              <a:gd name="connsiteX65" fmla="*/ 178905 w 5855083"/>
              <a:gd name="connsiteY65" fmla="*/ 4323521 h 8020878"/>
              <a:gd name="connsiteX66" fmla="*/ 159027 w 5855083"/>
              <a:gd name="connsiteY66" fmla="*/ 4343400 h 8020878"/>
              <a:gd name="connsiteX67" fmla="*/ 149087 w 5855083"/>
              <a:gd name="connsiteY67" fmla="*/ 4860234 h 8020878"/>
              <a:gd name="connsiteX68" fmla="*/ 208722 w 5855083"/>
              <a:gd name="connsiteY68" fmla="*/ 4969565 h 8020878"/>
              <a:gd name="connsiteX69" fmla="*/ 228600 w 5855083"/>
              <a:gd name="connsiteY69" fmla="*/ 5019260 h 8020878"/>
              <a:gd name="connsiteX70" fmla="*/ 278296 w 5855083"/>
              <a:gd name="connsiteY70" fmla="*/ 5059017 h 8020878"/>
              <a:gd name="connsiteX71" fmla="*/ 337931 w 5855083"/>
              <a:gd name="connsiteY71" fmla="*/ 5118652 h 8020878"/>
              <a:gd name="connsiteX72" fmla="*/ 377687 w 5855083"/>
              <a:gd name="connsiteY72" fmla="*/ 5138530 h 8020878"/>
              <a:gd name="connsiteX73" fmla="*/ 427383 w 5855083"/>
              <a:gd name="connsiteY73" fmla="*/ 5158408 h 8020878"/>
              <a:gd name="connsiteX74" fmla="*/ 506896 w 5855083"/>
              <a:gd name="connsiteY74" fmla="*/ 5208104 h 8020878"/>
              <a:gd name="connsiteX75" fmla="*/ 1679713 w 5855083"/>
              <a:gd name="connsiteY75" fmla="*/ 5168347 h 8020878"/>
              <a:gd name="connsiteX76" fmla="*/ 2057400 w 5855083"/>
              <a:gd name="connsiteY76" fmla="*/ 5118652 h 8020878"/>
              <a:gd name="connsiteX77" fmla="*/ 2256183 w 5855083"/>
              <a:gd name="connsiteY77" fmla="*/ 5098773 h 8020878"/>
              <a:gd name="connsiteX78" fmla="*/ 2395331 w 5855083"/>
              <a:gd name="connsiteY78" fmla="*/ 5049078 h 8020878"/>
              <a:gd name="connsiteX79" fmla="*/ 2554357 w 5855083"/>
              <a:gd name="connsiteY79" fmla="*/ 5029200 h 8020878"/>
              <a:gd name="connsiteX80" fmla="*/ 2693505 w 5855083"/>
              <a:gd name="connsiteY80" fmla="*/ 5009321 h 8020878"/>
              <a:gd name="connsiteX81" fmla="*/ 3101009 w 5855083"/>
              <a:gd name="connsiteY81" fmla="*/ 4939747 h 8020878"/>
              <a:gd name="connsiteX82" fmla="*/ 3438940 w 5855083"/>
              <a:gd name="connsiteY82" fmla="*/ 4890052 h 8020878"/>
              <a:gd name="connsiteX83" fmla="*/ 3756992 w 5855083"/>
              <a:gd name="connsiteY83" fmla="*/ 4840356 h 8020878"/>
              <a:gd name="connsiteX84" fmla="*/ 4959627 w 5855083"/>
              <a:gd name="connsiteY84" fmla="*/ 4880113 h 8020878"/>
              <a:gd name="connsiteX85" fmla="*/ 5088835 w 5855083"/>
              <a:gd name="connsiteY85" fmla="*/ 4919869 h 8020878"/>
              <a:gd name="connsiteX86" fmla="*/ 5168348 w 5855083"/>
              <a:gd name="connsiteY86" fmla="*/ 4939747 h 8020878"/>
              <a:gd name="connsiteX87" fmla="*/ 5188227 w 5855083"/>
              <a:gd name="connsiteY87" fmla="*/ 4989443 h 8020878"/>
              <a:gd name="connsiteX88" fmla="*/ 5257800 w 5855083"/>
              <a:gd name="connsiteY88" fmla="*/ 5009321 h 8020878"/>
              <a:gd name="connsiteX89" fmla="*/ 5277679 w 5855083"/>
              <a:gd name="connsiteY89" fmla="*/ 5029200 h 8020878"/>
              <a:gd name="connsiteX90" fmla="*/ 5367131 w 5855083"/>
              <a:gd name="connsiteY90" fmla="*/ 5088834 h 8020878"/>
              <a:gd name="connsiteX91" fmla="*/ 5446644 w 5855083"/>
              <a:gd name="connsiteY91" fmla="*/ 5128591 h 8020878"/>
              <a:gd name="connsiteX92" fmla="*/ 5486400 w 5855083"/>
              <a:gd name="connsiteY92" fmla="*/ 5178287 h 8020878"/>
              <a:gd name="connsiteX93" fmla="*/ 5536096 w 5855083"/>
              <a:gd name="connsiteY93" fmla="*/ 5198165 h 8020878"/>
              <a:gd name="connsiteX94" fmla="*/ 5575853 w 5855083"/>
              <a:gd name="connsiteY94" fmla="*/ 5218043 h 8020878"/>
              <a:gd name="connsiteX95" fmla="*/ 5595731 w 5855083"/>
              <a:gd name="connsiteY95" fmla="*/ 5277678 h 8020878"/>
              <a:gd name="connsiteX96" fmla="*/ 5685183 w 5855083"/>
              <a:gd name="connsiteY96" fmla="*/ 5327373 h 8020878"/>
              <a:gd name="connsiteX97" fmla="*/ 5744818 w 5855083"/>
              <a:gd name="connsiteY97" fmla="*/ 5426765 h 8020878"/>
              <a:gd name="connsiteX98" fmla="*/ 5764696 w 5855083"/>
              <a:gd name="connsiteY98" fmla="*/ 5496339 h 8020878"/>
              <a:gd name="connsiteX99" fmla="*/ 5854148 w 5855083"/>
              <a:gd name="connsiteY99" fmla="*/ 5705060 h 8020878"/>
              <a:gd name="connsiteX100" fmla="*/ 5794513 w 5855083"/>
              <a:gd name="connsiteY100" fmla="*/ 6003234 h 8020878"/>
              <a:gd name="connsiteX101" fmla="*/ 5774635 w 5855083"/>
              <a:gd name="connsiteY101" fmla="*/ 6042991 h 8020878"/>
              <a:gd name="connsiteX102" fmla="*/ 5754757 w 5855083"/>
              <a:gd name="connsiteY102" fmla="*/ 6092687 h 8020878"/>
              <a:gd name="connsiteX103" fmla="*/ 5705061 w 5855083"/>
              <a:gd name="connsiteY103" fmla="*/ 6112565 h 8020878"/>
              <a:gd name="connsiteX104" fmla="*/ 5665305 w 5855083"/>
              <a:gd name="connsiteY104" fmla="*/ 6132443 h 8020878"/>
              <a:gd name="connsiteX105" fmla="*/ 5635487 w 5855083"/>
              <a:gd name="connsiteY105" fmla="*/ 6172200 h 8020878"/>
              <a:gd name="connsiteX106" fmla="*/ 5406887 w 5855083"/>
              <a:gd name="connsiteY106" fmla="*/ 6221895 h 8020878"/>
              <a:gd name="connsiteX107" fmla="*/ 4383157 w 5855083"/>
              <a:gd name="connsiteY107" fmla="*/ 6211956 h 8020878"/>
              <a:gd name="connsiteX108" fmla="*/ 4214192 w 5855083"/>
              <a:gd name="connsiteY108" fmla="*/ 6192078 h 8020878"/>
              <a:gd name="connsiteX109" fmla="*/ 4065105 w 5855083"/>
              <a:gd name="connsiteY109" fmla="*/ 6142382 h 8020878"/>
              <a:gd name="connsiteX110" fmla="*/ 3200400 w 5855083"/>
              <a:gd name="connsiteY110" fmla="*/ 6182139 h 8020878"/>
              <a:gd name="connsiteX111" fmla="*/ 2902227 w 5855083"/>
              <a:gd name="connsiteY111" fmla="*/ 6202017 h 8020878"/>
              <a:gd name="connsiteX112" fmla="*/ 2782957 w 5855083"/>
              <a:gd name="connsiteY112" fmla="*/ 6221895 h 8020878"/>
              <a:gd name="connsiteX113" fmla="*/ 2594113 w 5855083"/>
              <a:gd name="connsiteY113" fmla="*/ 6241773 h 8020878"/>
              <a:gd name="connsiteX114" fmla="*/ 1888435 w 5855083"/>
              <a:gd name="connsiteY114" fmla="*/ 6311347 h 8020878"/>
              <a:gd name="connsiteX115" fmla="*/ 934279 w 5855083"/>
              <a:gd name="connsiteY115" fmla="*/ 6331226 h 8020878"/>
              <a:gd name="connsiteX116" fmla="*/ 725557 w 5855083"/>
              <a:gd name="connsiteY116" fmla="*/ 6351104 h 8020878"/>
              <a:gd name="connsiteX117" fmla="*/ 586409 w 5855083"/>
              <a:gd name="connsiteY117" fmla="*/ 6400800 h 8020878"/>
              <a:gd name="connsiteX118" fmla="*/ 357809 w 5855083"/>
              <a:gd name="connsiteY118" fmla="*/ 6430617 h 8020878"/>
              <a:gd name="connsiteX119" fmla="*/ 178905 w 5855083"/>
              <a:gd name="connsiteY119" fmla="*/ 6490252 h 8020878"/>
              <a:gd name="connsiteX120" fmla="*/ 238540 w 5855083"/>
              <a:gd name="connsiteY120" fmla="*/ 6619460 h 8020878"/>
              <a:gd name="connsiteX121" fmla="*/ 258418 w 5855083"/>
              <a:gd name="connsiteY121" fmla="*/ 6698973 h 8020878"/>
              <a:gd name="connsiteX122" fmla="*/ 298174 w 5855083"/>
              <a:gd name="connsiteY122" fmla="*/ 6957391 h 8020878"/>
              <a:gd name="connsiteX123" fmla="*/ 347870 w 5855083"/>
              <a:gd name="connsiteY123" fmla="*/ 7394713 h 8020878"/>
              <a:gd name="connsiteX124" fmla="*/ 367748 w 5855083"/>
              <a:gd name="connsiteY124" fmla="*/ 7732643 h 8020878"/>
              <a:gd name="connsiteX125" fmla="*/ 387627 w 5855083"/>
              <a:gd name="connsiteY125" fmla="*/ 7871791 h 8020878"/>
              <a:gd name="connsiteX126" fmla="*/ 407505 w 5855083"/>
              <a:gd name="connsiteY126" fmla="*/ 8020878 h 8020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855083" h="8020878">
                <a:moveTo>
                  <a:pt x="208722" y="0"/>
                </a:moveTo>
                <a:cubicBezTo>
                  <a:pt x="198783" y="26504"/>
                  <a:pt x="189792" y="53384"/>
                  <a:pt x="178905" y="79513"/>
                </a:cubicBezTo>
                <a:cubicBezTo>
                  <a:pt x="173207" y="93189"/>
                  <a:pt x="163176" y="105045"/>
                  <a:pt x="159027" y="119269"/>
                </a:cubicBezTo>
                <a:cubicBezTo>
                  <a:pt x="112771" y="277861"/>
                  <a:pt x="112761" y="297472"/>
                  <a:pt x="89453" y="437321"/>
                </a:cubicBezTo>
                <a:cubicBezTo>
                  <a:pt x="82827" y="520147"/>
                  <a:pt x="81005" y="603499"/>
                  <a:pt x="69574" y="685800"/>
                </a:cubicBezTo>
                <a:cubicBezTo>
                  <a:pt x="64377" y="723215"/>
                  <a:pt x="46430" y="757950"/>
                  <a:pt x="39757" y="795130"/>
                </a:cubicBezTo>
                <a:cubicBezTo>
                  <a:pt x="23202" y="887363"/>
                  <a:pt x="13252" y="980661"/>
                  <a:pt x="0" y="1073426"/>
                </a:cubicBezTo>
                <a:cubicBezTo>
                  <a:pt x="9939" y="1202635"/>
                  <a:pt x="16707" y="1332127"/>
                  <a:pt x="29818" y="1461052"/>
                </a:cubicBezTo>
                <a:cubicBezTo>
                  <a:pt x="39325" y="1554537"/>
                  <a:pt x="61915" y="1672376"/>
                  <a:pt x="79513" y="1769165"/>
                </a:cubicBezTo>
                <a:cubicBezTo>
                  <a:pt x="86139" y="1845365"/>
                  <a:pt x="86817" y="1922318"/>
                  <a:pt x="99392" y="1997765"/>
                </a:cubicBezTo>
                <a:cubicBezTo>
                  <a:pt x="106800" y="2042214"/>
                  <a:pt x="126768" y="2083645"/>
                  <a:pt x="139148" y="2126973"/>
                </a:cubicBezTo>
                <a:cubicBezTo>
                  <a:pt x="146654" y="2153242"/>
                  <a:pt x="150387" y="2180569"/>
                  <a:pt x="159027" y="2206487"/>
                </a:cubicBezTo>
                <a:cubicBezTo>
                  <a:pt x="167006" y="2230423"/>
                  <a:pt x="180865" y="2252124"/>
                  <a:pt x="188844" y="2276060"/>
                </a:cubicBezTo>
                <a:cubicBezTo>
                  <a:pt x="221704" y="2374642"/>
                  <a:pt x="179194" y="2340809"/>
                  <a:pt x="248479" y="2375452"/>
                </a:cubicBezTo>
                <a:cubicBezTo>
                  <a:pt x="261731" y="2392017"/>
                  <a:pt x="270793" y="2413072"/>
                  <a:pt x="288235" y="2425147"/>
                </a:cubicBezTo>
                <a:cubicBezTo>
                  <a:pt x="324571" y="2450303"/>
                  <a:pt x="401867" y="2473974"/>
                  <a:pt x="447261" y="2484782"/>
                </a:cubicBezTo>
                <a:cubicBezTo>
                  <a:pt x="548449" y="2508874"/>
                  <a:pt x="597663" y="2516646"/>
                  <a:pt x="695740" y="2534478"/>
                </a:cubicBezTo>
                <a:lnTo>
                  <a:pt x="1848679" y="2514600"/>
                </a:lnTo>
                <a:cubicBezTo>
                  <a:pt x="1885701" y="2513434"/>
                  <a:pt x="1921362" y="2500110"/>
                  <a:pt x="1958009" y="2494721"/>
                </a:cubicBezTo>
                <a:cubicBezTo>
                  <a:pt x="2034037" y="2483540"/>
                  <a:pt x="2110175" y="2472845"/>
                  <a:pt x="2186609" y="2464904"/>
                </a:cubicBezTo>
                <a:cubicBezTo>
                  <a:pt x="2365317" y="2446337"/>
                  <a:pt x="2543880" y="2424245"/>
                  <a:pt x="2723322" y="2415208"/>
                </a:cubicBezTo>
                <a:cubicBezTo>
                  <a:pt x="3004652" y="2401040"/>
                  <a:pt x="3286539" y="2401956"/>
                  <a:pt x="3568148" y="2395330"/>
                </a:cubicBezTo>
                <a:cubicBezTo>
                  <a:pt x="3607905" y="2388704"/>
                  <a:pt x="3647406" y="2380302"/>
                  <a:pt x="3687418" y="2375452"/>
                </a:cubicBezTo>
                <a:cubicBezTo>
                  <a:pt x="3756799" y="2367042"/>
                  <a:pt x="3827064" y="2366200"/>
                  <a:pt x="3896140" y="2355573"/>
                </a:cubicBezTo>
                <a:cubicBezTo>
                  <a:pt x="3956519" y="2346284"/>
                  <a:pt x="4015409" y="2329069"/>
                  <a:pt x="4075044" y="2315817"/>
                </a:cubicBezTo>
                <a:lnTo>
                  <a:pt x="4631635" y="2355573"/>
                </a:lnTo>
                <a:cubicBezTo>
                  <a:pt x="4752898" y="2365540"/>
                  <a:pt x="4807014" y="2376521"/>
                  <a:pt x="4919870" y="2395330"/>
                </a:cubicBezTo>
                <a:cubicBezTo>
                  <a:pt x="4949687" y="2405269"/>
                  <a:pt x="4983903" y="2406661"/>
                  <a:pt x="5009322" y="2425147"/>
                </a:cubicBezTo>
                <a:cubicBezTo>
                  <a:pt x="5023751" y="2435641"/>
                  <a:pt x="5014148" y="2465264"/>
                  <a:pt x="5029200" y="2474843"/>
                </a:cubicBezTo>
                <a:cubicBezTo>
                  <a:pt x="5054970" y="2491242"/>
                  <a:pt x="5088835" y="2488095"/>
                  <a:pt x="5118653" y="2494721"/>
                </a:cubicBezTo>
                <a:cubicBezTo>
                  <a:pt x="5125279" y="2501347"/>
                  <a:pt x="5130150" y="2510409"/>
                  <a:pt x="5138531" y="2514600"/>
                </a:cubicBezTo>
                <a:cubicBezTo>
                  <a:pt x="5157272" y="2523971"/>
                  <a:pt x="5182397" y="2520680"/>
                  <a:pt x="5198166" y="2534478"/>
                </a:cubicBezTo>
                <a:cubicBezTo>
                  <a:pt x="5211593" y="2546226"/>
                  <a:pt x="5210798" y="2567870"/>
                  <a:pt x="5218044" y="2584173"/>
                </a:cubicBezTo>
                <a:cubicBezTo>
                  <a:pt x="5224061" y="2597712"/>
                  <a:pt x="5232419" y="2610173"/>
                  <a:pt x="5237922" y="2623930"/>
                </a:cubicBezTo>
                <a:cubicBezTo>
                  <a:pt x="5245704" y="2643385"/>
                  <a:pt x="5244002" y="2667796"/>
                  <a:pt x="5257800" y="2683565"/>
                </a:cubicBezTo>
                <a:cubicBezTo>
                  <a:pt x="5269549" y="2696992"/>
                  <a:pt x="5290931" y="2696817"/>
                  <a:pt x="5307496" y="2703443"/>
                </a:cubicBezTo>
                <a:cubicBezTo>
                  <a:pt x="5310422" y="2716611"/>
                  <a:pt x="5340429" y="2855347"/>
                  <a:pt x="5347253" y="2872408"/>
                </a:cubicBezTo>
                <a:cubicBezTo>
                  <a:pt x="5350733" y="2881109"/>
                  <a:pt x="5360505" y="2885661"/>
                  <a:pt x="5367131" y="2892287"/>
                </a:cubicBezTo>
                <a:cubicBezTo>
                  <a:pt x="5380383" y="2948609"/>
                  <a:pt x="5404822" y="3003429"/>
                  <a:pt x="5406887" y="3061252"/>
                </a:cubicBezTo>
                <a:cubicBezTo>
                  <a:pt x="5408235" y="3099002"/>
                  <a:pt x="5387729" y="3134343"/>
                  <a:pt x="5377070" y="3170582"/>
                </a:cubicBezTo>
                <a:cubicBezTo>
                  <a:pt x="5368561" y="3199512"/>
                  <a:pt x="5355211" y="3243126"/>
                  <a:pt x="5337313" y="3269973"/>
                </a:cubicBezTo>
                <a:cubicBezTo>
                  <a:pt x="5332115" y="3277770"/>
                  <a:pt x="5325571" y="3285203"/>
                  <a:pt x="5317435" y="3289852"/>
                </a:cubicBezTo>
                <a:cubicBezTo>
                  <a:pt x="5301945" y="3298704"/>
                  <a:pt x="5284305" y="3303104"/>
                  <a:pt x="5267740" y="3309730"/>
                </a:cubicBezTo>
                <a:cubicBezTo>
                  <a:pt x="5251397" y="3350585"/>
                  <a:pt x="5249451" y="3374375"/>
                  <a:pt x="5208105" y="3399182"/>
                </a:cubicBezTo>
                <a:cubicBezTo>
                  <a:pt x="5190137" y="3409962"/>
                  <a:pt x="5168348" y="3412434"/>
                  <a:pt x="5148470" y="3419060"/>
                </a:cubicBezTo>
                <a:cubicBezTo>
                  <a:pt x="5122508" y="3470985"/>
                  <a:pt x="5133356" y="3470690"/>
                  <a:pt x="5059018" y="3488634"/>
                </a:cubicBezTo>
                <a:cubicBezTo>
                  <a:pt x="4949897" y="3514974"/>
                  <a:pt x="4658517" y="3556090"/>
                  <a:pt x="4562061" y="3568147"/>
                </a:cubicBezTo>
                <a:cubicBezTo>
                  <a:pt x="4469485" y="3579719"/>
                  <a:pt x="4376531" y="3588026"/>
                  <a:pt x="4283766" y="3597965"/>
                </a:cubicBezTo>
                <a:cubicBezTo>
                  <a:pt x="4171122" y="3627782"/>
                  <a:pt x="4054024" y="3644141"/>
                  <a:pt x="3945835" y="3687417"/>
                </a:cubicBezTo>
                <a:cubicBezTo>
                  <a:pt x="3929270" y="3694043"/>
                  <a:pt x="3913866" y="3705269"/>
                  <a:pt x="3896140" y="3707295"/>
                </a:cubicBezTo>
                <a:cubicBezTo>
                  <a:pt x="3797172" y="3718605"/>
                  <a:pt x="3697325" y="3720076"/>
                  <a:pt x="3597966" y="3727173"/>
                </a:cubicBezTo>
                <a:cubicBezTo>
                  <a:pt x="3511792" y="3733328"/>
                  <a:pt x="3425367" y="3737102"/>
                  <a:pt x="3339548" y="3747052"/>
                </a:cubicBezTo>
                <a:cubicBezTo>
                  <a:pt x="3196664" y="3763618"/>
                  <a:pt x="3055903" y="3801211"/>
                  <a:pt x="2912166" y="3806687"/>
                </a:cubicBezTo>
                <a:cubicBezTo>
                  <a:pt x="2359249" y="3827750"/>
                  <a:pt x="1805609" y="3819939"/>
                  <a:pt x="1252331" y="3826565"/>
                </a:cubicBezTo>
                <a:lnTo>
                  <a:pt x="1083366" y="3846443"/>
                </a:lnTo>
                <a:cubicBezTo>
                  <a:pt x="1017160" y="3853600"/>
                  <a:pt x="948885" y="3849009"/>
                  <a:pt x="884583" y="3866321"/>
                </a:cubicBezTo>
                <a:cubicBezTo>
                  <a:pt x="859597" y="3873048"/>
                  <a:pt x="849496" y="3907834"/>
                  <a:pt x="824948" y="3916017"/>
                </a:cubicBezTo>
                <a:cubicBezTo>
                  <a:pt x="777385" y="3931871"/>
                  <a:pt x="725413" y="3928272"/>
                  <a:pt x="675861" y="3935895"/>
                </a:cubicBezTo>
                <a:cubicBezTo>
                  <a:pt x="639251" y="3941527"/>
                  <a:pt x="602974" y="3949147"/>
                  <a:pt x="566531" y="3955773"/>
                </a:cubicBezTo>
                <a:cubicBezTo>
                  <a:pt x="469563" y="4004258"/>
                  <a:pt x="584471" y="3948796"/>
                  <a:pt x="387627" y="4025347"/>
                </a:cubicBezTo>
                <a:cubicBezTo>
                  <a:pt x="373818" y="4030717"/>
                  <a:pt x="359853" y="4036511"/>
                  <a:pt x="347870" y="4045226"/>
                </a:cubicBezTo>
                <a:cubicBezTo>
                  <a:pt x="323167" y="4063191"/>
                  <a:pt x="301125" y="4084567"/>
                  <a:pt x="278296" y="4104860"/>
                </a:cubicBezTo>
                <a:cubicBezTo>
                  <a:pt x="271292" y="4111086"/>
                  <a:pt x="263616" y="4116942"/>
                  <a:pt x="258418" y="4124739"/>
                </a:cubicBezTo>
                <a:cubicBezTo>
                  <a:pt x="250200" y="4137067"/>
                  <a:pt x="244557" y="4150956"/>
                  <a:pt x="238540" y="4164495"/>
                </a:cubicBezTo>
                <a:cubicBezTo>
                  <a:pt x="231294" y="4180799"/>
                  <a:pt x="224926" y="4197486"/>
                  <a:pt x="218661" y="4214191"/>
                </a:cubicBezTo>
                <a:cubicBezTo>
                  <a:pt x="205045" y="4250500"/>
                  <a:pt x="195155" y="4288312"/>
                  <a:pt x="178905" y="4323521"/>
                </a:cubicBezTo>
                <a:cubicBezTo>
                  <a:pt x="174978" y="4332029"/>
                  <a:pt x="165653" y="4336774"/>
                  <a:pt x="159027" y="4343400"/>
                </a:cubicBezTo>
                <a:cubicBezTo>
                  <a:pt x="121092" y="4571001"/>
                  <a:pt x="125846" y="4496139"/>
                  <a:pt x="149087" y="4860234"/>
                </a:cubicBezTo>
                <a:cubicBezTo>
                  <a:pt x="153353" y="4927066"/>
                  <a:pt x="168044" y="4928886"/>
                  <a:pt x="208722" y="4969565"/>
                </a:cubicBezTo>
                <a:cubicBezTo>
                  <a:pt x="215348" y="4986130"/>
                  <a:pt x="219748" y="5003770"/>
                  <a:pt x="228600" y="5019260"/>
                </a:cubicBezTo>
                <a:cubicBezTo>
                  <a:pt x="239870" y="5038983"/>
                  <a:pt x="262422" y="5044907"/>
                  <a:pt x="278296" y="5059017"/>
                </a:cubicBezTo>
                <a:cubicBezTo>
                  <a:pt x="299307" y="5077694"/>
                  <a:pt x="312787" y="5106080"/>
                  <a:pt x="337931" y="5118652"/>
                </a:cubicBezTo>
                <a:cubicBezTo>
                  <a:pt x="351183" y="5125278"/>
                  <a:pt x="364148" y="5132513"/>
                  <a:pt x="377687" y="5138530"/>
                </a:cubicBezTo>
                <a:cubicBezTo>
                  <a:pt x="393991" y="5145776"/>
                  <a:pt x="411674" y="5149949"/>
                  <a:pt x="427383" y="5158408"/>
                </a:cubicBezTo>
                <a:cubicBezTo>
                  <a:pt x="454902" y="5173226"/>
                  <a:pt x="480392" y="5191539"/>
                  <a:pt x="506896" y="5208104"/>
                </a:cubicBezTo>
                <a:lnTo>
                  <a:pt x="1679713" y="5168347"/>
                </a:lnTo>
                <a:cubicBezTo>
                  <a:pt x="1974442" y="5155716"/>
                  <a:pt x="1809965" y="5153018"/>
                  <a:pt x="2057400" y="5118652"/>
                </a:cubicBezTo>
                <a:cubicBezTo>
                  <a:pt x="2123358" y="5109491"/>
                  <a:pt x="2189922" y="5105399"/>
                  <a:pt x="2256183" y="5098773"/>
                </a:cubicBezTo>
                <a:cubicBezTo>
                  <a:pt x="2302566" y="5082208"/>
                  <a:pt x="2347367" y="5060269"/>
                  <a:pt x="2395331" y="5049078"/>
                </a:cubicBezTo>
                <a:cubicBezTo>
                  <a:pt x="2447355" y="5036939"/>
                  <a:pt x="2501404" y="5036260"/>
                  <a:pt x="2554357" y="5029200"/>
                </a:cubicBezTo>
                <a:cubicBezTo>
                  <a:pt x="2600800" y="5023008"/>
                  <a:pt x="2647734" y="5019333"/>
                  <a:pt x="2693505" y="5009321"/>
                </a:cubicBezTo>
                <a:cubicBezTo>
                  <a:pt x="3059237" y="4929317"/>
                  <a:pt x="2670941" y="4977146"/>
                  <a:pt x="3101009" y="4939747"/>
                </a:cubicBezTo>
                <a:cubicBezTo>
                  <a:pt x="3320579" y="4879865"/>
                  <a:pt x="3098910" y="4933329"/>
                  <a:pt x="3438940" y="4890052"/>
                </a:cubicBezTo>
                <a:cubicBezTo>
                  <a:pt x="3545385" y="4876504"/>
                  <a:pt x="3650975" y="4856921"/>
                  <a:pt x="3756992" y="4840356"/>
                </a:cubicBezTo>
                <a:lnTo>
                  <a:pt x="4959627" y="4880113"/>
                </a:lnTo>
                <a:cubicBezTo>
                  <a:pt x="5080088" y="4885673"/>
                  <a:pt x="5013733" y="4894835"/>
                  <a:pt x="5088835" y="4919869"/>
                </a:cubicBezTo>
                <a:cubicBezTo>
                  <a:pt x="5114753" y="4928508"/>
                  <a:pt x="5141844" y="4933121"/>
                  <a:pt x="5168348" y="4939747"/>
                </a:cubicBezTo>
                <a:cubicBezTo>
                  <a:pt x="5174974" y="4956312"/>
                  <a:pt x="5174144" y="4978489"/>
                  <a:pt x="5188227" y="4989443"/>
                </a:cubicBezTo>
                <a:cubicBezTo>
                  <a:pt x="5207265" y="5004251"/>
                  <a:pt x="5235760" y="4999525"/>
                  <a:pt x="5257800" y="5009321"/>
                </a:cubicBezTo>
                <a:cubicBezTo>
                  <a:pt x="5266363" y="5013127"/>
                  <a:pt x="5270100" y="5023688"/>
                  <a:pt x="5277679" y="5029200"/>
                </a:cubicBezTo>
                <a:cubicBezTo>
                  <a:pt x="5306661" y="5050278"/>
                  <a:pt x="5335079" y="5072808"/>
                  <a:pt x="5367131" y="5088834"/>
                </a:cubicBezTo>
                <a:lnTo>
                  <a:pt x="5446644" y="5128591"/>
                </a:lnTo>
                <a:cubicBezTo>
                  <a:pt x="5459896" y="5145156"/>
                  <a:pt x="5469655" y="5165263"/>
                  <a:pt x="5486400" y="5178287"/>
                </a:cubicBezTo>
                <a:cubicBezTo>
                  <a:pt x="5500483" y="5189241"/>
                  <a:pt x="5519792" y="5190919"/>
                  <a:pt x="5536096" y="5198165"/>
                </a:cubicBezTo>
                <a:cubicBezTo>
                  <a:pt x="5549636" y="5204182"/>
                  <a:pt x="5562601" y="5211417"/>
                  <a:pt x="5575853" y="5218043"/>
                </a:cubicBezTo>
                <a:cubicBezTo>
                  <a:pt x="5582479" y="5237921"/>
                  <a:pt x="5582867" y="5261138"/>
                  <a:pt x="5595731" y="5277678"/>
                </a:cubicBezTo>
                <a:cubicBezTo>
                  <a:pt x="5603672" y="5287888"/>
                  <a:pt x="5669916" y="5319740"/>
                  <a:pt x="5685183" y="5327373"/>
                </a:cubicBezTo>
                <a:cubicBezTo>
                  <a:pt x="5754568" y="5535530"/>
                  <a:pt x="5651265" y="5255251"/>
                  <a:pt x="5744818" y="5426765"/>
                </a:cubicBezTo>
                <a:cubicBezTo>
                  <a:pt x="5756368" y="5447939"/>
                  <a:pt x="5755564" y="5474015"/>
                  <a:pt x="5764696" y="5496339"/>
                </a:cubicBezTo>
                <a:cubicBezTo>
                  <a:pt x="5885711" y="5792155"/>
                  <a:pt x="5800659" y="5544593"/>
                  <a:pt x="5854148" y="5705060"/>
                </a:cubicBezTo>
                <a:cubicBezTo>
                  <a:pt x="5840958" y="6008439"/>
                  <a:pt x="5889294" y="5854292"/>
                  <a:pt x="5794513" y="6003234"/>
                </a:cubicBezTo>
                <a:cubicBezTo>
                  <a:pt x="5786558" y="6015734"/>
                  <a:pt x="5780652" y="6029451"/>
                  <a:pt x="5774635" y="6042991"/>
                </a:cubicBezTo>
                <a:cubicBezTo>
                  <a:pt x="5767389" y="6059295"/>
                  <a:pt x="5767373" y="6080071"/>
                  <a:pt x="5754757" y="6092687"/>
                </a:cubicBezTo>
                <a:cubicBezTo>
                  <a:pt x="5742141" y="6105303"/>
                  <a:pt x="5721365" y="6105319"/>
                  <a:pt x="5705061" y="6112565"/>
                </a:cubicBezTo>
                <a:cubicBezTo>
                  <a:pt x="5691522" y="6118582"/>
                  <a:pt x="5678557" y="6125817"/>
                  <a:pt x="5665305" y="6132443"/>
                </a:cubicBezTo>
                <a:cubicBezTo>
                  <a:pt x="5655366" y="6145695"/>
                  <a:pt x="5649463" y="6163306"/>
                  <a:pt x="5635487" y="6172200"/>
                </a:cubicBezTo>
                <a:cubicBezTo>
                  <a:pt x="5574735" y="6210860"/>
                  <a:pt x="5467659" y="6213792"/>
                  <a:pt x="5406887" y="6221895"/>
                </a:cubicBezTo>
                <a:lnTo>
                  <a:pt x="4383157" y="6211956"/>
                </a:lnTo>
                <a:cubicBezTo>
                  <a:pt x="4326465" y="6210539"/>
                  <a:pt x="4269592" y="6204197"/>
                  <a:pt x="4214192" y="6192078"/>
                </a:cubicBezTo>
                <a:cubicBezTo>
                  <a:pt x="4163018" y="6180884"/>
                  <a:pt x="4114801" y="6158947"/>
                  <a:pt x="4065105" y="6142382"/>
                </a:cubicBezTo>
                <a:lnTo>
                  <a:pt x="3200400" y="6182139"/>
                </a:lnTo>
                <a:cubicBezTo>
                  <a:pt x="3100919" y="6187241"/>
                  <a:pt x="3001390" y="6192573"/>
                  <a:pt x="2902227" y="6202017"/>
                </a:cubicBezTo>
                <a:cubicBezTo>
                  <a:pt x="2862104" y="6205838"/>
                  <a:pt x="2822931" y="6216737"/>
                  <a:pt x="2782957" y="6221895"/>
                </a:cubicBezTo>
                <a:cubicBezTo>
                  <a:pt x="2720182" y="6229995"/>
                  <a:pt x="2657061" y="6235147"/>
                  <a:pt x="2594113" y="6241773"/>
                </a:cubicBezTo>
                <a:cubicBezTo>
                  <a:pt x="2238782" y="6326377"/>
                  <a:pt x="2422857" y="6296705"/>
                  <a:pt x="1888435" y="6311347"/>
                </a:cubicBezTo>
                <a:lnTo>
                  <a:pt x="934279" y="6331226"/>
                </a:lnTo>
                <a:cubicBezTo>
                  <a:pt x="864705" y="6337852"/>
                  <a:pt x="794089" y="6337398"/>
                  <a:pt x="725557" y="6351104"/>
                </a:cubicBezTo>
                <a:cubicBezTo>
                  <a:pt x="677261" y="6360763"/>
                  <a:pt x="634549" y="6390391"/>
                  <a:pt x="586409" y="6400800"/>
                </a:cubicBezTo>
                <a:cubicBezTo>
                  <a:pt x="511299" y="6417040"/>
                  <a:pt x="434009" y="6420678"/>
                  <a:pt x="357809" y="6430617"/>
                </a:cubicBezTo>
                <a:cubicBezTo>
                  <a:pt x="324092" y="6440250"/>
                  <a:pt x="193306" y="6475851"/>
                  <a:pt x="178905" y="6490252"/>
                </a:cubicBezTo>
                <a:cubicBezTo>
                  <a:pt x="150874" y="6518283"/>
                  <a:pt x="237453" y="6617939"/>
                  <a:pt x="238540" y="6619460"/>
                </a:cubicBezTo>
                <a:cubicBezTo>
                  <a:pt x="245166" y="6645964"/>
                  <a:pt x="252790" y="6672239"/>
                  <a:pt x="258418" y="6698973"/>
                </a:cubicBezTo>
                <a:cubicBezTo>
                  <a:pt x="276763" y="6786113"/>
                  <a:pt x="287614" y="6868388"/>
                  <a:pt x="298174" y="6957391"/>
                </a:cubicBezTo>
                <a:cubicBezTo>
                  <a:pt x="315459" y="7103081"/>
                  <a:pt x="334756" y="7248588"/>
                  <a:pt x="347870" y="7394713"/>
                </a:cubicBezTo>
                <a:cubicBezTo>
                  <a:pt x="357956" y="7507099"/>
                  <a:pt x="358377" y="7620195"/>
                  <a:pt x="367748" y="7732643"/>
                </a:cubicBezTo>
                <a:cubicBezTo>
                  <a:pt x="371639" y="7779335"/>
                  <a:pt x="380224" y="7825526"/>
                  <a:pt x="387627" y="7871791"/>
                </a:cubicBezTo>
                <a:cubicBezTo>
                  <a:pt x="409876" y="8010843"/>
                  <a:pt x="407505" y="7938111"/>
                  <a:pt x="407505" y="8020878"/>
                </a:cubicBezTo>
              </a:path>
            </a:pathLst>
          </a:custGeom>
          <a:ln w="28575">
            <a:solidFill>
              <a:schemeClr val="accent1"/>
            </a:solidFill>
            <a:headEnd type="none" w="med" len="med"/>
            <a:tailEnd type="arrow" w="med" len="med"/>
          </a:ln>
        </p:spPr>
        <p:style>
          <a:lnRef idx="1">
            <a:schemeClr val="accent5"/>
          </a:lnRef>
          <a:fillRef idx="0">
            <a:schemeClr val="accent5"/>
          </a:fillRef>
          <a:effectRef idx="0">
            <a:schemeClr val="accent5"/>
          </a:effectRef>
          <a:fontRef idx="minor">
            <a:schemeClr val="tx1"/>
          </a:fontRef>
        </p:style>
        <p:txBody>
          <a:bodyPr rot="0" spcFirstLastPara="1" vertOverflow="overflow" horzOverflow="overflow" vert="horz" wrap="square" lIns="91439" tIns="45719" rIns="91439" bIns="45719" numCol="1" spcCol="38100" rtlCol="0" fromWordArt="0" anchor="t" anchorCtr="0" forceAA="0" compatLnSpc="1">
            <a:noAutofit/>
          </a:bodyPr>
          <a:lstStyle/>
          <a:p>
            <a:pPr algn="l" defTabSz="914400" latinLnBrk="1"/>
            <a:endParaRPr lang="zh-CN" altLang="en-US" sz="1800" b="0"/>
          </a:p>
        </p:txBody>
      </p:sp>
      <p:pic>
        <p:nvPicPr>
          <p:cNvPr id="4" name="音频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15970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wipe(up)">
                                      <p:cBhvr>
                                        <p:cTn id="11" dur="2500"/>
                                        <p:tgtEl>
                                          <p:spTgt spid="6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up)">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7" fill="hold" display="0">
                  <p:stCondLst>
                    <p:cond delay="indefinite"/>
                  </p:stCondLst>
                  <p:endCondLst>
                    <p:cond evt="onStopAudio" delay="0">
                      <p:tgtEl>
                        <p:sldTgt/>
                      </p:tgtEl>
                    </p:cond>
                  </p:endCondLst>
                </p:cTn>
                <p:tgtEl>
                  <p:spTgt spid="4"/>
                </p:tgtEl>
              </p:cMediaNode>
            </p:audio>
          </p:childTnLst>
        </p:cTn>
      </p:par>
    </p:tnLst>
    <p:bldLst>
      <p:bldP spid="6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a:t>
            </a:r>
            <a:r>
              <a:rPr lang="en-US" altLang="zh-CN" dirty="0"/>
              <a:t>/</a:t>
            </a:r>
            <a:r>
              <a:rPr lang="zh-CN" altLang="en-US" dirty="0"/>
              <a:t>判定覆盖</a:t>
            </a:r>
            <a:endParaRPr lang="zh-CN" altLang="en-US" dirty="0"/>
          </a:p>
        </p:txBody>
      </p:sp>
      <p:sp>
        <p:nvSpPr>
          <p:cNvPr id="9"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pic>
        <p:nvPicPr>
          <p:cNvPr id="7" name="图片 6"/>
          <p:cNvPicPr>
            <a:picLocks noChangeAspect="1"/>
          </p:cNvPicPr>
          <p:nvPr/>
        </p:nvPicPr>
        <p:blipFill>
          <a:blip r:embed="rId4"/>
          <a:stretch>
            <a:fillRect/>
          </a:stretch>
        </p:blipFill>
        <p:spPr>
          <a:xfrm>
            <a:off x="5575300" y="3396168"/>
            <a:ext cx="13233400" cy="8359965"/>
          </a:xfrm>
          <a:prstGeom prst="rect">
            <a:avLst/>
          </a:prstGeom>
        </p:spPr>
      </p:pic>
    </p:spTree>
    <p:custDataLst>
      <p:tags r:id="rId5"/>
    </p:custDataLst>
  </p:cSld>
  <p:clrMapOvr>
    <a:masterClrMapping/>
  </p:clrMapOvr>
  <p:transition spd="med" advTm="3013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
          <p:cNvGrpSpPr/>
          <p:nvPr/>
        </p:nvGrpSpPr>
        <p:grpSpPr>
          <a:xfrm>
            <a:off x="12327780" y="1029737"/>
            <a:ext cx="10228267" cy="11058094"/>
            <a:chOff x="12327780" y="1029737"/>
            <a:chExt cx="10228267" cy="11058094"/>
          </a:xfrm>
        </p:grpSpPr>
        <p:sp>
          <p:nvSpPr>
            <p:cNvPr id="14" name="AutoShape 5"/>
            <p:cNvSpPr>
              <a:spLocks noChangeArrowheads="1"/>
            </p:cNvSpPr>
            <p:nvPr/>
          </p:nvSpPr>
          <p:spPr bwMode="auto">
            <a:xfrm>
              <a:off x="13633516" y="10833406"/>
              <a:ext cx="2176227" cy="1254425"/>
            </a:xfrm>
            <a:prstGeom prst="flowChartAlternate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3600" dirty="0">
                  <a:latin typeface="Times New Roman" panose="02020603050405020304" pitchFamily="18" charset="0"/>
                  <a:cs typeface="Times New Roman" panose="02020603050405020304" pitchFamily="18" charset="0"/>
                </a:rPr>
                <a:t>返回</a:t>
              </a:r>
              <a:endParaRPr kumimoji="1" lang="zh-CN" altLang="en-US" sz="3600" dirty="0">
                <a:latin typeface="Times New Roman" panose="02020603050405020304" pitchFamily="18" charset="0"/>
                <a:cs typeface="Times New Roman" panose="02020603050405020304" pitchFamily="18" charset="0"/>
              </a:endParaRPr>
            </a:p>
          </p:txBody>
        </p:sp>
        <p:sp>
          <p:nvSpPr>
            <p:cNvPr id="15" name="AutoShape 6"/>
            <p:cNvSpPr>
              <a:spLocks noChangeArrowheads="1"/>
            </p:cNvSpPr>
            <p:nvPr/>
          </p:nvSpPr>
          <p:spPr bwMode="auto">
            <a:xfrm>
              <a:off x="12327780" y="5397564"/>
              <a:ext cx="5005322" cy="1881637"/>
            </a:xfrm>
            <a:prstGeom prst="flowChartDecision">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y&lt;min</a:t>
              </a:r>
              <a:endParaRPr kumimoji="1" lang="zh-CN" altLang="en-US" sz="4400" dirty="0">
                <a:latin typeface="Times New Roman" panose="02020603050405020304" pitchFamily="18" charset="0"/>
                <a:cs typeface="Times New Roman" panose="02020603050405020304" pitchFamily="18" charset="0"/>
              </a:endParaRPr>
            </a:p>
          </p:txBody>
        </p:sp>
        <p:sp>
          <p:nvSpPr>
            <p:cNvPr id="17" name="AutoShape 7"/>
            <p:cNvSpPr>
              <a:spLocks noChangeArrowheads="1"/>
            </p:cNvSpPr>
            <p:nvPr/>
          </p:nvSpPr>
          <p:spPr bwMode="auto">
            <a:xfrm>
              <a:off x="12327780" y="8324556"/>
              <a:ext cx="5005322" cy="1881637"/>
            </a:xfrm>
            <a:prstGeom prst="flowChartDecision">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z&lt;min</a:t>
              </a:r>
              <a:endParaRPr kumimoji="1" lang="zh-CN" altLang="en-US" sz="4400" dirty="0">
                <a:latin typeface="Times New Roman" panose="02020603050405020304" pitchFamily="18" charset="0"/>
                <a:cs typeface="Times New Roman" panose="02020603050405020304" pitchFamily="18" charset="0"/>
              </a:endParaRPr>
            </a:p>
          </p:txBody>
        </p:sp>
        <p:sp>
          <p:nvSpPr>
            <p:cNvPr id="18" name="Line 8"/>
            <p:cNvSpPr>
              <a:spLocks noChangeShapeType="1"/>
            </p:cNvSpPr>
            <p:nvPr/>
          </p:nvSpPr>
          <p:spPr bwMode="auto">
            <a:xfrm>
              <a:off x="14721630" y="4561281"/>
              <a:ext cx="0" cy="836283"/>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9" name="Line 9"/>
            <p:cNvSpPr>
              <a:spLocks noChangeShapeType="1"/>
            </p:cNvSpPr>
            <p:nvPr/>
          </p:nvSpPr>
          <p:spPr bwMode="auto">
            <a:xfrm>
              <a:off x="14721630" y="7279202"/>
              <a:ext cx="0" cy="1045354"/>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0" name="Line 10"/>
            <p:cNvSpPr>
              <a:spLocks noChangeShapeType="1"/>
            </p:cNvSpPr>
            <p:nvPr/>
          </p:nvSpPr>
          <p:spPr bwMode="auto">
            <a:xfrm>
              <a:off x="14721630" y="10206194"/>
              <a:ext cx="0" cy="627212"/>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1" name="AutoShape 11"/>
            <p:cNvSpPr>
              <a:spLocks noChangeArrowheads="1"/>
            </p:cNvSpPr>
            <p:nvPr/>
          </p:nvSpPr>
          <p:spPr bwMode="auto">
            <a:xfrm>
              <a:off x="18421216" y="5188494"/>
              <a:ext cx="4134831" cy="1672567"/>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min=y</a:t>
              </a:r>
              <a:endParaRPr kumimoji="1" lang="en-US" altLang="zh-CN" sz="3600" dirty="0">
                <a:latin typeface="Times New Roman" panose="02020603050405020304" pitchFamily="18" charset="0"/>
                <a:cs typeface="Times New Roman" panose="02020603050405020304" pitchFamily="18" charset="0"/>
              </a:endParaRPr>
            </a:p>
          </p:txBody>
        </p:sp>
        <p:sp>
          <p:nvSpPr>
            <p:cNvPr id="22" name="AutoShape 12"/>
            <p:cNvSpPr>
              <a:spLocks noChangeArrowheads="1"/>
            </p:cNvSpPr>
            <p:nvPr/>
          </p:nvSpPr>
          <p:spPr bwMode="auto">
            <a:xfrm>
              <a:off x="18421216" y="8324556"/>
              <a:ext cx="4134831" cy="1672567"/>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min=z</a:t>
              </a:r>
              <a:endParaRPr kumimoji="1" lang="en-US" altLang="zh-CN" sz="3600" dirty="0">
                <a:latin typeface="Times New Roman" panose="02020603050405020304" pitchFamily="18" charset="0"/>
                <a:cs typeface="Times New Roman" panose="02020603050405020304" pitchFamily="18" charset="0"/>
              </a:endParaRPr>
            </a:p>
          </p:txBody>
        </p:sp>
        <p:sp>
          <p:nvSpPr>
            <p:cNvPr id="23" name="Line 13"/>
            <p:cNvSpPr>
              <a:spLocks noChangeShapeType="1"/>
            </p:cNvSpPr>
            <p:nvPr/>
          </p:nvSpPr>
          <p:spPr bwMode="auto">
            <a:xfrm>
              <a:off x="20379820" y="6861060"/>
              <a:ext cx="0" cy="836283"/>
            </a:xfrm>
            <a:prstGeom prst="line">
              <a:avLst/>
            </a:prstGeom>
            <a:solidFill>
              <a:schemeClr val="bg1">
                <a:lumMod val="95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4" name="Line 14"/>
            <p:cNvSpPr>
              <a:spLocks noChangeShapeType="1"/>
            </p:cNvSpPr>
            <p:nvPr/>
          </p:nvSpPr>
          <p:spPr bwMode="auto">
            <a:xfrm flipH="1">
              <a:off x="14721630" y="7697344"/>
              <a:ext cx="5658190"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5" name="Line 15"/>
            <p:cNvSpPr>
              <a:spLocks noChangeShapeType="1"/>
            </p:cNvSpPr>
            <p:nvPr/>
          </p:nvSpPr>
          <p:spPr bwMode="auto">
            <a:xfrm>
              <a:off x="20379820" y="9997123"/>
              <a:ext cx="0" cy="418142"/>
            </a:xfrm>
            <a:prstGeom prst="line">
              <a:avLst/>
            </a:prstGeom>
            <a:solidFill>
              <a:schemeClr val="bg1">
                <a:lumMod val="95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6" name="Line 16"/>
            <p:cNvSpPr>
              <a:spLocks noChangeShapeType="1"/>
            </p:cNvSpPr>
            <p:nvPr/>
          </p:nvSpPr>
          <p:spPr bwMode="auto">
            <a:xfrm flipH="1">
              <a:off x="14721630" y="10415264"/>
              <a:ext cx="5658190"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7" name="Line 17"/>
            <p:cNvSpPr>
              <a:spLocks noChangeShapeType="1"/>
            </p:cNvSpPr>
            <p:nvPr/>
          </p:nvSpPr>
          <p:spPr bwMode="auto">
            <a:xfrm>
              <a:off x="17333102" y="6233848"/>
              <a:ext cx="1088114"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8" name="Line 18"/>
            <p:cNvSpPr>
              <a:spLocks noChangeShapeType="1"/>
            </p:cNvSpPr>
            <p:nvPr/>
          </p:nvSpPr>
          <p:spPr bwMode="auto">
            <a:xfrm>
              <a:off x="17333102" y="9160839"/>
              <a:ext cx="1088114"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9" name="Text Box 19"/>
            <p:cNvSpPr txBox="1">
              <a:spLocks noChangeArrowheads="1"/>
            </p:cNvSpPr>
            <p:nvPr/>
          </p:nvSpPr>
          <p:spPr bwMode="auto">
            <a:xfrm>
              <a:off x="12519112" y="1171313"/>
              <a:ext cx="604765"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30" name="Text Box 20"/>
            <p:cNvSpPr txBox="1">
              <a:spLocks noChangeArrowheads="1"/>
            </p:cNvSpPr>
            <p:nvPr/>
          </p:nvSpPr>
          <p:spPr bwMode="auto">
            <a:xfrm>
              <a:off x="12467113" y="4883599"/>
              <a:ext cx="703195"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a</a:t>
              </a:r>
              <a:endParaRPr kumimoji="1" lang="en-US" altLang="zh-CN" sz="4800" dirty="0">
                <a:latin typeface="Times New Roman" panose="02020603050405020304" pitchFamily="18" charset="0"/>
                <a:cs typeface="Times New Roman" panose="02020603050405020304" pitchFamily="18" charset="0"/>
              </a:endParaRPr>
            </a:p>
          </p:txBody>
        </p:sp>
        <p:sp>
          <p:nvSpPr>
            <p:cNvPr id="31" name="Text Box 21"/>
            <p:cNvSpPr txBox="1">
              <a:spLocks noChangeArrowheads="1"/>
            </p:cNvSpPr>
            <p:nvPr/>
          </p:nvSpPr>
          <p:spPr bwMode="auto">
            <a:xfrm>
              <a:off x="12441933" y="7601519"/>
              <a:ext cx="75355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32" name="Text Box 22"/>
            <p:cNvSpPr txBox="1">
              <a:spLocks noChangeArrowheads="1"/>
            </p:cNvSpPr>
            <p:nvPr/>
          </p:nvSpPr>
          <p:spPr bwMode="auto">
            <a:xfrm>
              <a:off x="12395089" y="10528511"/>
              <a:ext cx="75355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d</a:t>
              </a:r>
              <a:endParaRPr kumimoji="1" lang="en-US" altLang="zh-CN" sz="4800" dirty="0">
                <a:latin typeface="Times New Roman" panose="02020603050405020304" pitchFamily="18" charset="0"/>
                <a:cs typeface="Times New Roman" panose="02020603050405020304" pitchFamily="18" charset="0"/>
              </a:endParaRPr>
            </a:p>
          </p:txBody>
        </p:sp>
        <p:sp>
          <p:nvSpPr>
            <p:cNvPr id="35" name="Text Box 23"/>
            <p:cNvSpPr txBox="1">
              <a:spLocks noChangeArrowheads="1"/>
            </p:cNvSpPr>
            <p:nvPr/>
          </p:nvSpPr>
          <p:spPr bwMode="auto">
            <a:xfrm>
              <a:off x="21769449" y="4121088"/>
              <a:ext cx="65283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36" name="Text Box 24"/>
            <p:cNvSpPr txBox="1">
              <a:spLocks noChangeArrowheads="1"/>
            </p:cNvSpPr>
            <p:nvPr/>
          </p:nvSpPr>
          <p:spPr bwMode="auto">
            <a:xfrm>
              <a:off x="21769449" y="7455044"/>
              <a:ext cx="65283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sp>
          <p:nvSpPr>
            <p:cNvPr id="37" name="AutoShape 4"/>
            <p:cNvSpPr>
              <a:spLocks noChangeArrowheads="1"/>
            </p:cNvSpPr>
            <p:nvPr/>
          </p:nvSpPr>
          <p:spPr bwMode="auto">
            <a:xfrm>
              <a:off x="13575049" y="1029737"/>
              <a:ext cx="2176227" cy="1270953"/>
            </a:xfrm>
            <a:prstGeom prst="flowChartAlternate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3600" dirty="0">
                  <a:latin typeface="Times New Roman" panose="02020603050405020304" pitchFamily="18" charset="0"/>
                  <a:cs typeface="Times New Roman" panose="02020603050405020304" pitchFamily="18" charset="0"/>
                </a:rPr>
                <a:t>入口</a:t>
              </a:r>
              <a:endParaRPr kumimoji="1" lang="zh-CN" altLang="en-US" sz="4400" dirty="0">
                <a:latin typeface="Times New Roman" panose="02020603050405020304" pitchFamily="18" charset="0"/>
                <a:cs typeface="Times New Roman" panose="02020603050405020304" pitchFamily="18" charset="0"/>
              </a:endParaRPr>
            </a:p>
          </p:txBody>
        </p:sp>
        <p:sp>
          <p:nvSpPr>
            <p:cNvPr id="38" name="Line 8"/>
            <p:cNvSpPr>
              <a:spLocks noChangeShapeType="1"/>
            </p:cNvSpPr>
            <p:nvPr/>
          </p:nvSpPr>
          <p:spPr bwMode="auto">
            <a:xfrm>
              <a:off x="14721629" y="2374749"/>
              <a:ext cx="0" cy="836283"/>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39" name="Text Box 19"/>
            <p:cNvSpPr txBox="1">
              <a:spLocks noChangeArrowheads="1"/>
            </p:cNvSpPr>
            <p:nvPr/>
          </p:nvSpPr>
          <p:spPr bwMode="auto">
            <a:xfrm>
              <a:off x="12472680" y="3356676"/>
              <a:ext cx="697628" cy="830997"/>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m</a:t>
              </a:r>
              <a:endParaRPr kumimoji="1" lang="en-US" altLang="zh-CN" sz="4800" dirty="0">
                <a:latin typeface="Times New Roman" panose="02020603050405020304" pitchFamily="18" charset="0"/>
                <a:cs typeface="Times New Roman" panose="02020603050405020304" pitchFamily="18" charset="0"/>
              </a:endParaRPr>
            </a:p>
          </p:txBody>
        </p:sp>
      </p:grpSp>
      <p:sp>
        <p:nvSpPr>
          <p:cNvPr id="33" name="Rectangle 3"/>
          <p:cNvSpPr txBox="1">
            <a:spLocks noChangeArrowheads="1"/>
          </p:cNvSpPr>
          <p:nvPr/>
        </p:nvSpPr>
        <p:spPr>
          <a:xfrm>
            <a:off x="2747200" y="2959079"/>
            <a:ext cx="7423546" cy="238817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a:t>
            </a:r>
            <a:endParaRPr lang="en-US" altLang="zh-CN" sz="4800" b="1" dirty="0"/>
          </a:p>
          <a:p>
            <a:pPr marL="1270000" lvl="2" indent="0">
              <a:buNone/>
            </a:pPr>
            <a:endParaRPr lang="en-US" altLang="zh-CN" sz="4800" dirty="0">
              <a:solidFill>
                <a:srgbClr val="FF0000"/>
              </a:solidFill>
            </a:endParaRPr>
          </a:p>
          <a:p>
            <a:pPr marL="1270000" lvl="2" indent="0">
              <a:buNone/>
            </a:pPr>
            <a:endParaRPr lang="zh-CN" altLang="en-US" sz="4800" dirty="0"/>
          </a:p>
        </p:txBody>
      </p:sp>
      <p:graphicFrame>
        <p:nvGraphicFramePr>
          <p:cNvPr id="3" name="Table 2"/>
          <p:cNvGraphicFramePr>
            <a:graphicFrameLocks noGrp="1"/>
          </p:cNvGraphicFramePr>
          <p:nvPr/>
        </p:nvGraphicFramePr>
        <p:xfrm>
          <a:off x="2737970" y="5189821"/>
          <a:ext cx="6709964" cy="1920240"/>
        </p:xfrm>
        <a:graphic>
          <a:graphicData uri="http://schemas.openxmlformats.org/drawingml/2006/table">
            <a:tbl>
              <a:tblPr firstRow="1" bandRow="1">
                <a:tableStyleId>{F5AB1C69-6EDB-4FF4-983F-18BD219EF322}</a:tableStyleId>
              </a:tblPr>
              <a:tblGrid>
                <a:gridCol w="1711681"/>
                <a:gridCol w="1643301"/>
                <a:gridCol w="1677491"/>
                <a:gridCol w="1677491"/>
              </a:tblGrid>
              <a:tr h="0">
                <a:tc>
                  <a:txBody>
                    <a:bodyPr/>
                    <a:lstStyle/>
                    <a:p>
                      <a:r>
                        <a:rPr lang="en-US" altLang="zh-CN" sz="3600" dirty="0"/>
                        <a:t>ID</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x</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y</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z</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dirty="0">
                          <a:solidFill>
                            <a:srgbClr val="FF0000"/>
                          </a:solidFill>
                        </a:rPr>
                        <a:t>1</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9</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8</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7</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solidFill>
                            <a:schemeClr val="accent1"/>
                          </a:solidFill>
                          <a:latin typeface="Times New Roman" panose="02020603050405020304" pitchFamily="18" charset="0"/>
                          <a:cs typeface="Times New Roman" panose="02020603050405020304" pitchFamily="18" charset="0"/>
                        </a:rPr>
                        <a:t>2</a:t>
                      </a:r>
                      <a:endParaRPr lang="zh-CN" altLang="en-US" sz="3600" b="1" dirty="0">
                        <a:solidFill>
                          <a:schemeClr val="accent1"/>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1"/>
                          </a:solidFill>
                          <a:latin typeface="Times New Roman" panose="02020603050405020304" pitchFamily="18" charset="0"/>
                          <a:cs typeface="Times New Roman" panose="02020603050405020304" pitchFamily="18" charset="0"/>
                        </a:rPr>
                        <a:t>7</a:t>
                      </a:r>
                      <a:endParaRPr lang="zh-CN" altLang="en-US" sz="3600" b="1" dirty="0">
                        <a:solidFill>
                          <a:schemeClr val="accent1"/>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1"/>
                          </a:solidFill>
                          <a:latin typeface="Times New Roman" panose="02020603050405020304" pitchFamily="18" charset="0"/>
                          <a:cs typeface="Times New Roman" panose="02020603050405020304" pitchFamily="18" charset="0"/>
                        </a:rPr>
                        <a:t>8</a:t>
                      </a:r>
                      <a:endParaRPr lang="zh-CN" altLang="en-US" sz="3600" b="1" dirty="0">
                        <a:solidFill>
                          <a:schemeClr val="accent1"/>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1"/>
                          </a:solidFill>
                          <a:latin typeface="Times New Roman" panose="02020603050405020304" pitchFamily="18" charset="0"/>
                          <a:cs typeface="Times New Roman" panose="02020603050405020304" pitchFamily="18" charset="0"/>
                        </a:rPr>
                        <a:t>9</a:t>
                      </a:r>
                      <a:endParaRPr lang="zh-CN" altLang="en-US" sz="3600" b="1" dirty="0">
                        <a:solidFill>
                          <a:schemeClr val="accent1"/>
                        </a:solidFill>
                        <a:latin typeface="Times New Roman" panose="02020603050405020304" pitchFamily="18" charset="0"/>
                        <a:cs typeface="Times New Roman" panose="02020603050405020304" pitchFamily="18" charset="0"/>
                      </a:endParaRPr>
                    </a:p>
                  </a:txBody>
                  <a:tcPr/>
                </a:tc>
              </a:tr>
            </a:tbl>
          </a:graphicData>
        </a:graphic>
      </p:graphicFrame>
      <p:sp>
        <p:nvSpPr>
          <p:cNvPr id="34" name="Rectangle 3"/>
          <p:cNvSpPr txBox="1">
            <a:spLocks noChangeArrowheads="1"/>
          </p:cNvSpPr>
          <p:nvPr/>
        </p:nvSpPr>
        <p:spPr>
          <a:xfrm>
            <a:off x="2747200" y="7559203"/>
            <a:ext cx="7423546" cy="5263661"/>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测试用例执行路径</a:t>
            </a:r>
            <a:endParaRPr lang="en-US" altLang="zh-CN" sz="4800" b="1" dirty="0"/>
          </a:p>
          <a:p>
            <a:pPr lvl="2"/>
            <a:r>
              <a:rPr lang="en-US" altLang="zh-CN" sz="4800" dirty="0" err="1">
                <a:solidFill>
                  <a:srgbClr val="FF0000"/>
                </a:solidFill>
              </a:rPr>
              <a:t>smacbed</a:t>
            </a:r>
            <a:endParaRPr lang="en-US" altLang="zh-CN" sz="4800" dirty="0">
              <a:solidFill>
                <a:srgbClr val="FF0000"/>
              </a:solidFill>
            </a:endParaRPr>
          </a:p>
          <a:p>
            <a:pPr lvl="2"/>
            <a:r>
              <a:rPr lang="en-US" altLang="zh-CN" sz="4800" dirty="0" err="1">
                <a:solidFill>
                  <a:srgbClr val="00A2FF"/>
                </a:solidFill>
              </a:rPr>
              <a:t>smabd</a:t>
            </a:r>
            <a:endParaRPr lang="en-US" altLang="zh-CN" sz="4800" dirty="0">
              <a:solidFill>
                <a:srgbClr val="00A2FF"/>
              </a:solidFill>
            </a:endParaRPr>
          </a:p>
          <a:p>
            <a:pPr marL="1270000" lvl="2" indent="0">
              <a:buNone/>
            </a:pPr>
            <a:endParaRPr lang="zh-CN" altLang="en-US" sz="4800" dirty="0"/>
          </a:p>
        </p:txBody>
      </p:sp>
      <p:sp>
        <p:nvSpPr>
          <p:cNvPr id="1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a:t>
            </a:r>
            <a:r>
              <a:rPr lang="en-US" altLang="zh-CN" dirty="0"/>
              <a:t>/</a:t>
            </a:r>
            <a:r>
              <a:rPr lang="zh-CN" altLang="en-US" dirty="0"/>
              <a:t>判定覆盖</a:t>
            </a:r>
            <a:endParaRPr lang="zh-CN" altLang="en-US" dirty="0"/>
          </a:p>
        </p:txBody>
      </p:sp>
      <p:sp>
        <p:nvSpPr>
          <p:cNvPr id="16"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
        <p:nvSpPr>
          <p:cNvPr id="40" name="AutoShape 12"/>
          <p:cNvSpPr>
            <a:spLocks noChangeArrowheads="1"/>
          </p:cNvSpPr>
          <p:nvPr/>
        </p:nvSpPr>
        <p:spPr bwMode="auto">
          <a:xfrm>
            <a:off x="13170308" y="3226901"/>
            <a:ext cx="3348233" cy="1270953"/>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min=x</a:t>
            </a:r>
            <a:endParaRPr kumimoji="1" lang="en-US" altLang="zh-CN" sz="3600" dirty="0">
              <a:latin typeface="Times New Roman" panose="02020603050405020304" pitchFamily="18" charset="0"/>
              <a:cs typeface="Times New Roman" panose="02020603050405020304" pitchFamily="18" charset="0"/>
            </a:endParaRPr>
          </a:p>
        </p:txBody>
      </p:sp>
      <p:cxnSp>
        <p:nvCxnSpPr>
          <p:cNvPr id="13" name="Straight Arrow Connector 12"/>
          <p:cNvCxnSpPr/>
          <p:nvPr/>
        </p:nvCxnSpPr>
        <p:spPr>
          <a:xfrm flipH="1">
            <a:off x="14694195" y="2147594"/>
            <a:ext cx="27434" cy="9952257"/>
          </a:xfrm>
          <a:prstGeom prst="straightConnector1">
            <a:avLst/>
          </a:prstGeom>
          <a:ln w="38100">
            <a:solidFill>
              <a:schemeClr val="accent1"/>
            </a:solidFill>
            <a:tailEnd type="triangle"/>
          </a:ln>
        </p:spPr>
        <p:style>
          <a:lnRef idx="1">
            <a:schemeClr val="accent5"/>
          </a:lnRef>
          <a:fillRef idx="0">
            <a:schemeClr val="accent5"/>
          </a:fillRef>
          <a:effectRef idx="0">
            <a:schemeClr val="accent5"/>
          </a:effectRef>
          <a:fontRef idx="minor">
            <a:schemeClr val="tx1"/>
          </a:fontRef>
        </p:style>
      </p:cxnSp>
      <p:sp>
        <p:nvSpPr>
          <p:cNvPr id="4" name="Freeform: Shape 3"/>
          <p:cNvSpPr/>
          <p:nvPr/>
        </p:nvSpPr>
        <p:spPr>
          <a:xfrm>
            <a:off x="15184466" y="2052084"/>
            <a:ext cx="5678953" cy="10132828"/>
          </a:xfrm>
          <a:custGeom>
            <a:avLst/>
            <a:gdLst>
              <a:gd name="connsiteX0" fmla="*/ 360334 w 5678953"/>
              <a:gd name="connsiteY0" fmla="*/ 0 h 10132828"/>
              <a:gd name="connsiteX1" fmla="*/ 339069 w 5678953"/>
              <a:gd name="connsiteY1" fmla="*/ 2519916 h 10132828"/>
              <a:gd name="connsiteX2" fmla="*/ 434762 w 5678953"/>
              <a:gd name="connsiteY2" fmla="*/ 3253563 h 10132828"/>
              <a:gd name="connsiteX3" fmla="*/ 456027 w 5678953"/>
              <a:gd name="connsiteY3" fmla="*/ 3413051 h 10132828"/>
              <a:gd name="connsiteX4" fmla="*/ 530455 w 5678953"/>
              <a:gd name="connsiteY4" fmla="*/ 3955311 h 10132828"/>
              <a:gd name="connsiteX5" fmla="*/ 583618 w 5678953"/>
              <a:gd name="connsiteY5" fmla="*/ 4157330 h 10132828"/>
              <a:gd name="connsiteX6" fmla="*/ 647413 w 5678953"/>
              <a:gd name="connsiteY6" fmla="*/ 4178595 h 10132828"/>
              <a:gd name="connsiteX7" fmla="*/ 966390 w 5678953"/>
              <a:gd name="connsiteY7" fmla="*/ 4199860 h 10132828"/>
              <a:gd name="connsiteX8" fmla="*/ 1274734 w 5678953"/>
              <a:gd name="connsiteY8" fmla="*/ 4253023 h 10132828"/>
              <a:gd name="connsiteX9" fmla="*/ 3252390 w 5678953"/>
              <a:gd name="connsiteY9" fmla="*/ 4189228 h 10132828"/>
              <a:gd name="connsiteX10" fmla="*/ 4081729 w 5678953"/>
              <a:gd name="connsiteY10" fmla="*/ 4136065 h 10132828"/>
              <a:gd name="connsiteX11" fmla="*/ 5336371 w 5678953"/>
              <a:gd name="connsiteY11" fmla="*/ 4146697 h 10132828"/>
              <a:gd name="connsiteX12" fmla="*/ 5378901 w 5678953"/>
              <a:gd name="connsiteY12" fmla="*/ 4167963 h 10132828"/>
              <a:gd name="connsiteX13" fmla="*/ 5442697 w 5678953"/>
              <a:gd name="connsiteY13" fmla="*/ 4189228 h 10132828"/>
              <a:gd name="connsiteX14" fmla="*/ 5474594 w 5678953"/>
              <a:gd name="connsiteY14" fmla="*/ 4231758 h 10132828"/>
              <a:gd name="connsiteX15" fmla="*/ 5517125 w 5678953"/>
              <a:gd name="connsiteY15" fmla="*/ 4253023 h 10132828"/>
              <a:gd name="connsiteX16" fmla="*/ 5538390 w 5678953"/>
              <a:gd name="connsiteY16" fmla="*/ 4284921 h 10132828"/>
              <a:gd name="connsiteX17" fmla="*/ 5580920 w 5678953"/>
              <a:gd name="connsiteY17" fmla="*/ 4369981 h 10132828"/>
              <a:gd name="connsiteX18" fmla="*/ 5634083 w 5678953"/>
              <a:gd name="connsiteY18" fmla="*/ 4391246 h 10132828"/>
              <a:gd name="connsiteX19" fmla="*/ 5655348 w 5678953"/>
              <a:gd name="connsiteY19" fmla="*/ 4455042 h 10132828"/>
              <a:gd name="connsiteX20" fmla="*/ 5676613 w 5678953"/>
              <a:gd name="connsiteY20" fmla="*/ 4508204 h 10132828"/>
              <a:gd name="connsiteX21" fmla="*/ 5644715 w 5678953"/>
              <a:gd name="connsiteY21" fmla="*/ 4901609 h 10132828"/>
              <a:gd name="connsiteX22" fmla="*/ 5591553 w 5678953"/>
              <a:gd name="connsiteY22" fmla="*/ 5603358 h 10132828"/>
              <a:gd name="connsiteX23" fmla="*/ 5230046 w 5678953"/>
              <a:gd name="connsiteY23" fmla="*/ 5635256 h 10132828"/>
              <a:gd name="connsiteX24" fmla="*/ 4634622 w 5678953"/>
              <a:gd name="connsiteY24" fmla="*/ 5656521 h 10132828"/>
              <a:gd name="connsiteX25" fmla="*/ 4336911 w 5678953"/>
              <a:gd name="connsiteY25" fmla="*/ 5688418 h 10132828"/>
              <a:gd name="connsiteX26" fmla="*/ 3986036 w 5678953"/>
              <a:gd name="connsiteY26" fmla="*/ 5762846 h 10132828"/>
              <a:gd name="connsiteX27" fmla="*/ 3815915 w 5678953"/>
              <a:gd name="connsiteY27" fmla="*/ 5784111 h 10132828"/>
              <a:gd name="connsiteX28" fmla="*/ 3092901 w 5678953"/>
              <a:gd name="connsiteY28" fmla="*/ 5890437 h 10132828"/>
              <a:gd name="connsiteX29" fmla="*/ 2922781 w 5678953"/>
              <a:gd name="connsiteY29" fmla="*/ 5911702 h 10132828"/>
              <a:gd name="connsiteX30" fmla="*/ 2667599 w 5678953"/>
              <a:gd name="connsiteY30" fmla="*/ 5964865 h 10132828"/>
              <a:gd name="connsiteX31" fmla="*/ 2433683 w 5678953"/>
              <a:gd name="connsiteY31" fmla="*/ 5986130 h 10132828"/>
              <a:gd name="connsiteX32" fmla="*/ 1848892 w 5678953"/>
              <a:gd name="connsiteY32" fmla="*/ 6039293 h 10132828"/>
              <a:gd name="connsiteX33" fmla="*/ 1636241 w 5678953"/>
              <a:gd name="connsiteY33" fmla="*/ 6103088 h 10132828"/>
              <a:gd name="connsiteX34" fmla="*/ 796269 w 5678953"/>
              <a:gd name="connsiteY34" fmla="*/ 6166883 h 10132828"/>
              <a:gd name="connsiteX35" fmla="*/ 105153 w 5678953"/>
              <a:gd name="connsiteY35" fmla="*/ 6241311 h 10132828"/>
              <a:gd name="connsiteX36" fmla="*/ 147683 w 5678953"/>
              <a:gd name="connsiteY36" fmla="*/ 6305107 h 10132828"/>
              <a:gd name="connsiteX37" fmla="*/ 168948 w 5678953"/>
              <a:gd name="connsiteY37" fmla="*/ 6400800 h 10132828"/>
              <a:gd name="connsiteX38" fmla="*/ 200846 w 5678953"/>
              <a:gd name="connsiteY38" fmla="*/ 6560288 h 10132828"/>
              <a:gd name="connsiteX39" fmla="*/ 285906 w 5678953"/>
              <a:gd name="connsiteY39" fmla="*/ 6730409 h 10132828"/>
              <a:gd name="connsiteX40" fmla="*/ 328436 w 5678953"/>
              <a:gd name="connsiteY40" fmla="*/ 6847367 h 10132828"/>
              <a:gd name="connsiteX41" fmla="*/ 349701 w 5678953"/>
              <a:gd name="connsiteY41" fmla="*/ 6889897 h 10132828"/>
              <a:gd name="connsiteX42" fmla="*/ 402864 w 5678953"/>
              <a:gd name="connsiteY42" fmla="*/ 6911163 h 10132828"/>
              <a:gd name="connsiteX43" fmla="*/ 445394 w 5678953"/>
              <a:gd name="connsiteY43" fmla="*/ 7006856 h 10132828"/>
              <a:gd name="connsiteX44" fmla="*/ 541087 w 5678953"/>
              <a:gd name="connsiteY44" fmla="*/ 7070651 h 10132828"/>
              <a:gd name="connsiteX45" fmla="*/ 1997748 w 5678953"/>
              <a:gd name="connsiteY45" fmla="*/ 6974958 h 10132828"/>
              <a:gd name="connsiteX46" fmla="*/ 2178501 w 5678953"/>
              <a:gd name="connsiteY46" fmla="*/ 6953693 h 10132828"/>
              <a:gd name="connsiteX47" fmla="*/ 2550641 w 5678953"/>
              <a:gd name="connsiteY47" fmla="*/ 6879265 h 10132828"/>
              <a:gd name="connsiteX48" fmla="*/ 3092901 w 5678953"/>
              <a:gd name="connsiteY48" fmla="*/ 6826102 h 10132828"/>
              <a:gd name="connsiteX49" fmla="*/ 3667060 w 5678953"/>
              <a:gd name="connsiteY49" fmla="*/ 6751674 h 10132828"/>
              <a:gd name="connsiteX50" fmla="*/ 4060464 w 5678953"/>
              <a:gd name="connsiteY50" fmla="*/ 6687879 h 10132828"/>
              <a:gd name="connsiteX51" fmla="*/ 4326278 w 5678953"/>
              <a:gd name="connsiteY51" fmla="*/ 6624083 h 10132828"/>
              <a:gd name="connsiteX52" fmla="*/ 4538929 w 5678953"/>
              <a:gd name="connsiteY52" fmla="*/ 6602818 h 10132828"/>
              <a:gd name="connsiteX53" fmla="*/ 4847274 w 5678953"/>
              <a:gd name="connsiteY53" fmla="*/ 6613451 h 10132828"/>
              <a:gd name="connsiteX54" fmla="*/ 5028027 w 5678953"/>
              <a:gd name="connsiteY54" fmla="*/ 6709144 h 10132828"/>
              <a:gd name="connsiteX55" fmla="*/ 5123720 w 5678953"/>
              <a:gd name="connsiteY55" fmla="*/ 6730409 h 10132828"/>
              <a:gd name="connsiteX56" fmla="*/ 5144985 w 5678953"/>
              <a:gd name="connsiteY56" fmla="*/ 6794204 h 10132828"/>
              <a:gd name="connsiteX57" fmla="*/ 5208781 w 5678953"/>
              <a:gd name="connsiteY57" fmla="*/ 6815469 h 10132828"/>
              <a:gd name="connsiteX58" fmla="*/ 5230046 w 5678953"/>
              <a:gd name="connsiteY58" fmla="*/ 6836735 h 10132828"/>
              <a:gd name="connsiteX59" fmla="*/ 5251311 w 5678953"/>
              <a:gd name="connsiteY59" fmla="*/ 6911163 h 10132828"/>
              <a:gd name="connsiteX60" fmla="*/ 5304474 w 5678953"/>
              <a:gd name="connsiteY60" fmla="*/ 6932428 h 10132828"/>
              <a:gd name="connsiteX61" fmla="*/ 5432064 w 5678953"/>
              <a:gd name="connsiteY61" fmla="*/ 7145079 h 10132828"/>
              <a:gd name="connsiteX62" fmla="*/ 5474594 w 5678953"/>
              <a:gd name="connsiteY62" fmla="*/ 7283302 h 10132828"/>
              <a:gd name="connsiteX63" fmla="*/ 5442697 w 5678953"/>
              <a:gd name="connsiteY63" fmla="*/ 7953153 h 10132828"/>
              <a:gd name="connsiteX64" fmla="*/ 5400167 w 5678953"/>
              <a:gd name="connsiteY64" fmla="*/ 8027581 h 10132828"/>
              <a:gd name="connsiteX65" fmla="*/ 5378901 w 5678953"/>
              <a:gd name="connsiteY65" fmla="*/ 8048846 h 10132828"/>
              <a:gd name="connsiteX66" fmla="*/ 5325739 w 5678953"/>
              <a:gd name="connsiteY66" fmla="*/ 8123274 h 10132828"/>
              <a:gd name="connsiteX67" fmla="*/ 5187515 w 5678953"/>
              <a:gd name="connsiteY67" fmla="*/ 8165804 h 10132828"/>
              <a:gd name="connsiteX68" fmla="*/ 4964232 w 5678953"/>
              <a:gd name="connsiteY68" fmla="*/ 8261497 h 10132828"/>
              <a:gd name="connsiteX69" fmla="*/ 4698418 w 5678953"/>
              <a:gd name="connsiteY69" fmla="*/ 8335925 h 10132828"/>
              <a:gd name="connsiteX70" fmla="*/ 4347543 w 5678953"/>
              <a:gd name="connsiteY70" fmla="*/ 8378456 h 10132828"/>
              <a:gd name="connsiteX71" fmla="*/ 3677692 w 5678953"/>
              <a:gd name="connsiteY71" fmla="*/ 8463516 h 10132828"/>
              <a:gd name="connsiteX72" fmla="*/ 3039739 w 5678953"/>
              <a:gd name="connsiteY72" fmla="*/ 8559209 h 10132828"/>
              <a:gd name="connsiteX73" fmla="*/ 2603804 w 5678953"/>
              <a:gd name="connsiteY73" fmla="*/ 8580474 h 10132828"/>
              <a:gd name="connsiteX74" fmla="*/ 1412957 w 5678953"/>
              <a:gd name="connsiteY74" fmla="*/ 8633637 h 10132828"/>
              <a:gd name="connsiteX75" fmla="*/ 1157776 w 5678953"/>
              <a:gd name="connsiteY75" fmla="*/ 8686800 h 10132828"/>
              <a:gd name="connsiteX76" fmla="*/ 923860 w 5678953"/>
              <a:gd name="connsiteY76" fmla="*/ 8708065 h 10132828"/>
              <a:gd name="connsiteX77" fmla="*/ 806901 w 5678953"/>
              <a:gd name="connsiteY77" fmla="*/ 8729330 h 10132828"/>
              <a:gd name="connsiteX78" fmla="*/ 477292 w 5678953"/>
              <a:gd name="connsiteY78" fmla="*/ 8750595 h 10132828"/>
              <a:gd name="connsiteX79" fmla="*/ 370967 w 5678953"/>
              <a:gd name="connsiteY79" fmla="*/ 8803758 h 10132828"/>
              <a:gd name="connsiteX80" fmla="*/ 62622 w 5678953"/>
              <a:gd name="connsiteY80" fmla="*/ 8856921 h 10132828"/>
              <a:gd name="connsiteX81" fmla="*/ 30725 w 5678953"/>
              <a:gd name="connsiteY81" fmla="*/ 9080204 h 10132828"/>
              <a:gd name="connsiteX82" fmla="*/ 51990 w 5678953"/>
              <a:gd name="connsiteY82" fmla="*/ 9154632 h 10132828"/>
              <a:gd name="connsiteX83" fmla="*/ 105153 w 5678953"/>
              <a:gd name="connsiteY83" fmla="*/ 9197163 h 10132828"/>
              <a:gd name="connsiteX84" fmla="*/ 168948 w 5678953"/>
              <a:gd name="connsiteY84" fmla="*/ 9388549 h 10132828"/>
              <a:gd name="connsiteX85" fmla="*/ 222111 w 5678953"/>
              <a:gd name="connsiteY85" fmla="*/ 9452344 h 10132828"/>
              <a:gd name="connsiteX86" fmla="*/ 243376 w 5678953"/>
              <a:gd name="connsiteY86" fmla="*/ 9526772 h 10132828"/>
              <a:gd name="connsiteX87" fmla="*/ 264641 w 5678953"/>
              <a:gd name="connsiteY87" fmla="*/ 9611832 h 10132828"/>
              <a:gd name="connsiteX88" fmla="*/ 317804 w 5678953"/>
              <a:gd name="connsiteY88" fmla="*/ 9707525 h 10132828"/>
              <a:gd name="connsiteX89" fmla="*/ 339069 w 5678953"/>
              <a:gd name="connsiteY89" fmla="*/ 9771321 h 10132828"/>
              <a:gd name="connsiteX90" fmla="*/ 360334 w 5678953"/>
              <a:gd name="connsiteY90" fmla="*/ 9813851 h 10132828"/>
              <a:gd name="connsiteX91" fmla="*/ 381599 w 5678953"/>
              <a:gd name="connsiteY91" fmla="*/ 9888279 h 10132828"/>
              <a:gd name="connsiteX92" fmla="*/ 424129 w 5678953"/>
              <a:gd name="connsiteY92" fmla="*/ 9930809 h 10132828"/>
              <a:gd name="connsiteX93" fmla="*/ 445394 w 5678953"/>
              <a:gd name="connsiteY93" fmla="*/ 10132828 h 1013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5678953" h="10132828">
                <a:moveTo>
                  <a:pt x="360334" y="0"/>
                </a:moveTo>
                <a:cubicBezTo>
                  <a:pt x="326120" y="1083426"/>
                  <a:pt x="305790" y="1315225"/>
                  <a:pt x="339069" y="2519916"/>
                </a:cubicBezTo>
                <a:cubicBezTo>
                  <a:pt x="346451" y="2787157"/>
                  <a:pt x="394554" y="2995085"/>
                  <a:pt x="434762" y="3253563"/>
                </a:cubicBezTo>
                <a:cubicBezTo>
                  <a:pt x="443006" y="3306559"/>
                  <a:pt x="448939" y="3359888"/>
                  <a:pt x="456027" y="3413051"/>
                </a:cubicBezTo>
                <a:cubicBezTo>
                  <a:pt x="485509" y="3884766"/>
                  <a:pt x="445999" y="3605422"/>
                  <a:pt x="530455" y="3955311"/>
                </a:cubicBezTo>
                <a:cubicBezTo>
                  <a:pt x="538140" y="3987150"/>
                  <a:pt x="559057" y="4127311"/>
                  <a:pt x="583618" y="4157330"/>
                </a:cubicBezTo>
                <a:cubicBezTo>
                  <a:pt x="597812" y="4174678"/>
                  <a:pt x="625135" y="4176120"/>
                  <a:pt x="647413" y="4178595"/>
                </a:cubicBezTo>
                <a:cubicBezTo>
                  <a:pt x="753323" y="4190363"/>
                  <a:pt x="860064" y="4192772"/>
                  <a:pt x="966390" y="4199860"/>
                </a:cubicBezTo>
                <a:cubicBezTo>
                  <a:pt x="1069171" y="4217581"/>
                  <a:pt x="1170438" y="4252406"/>
                  <a:pt x="1274734" y="4253023"/>
                </a:cubicBezTo>
                <a:cubicBezTo>
                  <a:pt x="1773183" y="4255973"/>
                  <a:pt x="2646494" y="4215571"/>
                  <a:pt x="3252390" y="4189228"/>
                </a:cubicBezTo>
                <a:cubicBezTo>
                  <a:pt x="3581796" y="4138550"/>
                  <a:pt x="3525865" y="4142140"/>
                  <a:pt x="4081729" y="4136065"/>
                </a:cubicBezTo>
                <a:lnTo>
                  <a:pt x="5336371" y="4146697"/>
                </a:lnTo>
                <a:cubicBezTo>
                  <a:pt x="5350548" y="4153786"/>
                  <a:pt x="5364185" y="4162076"/>
                  <a:pt x="5378901" y="4167963"/>
                </a:cubicBezTo>
                <a:cubicBezTo>
                  <a:pt x="5399713" y="4176288"/>
                  <a:pt x="5424046" y="4176794"/>
                  <a:pt x="5442697" y="4189228"/>
                </a:cubicBezTo>
                <a:cubicBezTo>
                  <a:pt x="5457442" y="4199058"/>
                  <a:pt x="5461139" y="4220226"/>
                  <a:pt x="5474594" y="4231758"/>
                </a:cubicBezTo>
                <a:cubicBezTo>
                  <a:pt x="5486628" y="4242073"/>
                  <a:pt x="5502948" y="4245935"/>
                  <a:pt x="5517125" y="4253023"/>
                </a:cubicBezTo>
                <a:cubicBezTo>
                  <a:pt x="5524213" y="4263656"/>
                  <a:pt x="5532271" y="4273703"/>
                  <a:pt x="5538390" y="4284921"/>
                </a:cubicBezTo>
                <a:cubicBezTo>
                  <a:pt x="5553570" y="4312750"/>
                  <a:pt x="5551487" y="4358208"/>
                  <a:pt x="5580920" y="4369981"/>
                </a:cubicBezTo>
                <a:lnTo>
                  <a:pt x="5634083" y="4391246"/>
                </a:lnTo>
                <a:cubicBezTo>
                  <a:pt x="5641171" y="4412511"/>
                  <a:pt x="5647688" y="4433976"/>
                  <a:pt x="5655348" y="4455042"/>
                </a:cubicBezTo>
                <a:cubicBezTo>
                  <a:pt x="5661870" y="4472979"/>
                  <a:pt x="5675932" y="4489130"/>
                  <a:pt x="5676613" y="4508204"/>
                </a:cubicBezTo>
                <a:cubicBezTo>
                  <a:pt x="5686371" y="4781429"/>
                  <a:pt x="5663657" y="4685125"/>
                  <a:pt x="5644715" y="4901609"/>
                </a:cubicBezTo>
                <a:cubicBezTo>
                  <a:pt x="5624267" y="5135303"/>
                  <a:pt x="5706983" y="5399135"/>
                  <a:pt x="5591553" y="5603358"/>
                </a:cubicBezTo>
                <a:cubicBezTo>
                  <a:pt x="5532029" y="5708671"/>
                  <a:pt x="5350830" y="5628546"/>
                  <a:pt x="5230046" y="5635256"/>
                </a:cubicBezTo>
                <a:cubicBezTo>
                  <a:pt x="5031751" y="5646272"/>
                  <a:pt x="4833097" y="5649433"/>
                  <a:pt x="4634622" y="5656521"/>
                </a:cubicBezTo>
                <a:cubicBezTo>
                  <a:pt x="4535385" y="5667153"/>
                  <a:pt x="4435401" y="5672272"/>
                  <a:pt x="4336911" y="5688418"/>
                </a:cubicBezTo>
                <a:cubicBezTo>
                  <a:pt x="4218925" y="5707760"/>
                  <a:pt x="4104673" y="5748016"/>
                  <a:pt x="3986036" y="5762846"/>
                </a:cubicBezTo>
                <a:lnTo>
                  <a:pt x="3815915" y="5784111"/>
                </a:lnTo>
                <a:cubicBezTo>
                  <a:pt x="3365586" y="5912778"/>
                  <a:pt x="3812950" y="5800431"/>
                  <a:pt x="3092901" y="5890437"/>
                </a:cubicBezTo>
                <a:cubicBezTo>
                  <a:pt x="3036194" y="5897525"/>
                  <a:pt x="2979073" y="5901851"/>
                  <a:pt x="2922781" y="5911702"/>
                </a:cubicBezTo>
                <a:cubicBezTo>
                  <a:pt x="2837195" y="5926680"/>
                  <a:pt x="2753497" y="5951794"/>
                  <a:pt x="2667599" y="5964865"/>
                </a:cubicBezTo>
                <a:cubicBezTo>
                  <a:pt x="2590197" y="5976644"/>
                  <a:pt x="2511655" y="5979042"/>
                  <a:pt x="2433683" y="5986130"/>
                </a:cubicBezTo>
                <a:cubicBezTo>
                  <a:pt x="1807761" y="6103492"/>
                  <a:pt x="3088270" y="5871243"/>
                  <a:pt x="1848892" y="6039293"/>
                </a:cubicBezTo>
                <a:cubicBezTo>
                  <a:pt x="1775558" y="6049236"/>
                  <a:pt x="1708869" y="6088878"/>
                  <a:pt x="1636241" y="6103088"/>
                </a:cubicBezTo>
                <a:cubicBezTo>
                  <a:pt x="1426143" y="6144194"/>
                  <a:pt x="938746" y="6154809"/>
                  <a:pt x="796269" y="6166883"/>
                </a:cubicBezTo>
                <a:cubicBezTo>
                  <a:pt x="565393" y="6186449"/>
                  <a:pt x="335525" y="6216502"/>
                  <a:pt x="105153" y="6241311"/>
                </a:cubicBezTo>
                <a:cubicBezTo>
                  <a:pt x="119330" y="6262576"/>
                  <a:pt x="138191" y="6281377"/>
                  <a:pt x="147683" y="6305107"/>
                </a:cubicBezTo>
                <a:cubicBezTo>
                  <a:pt x="159818" y="6335446"/>
                  <a:pt x="162284" y="6368811"/>
                  <a:pt x="168948" y="6400800"/>
                </a:cubicBezTo>
                <a:cubicBezTo>
                  <a:pt x="180006" y="6453876"/>
                  <a:pt x="187161" y="6507828"/>
                  <a:pt x="200846" y="6560288"/>
                </a:cubicBezTo>
                <a:cubicBezTo>
                  <a:pt x="223840" y="6648433"/>
                  <a:pt x="239486" y="6650833"/>
                  <a:pt x="285906" y="6730409"/>
                </a:cubicBezTo>
                <a:cubicBezTo>
                  <a:pt x="321057" y="6790667"/>
                  <a:pt x="298997" y="6766408"/>
                  <a:pt x="328436" y="6847367"/>
                </a:cubicBezTo>
                <a:cubicBezTo>
                  <a:pt x="333853" y="6862263"/>
                  <a:pt x="337667" y="6879582"/>
                  <a:pt x="349701" y="6889897"/>
                </a:cubicBezTo>
                <a:cubicBezTo>
                  <a:pt x="364192" y="6902318"/>
                  <a:pt x="385143" y="6904074"/>
                  <a:pt x="402864" y="6911163"/>
                </a:cubicBezTo>
                <a:cubicBezTo>
                  <a:pt x="407351" y="6922380"/>
                  <a:pt x="434416" y="6994310"/>
                  <a:pt x="445394" y="7006856"/>
                </a:cubicBezTo>
                <a:cubicBezTo>
                  <a:pt x="475978" y="7041810"/>
                  <a:pt x="502673" y="7051444"/>
                  <a:pt x="541087" y="7070651"/>
                </a:cubicBezTo>
                <a:cubicBezTo>
                  <a:pt x="1027036" y="7046946"/>
                  <a:pt x="1513835" y="7027273"/>
                  <a:pt x="1997748" y="6974958"/>
                </a:cubicBezTo>
                <a:cubicBezTo>
                  <a:pt x="2058063" y="6968437"/>
                  <a:pt x="2118743" y="6964151"/>
                  <a:pt x="2178501" y="6953693"/>
                </a:cubicBezTo>
                <a:cubicBezTo>
                  <a:pt x="2312328" y="6930273"/>
                  <a:pt x="2419770" y="6894137"/>
                  <a:pt x="2550641" y="6879265"/>
                </a:cubicBezTo>
                <a:cubicBezTo>
                  <a:pt x="2807600" y="6850065"/>
                  <a:pt x="2867176" y="6853931"/>
                  <a:pt x="3092901" y="6826102"/>
                </a:cubicBezTo>
                <a:lnTo>
                  <a:pt x="3667060" y="6751674"/>
                </a:lnTo>
                <a:cubicBezTo>
                  <a:pt x="3897730" y="6688763"/>
                  <a:pt x="3688278" y="6739571"/>
                  <a:pt x="4060464" y="6687879"/>
                </a:cubicBezTo>
                <a:cubicBezTo>
                  <a:pt x="4293527" y="6655510"/>
                  <a:pt x="4021068" y="6676405"/>
                  <a:pt x="4326278" y="6624083"/>
                </a:cubicBezTo>
                <a:cubicBezTo>
                  <a:pt x="4396491" y="6612046"/>
                  <a:pt x="4468045" y="6609906"/>
                  <a:pt x="4538929" y="6602818"/>
                </a:cubicBezTo>
                <a:lnTo>
                  <a:pt x="4847274" y="6613451"/>
                </a:lnTo>
                <a:cubicBezTo>
                  <a:pt x="5016915" y="6642414"/>
                  <a:pt x="4923848" y="6671937"/>
                  <a:pt x="5028027" y="6709144"/>
                </a:cubicBezTo>
                <a:cubicBezTo>
                  <a:pt x="5058799" y="6720134"/>
                  <a:pt x="5091822" y="6723321"/>
                  <a:pt x="5123720" y="6730409"/>
                </a:cubicBezTo>
                <a:cubicBezTo>
                  <a:pt x="5130808" y="6751674"/>
                  <a:pt x="5129135" y="6778354"/>
                  <a:pt x="5144985" y="6794204"/>
                </a:cubicBezTo>
                <a:cubicBezTo>
                  <a:pt x="5160835" y="6810054"/>
                  <a:pt x="5188732" y="6805444"/>
                  <a:pt x="5208781" y="6815469"/>
                </a:cubicBezTo>
                <a:cubicBezTo>
                  <a:pt x="5217747" y="6819952"/>
                  <a:pt x="5222958" y="6829646"/>
                  <a:pt x="5230046" y="6836735"/>
                </a:cubicBezTo>
                <a:cubicBezTo>
                  <a:pt x="5237134" y="6861544"/>
                  <a:pt x="5235470" y="6890796"/>
                  <a:pt x="5251311" y="6911163"/>
                </a:cubicBezTo>
                <a:cubicBezTo>
                  <a:pt x="5263029" y="6926229"/>
                  <a:pt x="5293299" y="6916955"/>
                  <a:pt x="5304474" y="6932428"/>
                </a:cubicBezTo>
                <a:cubicBezTo>
                  <a:pt x="5548943" y="7270924"/>
                  <a:pt x="5297129" y="7010144"/>
                  <a:pt x="5432064" y="7145079"/>
                </a:cubicBezTo>
                <a:cubicBezTo>
                  <a:pt x="5447666" y="7184085"/>
                  <a:pt x="5473992" y="7242956"/>
                  <a:pt x="5474594" y="7283302"/>
                </a:cubicBezTo>
                <a:cubicBezTo>
                  <a:pt x="5479980" y="7644176"/>
                  <a:pt x="5556257" y="7744960"/>
                  <a:pt x="5442697" y="7953153"/>
                </a:cubicBezTo>
                <a:cubicBezTo>
                  <a:pt x="5429014" y="7978238"/>
                  <a:pt x="5416017" y="8003806"/>
                  <a:pt x="5400167" y="8027581"/>
                </a:cubicBezTo>
                <a:cubicBezTo>
                  <a:pt x="5394606" y="8035922"/>
                  <a:pt x="5385056" y="8040933"/>
                  <a:pt x="5378901" y="8048846"/>
                </a:cubicBezTo>
                <a:cubicBezTo>
                  <a:pt x="5360183" y="8072912"/>
                  <a:pt x="5349335" y="8103968"/>
                  <a:pt x="5325739" y="8123274"/>
                </a:cubicBezTo>
                <a:cubicBezTo>
                  <a:pt x="5317845" y="8129733"/>
                  <a:pt x="5190972" y="8164816"/>
                  <a:pt x="5187515" y="8165804"/>
                </a:cubicBezTo>
                <a:cubicBezTo>
                  <a:pt x="5140973" y="8282160"/>
                  <a:pt x="5183917" y="8217559"/>
                  <a:pt x="4964232" y="8261497"/>
                </a:cubicBezTo>
                <a:cubicBezTo>
                  <a:pt x="4622061" y="8329932"/>
                  <a:pt x="5115121" y="8219250"/>
                  <a:pt x="4698418" y="8335925"/>
                </a:cubicBezTo>
                <a:cubicBezTo>
                  <a:pt x="4602318" y="8362833"/>
                  <a:pt x="4427507" y="8370126"/>
                  <a:pt x="4347543" y="8378456"/>
                </a:cubicBezTo>
                <a:cubicBezTo>
                  <a:pt x="4140876" y="8399984"/>
                  <a:pt x="3875951" y="8434360"/>
                  <a:pt x="3677692" y="8463516"/>
                </a:cubicBezTo>
                <a:cubicBezTo>
                  <a:pt x="3527597" y="8485589"/>
                  <a:pt x="3195474" y="8545860"/>
                  <a:pt x="3039739" y="8559209"/>
                </a:cubicBezTo>
                <a:cubicBezTo>
                  <a:pt x="2894786" y="8571633"/>
                  <a:pt x="2749144" y="8573986"/>
                  <a:pt x="2603804" y="8580474"/>
                </a:cubicBezTo>
                <a:cubicBezTo>
                  <a:pt x="1183665" y="8643873"/>
                  <a:pt x="2400752" y="8585452"/>
                  <a:pt x="1412957" y="8633637"/>
                </a:cubicBezTo>
                <a:cubicBezTo>
                  <a:pt x="1327897" y="8651358"/>
                  <a:pt x="1243674" y="8673729"/>
                  <a:pt x="1157776" y="8686800"/>
                </a:cubicBezTo>
                <a:cubicBezTo>
                  <a:pt x="1080374" y="8698579"/>
                  <a:pt x="1001585" y="8698644"/>
                  <a:pt x="923860" y="8708065"/>
                </a:cubicBezTo>
                <a:cubicBezTo>
                  <a:pt x="884522" y="8712833"/>
                  <a:pt x="846348" y="8725573"/>
                  <a:pt x="806901" y="8729330"/>
                </a:cubicBezTo>
                <a:cubicBezTo>
                  <a:pt x="697299" y="8739768"/>
                  <a:pt x="587162" y="8743507"/>
                  <a:pt x="477292" y="8750595"/>
                </a:cubicBezTo>
                <a:cubicBezTo>
                  <a:pt x="441850" y="8768316"/>
                  <a:pt x="408840" y="8792105"/>
                  <a:pt x="370967" y="8803758"/>
                </a:cubicBezTo>
                <a:cubicBezTo>
                  <a:pt x="323727" y="8818294"/>
                  <a:pt x="121565" y="8847853"/>
                  <a:pt x="62622" y="8856921"/>
                </a:cubicBezTo>
                <a:cubicBezTo>
                  <a:pt x="-37184" y="8906824"/>
                  <a:pt x="6334" y="8868820"/>
                  <a:pt x="30725" y="9080204"/>
                </a:cubicBezTo>
                <a:cubicBezTo>
                  <a:pt x="33683" y="9105836"/>
                  <a:pt x="38138" y="9132864"/>
                  <a:pt x="51990" y="9154632"/>
                </a:cubicBezTo>
                <a:cubicBezTo>
                  <a:pt x="64174" y="9173778"/>
                  <a:pt x="87432" y="9182986"/>
                  <a:pt x="105153" y="9197163"/>
                </a:cubicBezTo>
                <a:cubicBezTo>
                  <a:pt x="112209" y="9221860"/>
                  <a:pt x="136839" y="9342679"/>
                  <a:pt x="168948" y="9388549"/>
                </a:cubicBezTo>
                <a:cubicBezTo>
                  <a:pt x="184822" y="9411226"/>
                  <a:pt x="204390" y="9431079"/>
                  <a:pt x="222111" y="9452344"/>
                </a:cubicBezTo>
                <a:cubicBezTo>
                  <a:pt x="229199" y="9477153"/>
                  <a:pt x="236728" y="9501841"/>
                  <a:pt x="243376" y="9526772"/>
                </a:cubicBezTo>
                <a:cubicBezTo>
                  <a:pt x="250906" y="9555011"/>
                  <a:pt x="253513" y="9584807"/>
                  <a:pt x="264641" y="9611832"/>
                </a:cubicBezTo>
                <a:cubicBezTo>
                  <a:pt x="278534" y="9645573"/>
                  <a:pt x="302373" y="9674459"/>
                  <a:pt x="317804" y="9707525"/>
                </a:cubicBezTo>
                <a:cubicBezTo>
                  <a:pt x="327283" y="9727838"/>
                  <a:pt x="330744" y="9750509"/>
                  <a:pt x="339069" y="9771321"/>
                </a:cubicBezTo>
                <a:cubicBezTo>
                  <a:pt x="344955" y="9786037"/>
                  <a:pt x="354917" y="9798955"/>
                  <a:pt x="360334" y="9813851"/>
                </a:cubicBezTo>
                <a:cubicBezTo>
                  <a:pt x="369152" y="9838100"/>
                  <a:pt x="369244" y="9865627"/>
                  <a:pt x="381599" y="9888279"/>
                </a:cubicBezTo>
                <a:cubicBezTo>
                  <a:pt x="391199" y="9905880"/>
                  <a:pt x="409952" y="9916632"/>
                  <a:pt x="424129" y="9930809"/>
                </a:cubicBezTo>
                <a:cubicBezTo>
                  <a:pt x="451650" y="10068413"/>
                  <a:pt x="445394" y="10000991"/>
                  <a:pt x="445394" y="10132828"/>
                </a:cubicBezTo>
              </a:path>
            </a:pathLst>
          </a:custGeom>
          <a:ln w="28575">
            <a:headEnd type="none" w="med" len="med"/>
            <a:tailEnd type="arrow" w="med" len="med"/>
          </a:ln>
        </p:spPr>
        <p:style>
          <a:lnRef idx="1">
            <a:schemeClr val="accent5"/>
          </a:lnRef>
          <a:fillRef idx="0">
            <a:schemeClr val="accent5"/>
          </a:fillRef>
          <a:effectRef idx="0">
            <a:schemeClr val="accent5"/>
          </a:effectRef>
          <a:fontRef idx="minor">
            <a:schemeClr val="tx1"/>
          </a:fontRef>
        </p:style>
        <p:txBody>
          <a:bodyPr rot="0" spcFirstLastPara="1" vertOverflow="overflow" horzOverflow="overflow" vert="horz" wrap="square" lIns="91439" tIns="45719" rIns="91439" bIns="45719" numCol="1" spcCol="38100" rtlCol="0" fromWordArt="0" anchor="t" anchorCtr="0" forceAA="0" compatLnSpc="1">
            <a:noAutofit/>
          </a:bodyPr>
          <a:lstStyle/>
          <a:p>
            <a:pPr algn="l" defTabSz="914400" latinLnBrk="1"/>
            <a:endParaRPr lang="zh-CN" altLang="en-US" sz="1800" b="0"/>
          </a:p>
        </p:txBody>
      </p:sp>
    </p:spTree>
    <p:custDataLst>
      <p:tags r:id="rId4"/>
    </p:custDataLst>
  </p:cSld>
  <p:clrMapOvr>
    <a:masterClrMapping/>
  </p:clrMapOvr>
  <p:transition spd="med" advTm="9931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325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2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7" fill="hold" display="0">
                  <p:stCondLst>
                    <p:cond delay="indefinite"/>
                  </p:stCondLst>
                  <p:endCondLst>
                    <p:cond evt="onStopAudio" delay="0">
                      <p:tgtEl>
                        <p:sldTgt/>
                      </p:tgtEl>
                    </p:cond>
                  </p:endCondLst>
                </p:cTn>
                <p:tgtEl>
                  <p:spTgt spid="2"/>
                </p:tgtEl>
              </p:cMediaNode>
            </p:audio>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5795728" y="2852532"/>
            <a:ext cx="12792544" cy="9362660"/>
          </a:xfrm>
          <a:prstGeom prst="rect">
            <a:avLst/>
          </a:prstGeom>
        </p:spPr>
      </p:pic>
      <p:sp>
        <p:nvSpPr>
          <p:cNvPr id="7"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a:t>
            </a:r>
            <a:r>
              <a:rPr lang="en-US" altLang="zh-CN" dirty="0"/>
              <a:t>/</a:t>
            </a:r>
            <a:r>
              <a:rPr lang="zh-CN" altLang="en-US" dirty="0"/>
              <a:t>判定覆盖</a:t>
            </a:r>
            <a:endParaRPr lang="zh-CN" altLang="en-US" dirty="0"/>
          </a:p>
        </p:txBody>
      </p:sp>
      <p:sp>
        <p:nvSpPr>
          <p:cNvPr id="8"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238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a:t>
            </a:r>
            <a:r>
              <a:rPr lang="en-US" altLang="zh-CN" dirty="0"/>
              <a:t>/</a:t>
            </a:r>
            <a:r>
              <a:rPr lang="zh-CN" altLang="en-US" dirty="0"/>
              <a:t>判定覆盖</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sp>
        <p:nvSpPr>
          <p:cNvPr id="7" name="Rectangle 3"/>
          <p:cNvSpPr txBox="1">
            <a:spLocks noChangeArrowheads="1"/>
          </p:cNvSpPr>
          <p:nvPr/>
        </p:nvSpPr>
        <p:spPr>
          <a:xfrm>
            <a:off x="2747200" y="2959079"/>
            <a:ext cx="7423546" cy="238817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a:t>
            </a:r>
            <a:endParaRPr lang="en-US" altLang="zh-CN" sz="4800" b="1" dirty="0"/>
          </a:p>
          <a:p>
            <a:pPr marL="1270000" lvl="2" indent="0">
              <a:buNone/>
            </a:pPr>
            <a:endParaRPr lang="en-US" altLang="zh-CN" sz="4800" dirty="0">
              <a:solidFill>
                <a:srgbClr val="FF0000"/>
              </a:solidFill>
            </a:endParaRPr>
          </a:p>
          <a:p>
            <a:pPr marL="1270000" lvl="2" indent="0">
              <a:buNone/>
            </a:pPr>
            <a:endParaRPr lang="zh-CN" altLang="en-US" sz="4800" dirty="0"/>
          </a:p>
        </p:txBody>
      </p:sp>
      <p:pic>
        <p:nvPicPr>
          <p:cNvPr id="11" name="Picture 10"/>
          <p:cNvPicPr>
            <a:picLocks noChangeAspect="1"/>
          </p:cNvPicPr>
          <p:nvPr/>
        </p:nvPicPr>
        <p:blipFill>
          <a:blip r:embed="rId1"/>
          <a:stretch>
            <a:fillRect/>
          </a:stretch>
        </p:blipFill>
        <p:spPr>
          <a:xfrm>
            <a:off x="12740659" y="2801074"/>
            <a:ext cx="10245110" cy="8338711"/>
          </a:xfrm>
          <a:prstGeom prst="rect">
            <a:avLst/>
          </a:prstGeom>
        </p:spPr>
      </p:pic>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graphicFrame>
        <p:nvGraphicFramePr>
          <p:cNvPr id="12" name="Table 7"/>
          <p:cNvGraphicFramePr>
            <a:graphicFrameLocks noGrp="1"/>
          </p:cNvGraphicFramePr>
          <p:nvPr/>
        </p:nvGraphicFramePr>
        <p:xfrm>
          <a:off x="3245964" y="4996201"/>
          <a:ext cx="6709964" cy="5760720"/>
        </p:xfrm>
        <a:graphic>
          <a:graphicData uri="http://schemas.openxmlformats.org/drawingml/2006/table">
            <a:tbl>
              <a:tblPr firstRow="1" bandRow="1">
                <a:tableStyleId>{F5AB1C69-6EDB-4FF4-983F-18BD219EF322}</a:tableStyleId>
              </a:tblPr>
              <a:tblGrid>
                <a:gridCol w="1677491"/>
                <a:gridCol w="1677491"/>
                <a:gridCol w="1677491"/>
                <a:gridCol w="1677491"/>
              </a:tblGrid>
              <a:tr h="0">
                <a:tc>
                  <a:txBody>
                    <a:bodyPr/>
                    <a:lstStyle/>
                    <a:p>
                      <a:r>
                        <a:rPr lang="en-US" altLang="zh-CN" sz="3600" dirty="0"/>
                        <a:t>ID</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x</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y</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z</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dirty="0"/>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9</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9</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9</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4</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5</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6</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7</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2</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3</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2</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8</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4</a:t>
                      </a:r>
                      <a:endParaRPr lang="zh-CN" altLang="en-US" sz="3600" b="1" dirty="0">
                        <a:latin typeface="Times New Roman" panose="02020603050405020304" pitchFamily="18" charset="0"/>
                        <a:cs typeface="Times New Roman" panose="02020603050405020304" pitchFamily="18" charset="0"/>
                      </a:endParaRPr>
                    </a:p>
                  </a:txBody>
                  <a:tcPr/>
                </a:tc>
              </a:tr>
            </a:tbl>
          </a:graphicData>
        </a:graphic>
      </p:graphicFrame>
    </p:spTree>
    <p:custDataLst>
      <p:tags r:id="rId5"/>
    </p:custDataLst>
  </p:cSld>
  <p:clrMapOvr>
    <a:masterClrMapping/>
  </p:clrMapOvr>
  <p:transition spd="med" advTm="8555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088558" y="98791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白盒测试</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grpSp>
        <p:nvGrpSpPr>
          <p:cNvPr id="10" name="Group 9"/>
          <p:cNvGrpSpPr/>
          <p:nvPr/>
        </p:nvGrpSpPr>
        <p:grpSpPr>
          <a:xfrm>
            <a:off x="9088558" y="2535059"/>
            <a:ext cx="7717602" cy="1343465"/>
            <a:chOff x="9218067" y="3086516"/>
            <a:chExt cx="7717602" cy="1343465"/>
          </a:xfrm>
        </p:grpSpPr>
        <p:sp>
          <p:nvSpPr>
            <p:cNvPr id="134" name="矩形 5"/>
            <p:cNvSpPr txBox="1"/>
            <p:nvPr/>
          </p:nvSpPr>
          <p:spPr>
            <a:xfrm>
              <a:off x="11344964" y="3359705"/>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语句覆盖</a:t>
              </a:r>
              <a:endParaRPr sz="4400" dirty="0">
                <a:solidFill>
                  <a:srgbClr val="000000"/>
                </a:solidFill>
              </a:endParaRPr>
            </a:p>
          </p:txBody>
        </p:sp>
        <p:sp>
          <p:nvSpPr>
            <p:cNvPr id="135" name="Freeform 5"/>
            <p:cNvSpPr/>
            <p:nvPr/>
          </p:nvSpPr>
          <p:spPr>
            <a:xfrm rot="5400000">
              <a:off x="9341182" y="314029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218067" y="323530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grpSp>
      <p:grpSp>
        <p:nvGrpSpPr>
          <p:cNvPr id="9" name="Group 8"/>
          <p:cNvGrpSpPr/>
          <p:nvPr/>
        </p:nvGrpSpPr>
        <p:grpSpPr>
          <a:xfrm>
            <a:off x="9088558" y="4082204"/>
            <a:ext cx="7717601" cy="1343465"/>
            <a:chOff x="9218067" y="4940563"/>
            <a:chExt cx="7717601" cy="1343465"/>
          </a:xfrm>
        </p:grpSpPr>
        <p:sp>
          <p:nvSpPr>
            <p:cNvPr id="139" name="Freeform 5"/>
            <p:cNvSpPr/>
            <p:nvPr/>
          </p:nvSpPr>
          <p:spPr>
            <a:xfrm rot="5400000">
              <a:off x="9341182" y="4994344"/>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218067" y="51302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sp>
          <p:nvSpPr>
            <p:cNvPr id="18" name="矩形 5"/>
            <p:cNvSpPr txBox="1"/>
            <p:nvPr/>
          </p:nvSpPr>
          <p:spPr>
            <a:xfrm>
              <a:off x="11344963" y="5213752"/>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判定覆盖</a:t>
              </a:r>
              <a:endParaRPr sz="4400" dirty="0">
                <a:solidFill>
                  <a:srgbClr val="000000"/>
                </a:solidFill>
              </a:endParaRPr>
            </a:p>
          </p:txBody>
        </p:sp>
      </p:grpSp>
      <p:grpSp>
        <p:nvGrpSpPr>
          <p:cNvPr id="8" name="Group 7"/>
          <p:cNvGrpSpPr/>
          <p:nvPr/>
        </p:nvGrpSpPr>
        <p:grpSpPr>
          <a:xfrm>
            <a:off x="9088558" y="5629349"/>
            <a:ext cx="7717602" cy="1343465"/>
            <a:chOff x="9184939" y="6856761"/>
            <a:chExt cx="7717602" cy="1343465"/>
          </a:xfrm>
        </p:grpSpPr>
        <p:sp>
          <p:nvSpPr>
            <p:cNvPr id="19" name="矩形 5"/>
            <p:cNvSpPr txBox="1"/>
            <p:nvPr/>
          </p:nvSpPr>
          <p:spPr>
            <a:xfrm>
              <a:off x="11311836" y="7129950"/>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条件覆盖</a:t>
              </a:r>
              <a:endParaRPr sz="4400" dirty="0">
                <a:solidFill>
                  <a:srgbClr val="000000"/>
                </a:solidFill>
              </a:endParaRPr>
            </a:p>
          </p:txBody>
        </p:sp>
        <p:sp>
          <p:nvSpPr>
            <p:cNvPr id="20" name="Freeform 5"/>
            <p:cNvSpPr/>
            <p:nvPr/>
          </p:nvSpPr>
          <p:spPr>
            <a:xfrm rot="5400000">
              <a:off x="9308054" y="691054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1" name="矩形 11"/>
            <p:cNvSpPr txBox="1"/>
            <p:nvPr/>
          </p:nvSpPr>
          <p:spPr>
            <a:xfrm>
              <a:off x="9184939" y="700554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grpSp>
      <p:grpSp>
        <p:nvGrpSpPr>
          <p:cNvPr id="7" name="Group 6"/>
          <p:cNvGrpSpPr/>
          <p:nvPr/>
        </p:nvGrpSpPr>
        <p:grpSpPr>
          <a:xfrm>
            <a:off x="9088558" y="7176494"/>
            <a:ext cx="7717600" cy="1343465"/>
            <a:chOff x="9184939" y="8710808"/>
            <a:chExt cx="7717600" cy="1343465"/>
          </a:xfrm>
        </p:grpSpPr>
        <p:sp>
          <p:nvSpPr>
            <p:cNvPr id="22" name="Freeform 5"/>
            <p:cNvSpPr/>
            <p:nvPr/>
          </p:nvSpPr>
          <p:spPr>
            <a:xfrm rot="5400000">
              <a:off x="9308054" y="876458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3" name="矩形 11"/>
            <p:cNvSpPr txBox="1"/>
            <p:nvPr/>
          </p:nvSpPr>
          <p:spPr>
            <a:xfrm>
              <a:off x="9184939" y="890054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sp>
          <p:nvSpPr>
            <p:cNvPr id="24" name="矩形 5"/>
            <p:cNvSpPr txBox="1"/>
            <p:nvPr/>
          </p:nvSpPr>
          <p:spPr>
            <a:xfrm>
              <a:off x="11311834" y="8976834"/>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条件</a:t>
              </a:r>
              <a:r>
                <a:rPr lang="en-US" altLang="zh-CN" sz="4400" dirty="0">
                  <a:solidFill>
                    <a:srgbClr val="000000"/>
                  </a:solidFill>
                </a:rPr>
                <a:t>/</a:t>
              </a:r>
              <a:r>
                <a:rPr lang="zh-CN" altLang="en-US" sz="4400" dirty="0">
                  <a:solidFill>
                    <a:srgbClr val="000000"/>
                  </a:solidFill>
                </a:rPr>
                <a:t>判定覆盖</a:t>
              </a:r>
              <a:endParaRPr sz="4400" dirty="0">
                <a:solidFill>
                  <a:srgbClr val="000000"/>
                </a:solidFill>
              </a:endParaRPr>
            </a:p>
          </p:txBody>
        </p:sp>
      </p:grpSp>
      <p:grpSp>
        <p:nvGrpSpPr>
          <p:cNvPr id="6" name="Group 5"/>
          <p:cNvGrpSpPr/>
          <p:nvPr/>
        </p:nvGrpSpPr>
        <p:grpSpPr>
          <a:xfrm>
            <a:off x="9088558" y="8723639"/>
            <a:ext cx="7717600" cy="1343465"/>
            <a:chOff x="9125303" y="10241433"/>
            <a:chExt cx="7717600" cy="1343465"/>
          </a:xfrm>
        </p:grpSpPr>
        <p:sp>
          <p:nvSpPr>
            <p:cNvPr id="25" name="Freeform 5"/>
            <p:cNvSpPr/>
            <p:nvPr/>
          </p:nvSpPr>
          <p:spPr>
            <a:xfrm rot="5400000">
              <a:off x="9248418" y="10295214"/>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6" name="矩形 11"/>
            <p:cNvSpPr txBox="1"/>
            <p:nvPr/>
          </p:nvSpPr>
          <p:spPr>
            <a:xfrm>
              <a:off x="9125303" y="1043116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6</a:t>
              </a:r>
              <a:endParaRPr dirty="0"/>
            </a:p>
          </p:txBody>
        </p:sp>
        <p:sp>
          <p:nvSpPr>
            <p:cNvPr id="27" name="矩形 5"/>
            <p:cNvSpPr txBox="1"/>
            <p:nvPr/>
          </p:nvSpPr>
          <p:spPr>
            <a:xfrm>
              <a:off x="11252198" y="10555567"/>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条件组合覆盖</a:t>
              </a:r>
              <a:endParaRPr sz="4400" b="1" dirty="0">
                <a:solidFill>
                  <a:srgbClr val="FF0000"/>
                </a:solidFill>
              </a:endParaRPr>
            </a:p>
          </p:txBody>
        </p:sp>
      </p:grpSp>
      <p:grpSp>
        <p:nvGrpSpPr>
          <p:cNvPr id="5" name="Group 4"/>
          <p:cNvGrpSpPr/>
          <p:nvPr/>
        </p:nvGrpSpPr>
        <p:grpSpPr>
          <a:xfrm>
            <a:off x="9088558" y="10270784"/>
            <a:ext cx="7717600" cy="1343465"/>
            <a:chOff x="9184939" y="11246596"/>
            <a:chExt cx="7717600" cy="1343465"/>
          </a:xfrm>
        </p:grpSpPr>
        <p:sp>
          <p:nvSpPr>
            <p:cNvPr id="28" name="Freeform 5"/>
            <p:cNvSpPr/>
            <p:nvPr/>
          </p:nvSpPr>
          <p:spPr>
            <a:xfrm rot="5400000">
              <a:off x="9308054" y="1130037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9" name="矩形 11"/>
            <p:cNvSpPr txBox="1"/>
            <p:nvPr/>
          </p:nvSpPr>
          <p:spPr>
            <a:xfrm>
              <a:off x="9184939" y="1143632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7</a:t>
              </a:r>
              <a:endParaRPr dirty="0"/>
            </a:p>
          </p:txBody>
        </p:sp>
        <p:sp>
          <p:nvSpPr>
            <p:cNvPr id="30" name="矩形 5"/>
            <p:cNvSpPr txBox="1"/>
            <p:nvPr/>
          </p:nvSpPr>
          <p:spPr>
            <a:xfrm>
              <a:off x="11311834" y="11560730"/>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路径覆盖</a:t>
              </a:r>
              <a:endParaRPr sz="4400" dirty="0">
                <a:solidFill>
                  <a:srgbClr val="000000"/>
                </a:solidFill>
              </a:endParaRPr>
            </a:p>
          </p:txBody>
        </p:sp>
      </p:grpSp>
      <p:grpSp>
        <p:nvGrpSpPr>
          <p:cNvPr id="4" name="Group 3"/>
          <p:cNvGrpSpPr/>
          <p:nvPr/>
        </p:nvGrpSpPr>
        <p:grpSpPr>
          <a:xfrm>
            <a:off x="9088558" y="11817929"/>
            <a:ext cx="7717599" cy="1343465"/>
            <a:chOff x="9125303" y="12777221"/>
            <a:chExt cx="7717599" cy="1343465"/>
          </a:xfrm>
        </p:grpSpPr>
        <p:sp>
          <p:nvSpPr>
            <p:cNvPr id="31" name="Freeform 5"/>
            <p:cNvSpPr/>
            <p:nvPr/>
          </p:nvSpPr>
          <p:spPr>
            <a:xfrm rot="5400000">
              <a:off x="9248418" y="12831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32" name="矩形 11"/>
            <p:cNvSpPr txBox="1"/>
            <p:nvPr/>
          </p:nvSpPr>
          <p:spPr>
            <a:xfrm>
              <a:off x="9125303" y="1296695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8</a:t>
              </a:r>
              <a:endParaRPr dirty="0"/>
            </a:p>
          </p:txBody>
        </p:sp>
        <p:sp>
          <p:nvSpPr>
            <p:cNvPr id="33" name="矩形 5"/>
            <p:cNvSpPr txBox="1"/>
            <p:nvPr/>
          </p:nvSpPr>
          <p:spPr>
            <a:xfrm>
              <a:off x="11252197" y="13091355"/>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gr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4856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47199" y="2959080"/>
            <a:ext cx="19868961" cy="10002008"/>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条件覆盖</a:t>
            </a:r>
            <a:endParaRPr lang="en-US" altLang="zh-CN" sz="4800" b="1" dirty="0"/>
          </a:p>
          <a:p>
            <a:pPr lvl="2"/>
            <a:r>
              <a:rPr lang="zh-CN" altLang="en-US" sz="4800" dirty="0"/>
              <a:t>选取足够多的测试数据，使被测试程序中每个判定表达式中的每个条件都取到各种可能的结果。</a:t>
            </a:r>
            <a:endParaRPr lang="en-US" altLang="zh-CN" sz="4800" dirty="0"/>
          </a:p>
          <a:p>
            <a:r>
              <a:rPr lang="zh-CN" altLang="en-US" sz="4800" b="1" dirty="0"/>
              <a:t>条件</a:t>
            </a:r>
            <a:r>
              <a:rPr lang="zh-CN" altLang="en-US" sz="4800" b="1" dirty="0">
                <a:solidFill>
                  <a:srgbClr val="FF0000"/>
                </a:solidFill>
              </a:rPr>
              <a:t>组合</a:t>
            </a:r>
            <a:r>
              <a:rPr lang="zh-CN" altLang="en-US" sz="4800" b="1" dirty="0"/>
              <a:t>覆盖</a:t>
            </a:r>
            <a:endParaRPr lang="en-US" altLang="zh-CN" sz="4800" b="1" dirty="0"/>
          </a:p>
          <a:p>
            <a:pPr lvl="2"/>
            <a:r>
              <a:rPr lang="zh-CN" altLang="en-US" sz="4800" dirty="0"/>
              <a:t>选取足够多的测试数据，使得判定表达式中</a:t>
            </a:r>
            <a:r>
              <a:rPr lang="zh-CN" altLang="en-US" sz="4800" dirty="0">
                <a:solidFill>
                  <a:srgbClr val="FF0000"/>
                </a:solidFill>
              </a:rPr>
              <a:t>条件的各种可能组合</a:t>
            </a:r>
            <a:r>
              <a:rPr lang="zh-CN" altLang="en-US" sz="4800" dirty="0"/>
              <a:t>都至少出现一次。</a:t>
            </a:r>
            <a:endParaRPr lang="en-US" altLang="zh-CN" sz="4800" dirty="0"/>
          </a:p>
          <a:p>
            <a:pPr lvl="2"/>
            <a:endParaRPr lang="zh-CN" altLang="en-US" sz="4800" dirty="0"/>
          </a:p>
          <a:p>
            <a:pPr marL="1270000" lvl="2" indent="0">
              <a:buNone/>
            </a:pPr>
            <a:endParaRPr lang="zh-CN" altLang="en-US" sz="4800" dirty="0"/>
          </a:p>
        </p:txBody>
      </p:sp>
      <p:sp>
        <p:nvSpPr>
          <p:cNvPr id="21"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条件组合覆盖</a:t>
            </a:r>
            <a:endParaRPr lang="zh-CN" altLang="en-US" dirty="0"/>
          </a:p>
        </p:txBody>
      </p:sp>
      <p:sp>
        <p:nvSpPr>
          <p:cNvPr id="22"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6</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5745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
          <p:cNvSpPr txBox="1">
            <a:spLocks noChangeArrowheads="1"/>
          </p:cNvSpPr>
          <p:nvPr/>
        </p:nvSpPr>
        <p:spPr>
          <a:xfrm>
            <a:off x="6334849" y="3320642"/>
            <a:ext cx="14016445" cy="8260080"/>
          </a:xfrm>
          <a:prstGeom prst="rect">
            <a:avLst/>
          </a:prstGeom>
        </p:spPr>
        <p:txBody>
          <a:bodyPr/>
          <a:lstStyle>
            <a:lvl1pPr marL="635000" marR="0" indent="-635000" algn="l" defTabSz="825500" latinLnBrk="0">
              <a:lnSpc>
                <a:spcPct val="100000"/>
              </a:lnSpc>
              <a:spcBef>
                <a:spcPts val="5900"/>
              </a:spcBef>
              <a:spcAft>
                <a:spcPts val="0"/>
              </a:spcAft>
              <a:buClrTx/>
              <a:buSzPct val="125000"/>
              <a:buFontTx/>
              <a:buChar char="•"/>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1" i="0" u="none" strike="noStrike" cap="none" spc="0" baseline="0">
                <a:ln>
                  <a:noFill/>
                </a:ln>
                <a:solidFill>
                  <a:srgbClr val="000000"/>
                </a:solidFill>
                <a:uFillTx/>
                <a:latin typeface="黑体" panose="02010609060101010101" pitchFamily="49" charset="-122"/>
                <a:ea typeface="黑体" panose="02010609060101010101" pitchFamily="49" charset="-122"/>
                <a:cs typeface="黑体" panose="02010609060101010101" pitchFamily="49"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a:lstStyle>
          <a:p>
            <a:pPr hangingPunct="1">
              <a:buFontTx/>
              <a:buNone/>
            </a:pPr>
            <a:r>
              <a:rPr lang="en-US" altLang="zh-CN" dirty="0">
                <a:latin typeface="Courier New" panose="02070309020205020404" pitchFamily="49" charset="0"/>
              </a:rPr>
              <a:t>float Compute(float </a:t>
            </a:r>
            <a:r>
              <a:rPr lang="en-US" altLang="zh-CN" dirty="0" err="1">
                <a:latin typeface="Courier New" panose="02070309020205020404" pitchFamily="49" charset="0"/>
              </a:rPr>
              <a:t>A,float</a:t>
            </a:r>
            <a:r>
              <a:rPr lang="en-US" altLang="zh-CN" dirty="0">
                <a:latin typeface="Courier New" panose="02070309020205020404" pitchFamily="49" charset="0"/>
              </a:rPr>
              <a:t> </a:t>
            </a:r>
            <a:r>
              <a:rPr lang="en-US" altLang="zh-CN" dirty="0" err="1">
                <a:latin typeface="Courier New" panose="02070309020205020404" pitchFamily="49" charset="0"/>
              </a:rPr>
              <a:t>B,float</a:t>
            </a:r>
            <a:r>
              <a:rPr lang="en-US" altLang="zh-CN" dirty="0">
                <a:latin typeface="Courier New" panose="02070309020205020404" pitchFamily="49" charset="0"/>
              </a:rPr>
              <a:t> X)</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    if (A&gt;1)&amp;&amp;(B==0) X=X/A;</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    if (A==2)||(X&gt;1) X=X+1;</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    return X;</a:t>
            </a:r>
            <a:endParaRPr lang="en-US" altLang="zh-CN" dirty="0">
              <a:latin typeface="Courier New" panose="02070309020205020404" pitchFamily="49" charset="0"/>
            </a:endParaRPr>
          </a:p>
          <a:p>
            <a:pPr hangingPunct="1">
              <a:buFontTx/>
              <a:buNone/>
            </a:pPr>
            <a:r>
              <a:rPr lang="en-US" altLang="zh-CN" dirty="0">
                <a:latin typeface="Courier New" panose="02070309020205020404" pitchFamily="49" charset="0"/>
              </a:rPr>
              <a:t>}</a:t>
            </a:r>
            <a:endParaRPr lang="en-US" altLang="zh-CN" dirty="0">
              <a:latin typeface="Courier New" panose="02070309020205020404" pitchFamily="49" charset="0"/>
            </a:endParaRPr>
          </a:p>
        </p:txBody>
      </p:sp>
      <p:sp>
        <p:nvSpPr>
          <p:cNvPr id="10"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条件组合覆盖</a:t>
            </a:r>
            <a:endParaRPr lang="zh-CN" altLang="en-US" dirty="0"/>
          </a:p>
        </p:txBody>
      </p:sp>
      <p:sp>
        <p:nvSpPr>
          <p:cNvPr id="11"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6</a:t>
            </a:r>
            <a:endParaRPr dirty="0"/>
          </a:p>
        </p:txBody>
      </p:sp>
      <p:sp>
        <p:nvSpPr>
          <p:cNvPr id="5" name="Rectangle: Rounded Corners 4"/>
          <p:cNvSpPr/>
          <p:nvPr/>
        </p:nvSpPr>
        <p:spPr>
          <a:xfrm>
            <a:off x="11466831" y="7450682"/>
            <a:ext cx="1648046" cy="988828"/>
          </a:xfrm>
          <a:prstGeom prst="roundRect">
            <a:avLst/>
          </a:prstGeom>
          <a:noFill/>
          <a:ln w="38100"/>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2" name="Rectangle: Rounded Corners 11"/>
          <p:cNvSpPr/>
          <p:nvPr/>
        </p:nvSpPr>
        <p:spPr>
          <a:xfrm>
            <a:off x="8895525" y="7486122"/>
            <a:ext cx="1899682" cy="988828"/>
          </a:xfrm>
          <a:prstGeom prst="roundRect">
            <a:avLst/>
          </a:prstGeom>
          <a:noFill/>
          <a:ln w="38100"/>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8304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heel(1)">
                                      <p:cBhvr>
                                        <p:cTn id="14"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5" fill="hold" display="0">
                  <p:stCondLst>
                    <p:cond delay="indefinite"/>
                  </p:stCondLst>
                  <p:endCondLst>
                    <p:cond evt="onStopAudio" delay="0">
                      <p:tgtEl>
                        <p:sldTgt/>
                      </p:tgtEl>
                    </p:cond>
                  </p:endCondLst>
                </p:cTn>
                <p:tgtEl>
                  <p:spTgt spid="2"/>
                </p:tgtEl>
              </p:cMediaNode>
            </p:audio>
          </p:childTnLst>
        </p:cTn>
      </p:par>
    </p:tnLst>
    <p:bldLst>
      <p:bldP spid="5" grpId="0" animBg="1"/>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p:cNvPicPr>
            <a:picLocks noChangeAspect="1"/>
          </p:cNvPicPr>
          <p:nvPr/>
        </p:nvPicPr>
        <p:blipFill>
          <a:blip r:embed="rId1"/>
          <a:stretch>
            <a:fillRect/>
          </a:stretch>
        </p:blipFill>
        <p:spPr>
          <a:xfrm>
            <a:off x="1540661" y="4201283"/>
            <a:ext cx="10868915" cy="6391294"/>
          </a:xfrm>
          <a:prstGeom prst="rect">
            <a:avLst/>
          </a:prstGeom>
        </p:spPr>
      </p:pic>
      <p:sp>
        <p:nvSpPr>
          <p:cNvPr id="34"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条件组合覆盖</a:t>
            </a:r>
            <a:endParaRPr lang="zh-CN" altLang="en-US" dirty="0"/>
          </a:p>
        </p:txBody>
      </p:sp>
      <p:sp>
        <p:nvSpPr>
          <p:cNvPr id="35"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6</a:t>
            </a:r>
            <a:endParaRPr dirty="0"/>
          </a:p>
        </p:txBody>
      </p:sp>
      <p:sp>
        <p:nvSpPr>
          <p:cNvPr id="4" name="Rectangle 3"/>
          <p:cNvSpPr/>
          <p:nvPr/>
        </p:nvSpPr>
        <p:spPr>
          <a:xfrm>
            <a:off x="3848679" y="5688953"/>
            <a:ext cx="877163" cy="923330"/>
          </a:xfrm>
          <a:prstGeom prst="rect">
            <a:avLst/>
          </a:prstGeom>
          <a:noFill/>
        </p:spPr>
        <p:txBody>
          <a:bodyPr wrap="none" lIns="91440" tIns="45720" rIns="91440" bIns="45720">
            <a:spAutoFit/>
          </a:bodyPr>
          <a:lstStyle/>
          <a:p>
            <a:pPr algn="ctr"/>
            <a:r>
              <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①</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38" name="Rectangle 37"/>
          <p:cNvSpPr/>
          <p:nvPr/>
        </p:nvSpPr>
        <p:spPr>
          <a:xfrm>
            <a:off x="5681513" y="5678123"/>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②</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39" name="Rectangle 38"/>
          <p:cNvSpPr/>
          <p:nvPr/>
        </p:nvSpPr>
        <p:spPr>
          <a:xfrm>
            <a:off x="3852797" y="7939031"/>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③</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0" name="Rectangle 39"/>
          <p:cNvSpPr/>
          <p:nvPr/>
        </p:nvSpPr>
        <p:spPr>
          <a:xfrm>
            <a:off x="5681512" y="7939031"/>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④</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grpSp>
        <p:nvGrpSpPr>
          <p:cNvPr id="5" name="Group 4"/>
          <p:cNvGrpSpPr/>
          <p:nvPr/>
        </p:nvGrpSpPr>
        <p:grpSpPr>
          <a:xfrm>
            <a:off x="11987538" y="2917133"/>
            <a:ext cx="10228267" cy="8442252"/>
            <a:chOff x="11987538" y="3656213"/>
            <a:chExt cx="10228267" cy="8442252"/>
          </a:xfrm>
        </p:grpSpPr>
        <p:grpSp>
          <p:nvGrpSpPr>
            <p:cNvPr id="7" name="组合 2"/>
            <p:cNvGrpSpPr/>
            <p:nvPr/>
          </p:nvGrpSpPr>
          <p:grpSpPr bwMode="auto">
            <a:xfrm>
              <a:off x="11987538" y="3656213"/>
              <a:ext cx="10228267" cy="8442252"/>
              <a:chOff x="4787900" y="2205038"/>
              <a:chExt cx="3581400" cy="3235325"/>
            </a:xfrm>
            <a:solidFill>
              <a:schemeClr val="bg1">
                <a:lumMod val="95000"/>
              </a:schemeClr>
            </a:solidFill>
          </p:grpSpPr>
          <p:sp>
            <p:nvSpPr>
              <p:cNvPr id="8" name="AutoShape 4"/>
              <p:cNvSpPr>
                <a:spLocks noChangeArrowheads="1"/>
              </p:cNvSpPr>
              <p:nvPr/>
            </p:nvSpPr>
            <p:spPr bwMode="auto">
              <a:xfrm>
                <a:off x="5245100" y="22399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入口</a:t>
                </a:r>
                <a:endParaRPr kumimoji="1" lang="zh-CN" altLang="en-US" sz="4800" dirty="0">
                  <a:latin typeface="Times New Roman" panose="02020603050405020304" pitchFamily="18" charset="0"/>
                  <a:cs typeface="Times New Roman" panose="02020603050405020304" pitchFamily="18" charset="0"/>
                </a:endParaRPr>
              </a:p>
            </p:txBody>
          </p:sp>
          <p:sp>
            <p:nvSpPr>
              <p:cNvPr id="9" name="AutoShape 5"/>
              <p:cNvSpPr>
                <a:spLocks noChangeArrowheads="1"/>
              </p:cNvSpPr>
              <p:nvPr/>
            </p:nvSpPr>
            <p:spPr bwMode="auto">
              <a:xfrm>
                <a:off x="5245100" y="49831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a:latin typeface="Times New Roman" panose="02020603050405020304" pitchFamily="18" charset="0"/>
                    <a:cs typeface="Times New Roman" panose="02020603050405020304" pitchFamily="18" charset="0"/>
                  </a:rPr>
                  <a:t>返回</a:t>
                </a:r>
                <a:endParaRPr kumimoji="1" lang="zh-CN" altLang="en-US" sz="4000">
                  <a:latin typeface="Times New Roman" panose="02020603050405020304" pitchFamily="18" charset="0"/>
                  <a:cs typeface="Times New Roman" panose="02020603050405020304" pitchFamily="18" charset="0"/>
                </a:endParaRPr>
              </a:p>
            </p:txBody>
          </p:sp>
          <p:sp>
            <p:nvSpPr>
              <p:cNvPr id="10" name="AutoShape 6"/>
              <p:cNvSpPr>
                <a:spLocks noChangeArrowheads="1"/>
              </p:cNvSpPr>
              <p:nvPr/>
            </p:nvSpPr>
            <p:spPr bwMode="auto">
              <a:xfrm>
                <a:off x="4787900" y="30019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dirty="0">
                    <a:latin typeface="Courier New" panose="02070309020205020404" pitchFamily="49" charset="0"/>
                    <a:cs typeface="Times New Roman" panose="02020603050405020304" pitchFamily="18" charset="0"/>
                  </a:rPr>
                  <a:t>(A&gt;1)&amp;&amp;(B==0</a:t>
                </a:r>
                <a:r>
                  <a:rPr kumimoji="1" lang="zh-CN" altLang="en-US" sz="2800" dirty="0">
                    <a:latin typeface="Courier New" panose="02070309020205020404" pitchFamily="49" charset="0"/>
                    <a:cs typeface="Times New Roman" panose="02020603050405020304" pitchFamily="18" charset="0"/>
                  </a:rPr>
                  <a:t>）</a:t>
                </a:r>
                <a:endParaRPr kumimoji="1" lang="zh-CN" altLang="en-US" sz="3600" dirty="0">
                  <a:latin typeface="Courier New" panose="02070309020205020404" pitchFamily="49" charset="0"/>
                  <a:cs typeface="Times New Roman" panose="02020603050405020304" pitchFamily="18" charset="0"/>
                </a:endParaRPr>
              </a:p>
            </p:txBody>
          </p:sp>
          <p:sp>
            <p:nvSpPr>
              <p:cNvPr id="11" name="AutoShape 7"/>
              <p:cNvSpPr>
                <a:spLocks noChangeArrowheads="1"/>
              </p:cNvSpPr>
              <p:nvPr/>
            </p:nvSpPr>
            <p:spPr bwMode="auto">
              <a:xfrm>
                <a:off x="4787900" y="40687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a:latin typeface="Courier New" panose="02070309020205020404" pitchFamily="49" charset="0"/>
                    <a:cs typeface="Times New Roman" panose="02020603050405020304" pitchFamily="18" charset="0"/>
                  </a:rPr>
                  <a:t>(A==2)||(X&gt;1</a:t>
                </a:r>
                <a:r>
                  <a:rPr kumimoji="1" lang="zh-CN" altLang="en-US" sz="2800">
                    <a:latin typeface="Courier New" panose="02070309020205020404" pitchFamily="49" charset="0"/>
                    <a:cs typeface="Times New Roman" panose="02020603050405020304" pitchFamily="18" charset="0"/>
                  </a:rPr>
                  <a:t>）</a:t>
                </a:r>
                <a:endParaRPr kumimoji="1" lang="zh-CN" altLang="en-US" sz="3600">
                  <a:latin typeface="Courier New" panose="02070309020205020404" pitchFamily="49" charset="0"/>
                  <a:cs typeface="Times New Roman" panose="02020603050405020304" pitchFamily="18" charset="0"/>
                </a:endParaRPr>
              </a:p>
            </p:txBody>
          </p:sp>
          <p:sp>
            <p:nvSpPr>
              <p:cNvPr id="12" name="Line 8"/>
              <p:cNvSpPr>
                <a:spLocks noChangeShapeType="1"/>
              </p:cNvSpPr>
              <p:nvPr/>
            </p:nvSpPr>
            <p:spPr bwMode="auto">
              <a:xfrm>
                <a:off x="5626100" y="2697163"/>
                <a:ext cx="0" cy="3048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3" name="Line 9"/>
              <p:cNvSpPr>
                <a:spLocks noChangeShapeType="1"/>
              </p:cNvSpPr>
              <p:nvPr/>
            </p:nvSpPr>
            <p:spPr bwMode="auto">
              <a:xfrm>
                <a:off x="5626100" y="3687763"/>
                <a:ext cx="0" cy="3810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4" name="Line 10"/>
              <p:cNvSpPr>
                <a:spLocks noChangeShapeType="1"/>
              </p:cNvSpPr>
              <p:nvPr/>
            </p:nvSpPr>
            <p:spPr bwMode="auto">
              <a:xfrm>
                <a:off x="5626100" y="4754563"/>
                <a:ext cx="0" cy="2286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5" name="AutoShape 11"/>
              <p:cNvSpPr>
                <a:spLocks noChangeArrowheads="1"/>
              </p:cNvSpPr>
              <p:nvPr/>
            </p:nvSpPr>
            <p:spPr bwMode="auto">
              <a:xfrm>
                <a:off x="6921500" y="2925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A</a:t>
                </a:r>
                <a:endParaRPr kumimoji="1" lang="en-US" altLang="zh-CN" sz="3600">
                  <a:latin typeface="Times New Roman" panose="02020603050405020304" pitchFamily="18" charset="0"/>
                  <a:cs typeface="Times New Roman" panose="02020603050405020304" pitchFamily="18" charset="0"/>
                </a:endParaRPr>
              </a:p>
            </p:txBody>
          </p:sp>
          <p:sp>
            <p:nvSpPr>
              <p:cNvPr id="16" name="AutoShape 12"/>
              <p:cNvSpPr>
                <a:spLocks noChangeArrowheads="1"/>
              </p:cNvSpPr>
              <p:nvPr/>
            </p:nvSpPr>
            <p:spPr bwMode="auto">
              <a:xfrm>
                <a:off x="6921500" y="4068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+ 1</a:t>
                </a:r>
                <a:endParaRPr kumimoji="1" lang="en-US" altLang="zh-CN" sz="3600">
                  <a:latin typeface="Times New Roman" panose="02020603050405020304" pitchFamily="18" charset="0"/>
                  <a:cs typeface="Times New Roman" panose="02020603050405020304" pitchFamily="18" charset="0"/>
                </a:endParaRPr>
              </a:p>
            </p:txBody>
          </p:sp>
          <p:sp>
            <p:nvSpPr>
              <p:cNvPr id="17" name="Line 13"/>
              <p:cNvSpPr>
                <a:spLocks noChangeShapeType="1"/>
              </p:cNvSpPr>
              <p:nvPr/>
            </p:nvSpPr>
            <p:spPr bwMode="auto">
              <a:xfrm>
                <a:off x="7607300" y="3535363"/>
                <a:ext cx="0" cy="3048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9" name="Line 14"/>
              <p:cNvSpPr>
                <a:spLocks noChangeShapeType="1"/>
              </p:cNvSpPr>
              <p:nvPr/>
            </p:nvSpPr>
            <p:spPr bwMode="auto">
              <a:xfrm flipH="1">
                <a:off x="5626100" y="38401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3" name="Line 15"/>
              <p:cNvSpPr>
                <a:spLocks noChangeShapeType="1"/>
              </p:cNvSpPr>
              <p:nvPr/>
            </p:nvSpPr>
            <p:spPr bwMode="auto">
              <a:xfrm>
                <a:off x="7607300" y="4678363"/>
                <a:ext cx="0" cy="1524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4" name="Line 16"/>
              <p:cNvSpPr>
                <a:spLocks noChangeShapeType="1"/>
              </p:cNvSpPr>
              <p:nvPr/>
            </p:nvSpPr>
            <p:spPr bwMode="auto">
              <a:xfrm flipH="1">
                <a:off x="5626100" y="48307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5" name="Line 17"/>
              <p:cNvSpPr>
                <a:spLocks noChangeShapeType="1"/>
              </p:cNvSpPr>
              <p:nvPr/>
            </p:nvSpPr>
            <p:spPr bwMode="auto">
              <a:xfrm>
                <a:off x="6540500" y="33067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6" name="Line 18"/>
              <p:cNvSpPr>
                <a:spLocks noChangeShapeType="1"/>
              </p:cNvSpPr>
              <p:nvPr/>
            </p:nvSpPr>
            <p:spPr bwMode="auto">
              <a:xfrm>
                <a:off x="6540500" y="43735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7" name="Text Box 19"/>
              <p:cNvSpPr txBox="1">
                <a:spLocks noChangeArrowheads="1"/>
              </p:cNvSpPr>
              <p:nvPr/>
            </p:nvSpPr>
            <p:spPr bwMode="auto">
              <a:xfrm>
                <a:off x="4893954" y="2205038"/>
                <a:ext cx="211757"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28" name="Text Box 20"/>
              <p:cNvSpPr txBox="1">
                <a:spLocks noChangeArrowheads="1"/>
              </p:cNvSpPr>
              <p:nvPr/>
            </p:nvSpPr>
            <p:spPr bwMode="auto">
              <a:xfrm>
                <a:off x="4884659" y="2814638"/>
                <a:ext cx="246222"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a</a:t>
                </a:r>
                <a:endParaRPr kumimoji="1" lang="en-US" altLang="zh-CN" sz="4800">
                  <a:latin typeface="Times New Roman" panose="02020603050405020304" pitchFamily="18" charset="0"/>
                  <a:cs typeface="Times New Roman" panose="02020603050405020304" pitchFamily="18" charset="0"/>
                </a:endParaRPr>
              </a:p>
            </p:txBody>
          </p:sp>
          <p:sp>
            <p:nvSpPr>
              <p:cNvPr id="29" name="Text Box 21"/>
              <p:cNvSpPr txBox="1">
                <a:spLocks noChangeArrowheads="1"/>
              </p:cNvSpPr>
              <p:nvPr/>
            </p:nvSpPr>
            <p:spPr bwMode="auto">
              <a:xfrm>
                <a:off x="4893091" y="38052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30" name="Text Box 22"/>
              <p:cNvSpPr txBox="1">
                <a:spLocks noChangeArrowheads="1"/>
              </p:cNvSpPr>
              <p:nvPr/>
            </p:nvSpPr>
            <p:spPr bwMode="auto">
              <a:xfrm>
                <a:off x="4884573" y="48720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d</a:t>
                </a:r>
                <a:endParaRPr kumimoji="1" lang="en-US" altLang="zh-CN" sz="4800" dirty="0">
                  <a:latin typeface="Times New Roman" panose="02020603050405020304" pitchFamily="18" charset="0"/>
                  <a:cs typeface="Times New Roman" panose="02020603050405020304" pitchFamily="18" charset="0"/>
                </a:endParaRPr>
              </a:p>
            </p:txBody>
          </p:sp>
          <p:sp>
            <p:nvSpPr>
              <p:cNvPr id="31" name="Text Box 23"/>
              <p:cNvSpPr txBox="1">
                <a:spLocks noChangeArrowheads="1"/>
              </p:cNvSpPr>
              <p:nvPr/>
            </p:nvSpPr>
            <p:spPr bwMode="auto">
              <a:xfrm>
                <a:off x="8093875" y="2536726"/>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32" name="Text Box 24"/>
              <p:cNvSpPr txBox="1">
                <a:spLocks noChangeArrowheads="1"/>
              </p:cNvSpPr>
              <p:nvPr/>
            </p:nvSpPr>
            <p:spPr bwMode="auto">
              <a:xfrm>
                <a:off x="8093875" y="3751852"/>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grpSp>
        <p:sp>
          <p:nvSpPr>
            <p:cNvPr id="41" name="Rectangle 40"/>
            <p:cNvSpPr/>
            <p:nvPr/>
          </p:nvSpPr>
          <p:spPr>
            <a:xfrm>
              <a:off x="13005970" y="5577712"/>
              <a:ext cx="877163" cy="923330"/>
            </a:xfrm>
            <a:prstGeom prst="rect">
              <a:avLst/>
            </a:prstGeom>
            <a:noFill/>
          </p:spPr>
          <p:txBody>
            <a:bodyPr wrap="none" lIns="91440" tIns="45720" rIns="91440" bIns="45720">
              <a:spAutoFit/>
            </a:bodyPr>
            <a:lstStyle/>
            <a:p>
              <a:pPr algn="ctr"/>
              <a:r>
                <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①</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2" name="Rectangle 41"/>
            <p:cNvSpPr/>
            <p:nvPr/>
          </p:nvSpPr>
          <p:spPr>
            <a:xfrm>
              <a:off x="14899455" y="5566882"/>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②</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3" name="Rectangle 42"/>
            <p:cNvSpPr/>
            <p:nvPr/>
          </p:nvSpPr>
          <p:spPr>
            <a:xfrm>
              <a:off x="13070740"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③</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4" name="Rectangle 43"/>
            <p:cNvSpPr/>
            <p:nvPr/>
          </p:nvSpPr>
          <p:spPr>
            <a:xfrm>
              <a:off x="14899455"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④</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gr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3549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p:cNvGrpSpPr/>
          <p:nvPr/>
        </p:nvGrpSpPr>
        <p:grpSpPr>
          <a:xfrm>
            <a:off x="12012252" y="2802788"/>
            <a:ext cx="10228267" cy="8442252"/>
            <a:chOff x="11987538" y="3656213"/>
            <a:chExt cx="10228267" cy="8442252"/>
          </a:xfrm>
        </p:grpSpPr>
        <p:grpSp>
          <p:nvGrpSpPr>
            <p:cNvPr id="37" name="组合 2"/>
            <p:cNvGrpSpPr/>
            <p:nvPr/>
          </p:nvGrpSpPr>
          <p:grpSpPr bwMode="auto">
            <a:xfrm>
              <a:off x="11987538" y="3656213"/>
              <a:ext cx="10228267" cy="8442252"/>
              <a:chOff x="4787900" y="2205038"/>
              <a:chExt cx="3581400" cy="3235325"/>
            </a:xfrm>
            <a:solidFill>
              <a:schemeClr val="bg1">
                <a:lumMod val="95000"/>
              </a:schemeClr>
            </a:solidFill>
          </p:grpSpPr>
          <p:sp>
            <p:nvSpPr>
              <p:cNvPr id="42" name="AutoShape 4"/>
              <p:cNvSpPr>
                <a:spLocks noChangeArrowheads="1"/>
              </p:cNvSpPr>
              <p:nvPr/>
            </p:nvSpPr>
            <p:spPr bwMode="auto">
              <a:xfrm>
                <a:off x="5245100" y="22399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入口</a:t>
                </a:r>
                <a:endParaRPr kumimoji="1" lang="zh-CN" altLang="en-US" sz="4800" dirty="0">
                  <a:latin typeface="Times New Roman" panose="02020603050405020304" pitchFamily="18" charset="0"/>
                  <a:cs typeface="Times New Roman" panose="02020603050405020304" pitchFamily="18" charset="0"/>
                </a:endParaRPr>
              </a:p>
            </p:txBody>
          </p:sp>
          <p:sp>
            <p:nvSpPr>
              <p:cNvPr id="43" name="AutoShape 5"/>
              <p:cNvSpPr>
                <a:spLocks noChangeArrowheads="1"/>
              </p:cNvSpPr>
              <p:nvPr/>
            </p:nvSpPr>
            <p:spPr bwMode="auto">
              <a:xfrm>
                <a:off x="5245100" y="49831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a:latin typeface="Times New Roman" panose="02020603050405020304" pitchFamily="18" charset="0"/>
                    <a:cs typeface="Times New Roman" panose="02020603050405020304" pitchFamily="18" charset="0"/>
                  </a:rPr>
                  <a:t>返回</a:t>
                </a:r>
                <a:endParaRPr kumimoji="1" lang="zh-CN" altLang="en-US" sz="4000">
                  <a:latin typeface="Times New Roman" panose="02020603050405020304" pitchFamily="18" charset="0"/>
                  <a:cs typeface="Times New Roman" panose="02020603050405020304" pitchFamily="18" charset="0"/>
                </a:endParaRPr>
              </a:p>
            </p:txBody>
          </p:sp>
          <p:sp>
            <p:nvSpPr>
              <p:cNvPr id="44" name="AutoShape 6"/>
              <p:cNvSpPr>
                <a:spLocks noChangeArrowheads="1"/>
              </p:cNvSpPr>
              <p:nvPr/>
            </p:nvSpPr>
            <p:spPr bwMode="auto">
              <a:xfrm>
                <a:off x="4787900" y="30019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dirty="0">
                    <a:latin typeface="Courier New" panose="02070309020205020404" pitchFamily="49" charset="0"/>
                    <a:cs typeface="Times New Roman" panose="02020603050405020304" pitchFamily="18" charset="0"/>
                  </a:rPr>
                  <a:t>(A&gt;1)&amp;&amp;(B==0</a:t>
                </a:r>
                <a:r>
                  <a:rPr kumimoji="1" lang="zh-CN" altLang="en-US" sz="2800" dirty="0">
                    <a:latin typeface="Courier New" panose="02070309020205020404" pitchFamily="49" charset="0"/>
                    <a:cs typeface="Times New Roman" panose="02020603050405020304" pitchFamily="18" charset="0"/>
                  </a:rPr>
                  <a:t>）</a:t>
                </a:r>
                <a:endParaRPr kumimoji="1" lang="zh-CN" altLang="en-US" sz="3600" dirty="0">
                  <a:latin typeface="Courier New" panose="02070309020205020404" pitchFamily="49" charset="0"/>
                  <a:cs typeface="Times New Roman" panose="02020603050405020304" pitchFamily="18" charset="0"/>
                </a:endParaRPr>
              </a:p>
            </p:txBody>
          </p:sp>
          <p:sp>
            <p:nvSpPr>
              <p:cNvPr id="45" name="AutoShape 7"/>
              <p:cNvSpPr>
                <a:spLocks noChangeArrowheads="1"/>
              </p:cNvSpPr>
              <p:nvPr/>
            </p:nvSpPr>
            <p:spPr bwMode="auto">
              <a:xfrm>
                <a:off x="4787900" y="40687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a:latin typeface="Courier New" panose="02070309020205020404" pitchFamily="49" charset="0"/>
                    <a:cs typeface="Times New Roman" panose="02020603050405020304" pitchFamily="18" charset="0"/>
                  </a:rPr>
                  <a:t>(A==2)||(X&gt;1</a:t>
                </a:r>
                <a:r>
                  <a:rPr kumimoji="1" lang="zh-CN" altLang="en-US" sz="2800">
                    <a:latin typeface="Courier New" panose="02070309020205020404" pitchFamily="49" charset="0"/>
                    <a:cs typeface="Times New Roman" panose="02020603050405020304" pitchFamily="18" charset="0"/>
                  </a:rPr>
                  <a:t>）</a:t>
                </a:r>
                <a:endParaRPr kumimoji="1" lang="zh-CN" altLang="en-US" sz="3600">
                  <a:latin typeface="Courier New" panose="02070309020205020404" pitchFamily="49" charset="0"/>
                  <a:cs typeface="Times New Roman" panose="02020603050405020304" pitchFamily="18" charset="0"/>
                </a:endParaRPr>
              </a:p>
            </p:txBody>
          </p:sp>
          <p:sp>
            <p:nvSpPr>
              <p:cNvPr id="46" name="Line 8"/>
              <p:cNvSpPr>
                <a:spLocks noChangeShapeType="1"/>
              </p:cNvSpPr>
              <p:nvPr/>
            </p:nvSpPr>
            <p:spPr bwMode="auto">
              <a:xfrm>
                <a:off x="5626100" y="2697163"/>
                <a:ext cx="0" cy="3048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7" name="Line 9"/>
              <p:cNvSpPr>
                <a:spLocks noChangeShapeType="1"/>
              </p:cNvSpPr>
              <p:nvPr/>
            </p:nvSpPr>
            <p:spPr bwMode="auto">
              <a:xfrm>
                <a:off x="5626100" y="3687763"/>
                <a:ext cx="0" cy="3810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8" name="Line 10"/>
              <p:cNvSpPr>
                <a:spLocks noChangeShapeType="1"/>
              </p:cNvSpPr>
              <p:nvPr/>
            </p:nvSpPr>
            <p:spPr bwMode="auto">
              <a:xfrm>
                <a:off x="5626100" y="4754563"/>
                <a:ext cx="0" cy="2286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9" name="AutoShape 11"/>
              <p:cNvSpPr>
                <a:spLocks noChangeArrowheads="1"/>
              </p:cNvSpPr>
              <p:nvPr/>
            </p:nvSpPr>
            <p:spPr bwMode="auto">
              <a:xfrm>
                <a:off x="6921500" y="2925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A</a:t>
                </a:r>
                <a:endParaRPr kumimoji="1" lang="en-US" altLang="zh-CN" sz="3600">
                  <a:latin typeface="Times New Roman" panose="02020603050405020304" pitchFamily="18" charset="0"/>
                  <a:cs typeface="Times New Roman" panose="02020603050405020304" pitchFamily="18" charset="0"/>
                </a:endParaRPr>
              </a:p>
            </p:txBody>
          </p:sp>
          <p:sp>
            <p:nvSpPr>
              <p:cNvPr id="50" name="AutoShape 12"/>
              <p:cNvSpPr>
                <a:spLocks noChangeArrowheads="1"/>
              </p:cNvSpPr>
              <p:nvPr/>
            </p:nvSpPr>
            <p:spPr bwMode="auto">
              <a:xfrm>
                <a:off x="6921500" y="4068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+ 1</a:t>
                </a:r>
                <a:endParaRPr kumimoji="1" lang="en-US" altLang="zh-CN" sz="3600">
                  <a:latin typeface="Times New Roman" panose="02020603050405020304" pitchFamily="18" charset="0"/>
                  <a:cs typeface="Times New Roman" panose="02020603050405020304" pitchFamily="18" charset="0"/>
                </a:endParaRPr>
              </a:p>
            </p:txBody>
          </p:sp>
          <p:sp>
            <p:nvSpPr>
              <p:cNvPr id="51" name="Line 13"/>
              <p:cNvSpPr>
                <a:spLocks noChangeShapeType="1"/>
              </p:cNvSpPr>
              <p:nvPr/>
            </p:nvSpPr>
            <p:spPr bwMode="auto">
              <a:xfrm>
                <a:off x="7607300" y="3535363"/>
                <a:ext cx="0" cy="3048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2" name="Line 14"/>
              <p:cNvSpPr>
                <a:spLocks noChangeShapeType="1"/>
              </p:cNvSpPr>
              <p:nvPr/>
            </p:nvSpPr>
            <p:spPr bwMode="auto">
              <a:xfrm flipH="1">
                <a:off x="5626100" y="38401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3" name="Line 15"/>
              <p:cNvSpPr>
                <a:spLocks noChangeShapeType="1"/>
              </p:cNvSpPr>
              <p:nvPr/>
            </p:nvSpPr>
            <p:spPr bwMode="auto">
              <a:xfrm>
                <a:off x="7607300" y="4678363"/>
                <a:ext cx="0" cy="1524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4" name="Line 16"/>
              <p:cNvSpPr>
                <a:spLocks noChangeShapeType="1"/>
              </p:cNvSpPr>
              <p:nvPr/>
            </p:nvSpPr>
            <p:spPr bwMode="auto">
              <a:xfrm flipH="1">
                <a:off x="5626100" y="48307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5" name="Line 17"/>
              <p:cNvSpPr>
                <a:spLocks noChangeShapeType="1"/>
              </p:cNvSpPr>
              <p:nvPr/>
            </p:nvSpPr>
            <p:spPr bwMode="auto">
              <a:xfrm>
                <a:off x="6540500" y="33067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6" name="Line 18"/>
              <p:cNvSpPr>
                <a:spLocks noChangeShapeType="1"/>
              </p:cNvSpPr>
              <p:nvPr/>
            </p:nvSpPr>
            <p:spPr bwMode="auto">
              <a:xfrm>
                <a:off x="6540500" y="43735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57" name="Text Box 19"/>
              <p:cNvSpPr txBox="1">
                <a:spLocks noChangeArrowheads="1"/>
              </p:cNvSpPr>
              <p:nvPr/>
            </p:nvSpPr>
            <p:spPr bwMode="auto">
              <a:xfrm>
                <a:off x="4893954" y="2205038"/>
                <a:ext cx="211757"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58" name="Text Box 20"/>
              <p:cNvSpPr txBox="1">
                <a:spLocks noChangeArrowheads="1"/>
              </p:cNvSpPr>
              <p:nvPr/>
            </p:nvSpPr>
            <p:spPr bwMode="auto">
              <a:xfrm>
                <a:off x="4884659" y="2814638"/>
                <a:ext cx="246222"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a</a:t>
                </a:r>
                <a:endParaRPr kumimoji="1" lang="en-US" altLang="zh-CN" sz="4800">
                  <a:latin typeface="Times New Roman" panose="02020603050405020304" pitchFamily="18" charset="0"/>
                  <a:cs typeface="Times New Roman" panose="02020603050405020304" pitchFamily="18" charset="0"/>
                </a:endParaRPr>
              </a:p>
            </p:txBody>
          </p:sp>
          <p:sp>
            <p:nvSpPr>
              <p:cNvPr id="59" name="Text Box 21"/>
              <p:cNvSpPr txBox="1">
                <a:spLocks noChangeArrowheads="1"/>
              </p:cNvSpPr>
              <p:nvPr/>
            </p:nvSpPr>
            <p:spPr bwMode="auto">
              <a:xfrm>
                <a:off x="4883469" y="38052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60" name="Text Box 22"/>
              <p:cNvSpPr txBox="1">
                <a:spLocks noChangeArrowheads="1"/>
              </p:cNvSpPr>
              <p:nvPr/>
            </p:nvSpPr>
            <p:spPr bwMode="auto">
              <a:xfrm>
                <a:off x="4884573" y="48720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d</a:t>
                </a:r>
                <a:endParaRPr kumimoji="1" lang="en-US" altLang="zh-CN" sz="4800">
                  <a:latin typeface="Times New Roman" panose="02020603050405020304" pitchFamily="18" charset="0"/>
                  <a:cs typeface="Times New Roman" panose="02020603050405020304" pitchFamily="18" charset="0"/>
                </a:endParaRPr>
              </a:p>
            </p:txBody>
          </p:sp>
          <p:sp>
            <p:nvSpPr>
              <p:cNvPr id="61" name="Text Box 23"/>
              <p:cNvSpPr txBox="1">
                <a:spLocks noChangeArrowheads="1"/>
              </p:cNvSpPr>
              <p:nvPr/>
            </p:nvSpPr>
            <p:spPr bwMode="auto">
              <a:xfrm>
                <a:off x="8093875" y="2536726"/>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62" name="Text Box 24"/>
              <p:cNvSpPr txBox="1">
                <a:spLocks noChangeArrowheads="1"/>
              </p:cNvSpPr>
              <p:nvPr/>
            </p:nvSpPr>
            <p:spPr bwMode="auto">
              <a:xfrm>
                <a:off x="8093875" y="3751852"/>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grpSp>
        <p:sp>
          <p:nvSpPr>
            <p:cNvPr id="38" name="Rectangle 37"/>
            <p:cNvSpPr/>
            <p:nvPr/>
          </p:nvSpPr>
          <p:spPr>
            <a:xfrm>
              <a:off x="12860370" y="5577712"/>
              <a:ext cx="877163" cy="923330"/>
            </a:xfrm>
            <a:prstGeom prst="rect">
              <a:avLst/>
            </a:prstGeom>
            <a:noFill/>
          </p:spPr>
          <p:txBody>
            <a:bodyPr wrap="none" lIns="91440" tIns="45720" rIns="91440" bIns="45720">
              <a:spAutoFit/>
            </a:bodyPr>
            <a:lstStyle/>
            <a:p>
              <a:pPr algn="ctr"/>
              <a:r>
                <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①</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39" name="Rectangle 38"/>
            <p:cNvSpPr/>
            <p:nvPr/>
          </p:nvSpPr>
          <p:spPr>
            <a:xfrm>
              <a:off x="14899455" y="5566882"/>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②</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0" name="Rectangle 39"/>
            <p:cNvSpPr/>
            <p:nvPr/>
          </p:nvSpPr>
          <p:spPr>
            <a:xfrm>
              <a:off x="13070740"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③</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1" name="Rectangle 40"/>
            <p:cNvSpPr/>
            <p:nvPr/>
          </p:nvSpPr>
          <p:spPr>
            <a:xfrm>
              <a:off x="14899455" y="8397244"/>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④</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grpSp>
      <p:sp>
        <p:nvSpPr>
          <p:cNvPr id="33" name="Rectangle 3"/>
          <p:cNvSpPr txBox="1">
            <a:spLocks noChangeArrowheads="1"/>
          </p:cNvSpPr>
          <p:nvPr/>
        </p:nvSpPr>
        <p:spPr>
          <a:xfrm>
            <a:off x="2737970" y="2220350"/>
            <a:ext cx="7423546" cy="238817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a:t>
            </a:r>
            <a:endParaRPr lang="en-US" altLang="zh-CN" sz="4800" b="1" dirty="0"/>
          </a:p>
          <a:p>
            <a:pPr marL="1270000" lvl="2" indent="0">
              <a:buNone/>
            </a:pPr>
            <a:endParaRPr lang="en-US" altLang="zh-CN" sz="4800" dirty="0">
              <a:solidFill>
                <a:srgbClr val="FF0000"/>
              </a:solidFill>
            </a:endParaRPr>
          </a:p>
          <a:p>
            <a:pPr marL="1270000" lvl="2" indent="0">
              <a:buNone/>
            </a:pPr>
            <a:endParaRPr lang="zh-CN" altLang="en-US" sz="4800" dirty="0"/>
          </a:p>
        </p:txBody>
      </p:sp>
      <p:graphicFrame>
        <p:nvGraphicFramePr>
          <p:cNvPr id="3" name="Table 2"/>
          <p:cNvGraphicFramePr>
            <a:graphicFrameLocks noGrp="1"/>
          </p:cNvGraphicFramePr>
          <p:nvPr/>
        </p:nvGraphicFramePr>
        <p:xfrm>
          <a:off x="2784953" y="3823514"/>
          <a:ext cx="6709964" cy="3200400"/>
        </p:xfrm>
        <a:graphic>
          <a:graphicData uri="http://schemas.openxmlformats.org/drawingml/2006/table">
            <a:tbl>
              <a:tblPr firstRow="1" bandRow="1">
                <a:tableStyleId>{F5AB1C69-6EDB-4FF4-983F-18BD219EF322}</a:tableStyleId>
              </a:tblPr>
              <a:tblGrid>
                <a:gridCol w="1677491"/>
                <a:gridCol w="1677491"/>
                <a:gridCol w="1677491"/>
                <a:gridCol w="1677491"/>
              </a:tblGrid>
              <a:tr h="0">
                <a:tc>
                  <a:txBody>
                    <a:bodyPr/>
                    <a:lstStyle/>
                    <a:p>
                      <a:r>
                        <a:rPr lang="en-US" altLang="zh-CN" sz="3600" dirty="0"/>
                        <a:t>ID</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A</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B</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X</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dirty="0"/>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0</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4</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0</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4</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bl>
          </a:graphicData>
        </a:graphic>
      </p:graphicFrame>
      <p:sp>
        <p:nvSpPr>
          <p:cNvPr id="34"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条件组合覆盖</a:t>
            </a:r>
            <a:endParaRPr lang="zh-CN" altLang="en-US" dirty="0"/>
          </a:p>
        </p:txBody>
      </p:sp>
      <p:sp>
        <p:nvSpPr>
          <p:cNvPr id="35"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sp>
        <p:nvSpPr>
          <p:cNvPr id="63" name="Rectangle 3"/>
          <p:cNvSpPr txBox="1">
            <a:spLocks noChangeArrowheads="1"/>
          </p:cNvSpPr>
          <p:nvPr/>
        </p:nvSpPr>
        <p:spPr>
          <a:xfrm>
            <a:off x="2748126" y="6845611"/>
            <a:ext cx="8217039" cy="5593270"/>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测试用例覆盖的条件组合</a:t>
            </a:r>
            <a:endParaRPr lang="en-US" altLang="zh-CN" sz="4800" b="1" dirty="0"/>
          </a:p>
          <a:p>
            <a:pPr marL="1270000" lvl="2" indent="0">
              <a:buNone/>
            </a:pPr>
            <a:endParaRPr lang="zh-CN" altLang="en-US" sz="4800" dirty="0"/>
          </a:p>
        </p:txBody>
      </p:sp>
      <p:sp>
        <p:nvSpPr>
          <p:cNvPr id="2" name="Rectangle 1"/>
          <p:cNvSpPr/>
          <p:nvPr/>
        </p:nvSpPr>
        <p:spPr>
          <a:xfrm>
            <a:off x="1103429" y="8778149"/>
            <a:ext cx="5551969" cy="3674660"/>
          </a:xfrm>
          <a:prstGeom prst="rect">
            <a:avLst/>
          </a:prstGeom>
        </p:spPr>
        <p:txBody>
          <a:bodyPr wrap="square">
            <a:spAutoFit/>
          </a:bodyPr>
          <a:lstStyle/>
          <a:p>
            <a:pPr marL="571500" indent="-571500" algn="l" hangingPunct="1">
              <a:lnSpc>
                <a:spcPct val="150000"/>
              </a:lnSpc>
              <a:buFont typeface="Arial" panose="020B0604020202020204" pitchFamily="34" charset="0"/>
              <a:buChar char="•"/>
            </a:pPr>
            <a:r>
              <a:rPr lang="zh-CN" altLang="en-US" sz="4000" dirty="0"/>
              <a:t>（</a:t>
            </a:r>
            <a:r>
              <a:rPr lang="en-US" altLang="zh-CN" sz="4000" dirty="0"/>
              <a:t>1</a:t>
            </a:r>
            <a:r>
              <a:rPr lang="zh-CN" altLang="en-US" sz="4000" dirty="0"/>
              <a:t>）</a:t>
            </a:r>
            <a:r>
              <a:rPr lang="en-US" altLang="zh-CN" sz="4000" dirty="0"/>
              <a:t>A&gt;1, B=0</a:t>
            </a:r>
            <a:r>
              <a:rPr lang="zh-CN" altLang="en-US" sz="4000" dirty="0"/>
              <a:t>；</a:t>
            </a:r>
            <a:endParaRPr lang="en-US" altLang="zh-CN" sz="4000" dirty="0"/>
          </a:p>
          <a:p>
            <a:pPr marL="571500" indent="-571500" algn="l" hangingPunct="1">
              <a:lnSpc>
                <a:spcPct val="150000"/>
              </a:lnSpc>
              <a:buFont typeface="Arial" panose="020B0604020202020204" pitchFamily="34" charset="0"/>
              <a:buChar char="•"/>
            </a:pPr>
            <a:r>
              <a:rPr lang="zh-CN" altLang="en-US" sz="4000" dirty="0"/>
              <a:t>（</a:t>
            </a:r>
            <a:r>
              <a:rPr lang="en-US" altLang="zh-CN" sz="4000" dirty="0"/>
              <a:t>2</a:t>
            </a:r>
            <a:r>
              <a:rPr lang="zh-CN" altLang="en-US" sz="4000" dirty="0"/>
              <a:t>）</a:t>
            </a:r>
            <a:r>
              <a:rPr lang="en-US" altLang="zh-CN" sz="4000" dirty="0"/>
              <a:t>A&gt;1, B </a:t>
            </a:r>
            <a:r>
              <a:rPr lang="en-US" altLang="zh-CN" sz="4000" dirty="0">
                <a:sym typeface="Symbol" panose="05050102010706020507" pitchFamily="18" charset="2"/>
              </a:rPr>
              <a:t>≠0</a:t>
            </a:r>
            <a:r>
              <a:rPr lang="zh-CN" altLang="en-US" sz="4000" dirty="0">
                <a:sym typeface="Symbol" panose="05050102010706020507" pitchFamily="18" charset="2"/>
              </a:rPr>
              <a:t>；</a:t>
            </a:r>
            <a:endParaRPr lang="zh-CN" altLang="en-US" sz="4000" dirty="0">
              <a:sym typeface="Symbol" panose="05050102010706020507" pitchFamily="18" charset="2"/>
            </a:endParaRPr>
          </a:p>
          <a:p>
            <a:pPr marL="571500" indent="-571500" algn="l" hangingPunct="1">
              <a:lnSpc>
                <a:spcPct val="150000"/>
              </a:lnSpc>
              <a:buFont typeface="Arial" panose="020B0604020202020204" pitchFamily="34" charset="0"/>
              <a:buChar char="•"/>
            </a:pPr>
            <a:r>
              <a:rPr lang="zh-CN" altLang="en-US" sz="4000" dirty="0">
                <a:sym typeface="Symbol" panose="05050102010706020507" pitchFamily="18" charset="2"/>
              </a:rPr>
              <a:t>（</a:t>
            </a:r>
            <a:r>
              <a:rPr lang="en-US" altLang="zh-CN" sz="4000" dirty="0">
                <a:sym typeface="Symbol" panose="05050102010706020507" pitchFamily="18" charset="2"/>
              </a:rPr>
              <a:t>3</a:t>
            </a:r>
            <a:r>
              <a:rPr lang="zh-CN" altLang="en-US" sz="4000" dirty="0">
                <a:sym typeface="Symbol" panose="05050102010706020507" pitchFamily="18" charset="2"/>
              </a:rPr>
              <a:t>）</a:t>
            </a:r>
            <a:r>
              <a:rPr lang="en-US" altLang="zh-CN" sz="4000" dirty="0">
                <a:sym typeface="Symbol" panose="05050102010706020507" pitchFamily="18" charset="2"/>
              </a:rPr>
              <a:t>A 1, B=0</a:t>
            </a:r>
            <a:r>
              <a:rPr lang="zh-CN" altLang="en-US" sz="4000" dirty="0">
                <a:sym typeface="Symbol" panose="05050102010706020507" pitchFamily="18" charset="2"/>
              </a:rPr>
              <a:t>；</a:t>
            </a:r>
            <a:endParaRPr lang="en-US" altLang="zh-CN" sz="4000" dirty="0">
              <a:sym typeface="Symbol" panose="05050102010706020507" pitchFamily="18" charset="2"/>
            </a:endParaRPr>
          </a:p>
          <a:p>
            <a:pPr marL="571500" indent="-571500" algn="l" hangingPunct="1">
              <a:lnSpc>
                <a:spcPct val="150000"/>
              </a:lnSpc>
              <a:buFont typeface="Arial" panose="020B0604020202020204" pitchFamily="34" charset="0"/>
              <a:buChar char="•"/>
            </a:pPr>
            <a:r>
              <a:rPr lang="zh-CN" altLang="en-US" sz="4000" dirty="0">
                <a:sym typeface="Symbol" panose="05050102010706020507" pitchFamily="18" charset="2"/>
              </a:rPr>
              <a:t>（</a:t>
            </a:r>
            <a:r>
              <a:rPr lang="en-US" altLang="zh-CN" sz="4000" dirty="0">
                <a:sym typeface="Symbol" panose="05050102010706020507" pitchFamily="18" charset="2"/>
              </a:rPr>
              <a:t>4</a:t>
            </a:r>
            <a:r>
              <a:rPr lang="zh-CN" altLang="en-US" sz="4000" dirty="0">
                <a:sym typeface="Symbol" panose="05050102010706020507" pitchFamily="18" charset="2"/>
              </a:rPr>
              <a:t>） </a:t>
            </a:r>
            <a:r>
              <a:rPr lang="en-US" altLang="zh-CN" sz="4000" dirty="0">
                <a:sym typeface="Symbol" panose="05050102010706020507" pitchFamily="18" charset="2"/>
              </a:rPr>
              <a:t>A 1, </a:t>
            </a:r>
            <a:r>
              <a:rPr lang="en-US" altLang="zh-CN" sz="4000" dirty="0"/>
              <a:t>B </a:t>
            </a:r>
            <a:r>
              <a:rPr lang="en-US" altLang="zh-CN" sz="4000" dirty="0">
                <a:sym typeface="Symbol" panose="05050102010706020507" pitchFamily="18" charset="2"/>
              </a:rPr>
              <a:t>≠0</a:t>
            </a:r>
            <a:r>
              <a:rPr lang="zh-CN" altLang="en-US" sz="4000" dirty="0">
                <a:sym typeface="Symbol" panose="05050102010706020507" pitchFamily="18" charset="2"/>
              </a:rPr>
              <a:t>；</a:t>
            </a:r>
            <a:endParaRPr lang="zh-CN" altLang="en-US" sz="4000" dirty="0">
              <a:sym typeface="Symbol" panose="05050102010706020507" pitchFamily="18" charset="2"/>
            </a:endParaRPr>
          </a:p>
        </p:txBody>
      </p:sp>
      <p:sp>
        <p:nvSpPr>
          <p:cNvPr id="64" name="Rectangle 63"/>
          <p:cNvSpPr/>
          <p:nvPr/>
        </p:nvSpPr>
        <p:spPr>
          <a:xfrm>
            <a:off x="6718933" y="8776669"/>
            <a:ext cx="5551969" cy="3674660"/>
          </a:xfrm>
          <a:prstGeom prst="rect">
            <a:avLst/>
          </a:prstGeom>
        </p:spPr>
        <p:txBody>
          <a:bodyPr wrap="square">
            <a:spAutoFit/>
          </a:bodyPr>
          <a:lstStyle/>
          <a:p>
            <a:pPr marL="571500" indent="-571500" algn="l" hangingPunct="1">
              <a:lnSpc>
                <a:spcPct val="150000"/>
              </a:lnSpc>
              <a:buFont typeface="Arial" panose="020B0604020202020204" pitchFamily="34" charset="0"/>
              <a:buChar char="•"/>
            </a:pPr>
            <a:r>
              <a:rPr lang="zh-CN" altLang="en-US" sz="4000" dirty="0">
                <a:sym typeface="Symbol" panose="05050102010706020507" pitchFamily="18" charset="2"/>
              </a:rPr>
              <a:t>（</a:t>
            </a:r>
            <a:r>
              <a:rPr lang="en-US" altLang="zh-CN" sz="4000" dirty="0">
                <a:sym typeface="Symbol" panose="05050102010706020507" pitchFamily="18" charset="2"/>
              </a:rPr>
              <a:t>5</a:t>
            </a:r>
            <a:r>
              <a:rPr lang="zh-CN" altLang="en-US" sz="4000" dirty="0">
                <a:sym typeface="Symbol" panose="05050102010706020507" pitchFamily="18" charset="2"/>
              </a:rPr>
              <a:t>）</a:t>
            </a:r>
            <a:r>
              <a:rPr lang="en-US" altLang="zh-CN" sz="4000" dirty="0">
                <a:sym typeface="Symbol" panose="05050102010706020507" pitchFamily="18" charset="2"/>
              </a:rPr>
              <a:t>A=2, X&gt;1</a:t>
            </a:r>
            <a:r>
              <a:rPr lang="zh-CN" altLang="en-US" sz="4000" dirty="0">
                <a:sym typeface="Symbol" panose="05050102010706020507" pitchFamily="18" charset="2"/>
              </a:rPr>
              <a:t>；</a:t>
            </a:r>
            <a:endParaRPr lang="en-US" altLang="zh-CN" sz="4000" dirty="0">
              <a:sym typeface="Symbol" panose="05050102010706020507" pitchFamily="18" charset="2"/>
            </a:endParaRPr>
          </a:p>
          <a:p>
            <a:pPr marL="571500" indent="-571500" algn="l" hangingPunct="1">
              <a:lnSpc>
                <a:spcPct val="150000"/>
              </a:lnSpc>
              <a:buFont typeface="Arial" panose="020B0604020202020204" pitchFamily="34" charset="0"/>
              <a:buChar char="•"/>
            </a:pPr>
            <a:r>
              <a:rPr lang="zh-CN" altLang="en-US" sz="4000" dirty="0">
                <a:sym typeface="Symbol" panose="05050102010706020507" pitchFamily="18" charset="2"/>
              </a:rPr>
              <a:t>（</a:t>
            </a:r>
            <a:r>
              <a:rPr lang="en-US" altLang="zh-CN" sz="4000" dirty="0">
                <a:sym typeface="Symbol" panose="05050102010706020507" pitchFamily="18" charset="2"/>
              </a:rPr>
              <a:t>6</a:t>
            </a:r>
            <a:r>
              <a:rPr lang="zh-CN" altLang="en-US" sz="4000" dirty="0">
                <a:sym typeface="Symbol" panose="05050102010706020507" pitchFamily="18" charset="2"/>
              </a:rPr>
              <a:t>）</a:t>
            </a:r>
            <a:r>
              <a:rPr lang="en-US" altLang="zh-CN" sz="4000" dirty="0">
                <a:sym typeface="Symbol" panose="05050102010706020507" pitchFamily="18" charset="2"/>
              </a:rPr>
              <a:t>A=2, X 1</a:t>
            </a:r>
            <a:r>
              <a:rPr lang="zh-CN" altLang="en-US" sz="4000" dirty="0">
                <a:sym typeface="Symbol" panose="05050102010706020507" pitchFamily="18" charset="2"/>
              </a:rPr>
              <a:t>；</a:t>
            </a:r>
            <a:endParaRPr lang="zh-CN" altLang="en-US" sz="4000" dirty="0">
              <a:sym typeface="Symbol" panose="05050102010706020507" pitchFamily="18" charset="2"/>
            </a:endParaRPr>
          </a:p>
          <a:p>
            <a:pPr marL="571500" indent="-571500" algn="l" hangingPunct="1">
              <a:lnSpc>
                <a:spcPct val="150000"/>
              </a:lnSpc>
              <a:buFont typeface="Arial" panose="020B0604020202020204" pitchFamily="34" charset="0"/>
              <a:buChar char="•"/>
            </a:pPr>
            <a:r>
              <a:rPr lang="zh-CN" altLang="en-US" sz="4000" dirty="0">
                <a:sym typeface="Symbol" panose="05050102010706020507" pitchFamily="18" charset="2"/>
              </a:rPr>
              <a:t>（</a:t>
            </a:r>
            <a:r>
              <a:rPr lang="en-US" altLang="zh-CN" sz="4000" dirty="0">
                <a:sym typeface="Symbol" panose="05050102010706020507" pitchFamily="18" charset="2"/>
              </a:rPr>
              <a:t>7</a:t>
            </a:r>
            <a:r>
              <a:rPr lang="zh-CN" altLang="en-US" sz="4000" dirty="0">
                <a:sym typeface="Symbol" panose="05050102010706020507" pitchFamily="18" charset="2"/>
              </a:rPr>
              <a:t>） </a:t>
            </a:r>
            <a:r>
              <a:rPr lang="en-US" altLang="zh-CN" sz="4000" dirty="0">
                <a:sym typeface="Symbol" panose="05050102010706020507" pitchFamily="18" charset="2"/>
              </a:rPr>
              <a:t>A ≠ 2, X&gt;1</a:t>
            </a:r>
            <a:r>
              <a:rPr lang="zh-CN" altLang="en-US" sz="4000" dirty="0">
                <a:sym typeface="Symbol" panose="05050102010706020507" pitchFamily="18" charset="2"/>
              </a:rPr>
              <a:t>；</a:t>
            </a:r>
            <a:endParaRPr lang="en-US" altLang="zh-CN" sz="4000" dirty="0">
              <a:sym typeface="Symbol" panose="05050102010706020507" pitchFamily="18" charset="2"/>
            </a:endParaRPr>
          </a:p>
          <a:p>
            <a:pPr marL="571500" indent="-571500" algn="l" hangingPunct="1">
              <a:lnSpc>
                <a:spcPct val="150000"/>
              </a:lnSpc>
              <a:buFont typeface="Arial" panose="020B0604020202020204" pitchFamily="34" charset="0"/>
              <a:buChar char="•"/>
            </a:pPr>
            <a:r>
              <a:rPr lang="zh-CN" altLang="en-US" sz="4000" dirty="0">
                <a:sym typeface="Symbol" panose="05050102010706020507" pitchFamily="18" charset="2"/>
              </a:rPr>
              <a:t>（</a:t>
            </a:r>
            <a:r>
              <a:rPr lang="en-US" altLang="zh-CN" sz="4000" dirty="0">
                <a:sym typeface="Symbol" panose="05050102010706020507" pitchFamily="18" charset="2"/>
              </a:rPr>
              <a:t>8</a:t>
            </a:r>
            <a:r>
              <a:rPr lang="zh-CN" altLang="en-US" sz="4000" dirty="0">
                <a:sym typeface="Symbol" panose="05050102010706020507" pitchFamily="18" charset="2"/>
              </a:rPr>
              <a:t>）</a:t>
            </a:r>
            <a:r>
              <a:rPr lang="en-US" altLang="zh-CN" sz="4000" dirty="0">
                <a:sym typeface="Symbol" panose="05050102010706020507" pitchFamily="18" charset="2"/>
              </a:rPr>
              <a:t>A ≠ 2, X 1</a:t>
            </a:r>
            <a:endParaRPr lang="zh-CN" altLang="en-US" sz="3600" dirty="0"/>
          </a:p>
        </p:txBody>
      </p:sp>
      <p:pic>
        <p:nvPicPr>
          <p:cNvPr id="4" name="音频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2407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2327780" y="1029737"/>
            <a:ext cx="10228267" cy="11058094"/>
            <a:chOff x="12327780" y="1029737"/>
            <a:chExt cx="10228267" cy="11058094"/>
          </a:xfrm>
        </p:grpSpPr>
        <p:sp>
          <p:nvSpPr>
            <p:cNvPr id="8" name="AutoShape 5"/>
            <p:cNvSpPr>
              <a:spLocks noChangeArrowheads="1"/>
            </p:cNvSpPr>
            <p:nvPr/>
          </p:nvSpPr>
          <p:spPr bwMode="auto">
            <a:xfrm>
              <a:off x="13633516" y="10833406"/>
              <a:ext cx="2176227" cy="1254425"/>
            </a:xfrm>
            <a:prstGeom prst="flowChartAlternate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返回</a:t>
              </a:r>
              <a:endParaRPr kumimoji="1" lang="zh-CN" altLang="en-US" sz="4000" dirty="0">
                <a:latin typeface="Times New Roman" panose="02020603050405020304" pitchFamily="18" charset="0"/>
                <a:cs typeface="Times New Roman" panose="02020603050405020304" pitchFamily="18" charset="0"/>
              </a:endParaRPr>
            </a:p>
          </p:txBody>
        </p:sp>
        <p:sp>
          <p:nvSpPr>
            <p:cNvPr id="9" name="AutoShape 6"/>
            <p:cNvSpPr>
              <a:spLocks noChangeArrowheads="1"/>
            </p:cNvSpPr>
            <p:nvPr/>
          </p:nvSpPr>
          <p:spPr bwMode="auto">
            <a:xfrm>
              <a:off x="12327780" y="5397564"/>
              <a:ext cx="5005322" cy="1881637"/>
            </a:xfrm>
            <a:prstGeom prst="flowChartDecision">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y&lt;min</a:t>
              </a:r>
              <a:endParaRPr kumimoji="1" lang="zh-CN" altLang="en-US" sz="4400" dirty="0">
                <a:latin typeface="Times New Roman" panose="02020603050405020304" pitchFamily="18" charset="0"/>
                <a:cs typeface="Times New Roman" panose="02020603050405020304" pitchFamily="18" charset="0"/>
              </a:endParaRPr>
            </a:p>
          </p:txBody>
        </p:sp>
        <p:sp>
          <p:nvSpPr>
            <p:cNvPr id="10" name="AutoShape 7"/>
            <p:cNvSpPr>
              <a:spLocks noChangeArrowheads="1"/>
            </p:cNvSpPr>
            <p:nvPr/>
          </p:nvSpPr>
          <p:spPr bwMode="auto">
            <a:xfrm>
              <a:off x="12327780" y="8324556"/>
              <a:ext cx="5005322" cy="1881637"/>
            </a:xfrm>
            <a:prstGeom prst="flowChartDecision">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z&lt;min</a:t>
              </a:r>
              <a:endParaRPr kumimoji="1" lang="zh-CN" altLang="en-US" sz="4400" dirty="0">
                <a:latin typeface="Times New Roman" panose="02020603050405020304" pitchFamily="18" charset="0"/>
                <a:cs typeface="Times New Roman" panose="02020603050405020304" pitchFamily="18" charset="0"/>
              </a:endParaRPr>
            </a:p>
          </p:txBody>
        </p:sp>
        <p:sp>
          <p:nvSpPr>
            <p:cNvPr id="11" name="Line 8"/>
            <p:cNvSpPr>
              <a:spLocks noChangeShapeType="1"/>
            </p:cNvSpPr>
            <p:nvPr/>
          </p:nvSpPr>
          <p:spPr bwMode="auto">
            <a:xfrm>
              <a:off x="14721630" y="4561281"/>
              <a:ext cx="0" cy="836283"/>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2" name="Line 9"/>
            <p:cNvSpPr>
              <a:spLocks noChangeShapeType="1"/>
            </p:cNvSpPr>
            <p:nvPr/>
          </p:nvSpPr>
          <p:spPr bwMode="auto">
            <a:xfrm>
              <a:off x="14721630" y="7279202"/>
              <a:ext cx="0" cy="1045354"/>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3" name="Line 10"/>
            <p:cNvSpPr>
              <a:spLocks noChangeShapeType="1"/>
            </p:cNvSpPr>
            <p:nvPr/>
          </p:nvSpPr>
          <p:spPr bwMode="auto">
            <a:xfrm>
              <a:off x="14721630" y="10206194"/>
              <a:ext cx="0" cy="627212"/>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4" name="AutoShape 11"/>
            <p:cNvSpPr>
              <a:spLocks noChangeArrowheads="1"/>
            </p:cNvSpPr>
            <p:nvPr/>
          </p:nvSpPr>
          <p:spPr bwMode="auto">
            <a:xfrm>
              <a:off x="18421216" y="5188494"/>
              <a:ext cx="4134831" cy="1672567"/>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min=y</a:t>
              </a:r>
              <a:endParaRPr kumimoji="1" lang="en-US" altLang="zh-CN" sz="3600" dirty="0">
                <a:latin typeface="Times New Roman" panose="02020603050405020304" pitchFamily="18" charset="0"/>
                <a:cs typeface="Times New Roman" panose="02020603050405020304" pitchFamily="18" charset="0"/>
              </a:endParaRPr>
            </a:p>
          </p:txBody>
        </p:sp>
        <p:sp>
          <p:nvSpPr>
            <p:cNvPr id="15" name="AutoShape 12"/>
            <p:cNvSpPr>
              <a:spLocks noChangeArrowheads="1"/>
            </p:cNvSpPr>
            <p:nvPr/>
          </p:nvSpPr>
          <p:spPr bwMode="auto">
            <a:xfrm>
              <a:off x="18421216" y="8324556"/>
              <a:ext cx="4134831" cy="1672567"/>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min=z</a:t>
              </a:r>
              <a:endParaRPr kumimoji="1" lang="en-US" altLang="zh-CN" sz="3600" dirty="0">
                <a:latin typeface="Times New Roman" panose="02020603050405020304" pitchFamily="18" charset="0"/>
                <a:cs typeface="Times New Roman" panose="02020603050405020304" pitchFamily="18" charset="0"/>
              </a:endParaRPr>
            </a:p>
          </p:txBody>
        </p:sp>
        <p:sp>
          <p:nvSpPr>
            <p:cNvPr id="16" name="Line 13"/>
            <p:cNvSpPr>
              <a:spLocks noChangeShapeType="1"/>
            </p:cNvSpPr>
            <p:nvPr/>
          </p:nvSpPr>
          <p:spPr bwMode="auto">
            <a:xfrm>
              <a:off x="20379820" y="6861060"/>
              <a:ext cx="0" cy="836283"/>
            </a:xfrm>
            <a:prstGeom prst="line">
              <a:avLst/>
            </a:prstGeom>
            <a:solidFill>
              <a:schemeClr val="bg1">
                <a:lumMod val="95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7" name="Line 14"/>
            <p:cNvSpPr>
              <a:spLocks noChangeShapeType="1"/>
            </p:cNvSpPr>
            <p:nvPr/>
          </p:nvSpPr>
          <p:spPr bwMode="auto">
            <a:xfrm flipH="1">
              <a:off x="14721630" y="7697344"/>
              <a:ext cx="5658190"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8" name="Line 15"/>
            <p:cNvSpPr>
              <a:spLocks noChangeShapeType="1"/>
            </p:cNvSpPr>
            <p:nvPr/>
          </p:nvSpPr>
          <p:spPr bwMode="auto">
            <a:xfrm>
              <a:off x="20379820" y="9997123"/>
              <a:ext cx="0" cy="418142"/>
            </a:xfrm>
            <a:prstGeom prst="line">
              <a:avLst/>
            </a:prstGeom>
            <a:solidFill>
              <a:schemeClr val="bg1">
                <a:lumMod val="95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9" name="Line 16"/>
            <p:cNvSpPr>
              <a:spLocks noChangeShapeType="1"/>
            </p:cNvSpPr>
            <p:nvPr/>
          </p:nvSpPr>
          <p:spPr bwMode="auto">
            <a:xfrm flipH="1">
              <a:off x="14721630" y="10415264"/>
              <a:ext cx="5658190"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3" name="Line 17"/>
            <p:cNvSpPr>
              <a:spLocks noChangeShapeType="1"/>
            </p:cNvSpPr>
            <p:nvPr/>
          </p:nvSpPr>
          <p:spPr bwMode="auto">
            <a:xfrm>
              <a:off x="17333102" y="6233848"/>
              <a:ext cx="1088114"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4" name="Line 18"/>
            <p:cNvSpPr>
              <a:spLocks noChangeShapeType="1"/>
            </p:cNvSpPr>
            <p:nvPr/>
          </p:nvSpPr>
          <p:spPr bwMode="auto">
            <a:xfrm>
              <a:off x="17333102" y="9160839"/>
              <a:ext cx="1088114"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5" name="Text Box 19"/>
            <p:cNvSpPr txBox="1">
              <a:spLocks noChangeArrowheads="1"/>
            </p:cNvSpPr>
            <p:nvPr/>
          </p:nvSpPr>
          <p:spPr bwMode="auto">
            <a:xfrm>
              <a:off x="12519112" y="1171313"/>
              <a:ext cx="604765"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26" name="Text Box 20"/>
            <p:cNvSpPr txBox="1">
              <a:spLocks noChangeArrowheads="1"/>
            </p:cNvSpPr>
            <p:nvPr/>
          </p:nvSpPr>
          <p:spPr bwMode="auto">
            <a:xfrm>
              <a:off x="12420682" y="4883599"/>
              <a:ext cx="703195"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a</a:t>
              </a:r>
              <a:endParaRPr kumimoji="1" lang="en-US" altLang="zh-CN" sz="4800" dirty="0">
                <a:latin typeface="Times New Roman" panose="02020603050405020304" pitchFamily="18" charset="0"/>
                <a:cs typeface="Times New Roman" panose="02020603050405020304" pitchFamily="18" charset="0"/>
              </a:endParaRPr>
            </a:p>
          </p:txBody>
        </p:sp>
        <p:sp>
          <p:nvSpPr>
            <p:cNvPr id="27" name="Text Box 21"/>
            <p:cNvSpPr txBox="1">
              <a:spLocks noChangeArrowheads="1"/>
            </p:cNvSpPr>
            <p:nvPr/>
          </p:nvSpPr>
          <p:spPr bwMode="auto">
            <a:xfrm>
              <a:off x="12420682" y="7601519"/>
              <a:ext cx="75355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28" name="Text Box 22"/>
            <p:cNvSpPr txBox="1">
              <a:spLocks noChangeArrowheads="1"/>
            </p:cNvSpPr>
            <p:nvPr/>
          </p:nvSpPr>
          <p:spPr bwMode="auto">
            <a:xfrm>
              <a:off x="12416754" y="10528511"/>
              <a:ext cx="75355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d</a:t>
              </a:r>
              <a:endParaRPr kumimoji="1" lang="en-US" altLang="zh-CN" sz="4800" dirty="0">
                <a:latin typeface="Times New Roman" panose="02020603050405020304" pitchFamily="18" charset="0"/>
                <a:cs typeface="Times New Roman" panose="02020603050405020304" pitchFamily="18" charset="0"/>
              </a:endParaRPr>
            </a:p>
          </p:txBody>
        </p:sp>
        <p:sp>
          <p:nvSpPr>
            <p:cNvPr id="29" name="Text Box 23"/>
            <p:cNvSpPr txBox="1">
              <a:spLocks noChangeArrowheads="1"/>
            </p:cNvSpPr>
            <p:nvPr/>
          </p:nvSpPr>
          <p:spPr bwMode="auto">
            <a:xfrm>
              <a:off x="21769449" y="4121088"/>
              <a:ext cx="65283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30" name="Text Box 24"/>
            <p:cNvSpPr txBox="1">
              <a:spLocks noChangeArrowheads="1"/>
            </p:cNvSpPr>
            <p:nvPr/>
          </p:nvSpPr>
          <p:spPr bwMode="auto">
            <a:xfrm>
              <a:off x="21769449" y="7455044"/>
              <a:ext cx="65283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sp>
          <p:nvSpPr>
            <p:cNvPr id="31" name="AutoShape 4"/>
            <p:cNvSpPr>
              <a:spLocks noChangeArrowheads="1"/>
            </p:cNvSpPr>
            <p:nvPr/>
          </p:nvSpPr>
          <p:spPr bwMode="auto">
            <a:xfrm>
              <a:off x="13575049" y="1029737"/>
              <a:ext cx="2176227" cy="1270953"/>
            </a:xfrm>
            <a:prstGeom prst="flowChartAlternate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入口</a:t>
              </a:r>
              <a:endParaRPr kumimoji="1" lang="zh-CN" altLang="en-US" sz="4800" dirty="0">
                <a:latin typeface="Times New Roman" panose="02020603050405020304" pitchFamily="18" charset="0"/>
                <a:cs typeface="Times New Roman" panose="02020603050405020304" pitchFamily="18" charset="0"/>
              </a:endParaRPr>
            </a:p>
          </p:txBody>
        </p:sp>
        <p:sp>
          <p:nvSpPr>
            <p:cNvPr id="32" name="Line 8"/>
            <p:cNvSpPr>
              <a:spLocks noChangeShapeType="1"/>
            </p:cNvSpPr>
            <p:nvPr/>
          </p:nvSpPr>
          <p:spPr bwMode="auto">
            <a:xfrm>
              <a:off x="14721629" y="2374749"/>
              <a:ext cx="0" cy="836283"/>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33" name="Text Box 19"/>
            <p:cNvSpPr txBox="1">
              <a:spLocks noChangeArrowheads="1"/>
            </p:cNvSpPr>
            <p:nvPr/>
          </p:nvSpPr>
          <p:spPr bwMode="auto">
            <a:xfrm>
              <a:off x="12472680" y="3356676"/>
              <a:ext cx="697628" cy="830997"/>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m</a:t>
              </a:r>
              <a:endParaRPr kumimoji="1" lang="en-US" altLang="zh-CN" sz="4800" dirty="0">
                <a:latin typeface="Times New Roman" panose="02020603050405020304" pitchFamily="18" charset="0"/>
                <a:cs typeface="Times New Roman" panose="02020603050405020304" pitchFamily="18" charset="0"/>
              </a:endParaRPr>
            </a:p>
          </p:txBody>
        </p:sp>
      </p:grpSp>
      <p:sp>
        <p:nvSpPr>
          <p:cNvPr id="36"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条件组合覆盖</a:t>
            </a:r>
            <a:endParaRPr lang="zh-CN" altLang="en-US" dirty="0"/>
          </a:p>
        </p:txBody>
      </p:sp>
      <p:sp>
        <p:nvSpPr>
          <p:cNvPr id="37" name="矩形 11"/>
          <p:cNvSpPr txBox="1"/>
          <p:nvPr/>
        </p:nvSpPr>
        <p:spPr>
          <a:xfrm>
            <a:off x="917126" y="117131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6</a:t>
            </a:r>
            <a:endParaRPr dirty="0"/>
          </a:p>
        </p:txBody>
      </p:sp>
      <p:pic>
        <p:nvPicPr>
          <p:cNvPr id="4" name="音频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pic>
        <p:nvPicPr>
          <p:cNvPr id="34" name="图片 33"/>
          <p:cNvPicPr>
            <a:picLocks noChangeAspect="1"/>
          </p:cNvPicPr>
          <p:nvPr/>
        </p:nvPicPr>
        <p:blipFill>
          <a:blip r:embed="rId4"/>
          <a:stretch>
            <a:fillRect/>
          </a:stretch>
        </p:blipFill>
        <p:spPr>
          <a:xfrm>
            <a:off x="676487" y="4121088"/>
            <a:ext cx="11196210" cy="7073006"/>
          </a:xfrm>
          <a:prstGeom prst="rect">
            <a:avLst/>
          </a:prstGeom>
        </p:spPr>
      </p:pic>
      <p:sp>
        <p:nvSpPr>
          <p:cNvPr id="35" name="AutoShape 12"/>
          <p:cNvSpPr>
            <a:spLocks noChangeArrowheads="1"/>
          </p:cNvSpPr>
          <p:nvPr/>
        </p:nvSpPr>
        <p:spPr bwMode="auto">
          <a:xfrm>
            <a:off x="13170308" y="3226901"/>
            <a:ext cx="3348233" cy="1270953"/>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min=x</a:t>
            </a:r>
            <a:endParaRPr kumimoji="1" lang="en-US" altLang="zh-CN" sz="3600" dirty="0">
              <a:latin typeface="Times New Roman" panose="02020603050405020304" pitchFamily="18" charset="0"/>
              <a:cs typeface="Times New Roman" panose="02020603050405020304" pitchFamily="18" charset="0"/>
            </a:endParaRPr>
          </a:p>
        </p:txBody>
      </p:sp>
    </p:spTree>
    <p:custDataLst>
      <p:tags r:id="rId5"/>
    </p:custDataLst>
  </p:cSld>
  <p:clrMapOvr>
    <a:masterClrMapping/>
  </p:clrMapOvr>
  <p:transition spd="med" advTm="9132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
          <p:cNvGrpSpPr/>
          <p:nvPr/>
        </p:nvGrpSpPr>
        <p:grpSpPr>
          <a:xfrm>
            <a:off x="12327780" y="1029737"/>
            <a:ext cx="10228267" cy="11058094"/>
            <a:chOff x="12327780" y="1029737"/>
            <a:chExt cx="10228267" cy="11058094"/>
          </a:xfrm>
        </p:grpSpPr>
        <p:sp>
          <p:nvSpPr>
            <p:cNvPr id="12" name="AutoShape 5"/>
            <p:cNvSpPr>
              <a:spLocks noChangeArrowheads="1"/>
            </p:cNvSpPr>
            <p:nvPr/>
          </p:nvSpPr>
          <p:spPr bwMode="auto">
            <a:xfrm>
              <a:off x="13633516" y="10833406"/>
              <a:ext cx="2176227" cy="1254425"/>
            </a:xfrm>
            <a:prstGeom prst="flowChartAlternate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返回</a:t>
              </a:r>
              <a:endParaRPr kumimoji="1" lang="zh-CN" altLang="en-US" sz="4000" dirty="0">
                <a:latin typeface="Times New Roman" panose="02020603050405020304" pitchFamily="18" charset="0"/>
                <a:cs typeface="Times New Roman" panose="02020603050405020304" pitchFamily="18" charset="0"/>
              </a:endParaRPr>
            </a:p>
          </p:txBody>
        </p:sp>
        <p:sp>
          <p:nvSpPr>
            <p:cNvPr id="16" name="AutoShape 6"/>
            <p:cNvSpPr>
              <a:spLocks noChangeArrowheads="1"/>
            </p:cNvSpPr>
            <p:nvPr/>
          </p:nvSpPr>
          <p:spPr bwMode="auto">
            <a:xfrm>
              <a:off x="12327780" y="5397564"/>
              <a:ext cx="5005322" cy="1881637"/>
            </a:xfrm>
            <a:prstGeom prst="flowChartDecision">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y&lt;min</a:t>
              </a:r>
              <a:endParaRPr kumimoji="1" lang="zh-CN" altLang="en-US" sz="4400" dirty="0">
                <a:latin typeface="Times New Roman" panose="02020603050405020304" pitchFamily="18" charset="0"/>
                <a:cs typeface="Times New Roman" panose="02020603050405020304" pitchFamily="18" charset="0"/>
              </a:endParaRPr>
            </a:p>
          </p:txBody>
        </p:sp>
        <p:sp>
          <p:nvSpPr>
            <p:cNvPr id="17" name="AutoShape 7"/>
            <p:cNvSpPr>
              <a:spLocks noChangeArrowheads="1"/>
            </p:cNvSpPr>
            <p:nvPr/>
          </p:nvSpPr>
          <p:spPr bwMode="auto">
            <a:xfrm>
              <a:off x="12327780" y="8324556"/>
              <a:ext cx="5005322" cy="1881637"/>
            </a:xfrm>
            <a:prstGeom prst="flowChartDecision">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z&lt;min</a:t>
              </a:r>
              <a:endParaRPr kumimoji="1" lang="zh-CN" altLang="en-US" sz="4400" dirty="0">
                <a:latin typeface="Times New Roman" panose="02020603050405020304" pitchFamily="18" charset="0"/>
                <a:cs typeface="Times New Roman" panose="02020603050405020304" pitchFamily="18" charset="0"/>
              </a:endParaRPr>
            </a:p>
          </p:txBody>
        </p:sp>
        <p:sp>
          <p:nvSpPr>
            <p:cNvPr id="18" name="Line 8"/>
            <p:cNvSpPr>
              <a:spLocks noChangeShapeType="1"/>
            </p:cNvSpPr>
            <p:nvPr/>
          </p:nvSpPr>
          <p:spPr bwMode="auto">
            <a:xfrm>
              <a:off x="14721630" y="4561281"/>
              <a:ext cx="0" cy="836283"/>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9" name="Line 9"/>
            <p:cNvSpPr>
              <a:spLocks noChangeShapeType="1"/>
            </p:cNvSpPr>
            <p:nvPr/>
          </p:nvSpPr>
          <p:spPr bwMode="auto">
            <a:xfrm>
              <a:off x="14721630" y="7279202"/>
              <a:ext cx="0" cy="1045354"/>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0" name="Line 10"/>
            <p:cNvSpPr>
              <a:spLocks noChangeShapeType="1"/>
            </p:cNvSpPr>
            <p:nvPr/>
          </p:nvSpPr>
          <p:spPr bwMode="auto">
            <a:xfrm>
              <a:off x="14721630" y="10206194"/>
              <a:ext cx="0" cy="627212"/>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1" name="AutoShape 11"/>
            <p:cNvSpPr>
              <a:spLocks noChangeArrowheads="1"/>
            </p:cNvSpPr>
            <p:nvPr/>
          </p:nvSpPr>
          <p:spPr bwMode="auto">
            <a:xfrm>
              <a:off x="18421216" y="5188494"/>
              <a:ext cx="4134831" cy="1672567"/>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min=y</a:t>
              </a:r>
              <a:endParaRPr kumimoji="1" lang="en-US" altLang="zh-CN" sz="3600" dirty="0">
                <a:latin typeface="Times New Roman" panose="02020603050405020304" pitchFamily="18" charset="0"/>
                <a:cs typeface="Times New Roman" panose="02020603050405020304" pitchFamily="18" charset="0"/>
              </a:endParaRPr>
            </a:p>
          </p:txBody>
        </p:sp>
        <p:sp>
          <p:nvSpPr>
            <p:cNvPr id="22" name="AutoShape 12"/>
            <p:cNvSpPr>
              <a:spLocks noChangeArrowheads="1"/>
            </p:cNvSpPr>
            <p:nvPr/>
          </p:nvSpPr>
          <p:spPr bwMode="auto">
            <a:xfrm>
              <a:off x="18421216" y="8324556"/>
              <a:ext cx="4134831" cy="1672567"/>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min=z</a:t>
              </a:r>
              <a:endParaRPr kumimoji="1" lang="en-US" altLang="zh-CN" sz="3600" dirty="0">
                <a:latin typeface="Times New Roman" panose="02020603050405020304" pitchFamily="18" charset="0"/>
                <a:cs typeface="Times New Roman" panose="02020603050405020304" pitchFamily="18" charset="0"/>
              </a:endParaRPr>
            </a:p>
          </p:txBody>
        </p:sp>
        <p:sp>
          <p:nvSpPr>
            <p:cNvPr id="23" name="Line 13"/>
            <p:cNvSpPr>
              <a:spLocks noChangeShapeType="1"/>
            </p:cNvSpPr>
            <p:nvPr/>
          </p:nvSpPr>
          <p:spPr bwMode="auto">
            <a:xfrm>
              <a:off x="20379820" y="6861060"/>
              <a:ext cx="0" cy="836283"/>
            </a:xfrm>
            <a:prstGeom prst="line">
              <a:avLst/>
            </a:prstGeom>
            <a:solidFill>
              <a:schemeClr val="bg1">
                <a:lumMod val="95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4" name="Line 14"/>
            <p:cNvSpPr>
              <a:spLocks noChangeShapeType="1"/>
            </p:cNvSpPr>
            <p:nvPr/>
          </p:nvSpPr>
          <p:spPr bwMode="auto">
            <a:xfrm flipH="1">
              <a:off x="14721630" y="7697344"/>
              <a:ext cx="5658190"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5" name="Line 15"/>
            <p:cNvSpPr>
              <a:spLocks noChangeShapeType="1"/>
            </p:cNvSpPr>
            <p:nvPr/>
          </p:nvSpPr>
          <p:spPr bwMode="auto">
            <a:xfrm>
              <a:off x="20379820" y="9997123"/>
              <a:ext cx="0" cy="418142"/>
            </a:xfrm>
            <a:prstGeom prst="line">
              <a:avLst/>
            </a:prstGeom>
            <a:solidFill>
              <a:schemeClr val="bg1">
                <a:lumMod val="95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6" name="Line 16"/>
            <p:cNvSpPr>
              <a:spLocks noChangeShapeType="1"/>
            </p:cNvSpPr>
            <p:nvPr/>
          </p:nvSpPr>
          <p:spPr bwMode="auto">
            <a:xfrm flipH="1">
              <a:off x="14721630" y="10415264"/>
              <a:ext cx="5658190"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7" name="Line 17"/>
            <p:cNvSpPr>
              <a:spLocks noChangeShapeType="1"/>
            </p:cNvSpPr>
            <p:nvPr/>
          </p:nvSpPr>
          <p:spPr bwMode="auto">
            <a:xfrm>
              <a:off x="17333102" y="6233848"/>
              <a:ext cx="1088114"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8" name="Line 18"/>
            <p:cNvSpPr>
              <a:spLocks noChangeShapeType="1"/>
            </p:cNvSpPr>
            <p:nvPr/>
          </p:nvSpPr>
          <p:spPr bwMode="auto">
            <a:xfrm>
              <a:off x="17333102" y="9160839"/>
              <a:ext cx="1088114"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9" name="Text Box 19"/>
            <p:cNvSpPr txBox="1">
              <a:spLocks noChangeArrowheads="1"/>
            </p:cNvSpPr>
            <p:nvPr/>
          </p:nvSpPr>
          <p:spPr bwMode="auto">
            <a:xfrm>
              <a:off x="12519112" y="1171313"/>
              <a:ext cx="604765"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30" name="Text Box 20"/>
            <p:cNvSpPr txBox="1">
              <a:spLocks noChangeArrowheads="1"/>
            </p:cNvSpPr>
            <p:nvPr/>
          </p:nvSpPr>
          <p:spPr bwMode="auto">
            <a:xfrm>
              <a:off x="12420682" y="4883599"/>
              <a:ext cx="703195"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a</a:t>
              </a:r>
              <a:endParaRPr kumimoji="1" lang="en-US" altLang="zh-CN" sz="4800" dirty="0">
                <a:latin typeface="Times New Roman" panose="02020603050405020304" pitchFamily="18" charset="0"/>
                <a:cs typeface="Times New Roman" panose="02020603050405020304" pitchFamily="18" charset="0"/>
              </a:endParaRPr>
            </a:p>
          </p:txBody>
        </p:sp>
        <p:sp>
          <p:nvSpPr>
            <p:cNvPr id="31" name="Text Box 21"/>
            <p:cNvSpPr txBox="1">
              <a:spLocks noChangeArrowheads="1"/>
            </p:cNvSpPr>
            <p:nvPr/>
          </p:nvSpPr>
          <p:spPr bwMode="auto">
            <a:xfrm>
              <a:off x="12420682" y="7601519"/>
              <a:ext cx="75355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32" name="Text Box 22"/>
            <p:cNvSpPr txBox="1">
              <a:spLocks noChangeArrowheads="1"/>
            </p:cNvSpPr>
            <p:nvPr/>
          </p:nvSpPr>
          <p:spPr bwMode="auto">
            <a:xfrm>
              <a:off x="12416754" y="10528511"/>
              <a:ext cx="75355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d</a:t>
              </a:r>
              <a:endParaRPr kumimoji="1" lang="en-US" altLang="zh-CN" sz="4800" dirty="0">
                <a:latin typeface="Times New Roman" panose="02020603050405020304" pitchFamily="18" charset="0"/>
                <a:cs typeface="Times New Roman" panose="02020603050405020304" pitchFamily="18" charset="0"/>
              </a:endParaRPr>
            </a:p>
          </p:txBody>
        </p:sp>
        <p:sp>
          <p:nvSpPr>
            <p:cNvPr id="35" name="Text Box 23"/>
            <p:cNvSpPr txBox="1">
              <a:spLocks noChangeArrowheads="1"/>
            </p:cNvSpPr>
            <p:nvPr/>
          </p:nvSpPr>
          <p:spPr bwMode="auto">
            <a:xfrm>
              <a:off x="21769449" y="4121088"/>
              <a:ext cx="65283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36" name="Text Box 24"/>
            <p:cNvSpPr txBox="1">
              <a:spLocks noChangeArrowheads="1"/>
            </p:cNvSpPr>
            <p:nvPr/>
          </p:nvSpPr>
          <p:spPr bwMode="auto">
            <a:xfrm>
              <a:off x="21769449" y="7455044"/>
              <a:ext cx="65283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sp>
          <p:nvSpPr>
            <p:cNvPr id="37" name="AutoShape 4"/>
            <p:cNvSpPr>
              <a:spLocks noChangeArrowheads="1"/>
            </p:cNvSpPr>
            <p:nvPr/>
          </p:nvSpPr>
          <p:spPr bwMode="auto">
            <a:xfrm>
              <a:off x="13575049" y="1029737"/>
              <a:ext cx="2176227" cy="1270953"/>
            </a:xfrm>
            <a:prstGeom prst="flowChartAlternate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入口</a:t>
              </a:r>
              <a:endParaRPr kumimoji="1" lang="zh-CN" altLang="en-US" sz="4800" dirty="0">
                <a:latin typeface="Times New Roman" panose="02020603050405020304" pitchFamily="18" charset="0"/>
                <a:cs typeface="Times New Roman" panose="02020603050405020304" pitchFamily="18" charset="0"/>
              </a:endParaRPr>
            </a:p>
          </p:txBody>
        </p:sp>
        <p:sp>
          <p:nvSpPr>
            <p:cNvPr id="38" name="Line 8"/>
            <p:cNvSpPr>
              <a:spLocks noChangeShapeType="1"/>
            </p:cNvSpPr>
            <p:nvPr/>
          </p:nvSpPr>
          <p:spPr bwMode="auto">
            <a:xfrm>
              <a:off x="14721629" y="2374749"/>
              <a:ext cx="0" cy="836283"/>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39" name="Text Box 19"/>
            <p:cNvSpPr txBox="1">
              <a:spLocks noChangeArrowheads="1"/>
            </p:cNvSpPr>
            <p:nvPr/>
          </p:nvSpPr>
          <p:spPr bwMode="auto">
            <a:xfrm>
              <a:off x="12472680" y="3356676"/>
              <a:ext cx="697628" cy="830997"/>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m</a:t>
              </a:r>
              <a:endParaRPr kumimoji="1" lang="en-US" altLang="zh-CN" sz="4800" dirty="0">
                <a:latin typeface="Times New Roman" panose="02020603050405020304" pitchFamily="18" charset="0"/>
                <a:cs typeface="Times New Roman" panose="02020603050405020304" pitchFamily="18" charset="0"/>
              </a:endParaRPr>
            </a:p>
          </p:txBody>
        </p:sp>
      </p:grpSp>
      <p:sp>
        <p:nvSpPr>
          <p:cNvPr id="33" name="Rectangle 3"/>
          <p:cNvSpPr txBox="1">
            <a:spLocks noChangeArrowheads="1"/>
          </p:cNvSpPr>
          <p:nvPr/>
        </p:nvSpPr>
        <p:spPr>
          <a:xfrm>
            <a:off x="2747200" y="2959079"/>
            <a:ext cx="7423546" cy="238817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a:t>
            </a:r>
            <a:endParaRPr lang="en-US" altLang="zh-CN" sz="4800" b="1" dirty="0"/>
          </a:p>
          <a:p>
            <a:pPr marL="1270000" lvl="2" indent="0">
              <a:buNone/>
            </a:pPr>
            <a:endParaRPr lang="en-US" altLang="zh-CN" sz="4800" dirty="0">
              <a:solidFill>
                <a:srgbClr val="FF0000"/>
              </a:solidFill>
            </a:endParaRPr>
          </a:p>
          <a:p>
            <a:pPr marL="1270000" lvl="2" indent="0">
              <a:buNone/>
            </a:pPr>
            <a:endParaRPr lang="zh-CN" altLang="en-US" sz="4800" dirty="0"/>
          </a:p>
        </p:txBody>
      </p:sp>
      <p:graphicFrame>
        <p:nvGraphicFramePr>
          <p:cNvPr id="3" name="Table 2"/>
          <p:cNvGraphicFramePr>
            <a:graphicFrameLocks noGrp="1"/>
          </p:cNvGraphicFramePr>
          <p:nvPr/>
        </p:nvGraphicFramePr>
        <p:xfrm>
          <a:off x="2747200" y="5224450"/>
          <a:ext cx="6709964" cy="1920240"/>
        </p:xfrm>
        <a:graphic>
          <a:graphicData uri="http://schemas.openxmlformats.org/drawingml/2006/table">
            <a:tbl>
              <a:tblPr firstRow="1" bandRow="1">
                <a:tableStyleId>{F5AB1C69-6EDB-4FF4-983F-18BD219EF322}</a:tableStyleId>
              </a:tblPr>
              <a:tblGrid>
                <a:gridCol w="1711681"/>
                <a:gridCol w="1643301"/>
                <a:gridCol w="1677491"/>
                <a:gridCol w="1677491"/>
              </a:tblGrid>
              <a:tr h="0">
                <a:tc>
                  <a:txBody>
                    <a:bodyPr/>
                    <a:lstStyle/>
                    <a:p>
                      <a:r>
                        <a:rPr lang="en-US" altLang="zh-CN" sz="3600" dirty="0"/>
                        <a:t>ID</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x</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y</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z</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dirty="0">
                          <a:solidFill>
                            <a:srgbClr val="FF0000"/>
                          </a:solidFill>
                        </a:rPr>
                        <a:t>1</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9</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8</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7</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solidFill>
                            <a:schemeClr val="accent1"/>
                          </a:solidFill>
                          <a:latin typeface="Times New Roman" panose="02020603050405020304" pitchFamily="18" charset="0"/>
                          <a:cs typeface="Times New Roman" panose="02020603050405020304" pitchFamily="18" charset="0"/>
                        </a:rPr>
                        <a:t>2</a:t>
                      </a:r>
                      <a:endParaRPr lang="zh-CN" altLang="en-US" sz="3600" b="1" dirty="0">
                        <a:solidFill>
                          <a:schemeClr val="accent1"/>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1"/>
                          </a:solidFill>
                          <a:latin typeface="Times New Roman" panose="02020603050405020304" pitchFamily="18" charset="0"/>
                          <a:cs typeface="Times New Roman" panose="02020603050405020304" pitchFamily="18" charset="0"/>
                        </a:rPr>
                        <a:t>7</a:t>
                      </a:r>
                      <a:endParaRPr lang="zh-CN" altLang="en-US" sz="3600" b="1" dirty="0">
                        <a:solidFill>
                          <a:schemeClr val="accent1"/>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1"/>
                          </a:solidFill>
                          <a:latin typeface="Times New Roman" panose="02020603050405020304" pitchFamily="18" charset="0"/>
                          <a:cs typeface="Times New Roman" panose="02020603050405020304" pitchFamily="18" charset="0"/>
                        </a:rPr>
                        <a:t>8</a:t>
                      </a:r>
                      <a:endParaRPr lang="zh-CN" altLang="en-US" sz="3600" b="1" dirty="0">
                        <a:solidFill>
                          <a:schemeClr val="accent1"/>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1"/>
                          </a:solidFill>
                          <a:latin typeface="Times New Roman" panose="02020603050405020304" pitchFamily="18" charset="0"/>
                          <a:cs typeface="Times New Roman" panose="02020603050405020304" pitchFamily="18" charset="0"/>
                        </a:rPr>
                        <a:t>9</a:t>
                      </a:r>
                      <a:endParaRPr lang="zh-CN" altLang="en-US" sz="3600" b="1" dirty="0">
                        <a:solidFill>
                          <a:schemeClr val="accent1"/>
                        </a:solidFill>
                        <a:latin typeface="Times New Roman" panose="02020603050405020304" pitchFamily="18" charset="0"/>
                        <a:cs typeface="Times New Roman" panose="02020603050405020304" pitchFamily="18" charset="0"/>
                      </a:endParaRPr>
                    </a:p>
                  </a:txBody>
                  <a:tcPr/>
                </a:tc>
              </a:tr>
            </a:tbl>
          </a:graphicData>
        </a:graphic>
      </p:graphicFrame>
      <p:sp>
        <p:nvSpPr>
          <p:cNvPr id="34" name="Rectangle 3"/>
          <p:cNvSpPr txBox="1">
            <a:spLocks noChangeArrowheads="1"/>
          </p:cNvSpPr>
          <p:nvPr/>
        </p:nvSpPr>
        <p:spPr>
          <a:xfrm>
            <a:off x="2747200" y="7559203"/>
            <a:ext cx="7423546" cy="5263661"/>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测试用例执行路径</a:t>
            </a:r>
            <a:endParaRPr lang="en-US" altLang="zh-CN" sz="4800" b="1" dirty="0"/>
          </a:p>
          <a:p>
            <a:pPr lvl="2"/>
            <a:r>
              <a:rPr lang="en-US" altLang="zh-CN" sz="4800" dirty="0" err="1">
                <a:solidFill>
                  <a:srgbClr val="FF0000"/>
                </a:solidFill>
              </a:rPr>
              <a:t>smacbed</a:t>
            </a:r>
            <a:endParaRPr lang="en-US" altLang="zh-CN" sz="4800" dirty="0">
              <a:solidFill>
                <a:srgbClr val="FF0000"/>
              </a:solidFill>
            </a:endParaRPr>
          </a:p>
          <a:p>
            <a:pPr lvl="2"/>
            <a:r>
              <a:rPr lang="en-US" altLang="zh-CN" sz="4800" dirty="0" err="1">
                <a:solidFill>
                  <a:srgbClr val="00A2FF"/>
                </a:solidFill>
              </a:rPr>
              <a:t>smabd</a:t>
            </a:r>
            <a:endParaRPr lang="en-US" altLang="zh-CN" sz="4800" dirty="0">
              <a:solidFill>
                <a:srgbClr val="00A2FF"/>
              </a:solidFill>
            </a:endParaRPr>
          </a:p>
          <a:p>
            <a:pPr marL="1270000" lvl="2" indent="0">
              <a:buNone/>
            </a:pPr>
            <a:endParaRPr lang="zh-CN" altLang="en-US" sz="4800" dirty="0"/>
          </a:p>
        </p:txBody>
      </p:sp>
      <p:sp>
        <p:nvSpPr>
          <p:cNvPr id="14"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条件组合覆盖</a:t>
            </a:r>
            <a:endParaRPr lang="zh-CN" altLang="en-US" dirty="0"/>
          </a:p>
        </p:txBody>
      </p:sp>
      <p:sp>
        <p:nvSpPr>
          <p:cNvPr id="15"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6</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
        <p:nvSpPr>
          <p:cNvPr id="40" name="AutoShape 12"/>
          <p:cNvSpPr>
            <a:spLocks noChangeArrowheads="1"/>
          </p:cNvSpPr>
          <p:nvPr/>
        </p:nvSpPr>
        <p:spPr bwMode="auto">
          <a:xfrm>
            <a:off x="13170308" y="3226901"/>
            <a:ext cx="3348233" cy="1270953"/>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min=x</a:t>
            </a:r>
            <a:endParaRPr kumimoji="1" lang="en-US" altLang="zh-CN" sz="3600" dirty="0">
              <a:latin typeface="Times New Roman" panose="02020603050405020304" pitchFamily="18" charset="0"/>
              <a:cs typeface="Times New Roman" panose="02020603050405020304" pitchFamily="18" charset="0"/>
            </a:endParaRPr>
          </a:p>
        </p:txBody>
      </p:sp>
      <p:cxnSp>
        <p:nvCxnSpPr>
          <p:cNvPr id="13" name="Straight Arrow Connector 12"/>
          <p:cNvCxnSpPr/>
          <p:nvPr/>
        </p:nvCxnSpPr>
        <p:spPr>
          <a:xfrm flipH="1">
            <a:off x="14694195" y="2300690"/>
            <a:ext cx="27434" cy="9799161"/>
          </a:xfrm>
          <a:prstGeom prst="straightConnector1">
            <a:avLst/>
          </a:prstGeom>
          <a:ln w="38100">
            <a:solidFill>
              <a:schemeClr val="accent1"/>
            </a:solidFill>
            <a:tailEnd type="triangle"/>
          </a:ln>
        </p:spPr>
        <p:style>
          <a:lnRef idx="1">
            <a:schemeClr val="accent5"/>
          </a:lnRef>
          <a:fillRef idx="0">
            <a:schemeClr val="accent5"/>
          </a:fillRef>
          <a:effectRef idx="0">
            <a:schemeClr val="accent5"/>
          </a:effectRef>
          <a:fontRef idx="minor">
            <a:schemeClr val="tx1"/>
          </a:fontRef>
        </p:style>
      </p:cxnSp>
      <p:sp>
        <p:nvSpPr>
          <p:cNvPr id="4" name="Freeform: Shape 3"/>
          <p:cNvSpPr/>
          <p:nvPr/>
        </p:nvSpPr>
        <p:spPr>
          <a:xfrm>
            <a:off x="15184466" y="2052084"/>
            <a:ext cx="5678953" cy="10132828"/>
          </a:xfrm>
          <a:custGeom>
            <a:avLst/>
            <a:gdLst>
              <a:gd name="connsiteX0" fmla="*/ 360334 w 5678953"/>
              <a:gd name="connsiteY0" fmla="*/ 0 h 10132828"/>
              <a:gd name="connsiteX1" fmla="*/ 339069 w 5678953"/>
              <a:gd name="connsiteY1" fmla="*/ 2519916 h 10132828"/>
              <a:gd name="connsiteX2" fmla="*/ 434762 w 5678953"/>
              <a:gd name="connsiteY2" fmla="*/ 3253563 h 10132828"/>
              <a:gd name="connsiteX3" fmla="*/ 456027 w 5678953"/>
              <a:gd name="connsiteY3" fmla="*/ 3413051 h 10132828"/>
              <a:gd name="connsiteX4" fmla="*/ 530455 w 5678953"/>
              <a:gd name="connsiteY4" fmla="*/ 3955311 h 10132828"/>
              <a:gd name="connsiteX5" fmla="*/ 583618 w 5678953"/>
              <a:gd name="connsiteY5" fmla="*/ 4157330 h 10132828"/>
              <a:gd name="connsiteX6" fmla="*/ 647413 w 5678953"/>
              <a:gd name="connsiteY6" fmla="*/ 4178595 h 10132828"/>
              <a:gd name="connsiteX7" fmla="*/ 966390 w 5678953"/>
              <a:gd name="connsiteY7" fmla="*/ 4199860 h 10132828"/>
              <a:gd name="connsiteX8" fmla="*/ 1274734 w 5678953"/>
              <a:gd name="connsiteY8" fmla="*/ 4253023 h 10132828"/>
              <a:gd name="connsiteX9" fmla="*/ 3252390 w 5678953"/>
              <a:gd name="connsiteY9" fmla="*/ 4189228 h 10132828"/>
              <a:gd name="connsiteX10" fmla="*/ 4081729 w 5678953"/>
              <a:gd name="connsiteY10" fmla="*/ 4136065 h 10132828"/>
              <a:gd name="connsiteX11" fmla="*/ 5336371 w 5678953"/>
              <a:gd name="connsiteY11" fmla="*/ 4146697 h 10132828"/>
              <a:gd name="connsiteX12" fmla="*/ 5378901 w 5678953"/>
              <a:gd name="connsiteY12" fmla="*/ 4167963 h 10132828"/>
              <a:gd name="connsiteX13" fmla="*/ 5442697 w 5678953"/>
              <a:gd name="connsiteY13" fmla="*/ 4189228 h 10132828"/>
              <a:gd name="connsiteX14" fmla="*/ 5474594 w 5678953"/>
              <a:gd name="connsiteY14" fmla="*/ 4231758 h 10132828"/>
              <a:gd name="connsiteX15" fmla="*/ 5517125 w 5678953"/>
              <a:gd name="connsiteY15" fmla="*/ 4253023 h 10132828"/>
              <a:gd name="connsiteX16" fmla="*/ 5538390 w 5678953"/>
              <a:gd name="connsiteY16" fmla="*/ 4284921 h 10132828"/>
              <a:gd name="connsiteX17" fmla="*/ 5580920 w 5678953"/>
              <a:gd name="connsiteY17" fmla="*/ 4369981 h 10132828"/>
              <a:gd name="connsiteX18" fmla="*/ 5634083 w 5678953"/>
              <a:gd name="connsiteY18" fmla="*/ 4391246 h 10132828"/>
              <a:gd name="connsiteX19" fmla="*/ 5655348 w 5678953"/>
              <a:gd name="connsiteY19" fmla="*/ 4455042 h 10132828"/>
              <a:gd name="connsiteX20" fmla="*/ 5676613 w 5678953"/>
              <a:gd name="connsiteY20" fmla="*/ 4508204 h 10132828"/>
              <a:gd name="connsiteX21" fmla="*/ 5644715 w 5678953"/>
              <a:gd name="connsiteY21" fmla="*/ 4901609 h 10132828"/>
              <a:gd name="connsiteX22" fmla="*/ 5591553 w 5678953"/>
              <a:gd name="connsiteY22" fmla="*/ 5603358 h 10132828"/>
              <a:gd name="connsiteX23" fmla="*/ 5230046 w 5678953"/>
              <a:gd name="connsiteY23" fmla="*/ 5635256 h 10132828"/>
              <a:gd name="connsiteX24" fmla="*/ 4634622 w 5678953"/>
              <a:gd name="connsiteY24" fmla="*/ 5656521 h 10132828"/>
              <a:gd name="connsiteX25" fmla="*/ 4336911 w 5678953"/>
              <a:gd name="connsiteY25" fmla="*/ 5688418 h 10132828"/>
              <a:gd name="connsiteX26" fmla="*/ 3986036 w 5678953"/>
              <a:gd name="connsiteY26" fmla="*/ 5762846 h 10132828"/>
              <a:gd name="connsiteX27" fmla="*/ 3815915 w 5678953"/>
              <a:gd name="connsiteY27" fmla="*/ 5784111 h 10132828"/>
              <a:gd name="connsiteX28" fmla="*/ 3092901 w 5678953"/>
              <a:gd name="connsiteY28" fmla="*/ 5890437 h 10132828"/>
              <a:gd name="connsiteX29" fmla="*/ 2922781 w 5678953"/>
              <a:gd name="connsiteY29" fmla="*/ 5911702 h 10132828"/>
              <a:gd name="connsiteX30" fmla="*/ 2667599 w 5678953"/>
              <a:gd name="connsiteY30" fmla="*/ 5964865 h 10132828"/>
              <a:gd name="connsiteX31" fmla="*/ 2433683 w 5678953"/>
              <a:gd name="connsiteY31" fmla="*/ 5986130 h 10132828"/>
              <a:gd name="connsiteX32" fmla="*/ 1848892 w 5678953"/>
              <a:gd name="connsiteY32" fmla="*/ 6039293 h 10132828"/>
              <a:gd name="connsiteX33" fmla="*/ 1636241 w 5678953"/>
              <a:gd name="connsiteY33" fmla="*/ 6103088 h 10132828"/>
              <a:gd name="connsiteX34" fmla="*/ 796269 w 5678953"/>
              <a:gd name="connsiteY34" fmla="*/ 6166883 h 10132828"/>
              <a:gd name="connsiteX35" fmla="*/ 105153 w 5678953"/>
              <a:gd name="connsiteY35" fmla="*/ 6241311 h 10132828"/>
              <a:gd name="connsiteX36" fmla="*/ 147683 w 5678953"/>
              <a:gd name="connsiteY36" fmla="*/ 6305107 h 10132828"/>
              <a:gd name="connsiteX37" fmla="*/ 168948 w 5678953"/>
              <a:gd name="connsiteY37" fmla="*/ 6400800 h 10132828"/>
              <a:gd name="connsiteX38" fmla="*/ 200846 w 5678953"/>
              <a:gd name="connsiteY38" fmla="*/ 6560288 h 10132828"/>
              <a:gd name="connsiteX39" fmla="*/ 285906 w 5678953"/>
              <a:gd name="connsiteY39" fmla="*/ 6730409 h 10132828"/>
              <a:gd name="connsiteX40" fmla="*/ 328436 w 5678953"/>
              <a:gd name="connsiteY40" fmla="*/ 6847367 h 10132828"/>
              <a:gd name="connsiteX41" fmla="*/ 349701 w 5678953"/>
              <a:gd name="connsiteY41" fmla="*/ 6889897 h 10132828"/>
              <a:gd name="connsiteX42" fmla="*/ 402864 w 5678953"/>
              <a:gd name="connsiteY42" fmla="*/ 6911163 h 10132828"/>
              <a:gd name="connsiteX43" fmla="*/ 445394 w 5678953"/>
              <a:gd name="connsiteY43" fmla="*/ 7006856 h 10132828"/>
              <a:gd name="connsiteX44" fmla="*/ 541087 w 5678953"/>
              <a:gd name="connsiteY44" fmla="*/ 7070651 h 10132828"/>
              <a:gd name="connsiteX45" fmla="*/ 1997748 w 5678953"/>
              <a:gd name="connsiteY45" fmla="*/ 6974958 h 10132828"/>
              <a:gd name="connsiteX46" fmla="*/ 2178501 w 5678953"/>
              <a:gd name="connsiteY46" fmla="*/ 6953693 h 10132828"/>
              <a:gd name="connsiteX47" fmla="*/ 2550641 w 5678953"/>
              <a:gd name="connsiteY47" fmla="*/ 6879265 h 10132828"/>
              <a:gd name="connsiteX48" fmla="*/ 3092901 w 5678953"/>
              <a:gd name="connsiteY48" fmla="*/ 6826102 h 10132828"/>
              <a:gd name="connsiteX49" fmla="*/ 3667060 w 5678953"/>
              <a:gd name="connsiteY49" fmla="*/ 6751674 h 10132828"/>
              <a:gd name="connsiteX50" fmla="*/ 4060464 w 5678953"/>
              <a:gd name="connsiteY50" fmla="*/ 6687879 h 10132828"/>
              <a:gd name="connsiteX51" fmla="*/ 4326278 w 5678953"/>
              <a:gd name="connsiteY51" fmla="*/ 6624083 h 10132828"/>
              <a:gd name="connsiteX52" fmla="*/ 4538929 w 5678953"/>
              <a:gd name="connsiteY52" fmla="*/ 6602818 h 10132828"/>
              <a:gd name="connsiteX53" fmla="*/ 4847274 w 5678953"/>
              <a:gd name="connsiteY53" fmla="*/ 6613451 h 10132828"/>
              <a:gd name="connsiteX54" fmla="*/ 5028027 w 5678953"/>
              <a:gd name="connsiteY54" fmla="*/ 6709144 h 10132828"/>
              <a:gd name="connsiteX55" fmla="*/ 5123720 w 5678953"/>
              <a:gd name="connsiteY55" fmla="*/ 6730409 h 10132828"/>
              <a:gd name="connsiteX56" fmla="*/ 5144985 w 5678953"/>
              <a:gd name="connsiteY56" fmla="*/ 6794204 h 10132828"/>
              <a:gd name="connsiteX57" fmla="*/ 5208781 w 5678953"/>
              <a:gd name="connsiteY57" fmla="*/ 6815469 h 10132828"/>
              <a:gd name="connsiteX58" fmla="*/ 5230046 w 5678953"/>
              <a:gd name="connsiteY58" fmla="*/ 6836735 h 10132828"/>
              <a:gd name="connsiteX59" fmla="*/ 5251311 w 5678953"/>
              <a:gd name="connsiteY59" fmla="*/ 6911163 h 10132828"/>
              <a:gd name="connsiteX60" fmla="*/ 5304474 w 5678953"/>
              <a:gd name="connsiteY60" fmla="*/ 6932428 h 10132828"/>
              <a:gd name="connsiteX61" fmla="*/ 5432064 w 5678953"/>
              <a:gd name="connsiteY61" fmla="*/ 7145079 h 10132828"/>
              <a:gd name="connsiteX62" fmla="*/ 5474594 w 5678953"/>
              <a:gd name="connsiteY62" fmla="*/ 7283302 h 10132828"/>
              <a:gd name="connsiteX63" fmla="*/ 5442697 w 5678953"/>
              <a:gd name="connsiteY63" fmla="*/ 7953153 h 10132828"/>
              <a:gd name="connsiteX64" fmla="*/ 5400167 w 5678953"/>
              <a:gd name="connsiteY64" fmla="*/ 8027581 h 10132828"/>
              <a:gd name="connsiteX65" fmla="*/ 5378901 w 5678953"/>
              <a:gd name="connsiteY65" fmla="*/ 8048846 h 10132828"/>
              <a:gd name="connsiteX66" fmla="*/ 5325739 w 5678953"/>
              <a:gd name="connsiteY66" fmla="*/ 8123274 h 10132828"/>
              <a:gd name="connsiteX67" fmla="*/ 5187515 w 5678953"/>
              <a:gd name="connsiteY67" fmla="*/ 8165804 h 10132828"/>
              <a:gd name="connsiteX68" fmla="*/ 4964232 w 5678953"/>
              <a:gd name="connsiteY68" fmla="*/ 8261497 h 10132828"/>
              <a:gd name="connsiteX69" fmla="*/ 4698418 w 5678953"/>
              <a:gd name="connsiteY69" fmla="*/ 8335925 h 10132828"/>
              <a:gd name="connsiteX70" fmla="*/ 4347543 w 5678953"/>
              <a:gd name="connsiteY70" fmla="*/ 8378456 h 10132828"/>
              <a:gd name="connsiteX71" fmla="*/ 3677692 w 5678953"/>
              <a:gd name="connsiteY71" fmla="*/ 8463516 h 10132828"/>
              <a:gd name="connsiteX72" fmla="*/ 3039739 w 5678953"/>
              <a:gd name="connsiteY72" fmla="*/ 8559209 h 10132828"/>
              <a:gd name="connsiteX73" fmla="*/ 2603804 w 5678953"/>
              <a:gd name="connsiteY73" fmla="*/ 8580474 h 10132828"/>
              <a:gd name="connsiteX74" fmla="*/ 1412957 w 5678953"/>
              <a:gd name="connsiteY74" fmla="*/ 8633637 h 10132828"/>
              <a:gd name="connsiteX75" fmla="*/ 1157776 w 5678953"/>
              <a:gd name="connsiteY75" fmla="*/ 8686800 h 10132828"/>
              <a:gd name="connsiteX76" fmla="*/ 923860 w 5678953"/>
              <a:gd name="connsiteY76" fmla="*/ 8708065 h 10132828"/>
              <a:gd name="connsiteX77" fmla="*/ 806901 w 5678953"/>
              <a:gd name="connsiteY77" fmla="*/ 8729330 h 10132828"/>
              <a:gd name="connsiteX78" fmla="*/ 477292 w 5678953"/>
              <a:gd name="connsiteY78" fmla="*/ 8750595 h 10132828"/>
              <a:gd name="connsiteX79" fmla="*/ 370967 w 5678953"/>
              <a:gd name="connsiteY79" fmla="*/ 8803758 h 10132828"/>
              <a:gd name="connsiteX80" fmla="*/ 62622 w 5678953"/>
              <a:gd name="connsiteY80" fmla="*/ 8856921 h 10132828"/>
              <a:gd name="connsiteX81" fmla="*/ 30725 w 5678953"/>
              <a:gd name="connsiteY81" fmla="*/ 9080204 h 10132828"/>
              <a:gd name="connsiteX82" fmla="*/ 51990 w 5678953"/>
              <a:gd name="connsiteY82" fmla="*/ 9154632 h 10132828"/>
              <a:gd name="connsiteX83" fmla="*/ 105153 w 5678953"/>
              <a:gd name="connsiteY83" fmla="*/ 9197163 h 10132828"/>
              <a:gd name="connsiteX84" fmla="*/ 168948 w 5678953"/>
              <a:gd name="connsiteY84" fmla="*/ 9388549 h 10132828"/>
              <a:gd name="connsiteX85" fmla="*/ 222111 w 5678953"/>
              <a:gd name="connsiteY85" fmla="*/ 9452344 h 10132828"/>
              <a:gd name="connsiteX86" fmla="*/ 243376 w 5678953"/>
              <a:gd name="connsiteY86" fmla="*/ 9526772 h 10132828"/>
              <a:gd name="connsiteX87" fmla="*/ 264641 w 5678953"/>
              <a:gd name="connsiteY87" fmla="*/ 9611832 h 10132828"/>
              <a:gd name="connsiteX88" fmla="*/ 317804 w 5678953"/>
              <a:gd name="connsiteY88" fmla="*/ 9707525 h 10132828"/>
              <a:gd name="connsiteX89" fmla="*/ 339069 w 5678953"/>
              <a:gd name="connsiteY89" fmla="*/ 9771321 h 10132828"/>
              <a:gd name="connsiteX90" fmla="*/ 360334 w 5678953"/>
              <a:gd name="connsiteY90" fmla="*/ 9813851 h 10132828"/>
              <a:gd name="connsiteX91" fmla="*/ 381599 w 5678953"/>
              <a:gd name="connsiteY91" fmla="*/ 9888279 h 10132828"/>
              <a:gd name="connsiteX92" fmla="*/ 424129 w 5678953"/>
              <a:gd name="connsiteY92" fmla="*/ 9930809 h 10132828"/>
              <a:gd name="connsiteX93" fmla="*/ 445394 w 5678953"/>
              <a:gd name="connsiteY93" fmla="*/ 10132828 h 1013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5678953" h="10132828">
                <a:moveTo>
                  <a:pt x="360334" y="0"/>
                </a:moveTo>
                <a:cubicBezTo>
                  <a:pt x="326120" y="1083426"/>
                  <a:pt x="305790" y="1315225"/>
                  <a:pt x="339069" y="2519916"/>
                </a:cubicBezTo>
                <a:cubicBezTo>
                  <a:pt x="346451" y="2787157"/>
                  <a:pt x="394554" y="2995085"/>
                  <a:pt x="434762" y="3253563"/>
                </a:cubicBezTo>
                <a:cubicBezTo>
                  <a:pt x="443006" y="3306559"/>
                  <a:pt x="448939" y="3359888"/>
                  <a:pt x="456027" y="3413051"/>
                </a:cubicBezTo>
                <a:cubicBezTo>
                  <a:pt x="485509" y="3884766"/>
                  <a:pt x="445999" y="3605422"/>
                  <a:pt x="530455" y="3955311"/>
                </a:cubicBezTo>
                <a:cubicBezTo>
                  <a:pt x="538140" y="3987150"/>
                  <a:pt x="559057" y="4127311"/>
                  <a:pt x="583618" y="4157330"/>
                </a:cubicBezTo>
                <a:cubicBezTo>
                  <a:pt x="597812" y="4174678"/>
                  <a:pt x="625135" y="4176120"/>
                  <a:pt x="647413" y="4178595"/>
                </a:cubicBezTo>
                <a:cubicBezTo>
                  <a:pt x="753323" y="4190363"/>
                  <a:pt x="860064" y="4192772"/>
                  <a:pt x="966390" y="4199860"/>
                </a:cubicBezTo>
                <a:cubicBezTo>
                  <a:pt x="1069171" y="4217581"/>
                  <a:pt x="1170438" y="4252406"/>
                  <a:pt x="1274734" y="4253023"/>
                </a:cubicBezTo>
                <a:cubicBezTo>
                  <a:pt x="1773183" y="4255973"/>
                  <a:pt x="2646494" y="4215571"/>
                  <a:pt x="3252390" y="4189228"/>
                </a:cubicBezTo>
                <a:cubicBezTo>
                  <a:pt x="3581796" y="4138550"/>
                  <a:pt x="3525865" y="4142140"/>
                  <a:pt x="4081729" y="4136065"/>
                </a:cubicBezTo>
                <a:lnTo>
                  <a:pt x="5336371" y="4146697"/>
                </a:lnTo>
                <a:cubicBezTo>
                  <a:pt x="5350548" y="4153786"/>
                  <a:pt x="5364185" y="4162076"/>
                  <a:pt x="5378901" y="4167963"/>
                </a:cubicBezTo>
                <a:cubicBezTo>
                  <a:pt x="5399713" y="4176288"/>
                  <a:pt x="5424046" y="4176794"/>
                  <a:pt x="5442697" y="4189228"/>
                </a:cubicBezTo>
                <a:cubicBezTo>
                  <a:pt x="5457442" y="4199058"/>
                  <a:pt x="5461139" y="4220226"/>
                  <a:pt x="5474594" y="4231758"/>
                </a:cubicBezTo>
                <a:cubicBezTo>
                  <a:pt x="5486628" y="4242073"/>
                  <a:pt x="5502948" y="4245935"/>
                  <a:pt x="5517125" y="4253023"/>
                </a:cubicBezTo>
                <a:cubicBezTo>
                  <a:pt x="5524213" y="4263656"/>
                  <a:pt x="5532271" y="4273703"/>
                  <a:pt x="5538390" y="4284921"/>
                </a:cubicBezTo>
                <a:cubicBezTo>
                  <a:pt x="5553570" y="4312750"/>
                  <a:pt x="5551487" y="4358208"/>
                  <a:pt x="5580920" y="4369981"/>
                </a:cubicBezTo>
                <a:lnTo>
                  <a:pt x="5634083" y="4391246"/>
                </a:lnTo>
                <a:cubicBezTo>
                  <a:pt x="5641171" y="4412511"/>
                  <a:pt x="5647688" y="4433976"/>
                  <a:pt x="5655348" y="4455042"/>
                </a:cubicBezTo>
                <a:cubicBezTo>
                  <a:pt x="5661870" y="4472979"/>
                  <a:pt x="5675932" y="4489130"/>
                  <a:pt x="5676613" y="4508204"/>
                </a:cubicBezTo>
                <a:cubicBezTo>
                  <a:pt x="5686371" y="4781429"/>
                  <a:pt x="5663657" y="4685125"/>
                  <a:pt x="5644715" y="4901609"/>
                </a:cubicBezTo>
                <a:cubicBezTo>
                  <a:pt x="5624267" y="5135303"/>
                  <a:pt x="5706983" y="5399135"/>
                  <a:pt x="5591553" y="5603358"/>
                </a:cubicBezTo>
                <a:cubicBezTo>
                  <a:pt x="5532029" y="5708671"/>
                  <a:pt x="5350830" y="5628546"/>
                  <a:pt x="5230046" y="5635256"/>
                </a:cubicBezTo>
                <a:cubicBezTo>
                  <a:pt x="5031751" y="5646272"/>
                  <a:pt x="4833097" y="5649433"/>
                  <a:pt x="4634622" y="5656521"/>
                </a:cubicBezTo>
                <a:cubicBezTo>
                  <a:pt x="4535385" y="5667153"/>
                  <a:pt x="4435401" y="5672272"/>
                  <a:pt x="4336911" y="5688418"/>
                </a:cubicBezTo>
                <a:cubicBezTo>
                  <a:pt x="4218925" y="5707760"/>
                  <a:pt x="4104673" y="5748016"/>
                  <a:pt x="3986036" y="5762846"/>
                </a:cubicBezTo>
                <a:lnTo>
                  <a:pt x="3815915" y="5784111"/>
                </a:lnTo>
                <a:cubicBezTo>
                  <a:pt x="3365586" y="5912778"/>
                  <a:pt x="3812950" y="5800431"/>
                  <a:pt x="3092901" y="5890437"/>
                </a:cubicBezTo>
                <a:cubicBezTo>
                  <a:pt x="3036194" y="5897525"/>
                  <a:pt x="2979073" y="5901851"/>
                  <a:pt x="2922781" y="5911702"/>
                </a:cubicBezTo>
                <a:cubicBezTo>
                  <a:pt x="2837195" y="5926680"/>
                  <a:pt x="2753497" y="5951794"/>
                  <a:pt x="2667599" y="5964865"/>
                </a:cubicBezTo>
                <a:cubicBezTo>
                  <a:pt x="2590197" y="5976644"/>
                  <a:pt x="2511655" y="5979042"/>
                  <a:pt x="2433683" y="5986130"/>
                </a:cubicBezTo>
                <a:cubicBezTo>
                  <a:pt x="1807761" y="6103492"/>
                  <a:pt x="3088270" y="5871243"/>
                  <a:pt x="1848892" y="6039293"/>
                </a:cubicBezTo>
                <a:cubicBezTo>
                  <a:pt x="1775558" y="6049236"/>
                  <a:pt x="1708869" y="6088878"/>
                  <a:pt x="1636241" y="6103088"/>
                </a:cubicBezTo>
                <a:cubicBezTo>
                  <a:pt x="1426143" y="6144194"/>
                  <a:pt x="938746" y="6154809"/>
                  <a:pt x="796269" y="6166883"/>
                </a:cubicBezTo>
                <a:cubicBezTo>
                  <a:pt x="565393" y="6186449"/>
                  <a:pt x="335525" y="6216502"/>
                  <a:pt x="105153" y="6241311"/>
                </a:cubicBezTo>
                <a:cubicBezTo>
                  <a:pt x="119330" y="6262576"/>
                  <a:pt x="138191" y="6281377"/>
                  <a:pt x="147683" y="6305107"/>
                </a:cubicBezTo>
                <a:cubicBezTo>
                  <a:pt x="159818" y="6335446"/>
                  <a:pt x="162284" y="6368811"/>
                  <a:pt x="168948" y="6400800"/>
                </a:cubicBezTo>
                <a:cubicBezTo>
                  <a:pt x="180006" y="6453876"/>
                  <a:pt x="187161" y="6507828"/>
                  <a:pt x="200846" y="6560288"/>
                </a:cubicBezTo>
                <a:cubicBezTo>
                  <a:pt x="223840" y="6648433"/>
                  <a:pt x="239486" y="6650833"/>
                  <a:pt x="285906" y="6730409"/>
                </a:cubicBezTo>
                <a:cubicBezTo>
                  <a:pt x="321057" y="6790667"/>
                  <a:pt x="298997" y="6766408"/>
                  <a:pt x="328436" y="6847367"/>
                </a:cubicBezTo>
                <a:cubicBezTo>
                  <a:pt x="333853" y="6862263"/>
                  <a:pt x="337667" y="6879582"/>
                  <a:pt x="349701" y="6889897"/>
                </a:cubicBezTo>
                <a:cubicBezTo>
                  <a:pt x="364192" y="6902318"/>
                  <a:pt x="385143" y="6904074"/>
                  <a:pt x="402864" y="6911163"/>
                </a:cubicBezTo>
                <a:cubicBezTo>
                  <a:pt x="407351" y="6922380"/>
                  <a:pt x="434416" y="6994310"/>
                  <a:pt x="445394" y="7006856"/>
                </a:cubicBezTo>
                <a:cubicBezTo>
                  <a:pt x="475978" y="7041810"/>
                  <a:pt x="502673" y="7051444"/>
                  <a:pt x="541087" y="7070651"/>
                </a:cubicBezTo>
                <a:cubicBezTo>
                  <a:pt x="1027036" y="7046946"/>
                  <a:pt x="1513835" y="7027273"/>
                  <a:pt x="1997748" y="6974958"/>
                </a:cubicBezTo>
                <a:cubicBezTo>
                  <a:pt x="2058063" y="6968437"/>
                  <a:pt x="2118743" y="6964151"/>
                  <a:pt x="2178501" y="6953693"/>
                </a:cubicBezTo>
                <a:cubicBezTo>
                  <a:pt x="2312328" y="6930273"/>
                  <a:pt x="2419770" y="6894137"/>
                  <a:pt x="2550641" y="6879265"/>
                </a:cubicBezTo>
                <a:cubicBezTo>
                  <a:pt x="2807600" y="6850065"/>
                  <a:pt x="2867176" y="6853931"/>
                  <a:pt x="3092901" y="6826102"/>
                </a:cubicBezTo>
                <a:lnTo>
                  <a:pt x="3667060" y="6751674"/>
                </a:lnTo>
                <a:cubicBezTo>
                  <a:pt x="3897730" y="6688763"/>
                  <a:pt x="3688278" y="6739571"/>
                  <a:pt x="4060464" y="6687879"/>
                </a:cubicBezTo>
                <a:cubicBezTo>
                  <a:pt x="4293527" y="6655510"/>
                  <a:pt x="4021068" y="6676405"/>
                  <a:pt x="4326278" y="6624083"/>
                </a:cubicBezTo>
                <a:cubicBezTo>
                  <a:pt x="4396491" y="6612046"/>
                  <a:pt x="4468045" y="6609906"/>
                  <a:pt x="4538929" y="6602818"/>
                </a:cubicBezTo>
                <a:lnTo>
                  <a:pt x="4847274" y="6613451"/>
                </a:lnTo>
                <a:cubicBezTo>
                  <a:pt x="5016915" y="6642414"/>
                  <a:pt x="4923848" y="6671937"/>
                  <a:pt x="5028027" y="6709144"/>
                </a:cubicBezTo>
                <a:cubicBezTo>
                  <a:pt x="5058799" y="6720134"/>
                  <a:pt x="5091822" y="6723321"/>
                  <a:pt x="5123720" y="6730409"/>
                </a:cubicBezTo>
                <a:cubicBezTo>
                  <a:pt x="5130808" y="6751674"/>
                  <a:pt x="5129135" y="6778354"/>
                  <a:pt x="5144985" y="6794204"/>
                </a:cubicBezTo>
                <a:cubicBezTo>
                  <a:pt x="5160835" y="6810054"/>
                  <a:pt x="5188732" y="6805444"/>
                  <a:pt x="5208781" y="6815469"/>
                </a:cubicBezTo>
                <a:cubicBezTo>
                  <a:pt x="5217747" y="6819952"/>
                  <a:pt x="5222958" y="6829646"/>
                  <a:pt x="5230046" y="6836735"/>
                </a:cubicBezTo>
                <a:cubicBezTo>
                  <a:pt x="5237134" y="6861544"/>
                  <a:pt x="5235470" y="6890796"/>
                  <a:pt x="5251311" y="6911163"/>
                </a:cubicBezTo>
                <a:cubicBezTo>
                  <a:pt x="5263029" y="6926229"/>
                  <a:pt x="5293299" y="6916955"/>
                  <a:pt x="5304474" y="6932428"/>
                </a:cubicBezTo>
                <a:cubicBezTo>
                  <a:pt x="5548943" y="7270924"/>
                  <a:pt x="5297129" y="7010144"/>
                  <a:pt x="5432064" y="7145079"/>
                </a:cubicBezTo>
                <a:cubicBezTo>
                  <a:pt x="5447666" y="7184085"/>
                  <a:pt x="5473992" y="7242956"/>
                  <a:pt x="5474594" y="7283302"/>
                </a:cubicBezTo>
                <a:cubicBezTo>
                  <a:pt x="5479980" y="7644176"/>
                  <a:pt x="5556257" y="7744960"/>
                  <a:pt x="5442697" y="7953153"/>
                </a:cubicBezTo>
                <a:cubicBezTo>
                  <a:pt x="5429014" y="7978238"/>
                  <a:pt x="5416017" y="8003806"/>
                  <a:pt x="5400167" y="8027581"/>
                </a:cubicBezTo>
                <a:cubicBezTo>
                  <a:pt x="5394606" y="8035922"/>
                  <a:pt x="5385056" y="8040933"/>
                  <a:pt x="5378901" y="8048846"/>
                </a:cubicBezTo>
                <a:cubicBezTo>
                  <a:pt x="5360183" y="8072912"/>
                  <a:pt x="5349335" y="8103968"/>
                  <a:pt x="5325739" y="8123274"/>
                </a:cubicBezTo>
                <a:cubicBezTo>
                  <a:pt x="5317845" y="8129733"/>
                  <a:pt x="5190972" y="8164816"/>
                  <a:pt x="5187515" y="8165804"/>
                </a:cubicBezTo>
                <a:cubicBezTo>
                  <a:pt x="5140973" y="8282160"/>
                  <a:pt x="5183917" y="8217559"/>
                  <a:pt x="4964232" y="8261497"/>
                </a:cubicBezTo>
                <a:cubicBezTo>
                  <a:pt x="4622061" y="8329932"/>
                  <a:pt x="5115121" y="8219250"/>
                  <a:pt x="4698418" y="8335925"/>
                </a:cubicBezTo>
                <a:cubicBezTo>
                  <a:pt x="4602318" y="8362833"/>
                  <a:pt x="4427507" y="8370126"/>
                  <a:pt x="4347543" y="8378456"/>
                </a:cubicBezTo>
                <a:cubicBezTo>
                  <a:pt x="4140876" y="8399984"/>
                  <a:pt x="3875951" y="8434360"/>
                  <a:pt x="3677692" y="8463516"/>
                </a:cubicBezTo>
                <a:cubicBezTo>
                  <a:pt x="3527597" y="8485589"/>
                  <a:pt x="3195474" y="8545860"/>
                  <a:pt x="3039739" y="8559209"/>
                </a:cubicBezTo>
                <a:cubicBezTo>
                  <a:pt x="2894786" y="8571633"/>
                  <a:pt x="2749144" y="8573986"/>
                  <a:pt x="2603804" y="8580474"/>
                </a:cubicBezTo>
                <a:cubicBezTo>
                  <a:pt x="1183665" y="8643873"/>
                  <a:pt x="2400752" y="8585452"/>
                  <a:pt x="1412957" y="8633637"/>
                </a:cubicBezTo>
                <a:cubicBezTo>
                  <a:pt x="1327897" y="8651358"/>
                  <a:pt x="1243674" y="8673729"/>
                  <a:pt x="1157776" y="8686800"/>
                </a:cubicBezTo>
                <a:cubicBezTo>
                  <a:pt x="1080374" y="8698579"/>
                  <a:pt x="1001585" y="8698644"/>
                  <a:pt x="923860" y="8708065"/>
                </a:cubicBezTo>
                <a:cubicBezTo>
                  <a:pt x="884522" y="8712833"/>
                  <a:pt x="846348" y="8725573"/>
                  <a:pt x="806901" y="8729330"/>
                </a:cubicBezTo>
                <a:cubicBezTo>
                  <a:pt x="697299" y="8739768"/>
                  <a:pt x="587162" y="8743507"/>
                  <a:pt x="477292" y="8750595"/>
                </a:cubicBezTo>
                <a:cubicBezTo>
                  <a:pt x="441850" y="8768316"/>
                  <a:pt x="408840" y="8792105"/>
                  <a:pt x="370967" y="8803758"/>
                </a:cubicBezTo>
                <a:cubicBezTo>
                  <a:pt x="323727" y="8818294"/>
                  <a:pt x="121565" y="8847853"/>
                  <a:pt x="62622" y="8856921"/>
                </a:cubicBezTo>
                <a:cubicBezTo>
                  <a:pt x="-37184" y="8906824"/>
                  <a:pt x="6334" y="8868820"/>
                  <a:pt x="30725" y="9080204"/>
                </a:cubicBezTo>
                <a:cubicBezTo>
                  <a:pt x="33683" y="9105836"/>
                  <a:pt x="38138" y="9132864"/>
                  <a:pt x="51990" y="9154632"/>
                </a:cubicBezTo>
                <a:cubicBezTo>
                  <a:pt x="64174" y="9173778"/>
                  <a:pt x="87432" y="9182986"/>
                  <a:pt x="105153" y="9197163"/>
                </a:cubicBezTo>
                <a:cubicBezTo>
                  <a:pt x="112209" y="9221860"/>
                  <a:pt x="136839" y="9342679"/>
                  <a:pt x="168948" y="9388549"/>
                </a:cubicBezTo>
                <a:cubicBezTo>
                  <a:pt x="184822" y="9411226"/>
                  <a:pt x="204390" y="9431079"/>
                  <a:pt x="222111" y="9452344"/>
                </a:cubicBezTo>
                <a:cubicBezTo>
                  <a:pt x="229199" y="9477153"/>
                  <a:pt x="236728" y="9501841"/>
                  <a:pt x="243376" y="9526772"/>
                </a:cubicBezTo>
                <a:cubicBezTo>
                  <a:pt x="250906" y="9555011"/>
                  <a:pt x="253513" y="9584807"/>
                  <a:pt x="264641" y="9611832"/>
                </a:cubicBezTo>
                <a:cubicBezTo>
                  <a:pt x="278534" y="9645573"/>
                  <a:pt x="302373" y="9674459"/>
                  <a:pt x="317804" y="9707525"/>
                </a:cubicBezTo>
                <a:cubicBezTo>
                  <a:pt x="327283" y="9727838"/>
                  <a:pt x="330744" y="9750509"/>
                  <a:pt x="339069" y="9771321"/>
                </a:cubicBezTo>
                <a:cubicBezTo>
                  <a:pt x="344955" y="9786037"/>
                  <a:pt x="354917" y="9798955"/>
                  <a:pt x="360334" y="9813851"/>
                </a:cubicBezTo>
                <a:cubicBezTo>
                  <a:pt x="369152" y="9838100"/>
                  <a:pt x="369244" y="9865627"/>
                  <a:pt x="381599" y="9888279"/>
                </a:cubicBezTo>
                <a:cubicBezTo>
                  <a:pt x="391199" y="9905880"/>
                  <a:pt x="409952" y="9916632"/>
                  <a:pt x="424129" y="9930809"/>
                </a:cubicBezTo>
                <a:cubicBezTo>
                  <a:pt x="451650" y="10068413"/>
                  <a:pt x="445394" y="10000991"/>
                  <a:pt x="445394" y="10132828"/>
                </a:cubicBezTo>
              </a:path>
            </a:pathLst>
          </a:custGeom>
          <a:ln w="28575">
            <a:headEnd type="none" w="med" len="med"/>
            <a:tailEnd type="arrow" w="med" len="med"/>
          </a:ln>
        </p:spPr>
        <p:style>
          <a:lnRef idx="1">
            <a:schemeClr val="accent5"/>
          </a:lnRef>
          <a:fillRef idx="0">
            <a:schemeClr val="accent5"/>
          </a:fillRef>
          <a:effectRef idx="0">
            <a:schemeClr val="accent5"/>
          </a:effectRef>
          <a:fontRef idx="minor">
            <a:schemeClr val="tx1"/>
          </a:fontRef>
        </p:style>
        <p:txBody>
          <a:bodyPr rot="0" spcFirstLastPara="1" vertOverflow="overflow" horzOverflow="overflow" vert="horz" wrap="square" lIns="91439" tIns="45719" rIns="91439" bIns="45719" numCol="1" spcCol="38100" rtlCol="0" fromWordArt="0" anchor="t" anchorCtr="0" forceAA="0" compatLnSpc="1">
            <a:noAutofit/>
          </a:bodyPr>
          <a:lstStyle/>
          <a:p>
            <a:pPr algn="l" defTabSz="914400" latinLnBrk="1"/>
            <a:endParaRPr lang="zh-CN" altLang="en-US" sz="1800" b="0"/>
          </a:p>
        </p:txBody>
      </p:sp>
    </p:spTree>
    <p:custDataLst>
      <p:tags r:id="rId4"/>
    </p:custDataLst>
  </p:cSld>
  <p:clrMapOvr>
    <a:masterClrMapping/>
  </p:clrMapOvr>
  <p:transition spd="med" advTm="3500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325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2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7" fill="hold" display="0">
                  <p:stCondLst>
                    <p:cond delay="indefinite"/>
                  </p:stCondLst>
                  <p:endCondLst>
                    <p:cond evt="onStopAudio" delay="0">
                      <p:tgtEl>
                        <p:sldTgt/>
                      </p:tgtEl>
                    </p:cond>
                  </p:endCondLst>
                </p:cTn>
                <p:tgtEl>
                  <p:spTgt spid="2"/>
                </p:tgtEl>
              </p:cMediaNode>
            </p:audio>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5795728" y="2852532"/>
            <a:ext cx="12792544" cy="9362660"/>
          </a:xfrm>
          <a:prstGeom prst="rect">
            <a:avLst/>
          </a:prstGeom>
        </p:spPr>
      </p:pic>
      <p:sp>
        <p:nvSpPr>
          <p:cNvPr id="7"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条件组合定覆盖</a:t>
            </a:r>
            <a:endParaRPr lang="zh-CN" altLang="en-US" dirty="0"/>
          </a:p>
        </p:txBody>
      </p:sp>
      <p:sp>
        <p:nvSpPr>
          <p:cNvPr id="8"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6</a:t>
            </a:r>
            <a:endParaRPr dirty="0"/>
          </a:p>
        </p:txBody>
      </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3012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条件组合覆盖</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6</a:t>
            </a:r>
            <a:endParaRPr dirty="0"/>
          </a:p>
        </p:txBody>
      </p:sp>
      <p:sp>
        <p:nvSpPr>
          <p:cNvPr id="7" name="Rectangle 3"/>
          <p:cNvSpPr txBox="1">
            <a:spLocks noChangeArrowheads="1"/>
          </p:cNvSpPr>
          <p:nvPr/>
        </p:nvSpPr>
        <p:spPr>
          <a:xfrm>
            <a:off x="2747200" y="2959079"/>
            <a:ext cx="7423546" cy="238817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a:t>
            </a:r>
            <a:endParaRPr lang="en-US" altLang="zh-CN" sz="4800" b="1" dirty="0"/>
          </a:p>
          <a:p>
            <a:pPr marL="1270000" lvl="2" indent="0">
              <a:buNone/>
            </a:pPr>
            <a:endParaRPr lang="en-US" altLang="zh-CN" sz="4800" dirty="0">
              <a:solidFill>
                <a:srgbClr val="FF0000"/>
              </a:solidFill>
            </a:endParaRPr>
          </a:p>
          <a:p>
            <a:pPr marL="1270000" lvl="2" indent="0">
              <a:buNone/>
            </a:pPr>
            <a:endParaRPr lang="zh-CN" altLang="en-US" sz="4800" dirty="0"/>
          </a:p>
        </p:txBody>
      </p:sp>
      <p:pic>
        <p:nvPicPr>
          <p:cNvPr id="11" name="Picture 10"/>
          <p:cNvPicPr>
            <a:picLocks noChangeAspect="1"/>
          </p:cNvPicPr>
          <p:nvPr/>
        </p:nvPicPr>
        <p:blipFill>
          <a:blip r:embed="rId1"/>
          <a:stretch>
            <a:fillRect/>
          </a:stretch>
        </p:blipFill>
        <p:spPr>
          <a:xfrm>
            <a:off x="12740659" y="2801074"/>
            <a:ext cx="10245110" cy="8338711"/>
          </a:xfrm>
          <a:prstGeom prst="rect">
            <a:avLst/>
          </a:prstGeom>
        </p:spPr>
      </p:pic>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graphicFrame>
        <p:nvGraphicFramePr>
          <p:cNvPr id="12" name="Table 7"/>
          <p:cNvGraphicFramePr>
            <a:graphicFrameLocks noGrp="1"/>
          </p:cNvGraphicFramePr>
          <p:nvPr/>
        </p:nvGraphicFramePr>
        <p:xfrm>
          <a:off x="2747200" y="4957629"/>
          <a:ext cx="6709964" cy="5760720"/>
        </p:xfrm>
        <a:graphic>
          <a:graphicData uri="http://schemas.openxmlformats.org/drawingml/2006/table">
            <a:tbl>
              <a:tblPr firstRow="1" bandRow="1">
                <a:tableStyleId>{F5AB1C69-6EDB-4FF4-983F-18BD219EF322}</a:tableStyleId>
              </a:tblPr>
              <a:tblGrid>
                <a:gridCol w="1677491"/>
                <a:gridCol w="1677491"/>
                <a:gridCol w="1677491"/>
                <a:gridCol w="1677491"/>
              </a:tblGrid>
              <a:tr h="0">
                <a:tc>
                  <a:txBody>
                    <a:bodyPr/>
                    <a:lstStyle/>
                    <a:p>
                      <a:r>
                        <a:rPr lang="en-US" altLang="zh-CN" sz="3600" dirty="0"/>
                        <a:t>ID</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x</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y</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z</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dirty="0"/>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9</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9</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9</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4</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5</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6</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7</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2</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3</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2</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8</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4</a:t>
                      </a:r>
                      <a:endParaRPr lang="zh-CN" altLang="en-US" sz="3600" b="1" dirty="0">
                        <a:latin typeface="Times New Roman" panose="02020603050405020304" pitchFamily="18" charset="0"/>
                        <a:cs typeface="Times New Roman" panose="02020603050405020304" pitchFamily="18" charset="0"/>
                      </a:endParaRPr>
                    </a:p>
                  </a:txBody>
                  <a:tcPr/>
                </a:tc>
              </a:tr>
            </a:tbl>
          </a:graphicData>
        </a:graphic>
      </p:graphicFrame>
    </p:spTree>
    <p:custDataLst>
      <p:tags r:id="rId5"/>
    </p:custDataLst>
  </p:cSld>
  <p:clrMapOvr>
    <a:masterClrMapping/>
  </p:clrMapOvr>
  <p:transition spd="med" advTm="10384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47199" y="2959080"/>
            <a:ext cx="19868961" cy="10002008"/>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条件</a:t>
            </a:r>
            <a:r>
              <a:rPr lang="zh-CN" altLang="en-US" sz="4800" b="1" dirty="0">
                <a:solidFill>
                  <a:schemeClr val="tx1"/>
                </a:solidFill>
              </a:rPr>
              <a:t>组合</a:t>
            </a:r>
            <a:r>
              <a:rPr lang="zh-CN" altLang="en-US" sz="4800" b="1" dirty="0"/>
              <a:t>覆盖</a:t>
            </a:r>
            <a:endParaRPr lang="en-US" altLang="zh-CN" sz="4800" b="1" dirty="0"/>
          </a:p>
          <a:p>
            <a:pPr lvl="2"/>
            <a:r>
              <a:rPr lang="zh-CN" altLang="en-US" sz="4800" dirty="0"/>
              <a:t>选取足够多的测试数据，使得判定表达式中</a:t>
            </a:r>
            <a:r>
              <a:rPr lang="zh-CN" altLang="en-US" sz="4800" dirty="0">
                <a:solidFill>
                  <a:schemeClr val="tx1"/>
                </a:solidFill>
              </a:rPr>
              <a:t>条件的各种可能组合</a:t>
            </a:r>
            <a:r>
              <a:rPr lang="zh-CN" altLang="en-US" sz="4800" dirty="0"/>
              <a:t>都至少出现一次。</a:t>
            </a:r>
            <a:endParaRPr lang="en-US" altLang="zh-CN" sz="4800" dirty="0"/>
          </a:p>
          <a:p>
            <a:r>
              <a:rPr lang="zh-CN" altLang="en-US" sz="4800" b="1" dirty="0"/>
              <a:t>条件</a:t>
            </a:r>
            <a:r>
              <a:rPr lang="en-US" altLang="zh-CN" sz="4800" b="1" dirty="0"/>
              <a:t>/</a:t>
            </a:r>
            <a:r>
              <a:rPr lang="zh-CN" altLang="en-US" sz="4800" b="1" dirty="0"/>
              <a:t>判定覆盖</a:t>
            </a:r>
            <a:endParaRPr lang="en-US" altLang="zh-CN" sz="4800" b="1" dirty="0"/>
          </a:p>
          <a:p>
            <a:pPr lvl="2"/>
            <a:r>
              <a:rPr lang="zh-CN" altLang="en-US" sz="4800" dirty="0"/>
              <a:t>选取足够多的测试数据，使得判定表达式中的</a:t>
            </a:r>
            <a:r>
              <a:rPr lang="zh-CN" altLang="en-US" sz="4800" u="sng" dirty="0"/>
              <a:t>每个条件都取到各种可能的结果</a:t>
            </a:r>
            <a:r>
              <a:rPr lang="zh-CN" altLang="en-US" sz="4800" dirty="0"/>
              <a:t>，</a:t>
            </a:r>
            <a:r>
              <a:rPr lang="zh-CN" altLang="en-US" sz="4800" b="1" dirty="0">
                <a:solidFill>
                  <a:srgbClr val="FF0000"/>
                </a:solidFill>
              </a:rPr>
              <a:t>而且</a:t>
            </a:r>
            <a:r>
              <a:rPr lang="zh-CN" altLang="en-US" sz="4800" u="sng" dirty="0"/>
              <a:t>每个判定表达式也都取到各种可能的结果</a:t>
            </a:r>
            <a:r>
              <a:rPr lang="zh-CN" altLang="en-US" sz="4800" dirty="0"/>
              <a:t>。</a:t>
            </a:r>
            <a:endParaRPr lang="en-US" altLang="zh-CN" sz="4800" dirty="0"/>
          </a:p>
          <a:p>
            <a:pPr lvl="2"/>
            <a:r>
              <a:rPr lang="zh-CN" altLang="en-US" sz="4800" dirty="0"/>
              <a:t>条件</a:t>
            </a:r>
            <a:r>
              <a:rPr lang="en-US" altLang="zh-CN" sz="4800" dirty="0"/>
              <a:t>/</a:t>
            </a:r>
            <a:r>
              <a:rPr lang="zh-CN" altLang="en-US" sz="4800" dirty="0"/>
              <a:t>判定覆盖</a:t>
            </a:r>
            <a:r>
              <a:rPr lang="en-US" altLang="zh-CN" sz="4800" dirty="0"/>
              <a:t>==</a:t>
            </a:r>
            <a:r>
              <a:rPr lang="zh-CN" altLang="en-US" sz="4800" dirty="0"/>
              <a:t>条件覆盖</a:t>
            </a:r>
            <a:r>
              <a:rPr lang="en-US" altLang="zh-CN" sz="4800" dirty="0"/>
              <a:t>+</a:t>
            </a:r>
            <a:r>
              <a:rPr lang="zh-CN" altLang="en-US" sz="4800" dirty="0"/>
              <a:t>判定覆盖</a:t>
            </a:r>
            <a:endParaRPr lang="zh-CN" altLang="en-US" sz="4800" dirty="0"/>
          </a:p>
          <a:p>
            <a:pPr lvl="2"/>
            <a:endParaRPr lang="en-US" altLang="zh-CN" sz="4800" dirty="0"/>
          </a:p>
          <a:p>
            <a:pPr lvl="2"/>
            <a:endParaRPr lang="zh-CN" altLang="en-US" sz="4800" dirty="0"/>
          </a:p>
          <a:p>
            <a:pPr marL="1270000" lvl="2" indent="0">
              <a:buNone/>
            </a:pPr>
            <a:endParaRPr lang="zh-CN" altLang="en-US" sz="4800" dirty="0"/>
          </a:p>
        </p:txBody>
      </p:sp>
      <p:sp>
        <p:nvSpPr>
          <p:cNvPr id="21"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条件组合覆盖</a:t>
            </a:r>
            <a:endParaRPr lang="zh-CN" altLang="en-US" dirty="0"/>
          </a:p>
        </p:txBody>
      </p:sp>
      <p:sp>
        <p:nvSpPr>
          <p:cNvPr id="22"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6</a:t>
            </a:r>
            <a:endParaRPr dirty="0"/>
          </a:p>
        </p:txBody>
      </p:sp>
      <p:sp>
        <p:nvSpPr>
          <p:cNvPr id="2" name="Rectangle 1"/>
          <p:cNvSpPr/>
          <p:nvPr/>
        </p:nvSpPr>
        <p:spPr>
          <a:xfrm>
            <a:off x="12518895" y="2497415"/>
            <a:ext cx="7802136" cy="1107996"/>
          </a:xfrm>
          <a:prstGeom prst="rect">
            <a:avLst/>
          </a:prstGeom>
          <a:noFill/>
        </p:spPr>
        <p:txBody>
          <a:bodyPr wrap="none" lIns="91440" tIns="45720" rIns="91440" bIns="45720">
            <a:spAutoFit/>
          </a:bodyPr>
          <a:lstStyle/>
          <a:p>
            <a:pPr algn="ctr"/>
            <a:r>
              <a:rPr lang="zh-CN" altLang="en-US" sz="6600" b="0" dirty="0">
                <a:ln w="0"/>
                <a:solidFill>
                  <a:srgbClr val="FF000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谁更严格更全面呢？</a:t>
            </a:r>
            <a:endParaRPr lang="en-US" altLang="zh-CN" sz="6600" b="0" dirty="0">
              <a:ln w="0"/>
              <a:solidFill>
                <a:srgbClr val="FF000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15196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088558" y="98791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白盒测试</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grpSp>
        <p:nvGrpSpPr>
          <p:cNvPr id="10" name="Group 9"/>
          <p:cNvGrpSpPr/>
          <p:nvPr/>
        </p:nvGrpSpPr>
        <p:grpSpPr>
          <a:xfrm>
            <a:off x="9088558" y="2535059"/>
            <a:ext cx="7717602" cy="1343465"/>
            <a:chOff x="9218067" y="3086516"/>
            <a:chExt cx="7717602" cy="1343465"/>
          </a:xfrm>
        </p:grpSpPr>
        <p:sp>
          <p:nvSpPr>
            <p:cNvPr id="134" name="矩形 5"/>
            <p:cNvSpPr txBox="1"/>
            <p:nvPr/>
          </p:nvSpPr>
          <p:spPr>
            <a:xfrm>
              <a:off x="11344964" y="3359705"/>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语句覆盖</a:t>
              </a:r>
              <a:endParaRPr sz="4400" dirty="0">
                <a:solidFill>
                  <a:srgbClr val="000000"/>
                </a:solidFill>
              </a:endParaRPr>
            </a:p>
          </p:txBody>
        </p:sp>
        <p:sp>
          <p:nvSpPr>
            <p:cNvPr id="135" name="Freeform 5"/>
            <p:cNvSpPr/>
            <p:nvPr/>
          </p:nvSpPr>
          <p:spPr>
            <a:xfrm rot="5400000">
              <a:off x="9341182" y="314029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218067" y="323530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grpSp>
      <p:grpSp>
        <p:nvGrpSpPr>
          <p:cNvPr id="9" name="Group 8"/>
          <p:cNvGrpSpPr/>
          <p:nvPr/>
        </p:nvGrpSpPr>
        <p:grpSpPr>
          <a:xfrm>
            <a:off x="9088558" y="4082204"/>
            <a:ext cx="7717601" cy="1343465"/>
            <a:chOff x="9218067" y="4940563"/>
            <a:chExt cx="7717601" cy="1343465"/>
          </a:xfrm>
        </p:grpSpPr>
        <p:sp>
          <p:nvSpPr>
            <p:cNvPr id="139" name="Freeform 5"/>
            <p:cNvSpPr/>
            <p:nvPr/>
          </p:nvSpPr>
          <p:spPr>
            <a:xfrm rot="5400000">
              <a:off x="9341182" y="4994344"/>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218067" y="51302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sp>
          <p:nvSpPr>
            <p:cNvPr id="18" name="矩形 5"/>
            <p:cNvSpPr txBox="1"/>
            <p:nvPr/>
          </p:nvSpPr>
          <p:spPr>
            <a:xfrm>
              <a:off x="11344963" y="5213752"/>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判定覆盖</a:t>
              </a:r>
              <a:endParaRPr sz="4400" dirty="0">
                <a:solidFill>
                  <a:srgbClr val="000000"/>
                </a:solidFill>
              </a:endParaRPr>
            </a:p>
          </p:txBody>
        </p:sp>
      </p:grpSp>
      <p:grpSp>
        <p:nvGrpSpPr>
          <p:cNvPr id="8" name="Group 7"/>
          <p:cNvGrpSpPr/>
          <p:nvPr/>
        </p:nvGrpSpPr>
        <p:grpSpPr>
          <a:xfrm>
            <a:off x="9088558" y="5629349"/>
            <a:ext cx="7717602" cy="1343465"/>
            <a:chOff x="9184939" y="6856761"/>
            <a:chExt cx="7717602" cy="1343465"/>
          </a:xfrm>
        </p:grpSpPr>
        <p:sp>
          <p:nvSpPr>
            <p:cNvPr id="19" name="矩形 5"/>
            <p:cNvSpPr txBox="1"/>
            <p:nvPr/>
          </p:nvSpPr>
          <p:spPr>
            <a:xfrm>
              <a:off x="11311836" y="7129950"/>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条件覆盖</a:t>
              </a:r>
              <a:endParaRPr sz="4400" dirty="0">
                <a:solidFill>
                  <a:srgbClr val="000000"/>
                </a:solidFill>
              </a:endParaRPr>
            </a:p>
          </p:txBody>
        </p:sp>
        <p:sp>
          <p:nvSpPr>
            <p:cNvPr id="20" name="Freeform 5"/>
            <p:cNvSpPr/>
            <p:nvPr/>
          </p:nvSpPr>
          <p:spPr>
            <a:xfrm rot="5400000">
              <a:off x="9308054" y="691054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1" name="矩形 11"/>
            <p:cNvSpPr txBox="1"/>
            <p:nvPr/>
          </p:nvSpPr>
          <p:spPr>
            <a:xfrm>
              <a:off x="9184939" y="700554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grpSp>
      <p:grpSp>
        <p:nvGrpSpPr>
          <p:cNvPr id="7" name="Group 6"/>
          <p:cNvGrpSpPr/>
          <p:nvPr/>
        </p:nvGrpSpPr>
        <p:grpSpPr>
          <a:xfrm>
            <a:off x="9088558" y="7176494"/>
            <a:ext cx="7717600" cy="1343465"/>
            <a:chOff x="9184939" y="8710808"/>
            <a:chExt cx="7717600" cy="1343465"/>
          </a:xfrm>
        </p:grpSpPr>
        <p:sp>
          <p:nvSpPr>
            <p:cNvPr id="22" name="Freeform 5"/>
            <p:cNvSpPr/>
            <p:nvPr/>
          </p:nvSpPr>
          <p:spPr>
            <a:xfrm rot="5400000">
              <a:off x="9308054" y="876458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3" name="矩形 11"/>
            <p:cNvSpPr txBox="1"/>
            <p:nvPr/>
          </p:nvSpPr>
          <p:spPr>
            <a:xfrm>
              <a:off x="9184939" y="890054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sp>
          <p:nvSpPr>
            <p:cNvPr id="24" name="矩形 5"/>
            <p:cNvSpPr txBox="1"/>
            <p:nvPr/>
          </p:nvSpPr>
          <p:spPr>
            <a:xfrm>
              <a:off x="11311834" y="9024942"/>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条件</a:t>
              </a:r>
              <a:r>
                <a:rPr lang="en-US" altLang="zh-CN" sz="4400" dirty="0">
                  <a:solidFill>
                    <a:srgbClr val="000000"/>
                  </a:solidFill>
                </a:rPr>
                <a:t>/</a:t>
              </a:r>
              <a:r>
                <a:rPr lang="zh-CN" altLang="en-US" sz="4400" dirty="0">
                  <a:solidFill>
                    <a:srgbClr val="000000"/>
                  </a:solidFill>
                </a:rPr>
                <a:t>判定覆盖</a:t>
              </a:r>
              <a:endParaRPr sz="4400" dirty="0">
                <a:solidFill>
                  <a:srgbClr val="000000"/>
                </a:solidFill>
              </a:endParaRPr>
            </a:p>
          </p:txBody>
        </p:sp>
      </p:grpSp>
      <p:grpSp>
        <p:nvGrpSpPr>
          <p:cNvPr id="6" name="Group 5"/>
          <p:cNvGrpSpPr/>
          <p:nvPr/>
        </p:nvGrpSpPr>
        <p:grpSpPr>
          <a:xfrm>
            <a:off x="9088558" y="8723639"/>
            <a:ext cx="7717600" cy="1343465"/>
            <a:chOff x="9125303" y="10241433"/>
            <a:chExt cx="7717600" cy="1343465"/>
          </a:xfrm>
        </p:grpSpPr>
        <p:sp>
          <p:nvSpPr>
            <p:cNvPr id="25" name="Freeform 5"/>
            <p:cNvSpPr/>
            <p:nvPr/>
          </p:nvSpPr>
          <p:spPr>
            <a:xfrm rot="5400000">
              <a:off x="9248418" y="10295214"/>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6" name="矩形 11"/>
            <p:cNvSpPr txBox="1"/>
            <p:nvPr/>
          </p:nvSpPr>
          <p:spPr>
            <a:xfrm>
              <a:off x="9125303" y="1043116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6</a:t>
              </a:r>
              <a:endParaRPr dirty="0"/>
            </a:p>
          </p:txBody>
        </p:sp>
        <p:sp>
          <p:nvSpPr>
            <p:cNvPr id="27" name="矩形 5"/>
            <p:cNvSpPr txBox="1"/>
            <p:nvPr/>
          </p:nvSpPr>
          <p:spPr>
            <a:xfrm>
              <a:off x="11252198" y="10556482"/>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条件组合覆盖</a:t>
              </a:r>
              <a:endParaRPr sz="4400" dirty="0">
                <a:solidFill>
                  <a:srgbClr val="000000"/>
                </a:solidFill>
              </a:endParaRPr>
            </a:p>
          </p:txBody>
        </p:sp>
      </p:grpSp>
      <p:grpSp>
        <p:nvGrpSpPr>
          <p:cNvPr id="5" name="Group 4"/>
          <p:cNvGrpSpPr/>
          <p:nvPr/>
        </p:nvGrpSpPr>
        <p:grpSpPr>
          <a:xfrm>
            <a:off x="9088558" y="10270784"/>
            <a:ext cx="7717599" cy="1343465"/>
            <a:chOff x="9184939" y="11246596"/>
            <a:chExt cx="7717599" cy="1343465"/>
          </a:xfrm>
        </p:grpSpPr>
        <p:sp>
          <p:nvSpPr>
            <p:cNvPr id="28" name="Freeform 5"/>
            <p:cNvSpPr/>
            <p:nvPr/>
          </p:nvSpPr>
          <p:spPr>
            <a:xfrm rot="5400000">
              <a:off x="9308054" y="1130037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9" name="矩形 11"/>
            <p:cNvSpPr txBox="1"/>
            <p:nvPr/>
          </p:nvSpPr>
          <p:spPr>
            <a:xfrm>
              <a:off x="9184939" y="1143632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7</a:t>
              </a:r>
              <a:endParaRPr dirty="0"/>
            </a:p>
          </p:txBody>
        </p:sp>
        <p:sp>
          <p:nvSpPr>
            <p:cNvPr id="30" name="矩形 5"/>
            <p:cNvSpPr txBox="1"/>
            <p:nvPr/>
          </p:nvSpPr>
          <p:spPr>
            <a:xfrm>
              <a:off x="11311833" y="11560730"/>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路径覆盖</a:t>
              </a:r>
              <a:endParaRPr sz="4400" b="1" dirty="0">
                <a:solidFill>
                  <a:srgbClr val="FF0000"/>
                </a:solidFill>
              </a:endParaRPr>
            </a:p>
          </p:txBody>
        </p:sp>
      </p:grpSp>
      <p:grpSp>
        <p:nvGrpSpPr>
          <p:cNvPr id="4" name="Group 3"/>
          <p:cNvGrpSpPr/>
          <p:nvPr/>
        </p:nvGrpSpPr>
        <p:grpSpPr>
          <a:xfrm>
            <a:off x="9088558" y="11817929"/>
            <a:ext cx="7717599" cy="1343465"/>
            <a:chOff x="9125303" y="12777221"/>
            <a:chExt cx="7717599" cy="1343465"/>
          </a:xfrm>
        </p:grpSpPr>
        <p:sp>
          <p:nvSpPr>
            <p:cNvPr id="31" name="Freeform 5"/>
            <p:cNvSpPr/>
            <p:nvPr/>
          </p:nvSpPr>
          <p:spPr>
            <a:xfrm rot="5400000">
              <a:off x="9248418" y="12831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32" name="矩形 11"/>
            <p:cNvSpPr txBox="1"/>
            <p:nvPr/>
          </p:nvSpPr>
          <p:spPr>
            <a:xfrm>
              <a:off x="9125303" y="1296695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8</a:t>
              </a:r>
              <a:endParaRPr dirty="0"/>
            </a:p>
          </p:txBody>
        </p:sp>
        <p:sp>
          <p:nvSpPr>
            <p:cNvPr id="33" name="矩形 5"/>
            <p:cNvSpPr txBox="1"/>
            <p:nvPr/>
          </p:nvSpPr>
          <p:spPr>
            <a:xfrm>
              <a:off x="11252197" y="13055225"/>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gr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4151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
          <p:cNvSpPr txBox="1">
            <a:spLocks noChangeArrowheads="1"/>
          </p:cNvSpPr>
          <p:nvPr/>
        </p:nvSpPr>
        <p:spPr>
          <a:xfrm>
            <a:off x="2747199" y="2959080"/>
            <a:ext cx="19868961" cy="6344408"/>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路径覆盖</a:t>
            </a:r>
            <a:endParaRPr lang="en-US" altLang="zh-CN" sz="4800" b="1" dirty="0"/>
          </a:p>
          <a:p>
            <a:pPr lvl="2"/>
            <a:r>
              <a:rPr lang="zh-CN" altLang="en-US" sz="4800" dirty="0"/>
              <a:t>选取足够多的测试数据，使得程序的每条可能路径都至少执行一次（若程序图中有环，则每个环至少经过一次）。</a:t>
            </a:r>
            <a:endParaRPr lang="zh-CN" altLang="en-US" sz="4800" dirty="0"/>
          </a:p>
        </p:txBody>
      </p:sp>
      <p:sp>
        <p:nvSpPr>
          <p:cNvPr id="21"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路径覆盖</a:t>
            </a:r>
            <a:endParaRPr lang="zh-CN" altLang="en-US" dirty="0"/>
          </a:p>
        </p:txBody>
      </p:sp>
      <p:sp>
        <p:nvSpPr>
          <p:cNvPr id="22"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7</a:t>
            </a:r>
            <a:endParaRPr dirty="0"/>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6626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p:cNvPicPr>
            <a:picLocks noChangeAspect="1"/>
          </p:cNvPicPr>
          <p:nvPr/>
        </p:nvPicPr>
        <p:blipFill>
          <a:blip r:embed="rId1"/>
          <a:stretch>
            <a:fillRect/>
          </a:stretch>
        </p:blipFill>
        <p:spPr>
          <a:xfrm>
            <a:off x="1426144" y="4096800"/>
            <a:ext cx="10868915" cy="6391294"/>
          </a:xfrm>
          <a:prstGeom prst="rect">
            <a:avLst/>
          </a:prstGeom>
        </p:spPr>
      </p:pic>
      <p:sp>
        <p:nvSpPr>
          <p:cNvPr id="34"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路径覆盖</a:t>
            </a:r>
            <a:endParaRPr lang="zh-CN" altLang="en-US" dirty="0"/>
          </a:p>
        </p:txBody>
      </p:sp>
      <p:sp>
        <p:nvSpPr>
          <p:cNvPr id="35"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7</a:t>
            </a:r>
            <a:endParaRPr dirty="0"/>
          </a:p>
        </p:txBody>
      </p:sp>
      <p:grpSp>
        <p:nvGrpSpPr>
          <p:cNvPr id="4" name="Group 3"/>
          <p:cNvGrpSpPr/>
          <p:nvPr/>
        </p:nvGrpSpPr>
        <p:grpSpPr>
          <a:xfrm>
            <a:off x="11913400" y="2121761"/>
            <a:ext cx="10228267" cy="9962985"/>
            <a:chOff x="11913400" y="2121761"/>
            <a:chExt cx="10228267" cy="9962985"/>
          </a:xfrm>
        </p:grpSpPr>
        <p:grpSp>
          <p:nvGrpSpPr>
            <p:cNvPr id="5" name="Group 4"/>
            <p:cNvGrpSpPr/>
            <p:nvPr/>
          </p:nvGrpSpPr>
          <p:grpSpPr>
            <a:xfrm>
              <a:off x="11913400" y="2121761"/>
              <a:ext cx="10228267" cy="9361208"/>
              <a:chOff x="11987538" y="2737257"/>
              <a:chExt cx="10228267" cy="9361208"/>
            </a:xfrm>
          </p:grpSpPr>
          <p:grpSp>
            <p:nvGrpSpPr>
              <p:cNvPr id="7" name="组合 2"/>
              <p:cNvGrpSpPr/>
              <p:nvPr/>
            </p:nvGrpSpPr>
            <p:grpSpPr bwMode="auto">
              <a:xfrm>
                <a:off x="11987538" y="3656213"/>
                <a:ext cx="10228267" cy="8442252"/>
                <a:chOff x="4787900" y="2205038"/>
                <a:chExt cx="3581400" cy="3235325"/>
              </a:xfrm>
              <a:solidFill>
                <a:schemeClr val="bg1">
                  <a:lumMod val="95000"/>
                </a:schemeClr>
              </a:solidFill>
            </p:grpSpPr>
            <p:sp>
              <p:nvSpPr>
                <p:cNvPr id="8" name="AutoShape 4"/>
                <p:cNvSpPr>
                  <a:spLocks noChangeArrowheads="1"/>
                </p:cNvSpPr>
                <p:nvPr/>
              </p:nvSpPr>
              <p:spPr bwMode="auto">
                <a:xfrm>
                  <a:off x="5245100" y="22399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入口</a:t>
                  </a:r>
                  <a:endParaRPr kumimoji="1" lang="zh-CN" altLang="en-US" sz="4800" dirty="0">
                    <a:latin typeface="Times New Roman" panose="02020603050405020304" pitchFamily="18" charset="0"/>
                    <a:cs typeface="Times New Roman" panose="02020603050405020304" pitchFamily="18" charset="0"/>
                  </a:endParaRPr>
                </a:p>
              </p:txBody>
            </p:sp>
            <p:sp>
              <p:nvSpPr>
                <p:cNvPr id="9" name="AutoShape 5"/>
                <p:cNvSpPr>
                  <a:spLocks noChangeArrowheads="1"/>
                </p:cNvSpPr>
                <p:nvPr/>
              </p:nvSpPr>
              <p:spPr bwMode="auto">
                <a:xfrm>
                  <a:off x="5245100" y="49831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a:latin typeface="Times New Roman" panose="02020603050405020304" pitchFamily="18" charset="0"/>
                      <a:cs typeface="Times New Roman" panose="02020603050405020304" pitchFamily="18" charset="0"/>
                    </a:rPr>
                    <a:t>返回</a:t>
                  </a:r>
                  <a:endParaRPr kumimoji="1" lang="zh-CN" altLang="en-US" sz="4000">
                    <a:latin typeface="Times New Roman" panose="02020603050405020304" pitchFamily="18" charset="0"/>
                    <a:cs typeface="Times New Roman" panose="02020603050405020304" pitchFamily="18" charset="0"/>
                  </a:endParaRPr>
                </a:p>
              </p:txBody>
            </p:sp>
            <p:sp>
              <p:nvSpPr>
                <p:cNvPr id="10" name="AutoShape 6"/>
                <p:cNvSpPr>
                  <a:spLocks noChangeArrowheads="1"/>
                </p:cNvSpPr>
                <p:nvPr/>
              </p:nvSpPr>
              <p:spPr bwMode="auto">
                <a:xfrm>
                  <a:off x="4787900" y="30019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dirty="0">
                      <a:latin typeface="Courier New" panose="02070309020205020404" pitchFamily="49" charset="0"/>
                      <a:cs typeface="Times New Roman" panose="02020603050405020304" pitchFamily="18" charset="0"/>
                    </a:rPr>
                    <a:t>(A&gt;1)&amp;&amp;(B==0</a:t>
                  </a:r>
                  <a:r>
                    <a:rPr kumimoji="1" lang="zh-CN" altLang="en-US" sz="2800" dirty="0">
                      <a:latin typeface="Courier New" panose="02070309020205020404" pitchFamily="49" charset="0"/>
                      <a:cs typeface="Times New Roman" panose="02020603050405020304" pitchFamily="18" charset="0"/>
                    </a:rPr>
                    <a:t>）</a:t>
                  </a:r>
                  <a:endParaRPr kumimoji="1" lang="zh-CN" altLang="en-US" sz="3600" dirty="0">
                    <a:latin typeface="Courier New" panose="02070309020205020404" pitchFamily="49" charset="0"/>
                    <a:cs typeface="Times New Roman" panose="02020603050405020304" pitchFamily="18" charset="0"/>
                  </a:endParaRPr>
                </a:p>
              </p:txBody>
            </p:sp>
            <p:sp>
              <p:nvSpPr>
                <p:cNvPr id="11" name="AutoShape 7"/>
                <p:cNvSpPr>
                  <a:spLocks noChangeArrowheads="1"/>
                </p:cNvSpPr>
                <p:nvPr/>
              </p:nvSpPr>
              <p:spPr bwMode="auto">
                <a:xfrm>
                  <a:off x="4787900" y="40687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a:latin typeface="Courier New" panose="02070309020205020404" pitchFamily="49" charset="0"/>
                      <a:cs typeface="Times New Roman" panose="02020603050405020304" pitchFamily="18" charset="0"/>
                    </a:rPr>
                    <a:t>(A==2)||(X&gt;1</a:t>
                  </a:r>
                  <a:r>
                    <a:rPr kumimoji="1" lang="zh-CN" altLang="en-US" sz="2800">
                      <a:latin typeface="Courier New" panose="02070309020205020404" pitchFamily="49" charset="0"/>
                      <a:cs typeface="Times New Roman" panose="02020603050405020304" pitchFamily="18" charset="0"/>
                    </a:rPr>
                    <a:t>）</a:t>
                  </a:r>
                  <a:endParaRPr kumimoji="1" lang="zh-CN" altLang="en-US" sz="3600">
                    <a:latin typeface="Courier New" panose="02070309020205020404" pitchFamily="49" charset="0"/>
                    <a:cs typeface="Times New Roman" panose="02020603050405020304" pitchFamily="18" charset="0"/>
                  </a:endParaRPr>
                </a:p>
              </p:txBody>
            </p:sp>
            <p:sp>
              <p:nvSpPr>
                <p:cNvPr id="12" name="Line 8"/>
                <p:cNvSpPr>
                  <a:spLocks noChangeShapeType="1"/>
                </p:cNvSpPr>
                <p:nvPr/>
              </p:nvSpPr>
              <p:spPr bwMode="auto">
                <a:xfrm>
                  <a:off x="5626100" y="2697163"/>
                  <a:ext cx="0" cy="3048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3" name="Line 9"/>
                <p:cNvSpPr>
                  <a:spLocks noChangeShapeType="1"/>
                </p:cNvSpPr>
                <p:nvPr/>
              </p:nvSpPr>
              <p:spPr bwMode="auto">
                <a:xfrm>
                  <a:off x="5626100" y="3687763"/>
                  <a:ext cx="0" cy="3810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4" name="Line 10"/>
                <p:cNvSpPr>
                  <a:spLocks noChangeShapeType="1"/>
                </p:cNvSpPr>
                <p:nvPr/>
              </p:nvSpPr>
              <p:spPr bwMode="auto">
                <a:xfrm>
                  <a:off x="5626100" y="4754563"/>
                  <a:ext cx="0" cy="2286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5" name="AutoShape 11"/>
                <p:cNvSpPr>
                  <a:spLocks noChangeArrowheads="1"/>
                </p:cNvSpPr>
                <p:nvPr/>
              </p:nvSpPr>
              <p:spPr bwMode="auto">
                <a:xfrm>
                  <a:off x="6921500" y="2925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A</a:t>
                  </a:r>
                  <a:endParaRPr kumimoji="1" lang="en-US" altLang="zh-CN" sz="3600">
                    <a:latin typeface="Times New Roman" panose="02020603050405020304" pitchFamily="18" charset="0"/>
                    <a:cs typeface="Times New Roman" panose="02020603050405020304" pitchFamily="18" charset="0"/>
                  </a:endParaRPr>
                </a:p>
              </p:txBody>
            </p:sp>
            <p:sp>
              <p:nvSpPr>
                <p:cNvPr id="16" name="AutoShape 12"/>
                <p:cNvSpPr>
                  <a:spLocks noChangeArrowheads="1"/>
                </p:cNvSpPr>
                <p:nvPr/>
              </p:nvSpPr>
              <p:spPr bwMode="auto">
                <a:xfrm>
                  <a:off x="6921500" y="4068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+ 1</a:t>
                  </a:r>
                  <a:endParaRPr kumimoji="1" lang="en-US" altLang="zh-CN" sz="3600">
                    <a:latin typeface="Times New Roman" panose="02020603050405020304" pitchFamily="18" charset="0"/>
                    <a:cs typeface="Times New Roman" panose="02020603050405020304" pitchFamily="18" charset="0"/>
                  </a:endParaRPr>
                </a:p>
              </p:txBody>
            </p:sp>
            <p:sp>
              <p:nvSpPr>
                <p:cNvPr id="17" name="Line 13"/>
                <p:cNvSpPr>
                  <a:spLocks noChangeShapeType="1"/>
                </p:cNvSpPr>
                <p:nvPr/>
              </p:nvSpPr>
              <p:spPr bwMode="auto">
                <a:xfrm>
                  <a:off x="7607300" y="3535363"/>
                  <a:ext cx="0" cy="3048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9" name="Line 14"/>
                <p:cNvSpPr>
                  <a:spLocks noChangeShapeType="1"/>
                </p:cNvSpPr>
                <p:nvPr/>
              </p:nvSpPr>
              <p:spPr bwMode="auto">
                <a:xfrm flipH="1">
                  <a:off x="5626100" y="38401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3" name="Line 15"/>
                <p:cNvSpPr>
                  <a:spLocks noChangeShapeType="1"/>
                </p:cNvSpPr>
                <p:nvPr/>
              </p:nvSpPr>
              <p:spPr bwMode="auto">
                <a:xfrm>
                  <a:off x="7607300" y="4678363"/>
                  <a:ext cx="0" cy="1524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4" name="Line 16"/>
                <p:cNvSpPr>
                  <a:spLocks noChangeShapeType="1"/>
                </p:cNvSpPr>
                <p:nvPr/>
              </p:nvSpPr>
              <p:spPr bwMode="auto">
                <a:xfrm flipH="1">
                  <a:off x="5626100" y="48307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5" name="Line 17"/>
                <p:cNvSpPr>
                  <a:spLocks noChangeShapeType="1"/>
                </p:cNvSpPr>
                <p:nvPr/>
              </p:nvSpPr>
              <p:spPr bwMode="auto">
                <a:xfrm>
                  <a:off x="6540500" y="33067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6" name="Line 18"/>
                <p:cNvSpPr>
                  <a:spLocks noChangeShapeType="1"/>
                </p:cNvSpPr>
                <p:nvPr/>
              </p:nvSpPr>
              <p:spPr bwMode="auto">
                <a:xfrm>
                  <a:off x="6540500" y="43735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7" name="Text Box 19"/>
                <p:cNvSpPr txBox="1">
                  <a:spLocks noChangeArrowheads="1"/>
                </p:cNvSpPr>
                <p:nvPr/>
              </p:nvSpPr>
              <p:spPr bwMode="auto">
                <a:xfrm>
                  <a:off x="4893954" y="2205038"/>
                  <a:ext cx="211757"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28" name="Text Box 20"/>
                <p:cNvSpPr txBox="1">
                  <a:spLocks noChangeArrowheads="1"/>
                </p:cNvSpPr>
                <p:nvPr/>
              </p:nvSpPr>
              <p:spPr bwMode="auto">
                <a:xfrm>
                  <a:off x="4884659" y="2814638"/>
                  <a:ext cx="246222"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a</a:t>
                  </a:r>
                  <a:endParaRPr kumimoji="1" lang="en-US" altLang="zh-CN" sz="4800">
                    <a:latin typeface="Times New Roman" panose="02020603050405020304" pitchFamily="18" charset="0"/>
                    <a:cs typeface="Times New Roman" panose="02020603050405020304" pitchFamily="18" charset="0"/>
                  </a:endParaRPr>
                </a:p>
              </p:txBody>
            </p:sp>
            <p:sp>
              <p:nvSpPr>
                <p:cNvPr id="29" name="Text Box 21"/>
                <p:cNvSpPr txBox="1">
                  <a:spLocks noChangeArrowheads="1"/>
                </p:cNvSpPr>
                <p:nvPr/>
              </p:nvSpPr>
              <p:spPr bwMode="auto">
                <a:xfrm>
                  <a:off x="4892302" y="38052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30" name="Text Box 22"/>
                <p:cNvSpPr txBox="1">
                  <a:spLocks noChangeArrowheads="1"/>
                </p:cNvSpPr>
                <p:nvPr/>
              </p:nvSpPr>
              <p:spPr bwMode="auto">
                <a:xfrm>
                  <a:off x="4884573" y="48720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d</a:t>
                  </a:r>
                  <a:endParaRPr kumimoji="1" lang="en-US" altLang="zh-CN" sz="4800">
                    <a:latin typeface="Times New Roman" panose="02020603050405020304" pitchFamily="18" charset="0"/>
                    <a:cs typeface="Times New Roman" panose="02020603050405020304" pitchFamily="18" charset="0"/>
                  </a:endParaRPr>
                </a:p>
              </p:txBody>
            </p:sp>
            <p:sp>
              <p:nvSpPr>
                <p:cNvPr id="31" name="Text Box 23"/>
                <p:cNvSpPr txBox="1">
                  <a:spLocks noChangeArrowheads="1"/>
                </p:cNvSpPr>
                <p:nvPr/>
              </p:nvSpPr>
              <p:spPr bwMode="auto">
                <a:xfrm>
                  <a:off x="8094793" y="2536726"/>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32" name="Text Box 24"/>
                <p:cNvSpPr txBox="1">
                  <a:spLocks noChangeArrowheads="1"/>
                </p:cNvSpPr>
                <p:nvPr/>
              </p:nvSpPr>
              <p:spPr bwMode="auto">
                <a:xfrm>
                  <a:off x="8093875" y="3751852"/>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grpSp>
          <p:sp>
            <p:nvSpPr>
              <p:cNvPr id="41" name="Rectangle 40"/>
              <p:cNvSpPr/>
              <p:nvPr/>
            </p:nvSpPr>
            <p:spPr>
              <a:xfrm>
                <a:off x="12192000" y="2903125"/>
                <a:ext cx="877163" cy="923330"/>
              </a:xfrm>
              <a:prstGeom prst="rect">
                <a:avLst/>
              </a:prstGeom>
              <a:noFill/>
            </p:spPr>
            <p:txBody>
              <a:bodyPr wrap="none" lIns="91440" tIns="45720" rIns="91440" bIns="45720">
                <a:spAutoFit/>
              </a:bodyPr>
              <a:lstStyle/>
              <a:p>
                <a:pPr algn="ctr"/>
                <a:r>
                  <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①</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2" name="Rectangle 41"/>
              <p:cNvSpPr/>
              <p:nvPr/>
            </p:nvSpPr>
            <p:spPr>
              <a:xfrm>
                <a:off x="13259703" y="2737257"/>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6">
                        <a:lumMod val="75000"/>
                      </a:schemeClr>
                    </a:solidFill>
                    <a:effectLst>
                      <a:outerShdw blurRad="12700" dist="38100" dir="2700000" algn="tl" rotWithShape="0">
                        <a:schemeClr val="accent5">
                          <a:lumMod val="60000"/>
                          <a:lumOff val="40000"/>
                        </a:schemeClr>
                      </a:outerShdw>
                    </a:effectLst>
                  </a:rPr>
                  <a:t>②</a:t>
                </a:r>
                <a:endParaRPr lang="en-US" altLang="zh-CN" sz="5400" b="1" cap="none" spc="0" dirty="0">
                  <a:ln w="9525">
                    <a:solidFill>
                      <a:schemeClr val="bg1"/>
                    </a:solidFill>
                    <a:prstDash val="solid"/>
                  </a:ln>
                  <a:solidFill>
                    <a:schemeClr val="accent6">
                      <a:lumMod val="75000"/>
                    </a:schemeClr>
                  </a:solidFill>
                  <a:effectLst>
                    <a:outerShdw blurRad="12700" dist="38100" dir="2700000" algn="tl" rotWithShape="0">
                      <a:schemeClr val="accent5">
                        <a:lumMod val="60000"/>
                        <a:lumOff val="40000"/>
                      </a:schemeClr>
                    </a:outerShdw>
                  </a:effectLst>
                </a:endParaRPr>
              </a:p>
            </p:txBody>
          </p:sp>
          <p:sp>
            <p:nvSpPr>
              <p:cNvPr id="43" name="Rectangle 42"/>
              <p:cNvSpPr/>
              <p:nvPr/>
            </p:nvSpPr>
            <p:spPr>
              <a:xfrm>
                <a:off x="14544137" y="2927326"/>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rgbClr val="7030A0"/>
                    </a:solidFill>
                    <a:effectLst>
                      <a:outerShdw blurRad="12700" dist="38100" dir="2700000" algn="tl" rotWithShape="0">
                        <a:schemeClr val="accent5">
                          <a:lumMod val="60000"/>
                          <a:lumOff val="40000"/>
                        </a:schemeClr>
                      </a:outerShdw>
                    </a:effectLst>
                  </a:rPr>
                  <a:t>③</a:t>
                </a:r>
                <a:endParaRPr lang="en-US" altLang="zh-CN" sz="5400" b="1" cap="none" spc="0" dirty="0">
                  <a:ln w="9525">
                    <a:solidFill>
                      <a:schemeClr val="bg1"/>
                    </a:solidFill>
                    <a:prstDash val="solid"/>
                  </a:ln>
                  <a:solidFill>
                    <a:srgbClr val="7030A0"/>
                  </a:solidFill>
                  <a:effectLst>
                    <a:outerShdw blurRad="12700" dist="38100" dir="2700000" algn="tl" rotWithShape="0">
                      <a:schemeClr val="accent5">
                        <a:lumMod val="60000"/>
                        <a:lumOff val="40000"/>
                      </a:schemeClr>
                    </a:outerShdw>
                  </a:effectLst>
                </a:endParaRPr>
              </a:p>
            </p:txBody>
          </p:sp>
          <p:sp>
            <p:nvSpPr>
              <p:cNvPr id="44" name="Rectangle 43"/>
              <p:cNvSpPr/>
              <p:nvPr/>
            </p:nvSpPr>
            <p:spPr>
              <a:xfrm>
                <a:off x="15622301" y="3420606"/>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3"/>
                    </a:solidFill>
                    <a:effectLst>
                      <a:outerShdw blurRad="12700" dist="38100" dir="2700000" algn="tl" rotWithShape="0">
                        <a:schemeClr val="accent5">
                          <a:lumMod val="60000"/>
                          <a:lumOff val="40000"/>
                        </a:schemeClr>
                      </a:outerShdw>
                    </a:effectLst>
                  </a:rPr>
                  <a:t>④</a:t>
                </a:r>
                <a:endParaRPr lang="en-US" altLang="zh-CN" sz="5400" b="1" cap="none" spc="0" dirty="0">
                  <a:ln w="9525">
                    <a:solidFill>
                      <a:schemeClr val="bg1"/>
                    </a:solidFill>
                    <a:prstDash val="solid"/>
                  </a:ln>
                  <a:solidFill>
                    <a:schemeClr val="accent3"/>
                  </a:solidFill>
                  <a:effectLst>
                    <a:outerShdw blurRad="12700" dist="38100" dir="2700000" algn="tl" rotWithShape="0">
                      <a:schemeClr val="accent5">
                        <a:lumMod val="60000"/>
                        <a:lumOff val="40000"/>
                      </a:schemeClr>
                    </a:outerShdw>
                  </a:effectLst>
                </a:endParaRPr>
              </a:p>
            </p:txBody>
          </p:sp>
        </p:grpSp>
        <p:cxnSp>
          <p:nvCxnSpPr>
            <p:cNvPr id="3" name="Straight Arrow Connector 2"/>
            <p:cNvCxnSpPr/>
            <p:nvPr/>
          </p:nvCxnSpPr>
          <p:spPr>
            <a:xfrm>
              <a:off x="12996602" y="3244123"/>
              <a:ext cx="0" cy="8102009"/>
            </a:xfrm>
            <a:prstGeom prst="straightConnector1">
              <a:avLst/>
            </a:prstGeom>
            <a:ln w="38100">
              <a:headEnd type="none" w="med" len="med"/>
              <a:tailEnd type="arrow" w="med" len="med"/>
            </a:ln>
          </p:spPr>
          <p:style>
            <a:lnRef idx="1">
              <a:schemeClr val="accent5"/>
            </a:lnRef>
            <a:fillRef idx="0">
              <a:schemeClr val="accent5"/>
            </a:fillRef>
            <a:effectRef idx="0">
              <a:schemeClr val="accent5"/>
            </a:effectRef>
            <a:fontRef idx="minor">
              <a:schemeClr val="tx1"/>
            </a:fontRef>
          </p:style>
        </p:cxnSp>
        <p:sp>
          <p:nvSpPr>
            <p:cNvPr id="6" name="Freeform: Shape 5"/>
            <p:cNvSpPr/>
            <p:nvPr/>
          </p:nvSpPr>
          <p:spPr>
            <a:xfrm>
              <a:off x="13716951" y="3153397"/>
              <a:ext cx="4853129" cy="8931349"/>
            </a:xfrm>
            <a:custGeom>
              <a:avLst/>
              <a:gdLst>
                <a:gd name="connsiteX0" fmla="*/ 0 w 4853129"/>
                <a:gd name="connsiteY0" fmla="*/ 0 h 8931349"/>
                <a:gd name="connsiteX1" fmla="*/ 42530 w 4853129"/>
                <a:gd name="connsiteY1" fmla="*/ 138223 h 8931349"/>
                <a:gd name="connsiteX2" fmla="*/ 127591 w 4853129"/>
                <a:gd name="connsiteY2" fmla="*/ 510363 h 8931349"/>
                <a:gd name="connsiteX3" fmla="*/ 159489 w 4853129"/>
                <a:gd name="connsiteY3" fmla="*/ 1435395 h 8931349"/>
                <a:gd name="connsiteX4" fmla="*/ 180754 w 4853129"/>
                <a:gd name="connsiteY4" fmla="*/ 1679944 h 8931349"/>
                <a:gd name="connsiteX5" fmla="*/ 233917 w 4853129"/>
                <a:gd name="connsiteY5" fmla="*/ 2753833 h 8931349"/>
                <a:gd name="connsiteX6" fmla="*/ 276447 w 4853129"/>
                <a:gd name="connsiteY6" fmla="*/ 2913321 h 8931349"/>
                <a:gd name="connsiteX7" fmla="*/ 297712 w 4853129"/>
                <a:gd name="connsiteY7" fmla="*/ 2955851 h 8931349"/>
                <a:gd name="connsiteX8" fmla="*/ 350875 w 4853129"/>
                <a:gd name="connsiteY8" fmla="*/ 3009014 h 8931349"/>
                <a:gd name="connsiteX9" fmla="*/ 372140 w 4853129"/>
                <a:gd name="connsiteY9" fmla="*/ 3062177 h 8931349"/>
                <a:gd name="connsiteX10" fmla="*/ 435935 w 4853129"/>
                <a:gd name="connsiteY10" fmla="*/ 3083442 h 8931349"/>
                <a:gd name="connsiteX11" fmla="*/ 616689 w 4853129"/>
                <a:gd name="connsiteY11" fmla="*/ 3125972 h 8931349"/>
                <a:gd name="connsiteX12" fmla="*/ 2902689 w 4853129"/>
                <a:gd name="connsiteY12" fmla="*/ 3083442 h 8931349"/>
                <a:gd name="connsiteX13" fmla="*/ 4242391 w 4853129"/>
                <a:gd name="connsiteY13" fmla="*/ 3094075 h 8931349"/>
                <a:gd name="connsiteX14" fmla="*/ 4635796 w 4853129"/>
                <a:gd name="connsiteY14" fmla="*/ 3115340 h 8931349"/>
                <a:gd name="connsiteX15" fmla="*/ 4688958 w 4853129"/>
                <a:gd name="connsiteY15" fmla="*/ 3168502 h 8931349"/>
                <a:gd name="connsiteX16" fmla="*/ 4731489 w 4853129"/>
                <a:gd name="connsiteY16" fmla="*/ 3317358 h 8931349"/>
                <a:gd name="connsiteX17" fmla="*/ 4752754 w 4853129"/>
                <a:gd name="connsiteY17" fmla="*/ 3381154 h 8931349"/>
                <a:gd name="connsiteX18" fmla="*/ 4805917 w 4853129"/>
                <a:gd name="connsiteY18" fmla="*/ 3413051 h 8931349"/>
                <a:gd name="connsiteX19" fmla="*/ 4816549 w 4853129"/>
                <a:gd name="connsiteY19" fmla="*/ 3806456 h 8931349"/>
                <a:gd name="connsiteX20" fmla="*/ 4774019 w 4853129"/>
                <a:gd name="connsiteY20" fmla="*/ 3838354 h 8931349"/>
                <a:gd name="connsiteX21" fmla="*/ 4486940 w 4853129"/>
                <a:gd name="connsiteY21" fmla="*/ 3859619 h 8931349"/>
                <a:gd name="connsiteX22" fmla="*/ 2594344 w 4853129"/>
                <a:gd name="connsiteY22" fmla="*/ 3944679 h 8931349"/>
                <a:gd name="connsiteX23" fmla="*/ 2456121 w 4853129"/>
                <a:gd name="connsiteY23" fmla="*/ 3965944 h 8931349"/>
                <a:gd name="connsiteX24" fmla="*/ 2020186 w 4853129"/>
                <a:gd name="connsiteY24" fmla="*/ 4019107 h 8931349"/>
                <a:gd name="connsiteX25" fmla="*/ 1967023 w 4853129"/>
                <a:gd name="connsiteY25" fmla="*/ 4061637 h 8931349"/>
                <a:gd name="connsiteX26" fmla="*/ 1818168 w 4853129"/>
                <a:gd name="connsiteY26" fmla="*/ 4082902 h 8931349"/>
                <a:gd name="connsiteX27" fmla="*/ 1701210 w 4853129"/>
                <a:gd name="connsiteY27" fmla="*/ 4114800 h 8931349"/>
                <a:gd name="connsiteX28" fmla="*/ 1562986 w 4853129"/>
                <a:gd name="connsiteY28" fmla="*/ 4167963 h 8931349"/>
                <a:gd name="connsiteX29" fmla="*/ 1488558 w 4853129"/>
                <a:gd name="connsiteY29" fmla="*/ 4189228 h 8931349"/>
                <a:gd name="connsiteX30" fmla="*/ 1339703 w 4853129"/>
                <a:gd name="connsiteY30" fmla="*/ 4242391 h 8931349"/>
                <a:gd name="connsiteX31" fmla="*/ 1222744 w 4853129"/>
                <a:gd name="connsiteY31" fmla="*/ 4295554 h 8931349"/>
                <a:gd name="connsiteX32" fmla="*/ 1169582 w 4853129"/>
                <a:gd name="connsiteY32" fmla="*/ 4327451 h 8931349"/>
                <a:gd name="connsiteX33" fmla="*/ 1041991 w 4853129"/>
                <a:gd name="connsiteY33" fmla="*/ 4380614 h 8931349"/>
                <a:gd name="connsiteX34" fmla="*/ 978196 w 4853129"/>
                <a:gd name="connsiteY34" fmla="*/ 4423144 h 8931349"/>
                <a:gd name="connsiteX35" fmla="*/ 903768 w 4853129"/>
                <a:gd name="connsiteY35" fmla="*/ 4444409 h 8931349"/>
                <a:gd name="connsiteX36" fmla="*/ 861237 w 4853129"/>
                <a:gd name="connsiteY36" fmla="*/ 4465675 h 8931349"/>
                <a:gd name="connsiteX37" fmla="*/ 765544 w 4853129"/>
                <a:gd name="connsiteY37" fmla="*/ 4540102 h 8931349"/>
                <a:gd name="connsiteX38" fmla="*/ 712382 w 4853129"/>
                <a:gd name="connsiteY38" fmla="*/ 4646428 h 8931349"/>
                <a:gd name="connsiteX39" fmla="*/ 669851 w 4853129"/>
                <a:gd name="connsiteY39" fmla="*/ 4774019 h 8931349"/>
                <a:gd name="connsiteX40" fmla="*/ 648586 w 4853129"/>
                <a:gd name="connsiteY40" fmla="*/ 4965405 h 8931349"/>
                <a:gd name="connsiteX41" fmla="*/ 595423 w 4853129"/>
                <a:gd name="connsiteY41" fmla="*/ 4986670 h 8931349"/>
                <a:gd name="connsiteX42" fmla="*/ 574158 w 4853129"/>
                <a:gd name="connsiteY42" fmla="*/ 5124893 h 8931349"/>
                <a:gd name="connsiteX43" fmla="*/ 552893 w 4853129"/>
                <a:gd name="connsiteY43" fmla="*/ 5188689 h 8931349"/>
                <a:gd name="connsiteX44" fmla="*/ 542261 w 4853129"/>
                <a:gd name="connsiteY44" fmla="*/ 6305107 h 8931349"/>
                <a:gd name="connsiteX45" fmla="*/ 489098 w 4853129"/>
                <a:gd name="connsiteY45" fmla="*/ 8187070 h 8931349"/>
                <a:gd name="connsiteX46" fmla="*/ 467833 w 4853129"/>
                <a:gd name="connsiteY46" fmla="*/ 8931349 h 893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853129" h="8931349">
                  <a:moveTo>
                    <a:pt x="0" y="0"/>
                  </a:moveTo>
                  <a:cubicBezTo>
                    <a:pt x="32234" y="257861"/>
                    <a:pt x="-17837" y="-49584"/>
                    <a:pt x="42530" y="138223"/>
                  </a:cubicBezTo>
                  <a:cubicBezTo>
                    <a:pt x="98541" y="312479"/>
                    <a:pt x="102031" y="357003"/>
                    <a:pt x="127591" y="510363"/>
                  </a:cubicBezTo>
                  <a:cubicBezTo>
                    <a:pt x="138224" y="818707"/>
                    <a:pt x="145479" y="1127186"/>
                    <a:pt x="159489" y="1435395"/>
                  </a:cubicBezTo>
                  <a:cubicBezTo>
                    <a:pt x="163204" y="1517135"/>
                    <a:pt x="176142" y="1598250"/>
                    <a:pt x="180754" y="1679944"/>
                  </a:cubicBezTo>
                  <a:cubicBezTo>
                    <a:pt x="200954" y="2037776"/>
                    <a:pt x="211156" y="2396155"/>
                    <a:pt x="233917" y="2753833"/>
                  </a:cubicBezTo>
                  <a:cubicBezTo>
                    <a:pt x="236129" y="2788587"/>
                    <a:pt x="261255" y="2875341"/>
                    <a:pt x="276447" y="2913321"/>
                  </a:cubicBezTo>
                  <a:cubicBezTo>
                    <a:pt x="282334" y="2928037"/>
                    <a:pt x="287981" y="2943340"/>
                    <a:pt x="297712" y="2955851"/>
                  </a:cubicBezTo>
                  <a:cubicBezTo>
                    <a:pt x="313098" y="2975633"/>
                    <a:pt x="333154" y="2991293"/>
                    <a:pt x="350875" y="3009014"/>
                  </a:cubicBezTo>
                  <a:cubicBezTo>
                    <a:pt x="357963" y="3026735"/>
                    <a:pt x="357776" y="3049609"/>
                    <a:pt x="372140" y="3062177"/>
                  </a:cubicBezTo>
                  <a:cubicBezTo>
                    <a:pt x="389009" y="3076938"/>
                    <a:pt x="414869" y="3075782"/>
                    <a:pt x="435935" y="3083442"/>
                  </a:cubicBezTo>
                  <a:cubicBezTo>
                    <a:pt x="546336" y="3123587"/>
                    <a:pt x="431405" y="3095092"/>
                    <a:pt x="616689" y="3125972"/>
                  </a:cubicBezTo>
                  <a:lnTo>
                    <a:pt x="2902689" y="3083442"/>
                  </a:lnTo>
                  <a:lnTo>
                    <a:pt x="4242391" y="3094075"/>
                  </a:lnTo>
                  <a:cubicBezTo>
                    <a:pt x="4373526" y="3101163"/>
                    <a:pt x="4506256" y="3093750"/>
                    <a:pt x="4635796" y="3115340"/>
                  </a:cubicBezTo>
                  <a:cubicBezTo>
                    <a:pt x="4660516" y="3119460"/>
                    <a:pt x="4678230" y="3145854"/>
                    <a:pt x="4688958" y="3168502"/>
                  </a:cubicBezTo>
                  <a:cubicBezTo>
                    <a:pt x="4711049" y="3215139"/>
                    <a:pt x="4715171" y="3268402"/>
                    <a:pt x="4731489" y="3317358"/>
                  </a:cubicBezTo>
                  <a:cubicBezTo>
                    <a:pt x="4738577" y="3338623"/>
                    <a:pt x="4738992" y="3363460"/>
                    <a:pt x="4752754" y="3381154"/>
                  </a:cubicBezTo>
                  <a:cubicBezTo>
                    <a:pt x="4765442" y="3397467"/>
                    <a:pt x="4788196" y="3402419"/>
                    <a:pt x="4805917" y="3413051"/>
                  </a:cubicBezTo>
                  <a:cubicBezTo>
                    <a:pt x="4875289" y="3551798"/>
                    <a:pt x="4858825" y="3502067"/>
                    <a:pt x="4816549" y="3806456"/>
                  </a:cubicBezTo>
                  <a:cubicBezTo>
                    <a:pt x="4814111" y="3824008"/>
                    <a:pt x="4791514" y="3835532"/>
                    <a:pt x="4774019" y="3838354"/>
                  </a:cubicBezTo>
                  <a:cubicBezTo>
                    <a:pt x="4679288" y="3853633"/>
                    <a:pt x="4582781" y="3854944"/>
                    <a:pt x="4486940" y="3859619"/>
                  </a:cubicBezTo>
                  <a:lnTo>
                    <a:pt x="2594344" y="3944679"/>
                  </a:lnTo>
                  <a:cubicBezTo>
                    <a:pt x="2548270" y="3951767"/>
                    <a:pt x="2502351" y="3959951"/>
                    <a:pt x="2456121" y="3965944"/>
                  </a:cubicBezTo>
                  <a:lnTo>
                    <a:pt x="2020186" y="4019107"/>
                  </a:lnTo>
                  <a:cubicBezTo>
                    <a:pt x="2002465" y="4033284"/>
                    <a:pt x="1988663" y="4054803"/>
                    <a:pt x="1967023" y="4061637"/>
                  </a:cubicBezTo>
                  <a:cubicBezTo>
                    <a:pt x="1919227" y="4076730"/>
                    <a:pt x="1867317" y="4073072"/>
                    <a:pt x="1818168" y="4082902"/>
                  </a:cubicBezTo>
                  <a:cubicBezTo>
                    <a:pt x="1778543" y="4090827"/>
                    <a:pt x="1739546" y="4102021"/>
                    <a:pt x="1701210" y="4114800"/>
                  </a:cubicBezTo>
                  <a:cubicBezTo>
                    <a:pt x="1654378" y="4130411"/>
                    <a:pt x="1609580" y="4151655"/>
                    <a:pt x="1562986" y="4167963"/>
                  </a:cubicBezTo>
                  <a:cubicBezTo>
                    <a:pt x="1538632" y="4176487"/>
                    <a:pt x="1513186" y="4181532"/>
                    <a:pt x="1488558" y="4189228"/>
                  </a:cubicBezTo>
                  <a:cubicBezTo>
                    <a:pt x="1438319" y="4204928"/>
                    <a:pt x="1388004" y="4221259"/>
                    <a:pt x="1339703" y="4242391"/>
                  </a:cubicBezTo>
                  <a:cubicBezTo>
                    <a:pt x="1300469" y="4259556"/>
                    <a:pt x="1261048" y="4276402"/>
                    <a:pt x="1222744" y="4295554"/>
                  </a:cubicBezTo>
                  <a:cubicBezTo>
                    <a:pt x="1204260" y="4304796"/>
                    <a:pt x="1188281" y="4318652"/>
                    <a:pt x="1169582" y="4327451"/>
                  </a:cubicBezTo>
                  <a:cubicBezTo>
                    <a:pt x="1127893" y="4347069"/>
                    <a:pt x="1080327" y="4355056"/>
                    <a:pt x="1041991" y="4380614"/>
                  </a:cubicBezTo>
                  <a:cubicBezTo>
                    <a:pt x="1020726" y="4394791"/>
                    <a:pt x="1001401" y="4412434"/>
                    <a:pt x="978196" y="4423144"/>
                  </a:cubicBezTo>
                  <a:cubicBezTo>
                    <a:pt x="954769" y="4433957"/>
                    <a:pt x="928017" y="4435591"/>
                    <a:pt x="903768" y="4444409"/>
                  </a:cubicBezTo>
                  <a:cubicBezTo>
                    <a:pt x="888872" y="4449826"/>
                    <a:pt x="874609" y="4457165"/>
                    <a:pt x="861237" y="4465675"/>
                  </a:cubicBezTo>
                  <a:cubicBezTo>
                    <a:pt x="796351" y="4506966"/>
                    <a:pt x="802549" y="4503098"/>
                    <a:pt x="765544" y="4540102"/>
                  </a:cubicBezTo>
                  <a:cubicBezTo>
                    <a:pt x="747823" y="4575544"/>
                    <a:pt x="727385" y="4609753"/>
                    <a:pt x="712382" y="4646428"/>
                  </a:cubicBezTo>
                  <a:cubicBezTo>
                    <a:pt x="695408" y="4687921"/>
                    <a:pt x="669851" y="4774019"/>
                    <a:pt x="669851" y="4774019"/>
                  </a:cubicBezTo>
                  <a:cubicBezTo>
                    <a:pt x="662763" y="4837814"/>
                    <a:pt x="669791" y="4904821"/>
                    <a:pt x="648586" y="4965405"/>
                  </a:cubicBezTo>
                  <a:cubicBezTo>
                    <a:pt x="642281" y="4983420"/>
                    <a:pt x="603494" y="4969375"/>
                    <a:pt x="595423" y="4986670"/>
                  </a:cubicBezTo>
                  <a:cubicBezTo>
                    <a:pt x="575710" y="5028913"/>
                    <a:pt x="583761" y="5079277"/>
                    <a:pt x="574158" y="5124893"/>
                  </a:cubicBezTo>
                  <a:cubicBezTo>
                    <a:pt x="569540" y="5146828"/>
                    <a:pt x="559981" y="5167424"/>
                    <a:pt x="552893" y="5188689"/>
                  </a:cubicBezTo>
                  <a:cubicBezTo>
                    <a:pt x="487580" y="5678535"/>
                    <a:pt x="542261" y="5210330"/>
                    <a:pt x="542261" y="6305107"/>
                  </a:cubicBezTo>
                  <a:cubicBezTo>
                    <a:pt x="542261" y="8021377"/>
                    <a:pt x="660308" y="7459422"/>
                    <a:pt x="489098" y="8187070"/>
                  </a:cubicBezTo>
                  <a:cubicBezTo>
                    <a:pt x="457228" y="8633259"/>
                    <a:pt x="467833" y="8385292"/>
                    <a:pt x="467833" y="8931349"/>
                  </a:cubicBezTo>
                </a:path>
              </a:pathLst>
            </a:custGeom>
            <a:ln w="38100">
              <a:headEnd type="none" w="med" len="med"/>
              <a:tailEnd type="arrow" w="med" len="med"/>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endParaRPr>
            </a:p>
          </p:txBody>
        </p:sp>
        <p:sp>
          <p:nvSpPr>
            <p:cNvPr id="18" name="Freeform: Shape 17"/>
            <p:cNvSpPr/>
            <p:nvPr/>
          </p:nvSpPr>
          <p:spPr>
            <a:xfrm>
              <a:off x="15361292" y="3040717"/>
              <a:ext cx="4944922" cy="8899451"/>
            </a:xfrm>
            <a:custGeom>
              <a:avLst/>
              <a:gdLst>
                <a:gd name="connsiteX0" fmla="*/ 213434 w 4944922"/>
                <a:gd name="connsiteY0" fmla="*/ 0 h 8899451"/>
                <a:gd name="connsiteX1" fmla="*/ 170904 w 4944922"/>
                <a:gd name="connsiteY1" fmla="*/ 202019 h 8899451"/>
                <a:gd name="connsiteX2" fmla="*/ 117741 w 4944922"/>
                <a:gd name="connsiteY2" fmla="*/ 340242 h 8899451"/>
                <a:gd name="connsiteX3" fmla="*/ 96476 w 4944922"/>
                <a:gd name="connsiteY3" fmla="*/ 446568 h 8899451"/>
                <a:gd name="connsiteX4" fmla="*/ 75210 w 4944922"/>
                <a:gd name="connsiteY4" fmla="*/ 531628 h 8899451"/>
                <a:gd name="connsiteX5" fmla="*/ 53945 w 4944922"/>
                <a:gd name="connsiteY5" fmla="*/ 733647 h 8899451"/>
                <a:gd name="connsiteX6" fmla="*/ 783 w 4944922"/>
                <a:gd name="connsiteY6" fmla="*/ 1010093 h 8899451"/>
                <a:gd name="connsiteX7" fmla="*/ 32680 w 4944922"/>
                <a:gd name="connsiteY7" fmla="*/ 1871330 h 8899451"/>
                <a:gd name="connsiteX8" fmla="*/ 85843 w 4944922"/>
                <a:gd name="connsiteY8" fmla="*/ 2392326 h 8899451"/>
                <a:gd name="connsiteX9" fmla="*/ 107108 w 4944922"/>
                <a:gd name="connsiteY9" fmla="*/ 2519916 h 8899451"/>
                <a:gd name="connsiteX10" fmla="*/ 766327 w 4944922"/>
                <a:gd name="connsiteY10" fmla="*/ 2594344 h 8899451"/>
                <a:gd name="connsiteX11" fmla="*/ 3350038 w 4944922"/>
                <a:gd name="connsiteY11" fmla="*/ 2551814 h 8899451"/>
                <a:gd name="connsiteX12" fmla="*/ 4817331 w 4944922"/>
                <a:gd name="connsiteY12" fmla="*/ 2594344 h 8899451"/>
                <a:gd name="connsiteX13" fmla="*/ 4838597 w 4944922"/>
                <a:gd name="connsiteY13" fmla="*/ 2615609 h 8899451"/>
                <a:gd name="connsiteX14" fmla="*/ 4881127 w 4944922"/>
                <a:gd name="connsiteY14" fmla="*/ 2636875 h 8899451"/>
                <a:gd name="connsiteX15" fmla="*/ 4902392 w 4944922"/>
                <a:gd name="connsiteY15" fmla="*/ 2700670 h 8899451"/>
                <a:gd name="connsiteX16" fmla="*/ 4923657 w 4944922"/>
                <a:gd name="connsiteY16" fmla="*/ 2753833 h 8899451"/>
                <a:gd name="connsiteX17" fmla="*/ 4944922 w 4944922"/>
                <a:gd name="connsiteY17" fmla="*/ 2860158 h 8899451"/>
                <a:gd name="connsiteX18" fmla="*/ 4934290 w 4944922"/>
                <a:gd name="connsiteY18" fmla="*/ 3370521 h 8899451"/>
                <a:gd name="connsiteX19" fmla="*/ 4913024 w 4944922"/>
                <a:gd name="connsiteY19" fmla="*/ 3444949 h 8899451"/>
                <a:gd name="connsiteX20" fmla="*/ 4849229 w 4944922"/>
                <a:gd name="connsiteY20" fmla="*/ 3540642 h 8899451"/>
                <a:gd name="connsiteX21" fmla="*/ 4817331 w 4944922"/>
                <a:gd name="connsiteY21" fmla="*/ 3561907 h 8899451"/>
                <a:gd name="connsiteX22" fmla="*/ 4732271 w 4944922"/>
                <a:gd name="connsiteY22" fmla="*/ 3646968 h 8899451"/>
                <a:gd name="connsiteX23" fmla="*/ 4615313 w 4944922"/>
                <a:gd name="connsiteY23" fmla="*/ 3721395 h 8899451"/>
                <a:gd name="connsiteX24" fmla="*/ 4583415 w 4944922"/>
                <a:gd name="connsiteY24" fmla="*/ 3774558 h 8899451"/>
                <a:gd name="connsiteX25" fmla="*/ 4498355 w 4944922"/>
                <a:gd name="connsiteY25" fmla="*/ 3795823 h 8899451"/>
                <a:gd name="connsiteX26" fmla="*/ 4434559 w 4944922"/>
                <a:gd name="connsiteY26" fmla="*/ 3817088 h 8899451"/>
                <a:gd name="connsiteX27" fmla="*/ 4370764 w 4944922"/>
                <a:gd name="connsiteY27" fmla="*/ 3870251 h 8899451"/>
                <a:gd name="connsiteX28" fmla="*/ 4179378 w 4944922"/>
                <a:gd name="connsiteY28" fmla="*/ 3912781 h 8899451"/>
                <a:gd name="connsiteX29" fmla="*/ 3934829 w 4944922"/>
                <a:gd name="connsiteY29" fmla="*/ 4019107 h 8899451"/>
                <a:gd name="connsiteX30" fmla="*/ 3605220 w 4944922"/>
                <a:gd name="connsiteY30" fmla="*/ 4061637 h 8899451"/>
                <a:gd name="connsiteX31" fmla="*/ 3360671 w 4944922"/>
                <a:gd name="connsiteY31" fmla="*/ 4136065 h 8899451"/>
                <a:gd name="connsiteX32" fmla="*/ 3307508 w 4944922"/>
                <a:gd name="connsiteY32" fmla="*/ 4167963 h 8899451"/>
                <a:gd name="connsiteX33" fmla="*/ 3201183 w 4944922"/>
                <a:gd name="connsiteY33" fmla="*/ 4189228 h 8899451"/>
                <a:gd name="connsiteX34" fmla="*/ 3031062 w 4944922"/>
                <a:gd name="connsiteY34" fmla="*/ 4263656 h 8899451"/>
                <a:gd name="connsiteX35" fmla="*/ 2967266 w 4944922"/>
                <a:gd name="connsiteY35" fmla="*/ 4284921 h 8899451"/>
                <a:gd name="connsiteX36" fmla="*/ 2850308 w 4944922"/>
                <a:gd name="connsiteY36" fmla="*/ 4359349 h 8899451"/>
                <a:gd name="connsiteX37" fmla="*/ 2754615 w 4944922"/>
                <a:gd name="connsiteY37" fmla="*/ 4380614 h 8899451"/>
                <a:gd name="connsiteX38" fmla="*/ 2669555 w 4944922"/>
                <a:gd name="connsiteY38" fmla="*/ 4401879 h 8899451"/>
                <a:gd name="connsiteX39" fmla="*/ 2573862 w 4944922"/>
                <a:gd name="connsiteY39" fmla="*/ 4455042 h 8899451"/>
                <a:gd name="connsiteX40" fmla="*/ 2531331 w 4944922"/>
                <a:gd name="connsiteY40" fmla="*/ 4476307 h 8899451"/>
                <a:gd name="connsiteX41" fmla="*/ 2393108 w 4944922"/>
                <a:gd name="connsiteY41" fmla="*/ 4497572 h 8899451"/>
                <a:gd name="connsiteX42" fmla="*/ 2318680 w 4944922"/>
                <a:gd name="connsiteY42" fmla="*/ 4518837 h 8899451"/>
                <a:gd name="connsiteX43" fmla="*/ 2233620 w 4944922"/>
                <a:gd name="connsiteY43" fmla="*/ 4572000 h 8899451"/>
                <a:gd name="connsiteX44" fmla="*/ 2063499 w 4944922"/>
                <a:gd name="connsiteY44" fmla="*/ 4593265 h 8899451"/>
                <a:gd name="connsiteX45" fmla="*/ 1999704 w 4944922"/>
                <a:gd name="connsiteY45" fmla="*/ 4614530 h 8899451"/>
                <a:gd name="connsiteX46" fmla="*/ 1850848 w 4944922"/>
                <a:gd name="connsiteY46" fmla="*/ 4688958 h 8899451"/>
                <a:gd name="connsiteX47" fmla="*/ 1797685 w 4944922"/>
                <a:gd name="connsiteY47" fmla="*/ 4720856 h 8899451"/>
                <a:gd name="connsiteX48" fmla="*/ 1733890 w 4944922"/>
                <a:gd name="connsiteY48" fmla="*/ 4742121 h 8899451"/>
                <a:gd name="connsiteX49" fmla="*/ 1691359 w 4944922"/>
                <a:gd name="connsiteY49" fmla="*/ 4784651 h 8899451"/>
                <a:gd name="connsiteX50" fmla="*/ 1648829 w 4944922"/>
                <a:gd name="connsiteY50" fmla="*/ 4805916 h 8899451"/>
                <a:gd name="connsiteX51" fmla="*/ 1553136 w 4944922"/>
                <a:gd name="connsiteY51" fmla="*/ 4901609 h 8899451"/>
                <a:gd name="connsiteX52" fmla="*/ 1531871 w 4944922"/>
                <a:gd name="connsiteY52" fmla="*/ 4922875 h 8899451"/>
                <a:gd name="connsiteX53" fmla="*/ 1446810 w 4944922"/>
                <a:gd name="connsiteY53" fmla="*/ 4965405 h 8899451"/>
                <a:gd name="connsiteX54" fmla="*/ 1372383 w 4944922"/>
                <a:gd name="connsiteY54" fmla="*/ 5061098 h 8899451"/>
                <a:gd name="connsiteX55" fmla="*/ 1351117 w 4944922"/>
                <a:gd name="connsiteY55" fmla="*/ 5103628 h 8899451"/>
                <a:gd name="connsiteX56" fmla="*/ 1329852 w 4944922"/>
                <a:gd name="connsiteY56" fmla="*/ 5156791 h 8899451"/>
                <a:gd name="connsiteX57" fmla="*/ 1308587 w 4944922"/>
                <a:gd name="connsiteY57" fmla="*/ 5220586 h 8899451"/>
                <a:gd name="connsiteX58" fmla="*/ 1266057 w 4944922"/>
                <a:gd name="connsiteY58" fmla="*/ 5263116 h 8899451"/>
                <a:gd name="connsiteX59" fmla="*/ 1297955 w 4944922"/>
                <a:gd name="connsiteY59" fmla="*/ 5326912 h 8899451"/>
                <a:gd name="connsiteX60" fmla="*/ 1319220 w 4944922"/>
                <a:gd name="connsiteY60" fmla="*/ 5358809 h 8899451"/>
                <a:gd name="connsiteX61" fmla="*/ 1457443 w 4944922"/>
                <a:gd name="connsiteY61" fmla="*/ 5380075 h 8899451"/>
                <a:gd name="connsiteX62" fmla="*/ 2520699 w 4944922"/>
                <a:gd name="connsiteY62" fmla="*/ 5369442 h 8899451"/>
                <a:gd name="connsiteX63" fmla="*/ 3296876 w 4944922"/>
                <a:gd name="connsiteY63" fmla="*/ 5295014 h 8899451"/>
                <a:gd name="connsiteX64" fmla="*/ 4253806 w 4944922"/>
                <a:gd name="connsiteY64" fmla="*/ 5326912 h 8899451"/>
                <a:gd name="connsiteX65" fmla="*/ 4317601 w 4944922"/>
                <a:gd name="connsiteY65" fmla="*/ 5348177 h 8899451"/>
                <a:gd name="connsiteX66" fmla="*/ 4434559 w 4944922"/>
                <a:gd name="connsiteY66" fmla="*/ 5443870 h 8899451"/>
                <a:gd name="connsiteX67" fmla="*/ 4498355 w 4944922"/>
                <a:gd name="connsiteY67" fmla="*/ 5539563 h 8899451"/>
                <a:gd name="connsiteX68" fmla="*/ 4551517 w 4944922"/>
                <a:gd name="connsiteY68" fmla="*/ 5603358 h 8899451"/>
                <a:gd name="connsiteX69" fmla="*/ 4562150 w 4944922"/>
                <a:gd name="connsiteY69" fmla="*/ 5986130 h 8899451"/>
                <a:gd name="connsiteX70" fmla="*/ 4519620 w 4944922"/>
                <a:gd name="connsiteY70" fmla="*/ 6028661 h 8899451"/>
                <a:gd name="connsiteX71" fmla="*/ 4498355 w 4944922"/>
                <a:gd name="connsiteY71" fmla="*/ 6103088 h 8899451"/>
                <a:gd name="connsiteX72" fmla="*/ 4477090 w 4944922"/>
                <a:gd name="connsiteY72" fmla="*/ 6124354 h 8899451"/>
                <a:gd name="connsiteX73" fmla="*/ 4360131 w 4944922"/>
                <a:gd name="connsiteY73" fmla="*/ 6241312 h 8899451"/>
                <a:gd name="connsiteX74" fmla="*/ 4338866 w 4944922"/>
                <a:gd name="connsiteY74" fmla="*/ 6283842 h 8899451"/>
                <a:gd name="connsiteX75" fmla="*/ 4285704 w 4944922"/>
                <a:gd name="connsiteY75" fmla="*/ 6305107 h 8899451"/>
                <a:gd name="connsiteX76" fmla="*/ 4264438 w 4944922"/>
                <a:gd name="connsiteY76" fmla="*/ 6326372 h 8899451"/>
                <a:gd name="connsiteX77" fmla="*/ 4221908 w 4944922"/>
                <a:gd name="connsiteY77" fmla="*/ 6347637 h 8899451"/>
                <a:gd name="connsiteX78" fmla="*/ 4147480 w 4944922"/>
                <a:gd name="connsiteY78" fmla="*/ 6400800 h 8899451"/>
                <a:gd name="connsiteX79" fmla="*/ 3934829 w 4944922"/>
                <a:gd name="connsiteY79" fmla="*/ 6453963 h 8899451"/>
                <a:gd name="connsiteX80" fmla="*/ 3286243 w 4944922"/>
                <a:gd name="connsiteY80" fmla="*/ 6528391 h 8899451"/>
                <a:gd name="connsiteX81" fmla="*/ 1191629 w 4944922"/>
                <a:gd name="connsiteY81" fmla="*/ 6560288 h 8899451"/>
                <a:gd name="connsiteX82" fmla="*/ 978978 w 4944922"/>
                <a:gd name="connsiteY82" fmla="*/ 6581554 h 8899451"/>
                <a:gd name="connsiteX83" fmla="*/ 936448 w 4944922"/>
                <a:gd name="connsiteY83" fmla="*/ 6624084 h 8899451"/>
                <a:gd name="connsiteX84" fmla="*/ 883285 w 4944922"/>
                <a:gd name="connsiteY84" fmla="*/ 6655981 h 8899451"/>
                <a:gd name="connsiteX85" fmla="*/ 851387 w 4944922"/>
                <a:gd name="connsiteY85" fmla="*/ 6709144 h 8899451"/>
                <a:gd name="connsiteX86" fmla="*/ 830122 w 4944922"/>
                <a:gd name="connsiteY86" fmla="*/ 6762307 h 8899451"/>
                <a:gd name="connsiteX87" fmla="*/ 734429 w 4944922"/>
                <a:gd name="connsiteY87" fmla="*/ 6826102 h 8899451"/>
                <a:gd name="connsiteX88" fmla="*/ 681266 w 4944922"/>
                <a:gd name="connsiteY88" fmla="*/ 6879265 h 8899451"/>
                <a:gd name="connsiteX89" fmla="*/ 638736 w 4944922"/>
                <a:gd name="connsiteY89" fmla="*/ 6974958 h 8899451"/>
                <a:gd name="connsiteX90" fmla="*/ 617471 w 4944922"/>
                <a:gd name="connsiteY90" fmla="*/ 7017488 h 8899451"/>
                <a:gd name="connsiteX91" fmla="*/ 596206 w 4944922"/>
                <a:gd name="connsiteY91" fmla="*/ 7038754 h 8899451"/>
                <a:gd name="connsiteX92" fmla="*/ 521778 w 4944922"/>
                <a:gd name="connsiteY92" fmla="*/ 8027581 h 8899451"/>
                <a:gd name="connsiteX93" fmla="*/ 564308 w 4944922"/>
                <a:gd name="connsiteY93" fmla="*/ 8899451 h 8899451"/>
                <a:gd name="connsiteX94" fmla="*/ 628104 w 4944922"/>
                <a:gd name="connsiteY94" fmla="*/ 8888819 h 8899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4944922" h="8899451">
                  <a:moveTo>
                    <a:pt x="213434" y="0"/>
                  </a:moveTo>
                  <a:cubicBezTo>
                    <a:pt x="201628" y="70834"/>
                    <a:pt x="193171" y="129652"/>
                    <a:pt x="170904" y="202019"/>
                  </a:cubicBezTo>
                  <a:cubicBezTo>
                    <a:pt x="156387" y="249201"/>
                    <a:pt x="132114" y="293016"/>
                    <a:pt x="117741" y="340242"/>
                  </a:cubicBezTo>
                  <a:cubicBezTo>
                    <a:pt x="107217" y="374820"/>
                    <a:pt x="104317" y="411285"/>
                    <a:pt x="96476" y="446568"/>
                  </a:cubicBezTo>
                  <a:cubicBezTo>
                    <a:pt x="90136" y="475098"/>
                    <a:pt x="82299" y="503275"/>
                    <a:pt x="75210" y="531628"/>
                  </a:cubicBezTo>
                  <a:cubicBezTo>
                    <a:pt x="68122" y="598968"/>
                    <a:pt x="64353" y="666740"/>
                    <a:pt x="53945" y="733647"/>
                  </a:cubicBezTo>
                  <a:cubicBezTo>
                    <a:pt x="39522" y="826369"/>
                    <a:pt x="2537" y="916272"/>
                    <a:pt x="783" y="1010093"/>
                  </a:cubicBezTo>
                  <a:cubicBezTo>
                    <a:pt x="-4586" y="1297319"/>
                    <a:pt x="18907" y="1584385"/>
                    <a:pt x="32680" y="1871330"/>
                  </a:cubicBezTo>
                  <a:cubicBezTo>
                    <a:pt x="54710" y="2330289"/>
                    <a:pt x="7891" y="2197445"/>
                    <a:pt x="85843" y="2392326"/>
                  </a:cubicBezTo>
                  <a:cubicBezTo>
                    <a:pt x="92931" y="2434856"/>
                    <a:pt x="65774" y="2507645"/>
                    <a:pt x="107108" y="2519916"/>
                  </a:cubicBezTo>
                  <a:cubicBezTo>
                    <a:pt x="319099" y="2582851"/>
                    <a:pt x="766327" y="2594344"/>
                    <a:pt x="766327" y="2594344"/>
                  </a:cubicBezTo>
                  <a:lnTo>
                    <a:pt x="3350038" y="2551814"/>
                  </a:lnTo>
                  <a:cubicBezTo>
                    <a:pt x="3839341" y="2551814"/>
                    <a:pt x="4328477" y="2573393"/>
                    <a:pt x="4817331" y="2594344"/>
                  </a:cubicBezTo>
                  <a:cubicBezTo>
                    <a:pt x="4827346" y="2594773"/>
                    <a:pt x="4830256" y="2610048"/>
                    <a:pt x="4838597" y="2615609"/>
                  </a:cubicBezTo>
                  <a:cubicBezTo>
                    <a:pt x="4851785" y="2624401"/>
                    <a:pt x="4866950" y="2629786"/>
                    <a:pt x="4881127" y="2636875"/>
                  </a:cubicBezTo>
                  <a:cubicBezTo>
                    <a:pt x="4888215" y="2658140"/>
                    <a:pt x="4894732" y="2679604"/>
                    <a:pt x="4902392" y="2700670"/>
                  </a:cubicBezTo>
                  <a:cubicBezTo>
                    <a:pt x="4908915" y="2718607"/>
                    <a:pt x="4918739" y="2735391"/>
                    <a:pt x="4923657" y="2753833"/>
                  </a:cubicBezTo>
                  <a:cubicBezTo>
                    <a:pt x="4932970" y="2788756"/>
                    <a:pt x="4937834" y="2824716"/>
                    <a:pt x="4944922" y="2860158"/>
                  </a:cubicBezTo>
                  <a:cubicBezTo>
                    <a:pt x="4941378" y="3030279"/>
                    <a:pt x="4943558" y="3200616"/>
                    <a:pt x="4934290" y="3370521"/>
                  </a:cubicBezTo>
                  <a:cubicBezTo>
                    <a:pt x="4932885" y="3396285"/>
                    <a:pt x="4921842" y="3420700"/>
                    <a:pt x="4913024" y="3444949"/>
                  </a:cubicBezTo>
                  <a:cubicBezTo>
                    <a:pt x="4900304" y="3479927"/>
                    <a:pt x="4874894" y="3514977"/>
                    <a:pt x="4849229" y="3540642"/>
                  </a:cubicBezTo>
                  <a:cubicBezTo>
                    <a:pt x="4840193" y="3549678"/>
                    <a:pt x="4827964" y="3554819"/>
                    <a:pt x="4817331" y="3561907"/>
                  </a:cubicBezTo>
                  <a:cubicBezTo>
                    <a:pt x="4759629" y="3677311"/>
                    <a:pt x="4849578" y="3514997"/>
                    <a:pt x="4732271" y="3646968"/>
                  </a:cubicBezTo>
                  <a:cubicBezTo>
                    <a:pt x="4648000" y="3741773"/>
                    <a:pt x="4816729" y="3676636"/>
                    <a:pt x="4615313" y="3721395"/>
                  </a:cubicBezTo>
                  <a:cubicBezTo>
                    <a:pt x="4604680" y="3739116"/>
                    <a:pt x="4600850" y="3763463"/>
                    <a:pt x="4583415" y="3774558"/>
                  </a:cubicBezTo>
                  <a:cubicBezTo>
                    <a:pt x="4558758" y="3790249"/>
                    <a:pt x="4526456" y="3787794"/>
                    <a:pt x="4498355" y="3795823"/>
                  </a:cubicBezTo>
                  <a:cubicBezTo>
                    <a:pt x="4476802" y="3801981"/>
                    <a:pt x="4455824" y="3810000"/>
                    <a:pt x="4434559" y="3817088"/>
                  </a:cubicBezTo>
                  <a:cubicBezTo>
                    <a:pt x="4413294" y="3834809"/>
                    <a:pt x="4396682" y="3860532"/>
                    <a:pt x="4370764" y="3870251"/>
                  </a:cubicBezTo>
                  <a:cubicBezTo>
                    <a:pt x="4309573" y="3893197"/>
                    <a:pt x="4179378" y="3912781"/>
                    <a:pt x="4179378" y="3912781"/>
                  </a:cubicBezTo>
                  <a:cubicBezTo>
                    <a:pt x="4119673" y="3942634"/>
                    <a:pt x="4010890" y="4005796"/>
                    <a:pt x="3934829" y="4019107"/>
                  </a:cubicBezTo>
                  <a:cubicBezTo>
                    <a:pt x="3825707" y="4038203"/>
                    <a:pt x="3605220" y="4061637"/>
                    <a:pt x="3605220" y="4061637"/>
                  </a:cubicBezTo>
                  <a:cubicBezTo>
                    <a:pt x="3410306" y="4169923"/>
                    <a:pt x="3621756" y="4067358"/>
                    <a:pt x="3360671" y="4136065"/>
                  </a:cubicBezTo>
                  <a:cubicBezTo>
                    <a:pt x="3340685" y="4141324"/>
                    <a:pt x="3327114" y="4161428"/>
                    <a:pt x="3307508" y="4167963"/>
                  </a:cubicBezTo>
                  <a:cubicBezTo>
                    <a:pt x="3273219" y="4179393"/>
                    <a:pt x="3236625" y="4182140"/>
                    <a:pt x="3201183" y="4189228"/>
                  </a:cubicBezTo>
                  <a:cubicBezTo>
                    <a:pt x="3150263" y="4212374"/>
                    <a:pt x="3086811" y="4243384"/>
                    <a:pt x="3031062" y="4263656"/>
                  </a:cubicBezTo>
                  <a:cubicBezTo>
                    <a:pt x="3009996" y="4271316"/>
                    <a:pt x="2988531" y="4277833"/>
                    <a:pt x="2967266" y="4284921"/>
                  </a:cubicBezTo>
                  <a:cubicBezTo>
                    <a:pt x="2943443" y="4301937"/>
                    <a:pt x="2887094" y="4348030"/>
                    <a:pt x="2850308" y="4359349"/>
                  </a:cubicBezTo>
                  <a:cubicBezTo>
                    <a:pt x="2819077" y="4368958"/>
                    <a:pt x="2786422" y="4373130"/>
                    <a:pt x="2754615" y="4380614"/>
                  </a:cubicBezTo>
                  <a:cubicBezTo>
                    <a:pt x="2726166" y="4387308"/>
                    <a:pt x="2697908" y="4394791"/>
                    <a:pt x="2669555" y="4401879"/>
                  </a:cubicBezTo>
                  <a:lnTo>
                    <a:pt x="2573862" y="4455042"/>
                  </a:lnTo>
                  <a:cubicBezTo>
                    <a:pt x="2559906" y="4462557"/>
                    <a:pt x="2546760" y="4472677"/>
                    <a:pt x="2531331" y="4476307"/>
                  </a:cubicBezTo>
                  <a:cubicBezTo>
                    <a:pt x="2485954" y="4486984"/>
                    <a:pt x="2438819" y="4488430"/>
                    <a:pt x="2393108" y="4497572"/>
                  </a:cubicBezTo>
                  <a:cubicBezTo>
                    <a:pt x="2367807" y="4502632"/>
                    <a:pt x="2343489" y="4511749"/>
                    <a:pt x="2318680" y="4518837"/>
                  </a:cubicBezTo>
                  <a:cubicBezTo>
                    <a:pt x="2290327" y="4536558"/>
                    <a:pt x="2265718" y="4562638"/>
                    <a:pt x="2233620" y="4572000"/>
                  </a:cubicBezTo>
                  <a:cubicBezTo>
                    <a:pt x="2178758" y="4588002"/>
                    <a:pt x="2119726" y="4583042"/>
                    <a:pt x="2063499" y="4593265"/>
                  </a:cubicBezTo>
                  <a:cubicBezTo>
                    <a:pt x="2041445" y="4597275"/>
                    <a:pt x="2020969" y="4607442"/>
                    <a:pt x="1999704" y="4614530"/>
                  </a:cubicBezTo>
                  <a:cubicBezTo>
                    <a:pt x="1850342" y="4721218"/>
                    <a:pt x="2000239" y="4626712"/>
                    <a:pt x="1850848" y="4688958"/>
                  </a:cubicBezTo>
                  <a:cubicBezTo>
                    <a:pt x="1831772" y="4696907"/>
                    <a:pt x="1816499" y="4712304"/>
                    <a:pt x="1797685" y="4720856"/>
                  </a:cubicBezTo>
                  <a:cubicBezTo>
                    <a:pt x="1777279" y="4730132"/>
                    <a:pt x="1755155" y="4735033"/>
                    <a:pt x="1733890" y="4742121"/>
                  </a:cubicBezTo>
                  <a:cubicBezTo>
                    <a:pt x="1719713" y="4756298"/>
                    <a:pt x="1707398" y="4772622"/>
                    <a:pt x="1691359" y="4784651"/>
                  </a:cubicBezTo>
                  <a:cubicBezTo>
                    <a:pt x="1678679" y="4794161"/>
                    <a:pt x="1660929" y="4795678"/>
                    <a:pt x="1648829" y="4805916"/>
                  </a:cubicBezTo>
                  <a:cubicBezTo>
                    <a:pt x="1614393" y="4835055"/>
                    <a:pt x="1585034" y="4869711"/>
                    <a:pt x="1553136" y="4901609"/>
                  </a:cubicBezTo>
                  <a:cubicBezTo>
                    <a:pt x="1546048" y="4908698"/>
                    <a:pt x="1540837" y="4918392"/>
                    <a:pt x="1531871" y="4922875"/>
                  </a:cubicBezTo>
                  <a:lnTo>
                    <a:pt x="1446810" y="4965405"/>
                  </a:lnTo>
                  <a:cubicBezTo>
                    <a:pt x="1366096" y="5153742"/>
                    <a:pt x="1464055" y="4969427"/>
                    <a:pt x="1372383" y="5061098"/>
                  </a:cubicBezTo>
                  <a:cubicBezTo>
                    <a:pt x="1361175" y="5072306"/>
                    <a:pt x="1357554" y="5089144"/>
                    <a:pt x="1351117" y="5103628"/>
                  </a:cubicBezTo>
                  <a:cubicBezTo>
                    <a:pt x="1343365" y="5121069"/>
                    <a:pt x="1336375" y="5138854"/>
                    <a:pt x="1329852" y="5156791"/>
                  </a:cubicBezTo>
                  <a:cubicBezTo>
                    <a:pt x="1322192" y="5177857"/>
                    <a:pt x="1320120" y="5201365"/>
                    <a:pt x="1308587" y="5220586"/>
                  </a:cubicBezTo>
                  <a:cubicBezTo>
                    <a:pt x="1298272" y="5237778"/>
                    <a:pt x="1280234" y="5248939"/>
                    <a:pt x="1266057" y="5263116"/>
                  </a:cubicBezTo>
                  <a:cubicBezTo>
                    <a:pt x="1276690" y="5284381"/>
                    <a:pt x="1286409" y="5306129"/>
                    <a:pt x="1297955" y="5326912"/>
                  </a:cubicBezTo>
                  <a:cubicBezTo>
                    <a:pt x="1304161" y="5338082"/>
                    <a:pt x="1307097" y="5354768"/>
                    <a:pt x="1319220" y="5358809"/>
                  </a:cubicBezTo>
                  <a:cubicBezTo>
                    <a:pt x="1363444" y="5373550"/>
                    <a:pt x="1411369" y="5372986"/>
                    <a:pt x="1457443" y="5380075"/>
                  </a:cubicBezTo>
                  <a:lnTo>
                    <a:pt x="2520699" y="5369442"/>
                  </a:lnTo>
                  <a:cubicBezTo>
                    <a:pt x="2882472" y="5359393"/>
                    <a:pt x="2972804" y="5339713"/>
                    <a:pt x="3296876" y="5295014"/>
                  </a:cubicBezTo>
                  <a:lnTo>
                    <a:pt x="4253806" y="5326912"/>
                  </a:lnTo>
                  <a:cubicBezTo>
                    <a:pt x="4276191" y="5328078"/>
                    <a:pt x="4299669" y="5334728"/>
                    <a:pt x="4317601" y="5348177"/>
                  </a:cubicBezTo>
                  <a:cubicBezTo>
                    <a:pt x="4484552" y="5473390"/>
                    <a:pt x="4298061" y="5389270"/>
                    <a:pt x="4434559" y="5443870"/>
                  </a:cubicBezTo>
                  <a:cubicBezTo>
                    <a:pt x="4539592" y="5548901"/>
                    <a:pt x="4422992" y="5421134"/>
                    <a:pt x="4498355" y="5539563"/>
                  </a:cubicBezTo>
                  <a:cubicBezTo>
                    <a:pt x="4513216" y="5562916"/>
                    <a:pt x="4533796" y="5582093"/>
                    <a:pt x="4551517" y="5603358"/>
                  </a:cubicBezTo>
                  <a:cubicBezTo>
                    <a:pt x="4570484" y="5745608"/>
                    <a:pt x="4592209" y="5835834"/>
                    <a:pt x="4562150" y="5986130"/>
                  </a:cubicBezTo>
                  <a:cubicBezTo>
                    <a:pt x="4558218" y="6005790"/>
                    <a:pt x="4533797" y="6014484"/>
                    <a:pt x="4519620" y="6028661"/>
                  </a:cubicBezTo>
                  <a:cubicBezTo>
                    <a:pt x="4512532" y="6053470"/>
                    <a:pt x="4508834" y="6079510"/>
                    <a:pt x="4498355" y="6103088"/>
                  </a:cubicBezTo>
                  <a:cubicBezTo>
                    <a:pt x="4494284" y="6112249"/>
                    <a:pt x="4483438" y="6116595"/>
                    <a:pt x="4477090" y="6124354"/>
                  </a:cubicBezTo>
                  <a:cubicBezTo>
                    <a:pt x="4385534" y="6236257"/>
                    <a:pt x="4441707" y="6200525"/>
                    <a:pt x="4360131" y="6241312"/>
                  </a:cubicBezTo>
                  <a:cubicBezTo>
                    <a:pt x="4353043" y="6255489"/>
                    <a:pt x="4350900" y="6273527"/>
                    <a:pt x="4338866" y="6283842"/>
                  </a:cubicBezTo>
                  <a:cubicBezTo>
                    <a:pt x="4324375" y="6296263"/>
                    <a:pt x="4302275" y="6295638"/>
                    <a:pt x="4285704" y="6305107"/>
                  </a:cubicBezTo>
                  <a:cubicBezTo>
                    <a:pt x="4277000" y="6310081"/>
                    <a:pt x="4272779" y="6320811"/>
                    <a:pt x="4264438" y="6326372"/>
                  </a:cubicBezTo>
                  <a:cubicBezTo>
                    <a:pt x="4251250" y="6335164"/>
                    <a:pt x="4235280" y="6339128"/>
                    <a:pt x="4221908" y="6347637"/>
                  </a:cubicBezTo>
                  <a:cubicBezTo>
                    <a:pt x="4196186" y="6364005"/>
                    <a:pt x="4174381" y="6386452"/>
                    <a:pt x="4147480" y="6400800"/>
                  </a:cubicBezTo>
                  <a:cubicBezTo>
                    <a:pt x="4062105" y="6446334"/>
                    <a:pt x="4035254" y="6429861"/>
                    <a:pt x="3934829" y="6453963"/>
                  </a:cubicBezTo>
                  <a:cubicBezTo>
                    <a:pt x="3566959" y="6542251"/>
                    <a:pt x="4080676" y="6508936"/>
                    <a:pt x="3286243" y="6528391"/>
                  </a:cubicBezTo>
                  <a:lnTo>
                    <a:pt x="1191629" y="6560288"/>
                  </a:lnTo>
                  <a:cubicBezTo>
                    <a:pt x="1120745" y="6567377"/>
                    <a:pt x="1048088" y="6564276"/>
                    <a:pt x="978978" y="6581554"/>
                  </a:cubicBezTo>
                  <a:cubicBezTo>
                    <a:pt x="959528" y="6586417"/>
                    <a:pt x="952274" y="6611775"/>
                    <a:pt x="936448" y="6624084"/>
                  </a:cubicBezTo>
                  <a:cubicBezTo>
                    <a:pt x="920135" y="6636772"/>
                    <a:pt x="901006" y="6645349"/>
                    <a:pt x="883285" y="6655981"/>
                  </a:cubicBezTo>
                  <a:cubicBezTo>
                    <a:pt x="872652" y="6673702"/>
                    <a:pt x="860629" y="6690660"/>
                    <a:pt x="851387" y="6709144"/>
                  </a:cubicBezTo>
                  <a:cubicBezTo>
                    <a:pt x="842851" y="6726215"/>
                    <a:pt x="843618" y="6748811"/>
                    <a:pt x="830122" y="6762307"/>
                  </a:cubicBezTo>
                  <a:cubicBezTo>
                    <a:pt x="803014" y="6789415"/>
                    <a:pt x="764573" y="6802417"/>
                    <a:pt x="734429" y="6826102"/>
                  </a:cubicBezTo>
                  <a:cubicBezTo>
                    <a:pt x="714723" y="6841585"/>
                    <a:pt x="698987" y="6861544"/>
                    <a:pt x="681266" y="6879265"/>
                  </a:cubicBezTo>
                  <a:cubicBezTo>
                    <a:pt x="667089" y="6911163"/>
                    <a:pt x="653364" y="6943265"/>
                    <a:pt x="638736" y="6974958"/>
                  </a:cubicBezTo>
                  <a:cubicBezTo>
                    <a:pt x="632094" y="6989349"/>
                    <a:pt x="626263" y="7004300"/>
                    <a:pt x="617471" y="7017488"/>
                  </a:cubicBezTo>
                  <a:cubicBezTo>
                    <a:pt x="611910" y="7025829"/>
                    <a:pt x="603294" y="7031665"/>
                    <a:pt x="596206" y="7038754"/>
                  </a:cubicBezTo>
                  <a:cubicBezTo>
                    <a:pt x="555668" y="7383326"/>
                    <a:pt x="524339" y="7622941"/>
                    <a:pt x="521778" y="8027581"/>
                  </a:cubicBezTo>
                  <a:cubicBezTo>
                    <a:pt x="519936" y="8318544"/>
                    <a:pt x="550131" y="8608828"/>
                    <a:pt x="564308" y="8899451"/>
                  </a:cubicBezTo>
                  <a:cubicBezTo>
                    <a:pt x="613715" y="8887100"/>
                    <a:pt x="592225" y="8888819"/>
                    <a:pt x="628104" y="8888819"/>
                  </a:cubicBezTo>
                </a:path>
              </a:pathLst>
            </a:custGeom>
            <a:ln w="38100">
              <a:solidFill>
                <a:schemeClr val="accent3"/>
              </a:solidFill>
              <a:headEnd type="none" w="med" len="med"/>
              <a:tailEnd type="arrow" w="med" len="med"/>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91439" tIns="45719" rIns="91439" bIns="45719" numCol="1" spcCol="38100" rtlCol="0" fromWordArt="0" anchor="t" anchorCtr="0" forceAA="0" compatLnSpc="1">
              <a:noAutofit/>
            </a:bodyPr>
            <a:lstStyle/>
            <a:p>
              <a:pPr algn="l" defTabSz="914400" latinLnBrk="1"/>
              <a:endParaRPr lang="zh-CN" altLang="en-US" sz="1800" b="0">
                <a:solidFill>
                  <a:srgbClr val="000000"/>
                </a:solidFill>
              </a:endParaRPr>
            </a:p>
          </p:txBody>
        </p:sp>
        <p:sp>
          <p:nvSpPr>
            <p:cNvPr id="20" name="Freeform: Shape 19"/>
            <p:cNvSpPr/>
            <p:nvPr/>
          </p:nvSpPr>
          <p:spPr>
            <a:xfrm>
              <a:off x="14898633" y="3594997"/>
              <a:ext cx="3485350" cy="8016949"/>
            </a:xfrm>
            <a:custGeom>
              <a:avLst/>
              <a:gdLst>
                <a:gd name="connsiteX0" fmla="*/ 51034 w 3485350"/>
                <a:gd name="connsiteY0" fmla="*/ 0 h 8016949"/>
                <a:gd name="connsiteX1" fmla="*/ 61666 w 3485350"/>
                <a:gd name="connsiteY1" fmla="*/ 701749 h 8016949"/>
                <a:gd name="connsiteX2" fmla="*/ 93564 w 3485350"/>
                <a:gd name="connsiteY2" fmla="*/ 935665 h 8016949"/>
                <a:gd name="connsiteX3" fmla="*/ 51034 w 3485350"/>
                <a:gd name="connsiteY3" fmla="*/ 1775637 h 8016949"/>
                <a:gd name="connsiteX4" fmla="*/ 61666 w 3485350"/>
                <a:gd name="connsiteY4" fmla="*/ 2190307 h 8016949"/>
                <a:gd name="connsiteX5" fmla="*/ 136094 w 3485350"/>
                <a:gd name="connsiteY5" fmla="*/ 4550735 h 8016949"/>
                <a:gd name="connsiteX6" fmla="*/ 178624 w 3485350"/>
                <a:gd name="connsiteY6" fmla="*/ 4997302 h 8016949"/>
                <a:gd name="connsiteX7" fmla="*/ 199889 w 3485350"/>
                <a:gd name="connsiteY7" fmla="*/ 5071730 h 8016949"/>
                <a:gd name="connsiteX8" fmla="*/ 295582 w 3485350"/>
                <a:gd name="connsiteY8" fmla="*/ 5092995 h 8016949"/>
                <a:gd name="connsiteX9" fmla="*/ 508234 w 3485350"/>
                <a:gd name="connsiteY9" fmla="*/ 5156791 h 8016949"/>
                <a:gd name="connsiteX10" fmla="*/ 1986159 w 3485350"/>
                <a:gd name="connsiteY10" fmla="*/ 5103628 h 8016949"/>
                <a:gd name="connsiteX11" fmla="*/ 2751703 w 3485350"/>
                <a:gd name="connsiteY11" fmla="*/ 5146158 h 8016949"/>
                <a:gd name="connsiteX12" fmla="*/ 2858029 w 3485350"/>
                <a:gd name="connsiteY12" fmla="*/ 5167423 h 8016949"/>
                <a:gd name="connsiteX13" fmla="*/ 3070680 w 3485350"/>
                <a:gd name="connsiteY13" fmla="*/ 5199321 h 8016949"/>
                <a:gd name="connsiteX14" fmla="*/ 3283331 w 3485350"/>
                <a:gd name="connsiteY14" fmla="*/ 5295014 h 8016949"/>
                <a:gd name="connsiteX15" fmla="*/ 3347127 w 3485350"/>
                <a:gd name="connsiteY15" fmla="*/ 5316279 h 8016949"/>
                <a:gd name="connsiteX16" fmla="*/ 3389657 w 3485350"/>
                <a:gd name="connsiteY16" fmla="*/ 5380074 h 8016949"/>
                <a:gd name="connsiteX17" fmla="*/ 3432187 w 3485350"/>
                <a:gd name="connsiteY17" fmla="*/ 5401340 h 8016949"/>
                <a:gd name="connsiteX18" fmla="*/ 3485350 w 3485350"/>
                <a:gd name="connsiteY18" fmla="*/ 5433237 h 8016949"/>
                <a:gd name="connsiteX19" fmla="*/ 3453452 w 3485350"/>
                <a:gd name="connsiteY19" fmla="*/ 5869172 h 8016949"/>
                <a:gd name="connsiteX20" fmla="*/ 3325862 w 3485350"/>
                <a:gd name="connsiteY20" fmla="*/ 5922335 h 8016949"/>
                <a:gd name="connsiteX21" fmla="*/ 3028150 w 3485350"/>
                <a:gd name="connsiteY21" fmla="*/ 5996763 h 8016949"/>
                <a:gd name="connsiteX22" fmla="*/ 1688448 w 3485350"/>
                <a:gd name="connsiteY22" fmla="*/ 6071191 h 8016949"/>
                <a:gd name="connsiteX23" fmla="*/ 1433266 w 3485350"/>
                <a:gd name="connsiteY23" fmla="*/ 6103088 h 8016949"/>
                <a:gd name="connsiteX24" fmla="*/ 912271 w 3485350"/>
                <a:gd name="connsiteY24" fmla="*/ 6198781 h 8016949"/>
                <a:gd name="connsiteX25" fmla="*/ 348745 w 3485350"/>
                <a:gd name="connsiteY25" fmla="*/ 6262577 h 8016949"/>
                <a:gd name="connsiteX26" fmla="*/ 284950 w 3485350"/>
                <a:gd name="connsiteY26" fmla="*/ 6283842 h 8016949"/>
                <a:gd name="connsiteX27" fmla="*/ 263685 w 3485350"/>
                <a:gd name="connsiteY27" fmla="*/ 6326372 h 8016949"/>
                <a:gd name="connsiteX28" fmla="*/ 231787 w 3485350"/>
                <a:gd name="connsiteY28" fmla="*/ 6422065 h 8016949"/>
                <a:gd name="connsiteX29" fmla="*/ 189257 w 3485350"/>
                <a:gd name="connsiteY29" fmla="*/ 6475228 h 8016949"/>
                <a:gd name="connsiteX30" fmla="*/ 167992 w 3485350"/>
                <a:gd name="connsiteY30" fmla="*/ 6539023 h 8016949"/>
                <a:gd name="connsiteX31" fmla="*/ 146727 w 3485350"/>
                <a:gd name="connsiteY31" fmla="*/ 6581554 h 8016949"/>
                <a:gd name="connsiteX32" fmla="*/ 125462 w 3485350"/>
                <a:gd name="connsiteY32" fmla="*/ 6677247 h 8016949"/>
                <a:gd name="connsiteX33" fmla="*/ 72299 w 3485350"/>
                <a:gd name="connsiteY33" fmla="*/ 6858000 h 8016949"/>
                <a:gd name="connsiteX34" fmla="*/ 104196 w 3485350"/>
                <a:gd name="connsiteY34" fmla="*/ 8016949 h 801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5350" h="8016949">
                  <a:moveTo>
                    <a:pt x="51034" y="0"/>
                  </a:moveTo>
                  <a:cubicBezTo>
                    <a:pt x="54578" y="233916"/>
                    <a:pt x="51043" y="468047"/>
                    <a:pt x="61666" y="701749"/>
                  </a:cubicBezTo>
                  <a:cubicBezTo>
                    <a:pt x="65239" y="780361"/>
                    <a:pt x="91494" y="856999"/>
                    <a:pt x="93564" y="935665"/>
                  </a:cubicBezTo>
                  <a:cubicBezTo>
                    <a:pt x="105672" y="1395767"/>
                    <a:pt x="94365" y="1414538"/>
                    <a:pt x="51034" y="1775637"/>
                  </a:cubicBezTo>
                  <a:cubicBezTo>
                    <a:pt x="54578" y="1913860"/>
                    <a:pt x="59445" y="2052056"/>
                    <a:pt x="61666" y="2190307"/>
                  </a:cubicBezTo>
                  <a:cubicBezTo>
                    <a:pt x="98460" y="4480737"/>
                    <a:pt x="-142076" y="3716217"/>
                    <a:pt x="136094" y="4550735"/>
                  </a:cubicBezTo>
                  <a:cubicBezTo>
                    <a:pt x="146903" y="4702056"/>
                    <a:pt x="150356" y="4848894"/>
                    <a:pt x="178624" y="4997302"/>
                  </a:cubicBezTo>
                  <a:cubicBezTo>
                    <a:pt x="183452" y="5022648"/>
                    <a:pt x="179919" y="5055391"/>
                    <a:pt x="199889" y="5071730"/>
                  </a:cubicBezTo>
                  <a:cubicBezTo>
                    <a:pt x="225179" y="5092422"/>
                    <a:pt x="264083" y="5084306"/>
                    <a:pt x="295582" y="5092995"/>
                  </a:cubicBezTo>
                  <a:cubicBezTo>
                    <a:pt x="366922" y="5112675"/>
                    <a:pt x="437350" y="5135526"/>
                    <a:pt x="508234" y="5156791"/>
                  </a:cubicBezTo>
                  <a:cubicBezTo>
                    <a:pt x="1000876" y="5139070"/>
                    <a:pt x="1493204" y="5105964"/>
                    <a:pt x="1986159" y="5103628"/>
                  </a:cubicBezTo>
                  <a:cubicBezTo>
                    <a:pt x="2241731" y="5102417"/>
                    <a:pt x="2496810" y="5127507"/>
                    <a:pt x="2751703" y="5146158"/>
                  </a:cubicBezTo>
                  <a:cubicBezTo>
                    <a:pt x="2787751" y="5148796"/>
                    <a:pt x="2822377" y="5161481"/>
                    <a:pt x="2858029" y="5167423"/>
                  </a:cubicBezTo>
                  <a:cubicBezTo>
                    <a:pt x="2928730" y="5179207"/>
                    <a:pt x="2999796" y="5188688"/>
                    <a:pt x="3070680" y="5199321"/>
                  </a:cubicBezTo>
                  <a:cubicBezTo>
                    <a:pt x="3139020" y="5233491"/>
                    <a:pt x="3214093" y="5271935"/>
                    <a:pt x="3283331" y="5295014"/>
                  </a:cubicBezTo>
                  <a:lnTo>
                    <a:pt x="3347127" y="5316279"/>
                  </a:lnTo>
                  <a:cubicBezTo>
                    <a:pt x="3361304" y="5337544"/>
                    <a:pt x="3371585" y="5362002"/>
                    <a:pt x="3389657" y="5380074"/>
                  </a:cubicBezTo>
                  <a:cubicBezTo>
                    <a:pt x="3400865" y="5391282"/>
                    <a:pt x="3418331" y="5393642"/>
                    <a:pt x="3432187" y="5401340"/>
                  </a:cubicBezTo>
                  <a:cubicBezTo>
                    <a:pt x="3450252" y="5411376"/>
                    <a:pt x="3467629" y="5422605"/>
                    <a:pt x="3485350" y="5433237"/>
                  </a:cubicBezTo>
                  <a:cubicBezTo>
                    <a:pt x="3474717" y="5578549"/>
                    <a:pt x="3498622" y="5730650"/>
                    <a:pt x="3453452" y="5869172"/>
                  </a:cubicBezTo>
                  <a:cubicBezTo>
                    <a:pt x="3439168" y="5912976"/>
                    <a:pt x="3369252" y="5906838"/>
                    <a:pt x="3325862" y="5922335"/>
                  </a:cubicBezTo>
                  <a:cubicBezTo>
                    <a:pt x="3164105" y="5980106"/>
                    <a:pt x="3178407" y="5971720"/>
                    <a:pt x="3028150" y="5996763"/>
                  </a:cubicBezTo>
                  <a:cubicBezTo>
                    <a:pt x="2565939" y="6253548"/>
                    <a:pt x="3014160" y="6024181"/>
                    <a:pt x="1688448" y="6071191"/>
                  </a:cubicBezTo>
                  <a:cubicBezTo>
                    <a:pt x="1602779" y="6074229"/>
                    <a:pt x="1518237" y="6091759"/>
                    <a:pt x="1433266" y="6103088"/>
                  </a:cubicBezTo>
                  <a:cubicBezTo>
                    <a:pt x="939942" y="6168864"/>
                    <a:pt x="1512398" y="6092876"/>
                    <a:pt x="912271" y="6198781"/>
                  </a:cubicBezTo>
                  <a:cubicBezTo>
                    <a:pt x="772768" y="6223399"/>
                    <a:pt x="475248" y="6249927"/>
                    <a:pt x="348745" y="6262577"/>
                  </a:cubicBezTo>
                  <a:cubicBezTo>
                    <a:pt x="327480" y="6269665"/>
                    <a:pt x="302882" y="6270393"/>
                    <a:pt x="284950" y="6283842"/>
                  </a:cubicBezTo>
                  <a:cubicBezTo>
                    <a:pt x="272270" y="6293352"/>
                    <a:pt x="269375" y="6311578"/>
                    <a:pt x="263685" y="6326372"/>
                  </a:cubicBezTo>
                  <a:cubicBezTo>
                    <a:pt x="251615" y="6357754"/>
                    <a:pt x="246824" y="6391992"/>
                    <a:pt x="231787" y="6422065"/>
                  </a:cubicBezTo>
                  <a:cubicBezTo>
                    <a:pt x="221638" y="6442363"/>
                    <a:pt x="203434" y="6457507"/>
                    <a:pt x="189257" y="6475228"/>
                  </a:cubicBezTo>
                  <a:cubicBezTo>
                    <a:pt x="182169" y="6496493"/>
                    <a:pt x="176317" y="6518211"/>
                    <a:pt x="167992" y="6539023"/>
                  </a:cubicBezTo>
                  <a:cubicBezTo>
                    <a:pt x="162105" y="6553740"/>
                    <a:pt x="151388" y="6566405"/>
                    <a:pt x="146727" y="6581554"/>
                  </a:cubicBezTo>
                  <a:cubicBezTo>
                    <a:pt x="137118" y="6612785"/>
                    <a:pt x="133957" y="6645695"/>
                    <a:pt x="125462" y="6677247"/>
                  </a:cubicBezTo>
                  <a:cubicBezTo>
                    <a:pt x="109135" y="6737891"/>
                    <a:pt x="90020" y="6797749"/>
                    <a:pt x="72299" y="6858000"/>
                  </a:cubicBezTo>
                  <a:cubicBezTo>
                    <a:pt x="109881" y="7747471"/>
                    <a:pt x="104196" y="7361050"/>
                    <a:pt x="104196" y="8016949"/>
                  </a:cubicBezTo>
                </a:path>
              </a:pathLst>
            </a:custGeom>
            <a:ln w="38100">
              <a:solidFill>
                <a:srgbClr val="7030A0"/>
              </a:solidFill>
              <a:headEnd type="none" w="med" len="med"/>
              <a:tailEnd type="arrow" w="med" len="med"/>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91439" tIns="45719" rIns="91439" bIns="45719" numCol="1" spcCol="38100" rtlCol="0" fromWordArt="0" anchor="t" anchorCtr="0" forceAA="0" compatLnSpc="1">
              <a:noAutofit/>
            </a:bodyPr>
            <a:lstStyle/>
            <a:p>
              <a:pPr algn="l" defTabSz="914400" latinLnBrk="1"/>
              <a:endParaRPr lang="zh-CN" altLang="en-US" sz="1800" b="0">
                <a:solidFill>
                  <a:srgbClr val="000000"/>
                </a:solidFill>
              </a:endParaRPr>
            </a:p>
          </p:txBody>
        </p:sp>
      </p:gr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17532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3" fill="hold" display="0">
                  <p:stCondLst>
                    <p:cond delay="indefinite"/>
                  </p:stCondLst>
                  <p:endCondLst>
                    <p:cond evt="onStopAudio" delay="0">
                      <p:tgtEl>
                        <p:sldTgt/>
                      </p:tgtEl>
                    </p:cond>
                  </p:endCondLst>
                </p:cTn>
                <p:tgtEl>
                  <p:spTgt spid="2"/>
                </p:tgtEl>
              </p:cMediaNode>
            </p:audi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
          <p:cNvSpPr txBox="1">
            <a:spLocks noChangeArrowheads="1"/>
          </p:cNvSpPr>
          <p:nvPr/>
        </p:nvSpPr>
        <p:spPr>
          <a:xfrm>
            <a:off x="2747200" y="2959079"/>
            <a:ext cx="7423546" cy="238817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a:t>
            </a:r>
            <a:endParaRPr lang="en-US" altLang="zh-CN" sz="4800" b="1" dirty="0"/>
          </a:p>
          <a:p>
            <a:pPr marL="1270000" lvl="2" indent="0">
              <a:buNone/>
            </a:pPr>
            <a:endParaRPr lang="en-US" altLang="zh-CN" sz="4800" dirty="0">
              <a:solidFill>
                <a:srgbClr val="FF0000"/>
              </a:solidFill>
            </a:endParaRPr>
          </a:p>
          <a:p>
            <a:pPr marL="1270000" lvl="2" indent="0">
              <a:buNone/>
            </a:pPr>
            <a:endParaRPr lang="zh-CN" altLang="en-US" sz="4800" dirty="0"/>
          </a:p>
        </p:txBody>
      </p:sp>
      <p:graphicFrame>
        <p:nvGraphicFramePr>
          <p:cNvPr id="3" name="Table 2"/>
          <p:cNvGraphicFramePr>
            <a:graphicFrameLocks noGrp="1"/>
          </p:cNvGraphicFramePr>
          <p:nvPr/>
        </p:nvGraphicFramePr>
        <p:xfrm>
          <a:off x="2743250" y="4669388"/>
          <a:ext cx="6709964" cy="3200400"/>
        </p:xfrm>
        <a:graphic>
          <a:graphicData uri="http://schemas.openxmlformats.org/drawingml/2006/table">
            <a:tbl>
              <a:tblPr firstRow="1" bandRow="1">
                <a:tableStyleId>{F5AB1C69-6EDB-4FF4-983F-18BD219EF322}</a:tableStyleId>
              </a:tblPr>
              <a:tblGrid>
                <a:gridCol w="1677491"/>
                <a:gridCol w="1677491"/>
                <a:gridCol w="1677491"/>
                <a:gridCol w="1677491"/>
              </a:tblGrid>
              <a:tr h="0">
                <a:tc>
                  <a:txBody>
                    <a:bodyPr/>
                    <a:lstStyle/>
                    <a:p>
                      <a:r>
                        <a:rPr lang="en-US" altLang="zh-CN" sz="3600" dirty="0"/>
                        <a:t>ID</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A</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B</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dirty="0"/>
                        <a:t>X</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dirty="0">
                          <a:solidFill>
                            <a:schemeClr val="accent5"/>
                          </a:solidFill>
                        </a:rPr>
                        <a:t>1</a:t>
                      </a:r>
                      <a:endParaRPr lang="zh-CN" altLang="en-US" sz="3600" b="1" dirty="0">
                        <a:solidFill>
                          <a:schemeClr val="accent5"/>
                        </a:solidFill>
                        <a:latin typeface="Times New Roman" panose="02020603050405020304" pitchFamily="18" charset="0"/>
                        <a:cs typeface="Times New Roman" panose="02020603050405020304" pitchFamily="18" charset="0"/>
                      </a:endParaRPr>
                    </a:p>
                  </a:txBody>
                  <a:tcPr/>
                </a:tc>
                <a:tc>
                  <a:txBody>
                    <a:bodyPr/>
                    <a:lstStyle/>
                    <a:p>
                      <a:r>
                        <a:rPr lang="en-US" altLang="zh-CN" sz="3600" dirty="0">
                          <a:solidFill>
                            <a:schemeClr val="accent5"/>
                          </a:solidFill>
                        </a:rPr>
                        <a:t>0</a:t>
                      </a:r>
                      <a:endParaRPr lang="zh-CN" altLang="en-US" sz="3600" b="1" dirty="0">
                        <a:solidFill>
                          <a:schemeClr val="accent5"/>
                        </a:solidFill>
                        <a:latin typeface="Times New Roman" panose="02020603050405020304" pitchFamily="18" charset="0"/>
                        <a:cs typeface="Times New Roman" panose="02020603050405020304" pitchFamily="18" charset="0"/>
                      </a:endParaRPr>
                    </a:p>
                  </a:txBody>
                  <a:tcPr/>
                </a:tc>
                <a:tc>
                  <a:txBody>
                    <a:bodyPr/>
                    <a:lstStyle/>
                    <a:p>
                      <a:r>
                        <a:rPr lang="en-US" altLang="zh-CN" sz="3600" dirty="0">
                          <a:solidFill>
                            <a:schemeClr val="accent5"/>
                          </a:solidFill>
                        </a:rPr>
                        <a:t>0</a:t>
                      </a:r>
                      <a:endParaRPr lang="zh-CN" altLang="en-US" sz="3600" b="1" dirty="0">
                        <a:solidFill>
                          <a:schemeClr val="accent5"/>
                        </a:solidFill>
                        <a:latin typeface="Times New Roman" panose="02020603050405020304" pitchFamily="18" charset="0"/>
                        <a:cs typeface="Times New Roman" panose="02020603050405020304" pitchFamily="18" charset="0"/>
                      </a:endParaRPr>
                    </a:p>
                  </a:txBody>
                  <a:tcPr/>
                </a:tc>
                <a:tc>
                  <a:txBody>
                    <a:bodyPr/>
                    <a:lstStyle/>
                    <a:p>
                      <a:r>
                        <a:rPr lang="en-US" altLang="zh-CN" sz="3600" dirty="0">
                          <a:solidFill>
                            <a:schemeClr val="accent5"/>
                          </a:solidFill>
                        </a:rPr>
                        <a:t>0</a:t>
                      </a:r>
                      <a:endParaRPr lang="zh-CN" altLang="en-US" sz="3600" b="1" dirty="0">
                        <a:solidFill>
                          <a:schemeClr val="accent5"/>
                        </a:solidFill>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solidFill>
                            <a:schemeClr val="accent6">
                              <a:lumMod val="75000"/>
                            </a:schemeClr>
                          </a:solidFill>
                          <a:latin typeface="Times New Roman" panose="02020603050405020304" pitchFamily="18" charset="0"/>
                          <a:cs typeface="Times New Roman" panose="02020603050405020304" pitchFamily="18" charset="0"/>
                        </a:rPr>
                        <a:t>2</a:t>
                      </a:r>
                      <a:endParaRPr lang="zh-CN" altLang="en-US" sz="3600" b="1" dirty="0">
                        <a:solidFill>
                          <a:schemeClr val="accent6">
                            <a:lumMod val="75000"/>
                          </a:schemeClr>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6">
                              <a:lumMod val="75000"/>
                            </a:schemeClr>
                          </a:solidFill>
                          <a:latin typeface="Times New Roman" panose="02020603050405020304" pitchFamily="18" charset="0"/>
                          <a:cs typeface="Times New Roman" panose="02020603050405020304" pitchFamily="18" charset="0"/>
                        </a:rPr>
                        <a:t>3</a:t>
                      </a:r>
                      <a:endParaRPr lang="zh-CN" altLang="en-US" sz="3600" b="1" dirty="0">
                        <a:solidFill>
                          <a:schemeClr val="accent6">
                            <a:lumMod val="75000"/>
                          </a:schemeClr>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6">
                              <a:lumMod val="75000"/>
                            </a:schemeClr>
                          </a:solidFill>
                          <a:latin typeface="Times New Roman" panose="02020603050405020304" pitchFamily="18" charset="0"/>
                          <a:cs typeface="Times New Roman" panose="02020603050405020304" pitchFamily="18" charset="0"/>
                        </a:rPr>
                        <a:t>0</a:t>
                      </a:r>
                      <a:endParaRPr lang="zh-CN" altLang="en-US" sz="3600" b="1" dirty="0">
                        <a:solidFill>
                          <a:schemeClr val="accent6">
                            <a:lumMod val="75000"/>
                          </a:schemeClr>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6">
                              <a:lumMod val="75000"/>
                            </a:schemeClr>
                          </a:solidFill>
                          <a:latin typeface="Times New Roman" panose="02020603050405020304" pitchFamily="18" charset="0"/>
                          <a:cs typeface="Times New Roman" panose="02020603050405020304" pitchFamily="18" charset="0"/>
                        </a:rPr>
                        <a:t>1</a:t>
                      </a:r>
                      <a:endParaRPr lang="zh-CN" altLang="en-US" sz="3600" b="1" dirty="0">
                        <a:solidFill>
                          <a:schemeClr val="accent6">
                            <a:lumMod val="75000"/>
                          </a:schemeClr>
                        </a:solidFill>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solidFill>
                            <a:srgbClr val="7030A0"/>
                          </a:solidFill>
                          <a:latin typeface="Times New Roman" panose="02020603050405020304" pitchFamily="18" charset="0"/>
                          <a:cs typeface="Times New Roman" panose="02020603050405020304" pitchFamily="18" charset="0"/>
                        </a:rPr>
                        <a:t>3</a:t>
                      </a:r>
                      <a:endParaRPr lang="zh-CN" altLang="en-US" sz="3600" b="1" dirty="0">
                        <a:solidFill>
                          <a:srgbClr val="7030A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7030A0"/>
                          </a:solidFill>
                          <a:latin typeface="Times New Roman" panose="02020603050405020304" pitchFamily="18" charset="0"/>
                          <a:cs typeface="Times New Roman" panose="02020603050405020304" pitchFamily="18" charset="0"/>
                        </a:rPr>
                        <a:t>2</a:t>
                      </a:r>
                      <a:endParaRPr lang="zh-CN" altLang="en-US" sz="3600" b="1" dirty="0">
                        <a:solidFill>
                          <a:srgbClr val="7030A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7030A0"/>
                          </a:solidFill>
                          <a:latin typeface="Times New Roman" panose="02020603050405020304" pitchFamily="18" charset="0"/>
                          <a:cs typeface="Times New Roman" panose="02020603050405020304" pitchFamily="18" charset="0"/>
                        </a:rPr>
                        <a:t>1</a:t>
                      </a:r>
                      <a:endParaRPr lang="zh-CN" altLang="en-US" sz="3600" b="1" dirty="0">
                        <a:solidFill>
                          <a:srgbClr val="7030A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7030A0"/>
                          </a:solidFill>
                          <a:latin typeface="Times New Roman" panose="02020603050405020304" pitchFamily="18" charset="0"/>
                          <a:cs typeface="Times New Roman" panose="02020603050405020304" pitchFamily="18" charset="0"/>
                        </a:rPr>
                        <a:t>2</a:t>
                      </a:r>
                      <a:endParaRPr lang="zh-CN" altLang="en-US" sz="3600" b="1" dirty="0">
                        <a:solidFill>
                          <a:srgbClr val="7030A0"/>
                        </a:solidFill>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solidFill>
                            <a:srgbClr val="00B050"/>
                          </a:solidFill>
                          <a:latin typeface="Times New Roman" panose="02020603050405020304" pitchFamily="18" charset="0"/>
                          <a:cs typeface="Times New Roman" panose="02020603050405020304" pitchFamily="18" charset="0"/>
                        </a:rPr>
                        <a:t>4</a:t>
                      </a:r>
                      <a:endParaRPr lang="zh-CN" altLang="en-US" sz="3600" b="1" dirty="0">
                        <a:solidFill>
                          <a:srgbClr val="00B05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00B050"/>
                          </a:solidFill>
                          <a:latin typeface="Times New Roman" panose="02020603050405020304" pitchFamily="18" charset="0"/>
                          <a:cs typeface="Times New Roman" panose="02020603050405020304" pitchFamily="18" charset="0"/>
                        </a:rPr>
                        <a:t>2</a:t>
                      </a:r>
                      <a:endParaRPr lang="zh-CN" altLang="en-US" sz="3600" b="1" dirty="0">
                        <a:solidFill>
                          <a:srgbClr val="00B05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00B050"/>
                          </a:solidFill>
                          <a:latin typeface="Times New Roman" panose="02020603050405020304" pitchFamily="18" charset="0"/>
                          <a:cs typeface="Times New Roman" panose="02020603050405020304" pitchFamily="18" charset="0"/>
                        </a:rPr>
                        <a:t>0</a:t>
                      </a:r>
                      <a:endParaRPr lang="zh-CN" altLang="en-US" sz="3600" b="1" dirty="0">
                        <a:solidFill>
                          <a:srgbClr val="00B05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00B050"/>
                          </a:solidFill>
                          <a:latin typeface="Times New Roman" panose="02020603050405020304" pitchFamily="18" charset="0"/>
                          <a:cs typeface="Times New Roman" panose="02020603050405020304" pitchFamily="18" charset="0"/>
                        </a:rPr>
                        <a:t>6</a:t>
                      </a:r>
                      <a:endParaRPr lang="zh-CN" altLang="en-US" sz="3600" b="1" dirty="0">
                        <a:solidFill>
                          <a:srgbClr val="00B050"/>
                        </a:solidFill>
                        <a:latin typeface="Times New Roman" panose="02020603050405020304" pitchFamily="18" charset="0"/>
                        <a:cs typeface="Times New Roman" panose="02020603050405020304" pitchFamily="18" charset="0"/>
                      </a:endParaRPr>
                    </a:p>
                  </a:txBody>
                  <a:tcPr/>
                </a:tc>
              </a:tr>
            </a:tbl>
          </a:graphicData>
        </a:graphic>
      </p:graphicFrame>
      <p:sp>
        <p:nvSpPr>
          <p:cNvPr id="34"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路径覆盖</a:t>
            </a:r>
            <a:endParaRPr lang="zh-CN" altLang="en-US" dirty="0"/>
          </a:p>
        </p:txBody>
      </p:sp>
      <p:sp>
        <p:nvSpPr>
          <p:cNvPr id="35"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7</a:t>
            </a:r>
            <a:endParaRPr dirty="0"/>
          </a:p>
        </p:txBody>
      </p:sp>
      <p:sp>
        <p:nvSpPr>
          <p:cNvPr id="63" name="Rectangle 3"/>
          <p:cNvSpPr txBox="1">
            <a:spLocks noChangeArrowheads="1"/>
          </p:cNvSpPr>
          <p:nvPr/>
        </p:nvSpPr>
        <p:spPr>
          <a:xfrm>
            <a:off x="2691774" y="7905512"/>
            <a:ext cx="7423546" cy="5593270"/>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测试用例执行路径</a:t>
            </a:r>
            <a:endParaRPr lang="en-US" altLang="zh-CN" sz="4800" b="1" dirty="0"/>
          </a:p>
          <a:p>
            <a:pPr lvl="2">
              <a:lnSpc>
                <a:spcPct val="120000"/>
              </a:lnSpc>
            </a:pPr>
            <a:r>
              <a:rPr lang="en-US" altLang="zh-CN" sz="4800" dirty="0" err="1">
                <a:solidFill>
                  <a:srgbClr val="FF0000"/>
                </a:solidFill>
              </a:rPr>
              <a:t>sabd</a:t>
            </a:r>
            <a:endParaRPr lang="en-US" altLang="zh-CN" sz="4800" dirty="0">
              <a:solidFill>
                <a:srgbClr val="FF0000"/>
              </a:solidFill>
            </a:endParaRPr>
          </a:p>
          <a:p>
            <a:pPr lvl="2">
              <a:lnSpc>
                <a:spcPct val="120000"/>
              </a:lnSpc>
            </a:pPr>
            <a:r>
              <a:rPr lang="en-US" altLang="zh-CN" sz="4800" dirty="0" err="1">
                <a:solidFill>
                  <a:schemeClr val="accent6">
                    <a:lumMod val="75000"/>
                  </a:schemeClr>
                </a:solidFill>
              </a:rPr>
              <a:t>sacbd</a:t>
            </a:r>
            <a:endParaRPr lang="en-US" altLang="zh-CN" sz="4800" dirty="0">
              <a:solidFill>
                <a:schemeClr val="accent6">
                  <a:lumMod val="75000"/>
                </a:schemeClr>
              </a:solidFill>
            </a:endParaRPr>
          </a:p>
          <a:p>
            <a:pPr lvl="2">
              <a:lnSpc>
                <a:spcPct val="120000"/>
              </a:lnSpc>
            </a:pPr>
            <a:r>
              <a:rPr lang="en-US" altLang="zh-CN" sz="4800" dirty="0" err="1">
                <a:solidFill>
                  <a:srgbClr val="7030A0"/>
                </a:solidFill>
              </a:rPr>
              <a:t>sabed</a:t>
            </a:r>
            <a:endParaRPr lang="en-US" altLang="zh-CN" sz="4800" dirty="0">
              <a:solidFill>
                <a:srgbClr val="7030A0"/>
              </a:solidFill>
            </a:endParaRPr>
          </a:p>
          <a:p>
            <a:pPr lvl="2">
              <a:lnSpc>
                <a:spcPct val="120000"/>
              </a:lnSpc>
            </a:pPr>
            <a:r>
              <a:rPr lang="en-US" altLang="zh-CN" sz="4800" dirty="0" err="1">
                <a:solidFill>
                  <a:schemeClr val="accent3"/>
                </a:solidFill>
              </a:rPr>
              <a:t>sacbed</a:t>
            </a:r>
            <a:endParaRPr lang="en-US" altLang="zh-CN" sz="4800" dirty="0">
              <a:solidFill>
                <a:schemeClr val="accent3"/>
              </a:solidFill>
            </a:endParaRPr>
          </a:p>
          <a:p>
            <a:pPr marL="1270000" lvl="2" indent="0">
              <a:buNone/>
            </a:pPr>
            <a:endParaRPr lang="zh-CN" altLang="en-US" sz="4800" dirty="0"/>
          </a:p>
        </p:txBody>
      </p:sp>
      <p:grpSp>
        <p:nvGrpSpPr>
          <p:cNvPr id="64" name="Group 63"/>
          <p:cNvGrpSpPr/>
          <p:nvPr/>
        </p:nvGrpSpPr>
        <p:grpSpPr>
          <a:xfrm>
            <a:off x="11987538" y="2737257"/>
            <a:ext cx="10228267" cy="9361208"/>
            <a:chOff x="11987538" y="2737257"/>
            <a:chExt cx="10228267" cy="9361208"/>
          </a:xfrm>
        </p:grpSpPr>
        <p:grpSp>
          <p:nvGrpSpPr>
            <p:cNvPr id="65" name="组合 2"/>
            <p:cNvGrpSpPr/>
            <p:nvPr/>
          </p:nvGrpSpPr>
          <p:grpSpPr bwMode="auto">
            <a:xfrm>
              <a:off x="11987538" y="3656213"/>
              <a:ext cx="10228267" cy="8442252"/>
              <a:chOff x="4787900" y="2205038"/>
              <a:chExt cx="3581400" cy="3235325"/>
            </a:xfrm>
            <a:solidFill>
              <a:schemeClr val="bg1">
                <a:lumMod val="95000"/>
              </a:schemeClr>
            </a:solidFill>
          </p:grpSpPr>
          <p:sp>
            <p:nvSpPr>
              <p:cNvPr id="70" name="AutoShape 4"/>
              <p:cNvSpPr>
                <a:spLocks noChangeArrowheads="1"/>
              </p:cNvSpPr>
              <p:nvPr/>
            </p:nvSpPr>
            <p:spPr bwMode="auto">
              <a:xfrm>
                <a:off x="5245100" y="22399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入口</a:t>
                </a:r>
                <a:endParaRPr kumimoji="1" lang="zh-CN" altLang="en-US" sz="4800" dirty="0">
                  <a:latin typeface="Times New Roman" panose="02020603050405020304" pitchFamily="18" charset="0"/>
                  <a:cs typeface="Times New Roman" panose="02020603050405020304" pitchFamily="18" charset="0"/>
                </a:endParaRPr>
              </a:p>
            </p:txBody>
          </p:sp>
          <p:sp>
            <p:nvSpPr>
              <p:cNvPr id="71" name="AutoShape 5"/>
              <p:cNvSpPr>
                <a:spLocks noChangeArrowheads="1"/>
              </p:cNvSpPr>
              <p:nvPr/>
            </p:nvSpPr>
            <p:spPr bwMode="auto">
              <a:xfrm>
                <a:off x="5245100" y="4983163"/>
                <a:ext cx="762000" cy="457200"/>
              </a:xfrm>
              <a:prstGeom prst="flowChartAlternate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a:latin typeface="Times New Roman" panose="02020603050405020304" pitchFamily="18" charset="0"/>
                    <a:cs typeface="Times New Roman" panose="02020603050405020304" pitchFamily="18" charset="0"/>
                  </a:rPr>
                  <a:t>返回</a:t>
                </a:r>
                <a:endParaRPr kumimoji="1" lang="zh-CN" altLang="en-US" sz="4000">
                  <a:latin typeface="Times New Roman" panose="02020603050405020304" pitchFamily="18" charset="0"/>
                  <a:cs typeface="Times New Roman" panose="02020603050405020304" pitchFamily="18" charset="0"/>
                </a:endParaRPr>
              </a:p>
            </p:txBody>
          </p:sp>
          <p:sp>
            <p:nvSpPr>
              <p:cNvPr id="72" name="AutoShape 6"/>
              <p:cNvSpPr>
                <a:spLocks noChangeArrowheads="1"/>
              </p:cNvSpPr>
              <p:nvPr/>
            </p:nvSpPr>
            <p:spPr bwMode="auto">
              <a:xfrm>
                <a:off x="4787900" y="30019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dirty="0">
                    <a:latin typeface="Courier New" panose="02070309020205020404" pitchFamily="49" charset="0"/>
                    <a:cs typeface="Times New Roman" panose="02020603050405020304" pitchFamily="18" charset="0"/>
                  </a:rPr>
                  <a:t>(A&gt;1)&amp;&amp;(B==0</a:t>
                </a:r>
                <a:r>
                  <a:rPr kumimoji="1" lang="zh-CN" altLang="en-US" sz="2800" dirty="0">
                    <a:latin typeface="Courier New" panose="02070309020205020404" pitchFamily="49" charset="0"/>
                    <a:cs typeface="Times New Roman" panose="02020603050405020304" pitchFamily="18" charset="0"/>
                  </a:rPr>
                  <a:t>）</a:t>
                </a:r>
                <a:endParaRPr kumimoji="1" lang="zh-CN" altLang="en-US" sz="3600" dirty="0">
                  <a:latin typeface="Courier New" panose="02070309020205020404" pitchFamily="49" charset="0"/>
                  <a:cs typeface="Times New Roman" panose="02020603050405020304" pitchFamily="18" charset="0"/>
                </a:endParaRPr>
              </a:p>
            </p:txBody>
          </p:sp>
          <p:sp>
            <p:nvSpPr>
              <p:cNvPr id="73" name="AutoShape 7"/>
              <p:cNvSpPr>
                <a:spLocks noChangeArrowheads="1"/>
              </p:cNvSpPr>
              <p:nvPr/>
            </p:nvSpPr>
            <p:spPr bwMode="auto">
              <a:xfrm>
                <a:off x="4787900" y="4068763"/>
                <a:ext cx="1752600" cy="685800"/>
              </a:xfrm>
              <a:prstGeom prst="flowChartDecision">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a:latin typeface="Courier New" panose="02070309020205020404" pitchFamily="49" charset="0"/>
                    <a:cs typeface="Times New Roman" panose="02020603050405020304" pitchFamily="18" charset="0"/>
                  </a:rPr>
                  <a:t>(A==2)||(X&gt;1</a:t>
                </a:r>
                <a:r>
                  <a:rPr kumimoji="1" lang="zh-CN" altLang="en-US" sz="2800">
                    <a:latin typeface="Courier New" panose="02070309020205020404" pitchFamily="49" charset="0"/>
                    <a:cs typeface="Times New Roman" panose="02020603050405020304" pitchFamily="18" charset="0"/>
                  </a:rPr>
                  <a:t>）</a:t>
                </a:r>
                <a:endParaRPr kumimoji="1" lang="zh-CN" altLang="en-US" sz="3600">
                  <a:latin typeface="Courier New" panose="02070309020205020404" pitchFamily="49" charset="0"/>
                  <a:cs typeface="Times New Roman" panose="02020603050405020304" pitchFamily="18" charset="0"/>
                </a:endParaRPr>
              </a:p>
            </p:txBody>
          </p:sp>
          <p:sp>
            <p:nvSpPr>
              <p:cNvPr id="74" name="Line 8"/>
              <p:cNvSpPr>
                <a:spLocks noChangeShapeType="1"/>
              </p:cNvSpPr>
              <p:nvPr/>
            </p:nvSpPr>
            <p:spPr bwMode="auto">
              <a:xfrm>
                <a:off x="5626100" y="2697163"/>
                <a:ext cx="0" cy="3048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75" name="Line 9"/>
              <p:cNvSpPr>
                <a:spLocks noChangeShapeType="1"/>
              </p:cNvSpPr>
              <p:nvPr/>
            </p:nvSpPr>
            <p:spPr bwMode="auto">
              <a:xfrm>
                <a:off x="5626100" y="3687763"/>
                <a:ext cx="0" cy="3810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76" name="Line 10"/>
              <p:cNvSpPr>
                <a:spLocks noChangeShapeType="1"/>
              </p:cNvSpPr>
              <p:nvPr/>
            </p:nvSpPr>
            <p:spPr bwMode="auto">
              <a:xfrm>
                <a:off x="5626100" y="4754563"/>
                <a:ext cx="0" cy="22860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77" name="AutoShape 11"/>
              <p:cNvSpPr>
                <a:spLocks noChangeArrowheads="1"/>
              </p:cNvSpPr>
              <p:nvPr/>
            </p:nvSpPr>
            <p:spPr bwMode="auto">
              <a:xfrm>
                <a:off x="6921500" y="2925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A</a:t>
                </a:r>
                <a:endParaRPr kumimoji="1" lang="en-US" altLang="zh-CN" sz="3600">
                  <a:latin typeface="Times New Roman" panose="02020603050405020304" pitchFamily="18" charset="0"/>
                  <a:cs typeface="Times New Roman" panose="02020603050405020304" pitchFamily="18" charset="0"/>
                </a:endParaRPr>
              </a:p>
            </p:txBody>
          </p:sp>
          <p:sp>
            <p:nvSpPr>
              <p:cNvPr id="78" name="AutoShape 12"/>
              <p:cNvSpPr>
                <a:spLocks noChangeArrowheads="1"/>
              </p:cNvSpPr>
              <p:nvPr/>
            </p:nvSpPr>
            <p:spPr bwMode="auto">
              <a:xfrm>
                <a:off x="6921500" y="4068763"/>
                <a:ext cx="1447800" cy="609600"/>
              </a:xfrm>
              <a:prstGeom prst="flowChartProcess">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a:latin typeface="Times New Roman" panose="02020603050405020304" pitchFamily="18" charset="0"/>
                    <a:cs typeface="Times New Roman" panose="02020603050405020304" pitchFamily="18" charset="0"/>
                  </a:rPr>
                  <a:t>X = X + 1</a:t>
                </a:r>
                <a:endParaRPr kumimoji="1" lang="en-US" altLang="zh-CN" sz="3600">
                  <a:latin typeface="Times New Roman" panose="02020603050405020304" pitchFamily="18" charset="0"/>
                  <a:cs typeface="Times New Roman" panose="02020603050405020304" pitchFamily="18" charset="0"/>
                </a:endParaRPr>
              </a:p>
            </p:txBody>
          </p:sp>
          <p:sp>
            <p:nvSpPr>
              <p:cNvPr id="79" name="Line 13"/>
              <p:cNvSpPr>
                <a:spLocks noChangeShapeType="1"/>
              </p:cNvSpPr>
              <p:nvPr/>
            </p:nvSpPr>
            <p:spPr bwMode="auto">
              <a:xfrm>
                <a:off x="7607300" y="3535363"/>
                <a:ext cx="0" cy="3048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80" name="Line 14"/>
              <p:cNvSpPr>
                <a:spLocks noChangeShapeType="1"/>
              </p:cNvSpPr>
              <p:nvPr/>
            </p:nvSpPr>
            <p:spPr bwMode="auto">
              <a:xfrm flipH="1">
                <a:off x="5626100" y="38401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81" name="Line 15"/>
              <p:cNvSpPr>
                <a:spLocks noChangeShapeType="1"/>
              </p:cNvSpPr>
              <p:nvPr/>
            </p:nvSpPr>
            <p:spPr bwMode="auto">
              <a:xfrm>
                <a:off x="7607300" y="4678363"/>
                <a:ext cx="0" cy="152400"/>
              </a:xfrm>
              <a:prstGeom prst="line">
                <a:avLst/>
              </a:prstGeom>
              <a:grp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82" name="Line 16"/>
              <p:cNvSpPr>
                <a:spLocks noChangeShapeType="1"/>
              </p:cNvSpPr>
              <p:nvPr/>
            </p:nvSpPr>
            <p:spPr bwMode="auto">
              <a:xfrm flipH="1">
                <a:off x="5626100" y="4830763"/>
                <a:ext cx="19812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83" name="Line 17"/>
              <p:cNvSpPr>
                <a:spLocks noChangeShapeType="1"/>
              </p:cNvSpPr>
              <p:nvPr/>
            </p:nvSpPr>
            <p:spPr bwMode="auto">
              <a:xfrm>
                <a:off x="6540500" y="33067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84" name="Line 18"/>
              <p:cNvSpPr>
                <a:spLocks noChangeShapeType="1"/>
              </p:cNvSpPr>
              <p:nvPr/>
            </p:nvSpPr>
            <p:spPr bwMode="auto">
              <a:xfrm>
                <a:off x="6540500" y="4373563"/>
                <a:ext cx="381000" cy="0"/>
              </a:xfrm>
              <a:prstGeom prst="line">
                <a:avLst/>
              </a:prstGeom>
              <a:grp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85" name="Text Box 19"/>
              <p:cNvSpPr txBox="1">
                <a:spLocks noChangeArrowheads="1"/>
              </p:cNvSpPr>
              <p:nvPr/>
            </p:nvSpPr>
            <p:spPr bwMode="auto">
              <a:xfrm>
                <a:off x="4893954" y="2205038"/>
                <a:ext cx="211757"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86" name="Text Box 20"/>
              <p:cNvSpPr txBox="1">
                <a:spLocks noChangeArrowheads="1"/>
              </p:cNvSpPr>
              <p:nvPr/>
            </p:nvSpPr>
            <p:spPr bwMode="auto">
              <a:xfrm>
                <a:off x="4884659" y="2814638"/>
                <a:ext cx="246222"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a</a:t>
                </a:r>
                <a:endParaRPr kumimoji="1" lang="en-US" altLang="zh-CN" sz="4800">
                  <a:latin typeface="Times New Roman" panose="02020603050405020304" pitchFamily="18" charset="0"/>
                  <a:cs typeface="Times New Roman" panose="02020603050405020304" pitchFamily="18" charset="0"/>
                </a:endParaRPr>
              </a:p>
            </p:txBody>
          </p:sp>
          <p:sp>
            <p:nvSpPr>
              <p:cNvPr id="87" name="Text Box 21"/>
              <p:cNvSpPr txBox="1">
                <a:spLocks noChangeArrowheads="1"/>
              </p:cNvSpPr>
              <p:nvPr/>
            </p:nvSpPr>
            <p:spPr bwMode="auto">
              <a:xfrm>
                <a:off x="4882859" y="38052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88" name="Text Box 22"/>
              <p:cNvSpPr txBox="1">
                <a:spLocks noChangeArrowheads="1"/>
              </p:cNvSpPr>
              <p:nvPr/>
            </p:nvSpPr>
            <p:spPr bwMode="auto">
              <a:xfrm>
                <a:off x="4884573" y="4872038"/>
                <a:ext cx="263855"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a:latin typeface="Times New Roman" panose="02020603050405020304" pitchFamily="18" charset="0"/>
                    <a:cs typeface="Times New Roman" panose="02020603050405020304" pitchFamily="18" charset="0"/>
                  </a:rPr>
                  <a:t>d</a:t>
                </a:r>
                <a:endParaRPr kumimoji="1" lang="en-US" altLang="zh-CN" sz="4800">
                  <a:latin typeface="Times New Roman" panose="02020603050405020304" pitchFamily="18" charset="0"/>
                  <a:cs typeface="Times New Roman" panose="02020603050405020304" pitchFamily="18" charset="0"/>
                </a:endParaRPr>
              </a:p>
            </p:txBody>
          </p:sp>
          <p:sp>
            <p:nvSpPr>
              <p:cNvPr id="89" name="Text Box 23"/>
              <p:cNvSpPr txBox="1">
                <a:spLocks noChangeArrowheads="1"/>
              </p:cNvSpPr>
              <p:nvPr/>
            </p:nvSpPr>
            <p:spPr bwMode="auto">
              <a:xfrm>
                <a:off x="8093875" y="2536726"/>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90" name="Text Box 24"/>
              <p:cNvSpPr txBox="1">
                <a:spLocks noChangeArrowheads="1"/>
              </p:cNvSpPr>
              <p:nvPr/>
            </p:nvSpPr>
            <p:spPr bwMode="auto">
              <a:xfrm>
                <a:off x="8093875" y="3751852"/>
                <a:ext cx="228588" cy="41549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grpSp>
        <p:sp>
          <p:nvSpPr>
            <p:cNvPr id="66" name="Rectangle 65"/>
            <p:cNvSpPr/>
            <p:nvPr/>
          </p:nvSpPr>
          <p:spPr>
            <a:xfrm>
              <a:off x="12192000" y="2903125"/>
              <a:ext cx="877163" cy="923330"/>
            </a:xfrm>
            <a:prstGeom prst="rect">
              <a:avLst/>
            </a:prstGeom>
            <a:noFill/>
          </p:spPr>
          <p:txBody>
            <a:bodyPr wrap="none" lIns="91440" tIns="45720" rIns="91440" bIns="45720">
              <a:spAutoFit/>
            </a:bodyPr>
            <a:lstStyle/>
            <a:p>
              <a:pPr algn="ctr"/>
              <a:r>
                <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①</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67" name="Rectangle 66"/>
            <p:cNvSpPr/>
            <p:nvPr/>
          </p:nvSpPr>
          <p:spPr>
            <a:xfrm>
              <a:off x="13259703" y="2737257"/>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6">
                      <a:lumMod val="75000"/>
                    </a:schemeClr>
                  </a:solidFill>
                  <a:effectLst>
                    <a:outerShdw blurRad="12700" dist="38100" dir="2700000" algn="tl" rotWithShape="0">
                      <a:schemeClr val="accent5">
                        <a:lumMod val="60000"/>
                        <a:lumOff val="40000"/>
                      </a:schemeClr>
                    </a:outerShdw>
                  </a:effectLst>
                </a:rPr>
                <a:t>②</a:t>
              </a:r>
              <a:endParaRPr lang="en-US" altLang="zh-CN" sz="5400" b="1" cap="none" spc="0" dirty="0">
                <a:ln w="9525">
                  <a:solidFill>
                    <a:schemeClr val="bg1"/>
                  </a:solidFill>
                  <a:prstDash val="solid"/>
                </a:ln>
                <a:solidFill>
                  <a:schemeClr val="accent6">
                    <a:lumMod val="75000"/>
                  </a:schemeClr>
                </a:solidFill>
                <a:effectLst>
                  <a:outerShdw blurRad="12700" dist="38100" dir="2700000" algn="tl" rotWithShape="0">
                    <a:schemeClr val="accent5">
                      <a:lumMod val="60000"/>
                      <a:lumOff val="40000"/>
                    </a:schemeClr>
                  </a:outerShdw>
                </a:effectLst>
              </a:endParaRPr>
            </a:p>
          </p:txBody>
        </p:sp>
        <p:sp>
          <p:nvSpPr>
            <p:cNvPr id="68" name="Rectangle 67"/>
            <p:cNvSpPr/>
            <p:nvPr/>
          </p:nvSpPr>
          <p:spPr>
            <a:xfrm>
              <a:off x="14544137" y="2927326"/>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rgbClr val="7030A0"/>
                  </a:solidFill>
                  <a:effectLst>
                    <a:outerShdw blurRad="12700" dist="38100" dir="2700000" algn="tl" rotWithShape="0">
                      <a:schemeClr val="accent5">
                        <a:lumMod val="60000"/>
                        <a:lumOff val="40000"/>
                      </a:schemeClr>
                    </a:outerShdw>
                  </a:effectLst>
                </a:rPr>
                <a:t>③</a:t>
              </a:r>
              <a:endParaRPr lang="en-US" altLang="zh-CN" sz="5400" b="1" cap="none" spc="0" dirty="0">
                <a:ln w="9525">
                  <a:solidFill>
                    <a:schemeClr val="bg1"/>
                  </a:solidFill>
                  <a:prstDash val="solid"/>
                </a:ln>
                <a:solidFill>
                  <a:srgbClr val="7030A0"/>
                </a:solidFill>
                <a:effectLst>
                  <a:outerShdw blurRad="12700" dist="38100" dir="2700000" algn="tl" rotWithShape="0">
                    <a:schemeClr val="accent5">
                      <a:lumMod val="60000"/>
                      <a:lumOff val="40000"/>
                    </a:schemeClr>
                  </a:outerShdw>
                </a:effectLst>
              </a:endParaRPr>
            </a:p>
          </p:txBody>
        </p:sp>
        <p:sp>
          <p:nvSpPr>
            <p:cNvPr id="69" name="Rectangle 68"/>
            <p:cNvSpPr/>
            <p:nvPr/>
          </p:nvSpPr>
          <p:spPr>
            <a:xfrm>
              <a:off x="15622301" y="3420606"/>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3"/>
                  </a:solidFill>
                  <a:effectLst>
                    <a:outerShdw blurRad="12700" dist="38100" dir="2700000" algn="tl" rotWithShape="0">
                      <a:schemeClr val="accent5">
                        <a:lumMod val="60000"/>
                        <a:lumOff val="40000"/>
                      </a:schemeClr>
                    </a:outerShdw>
                  </a:effectLst>
                </a:rPr>
                <a:t>④</a:t>
              </a:r>
              <a:endParaRPr lang="en-US" altLang="zh-CN" sz="5400" b="1" cap="none" spc="0" dirty="0">
                <a:ln w="9525">
                  <a:solidFill>
                    <a:schemeClr val="bg1"/>
                  </a:solidFill>
                  <a:prstDash val="solid"/>
                </a:ln>
                <a:solidFill>
                  <a:schemeClr val="accent3"/>
                </a:solidFill>
                <a:effectLst>
                  <a:outerShdw blurRad="12700" dist="38100" dir="2700000" algn="tl" rotWithShape="0">
                    <a:schemeClr val="accent5">
                      <a:lumMod val="60000"/>
                      <a:lumOff val="40000"/>
                    </a:schemeClr>
                  </a:outerShdw>
                </a:effectLst>
              </a:endParaRPr>
            </a:p>
          </p:txBody>
        </p:sp>
      </p:grpSp>
      <p:cxnSp>
        <p:nvCxnSpPr>
          <p:cNvPr id="91" name="Straight Arrow Connector 90"/>
          <p:cNvCxnSpPr/>
          <p:nvPr/>
        </p:nvCxnSpPr>
        <p:spPr>
          <a:xfrm>
            <a:off x="13070740" y="3859619"/>
            <a:ext cx="0" cy="8102009"/>
          </a:xfrm>
          <a:prstGeom prst="straightConnector1">
            <a:avLst/>
          </a:prstGeom>
          <a:ln w="38100">
            <a:headEnd type="none" w="med" len="med"/>
            <a:tailEnd type="arrow" w="med" len="med"/>
          </a:ln>
        </p:spPr>
        <p:style>
          <a:lnRef idx="1">
            <a:schemeClr val="accent5"/>
          </a:lnRef>
          <a:fillRef idx="0">
            <a:schemeClr val="accent5"/>
          </a:fillRef>
          <a:effectRef idx="0">
            <a:schemeClr val="accent5"/>
          </a:effectRef>
          <a:fontRef idx="minor">
            <a:schemeClr val="tx1"/>
          </a:fontRef>
        </p:style>
      </p:cxnSp>
      <p:sp>
        <p:nvSpPr>
          <p:cNvPr id="92" name="Freeform: Shape 91"/>
          <p:cNvSpPr/>
          <p:nvPr/>
        </p:nvSpPr>
        <p:spPr>
          <a:xfrm>
            <a:off x="13791089" y="3768893"/>
            <a:ext cx="4853129" cy="8931349"/>
          </a:xfrm>
          <a:custGeom>
            <a:avLst/>
            <a:gdLst>
              <a:gd name="connsiteX0" fmla="*/ 0 w 4853129"/>
              <a:gd name="connsiteY0" fmla="*/ 0 h 8931349"/>
              <a:gd name="connsiteX1" fmla="*/ 42530 w 4853129"/>
              <a:gd name="connsiteY1" fmla="*/ 138223 h 8931349"/>
              <a:gd name="connsiteX2" fmla="*/ 127591 w 4853129"/>
              <a:gd name="connsiteY2" fmla="*/ 510363 h 8931349"/>
              <a:gd name="connsiteX3" fmla="*/ 159489 w 4853129"/>
              <a:gd name="connsiteY3" fmla="*/ 1435395 h 8931349"/>
              <a:gd name="connsiteX4" fmla="*/ 180754 w 4853129"/>
              <a:gd name="connsiteY4" fmla="*/ 1679944 h 8931349"/>
              <a:gd name="connsiteX5" fmla="*/ 233917 w 4853129"/>
              <a:gd name="connsiteY5" fmla="*/ 2753833 h 8931349"/>
              <a:gd name="connsiteX6" fmla="*/ 276447 w 4853129"/>
              <a:gd name="connsiteY6" fmla="*/ 2913321 h 8931349"/>
              <a:gd name="connsiteX7" fmla="*/ 297712 w 4853129"/>
              <a:gd name="connsiteY7" fmla="*/ 2955851 h 8931349"/>
              <a:gd name="connsiteX8" fmla="*/ 350875 w 4853129"/>
              <a:gd name="connsiteY8" fmla="*/ 3009014 h 8931349"/>
              <a:gd name="connsiteX9" fmla="*/ 372140 w 4853129"/>
              <a:gd name="connsiteY9" fmla="*/ 3062177 h 8931349"/>
              <a:gd name="connsiteX10" fmla="*/ 435935 w 4853129"/>
              <a:gd name="connsiteY10" fmla="*/ 3083442 h 8931349"/>
              <a:gd name="connsiteX11" fmla="*/ 616689 w 4853129"/>
              <a:gd name="connsiteY11" fmla="*/ 3125972 h 8931349"/>
              <a:gd name="connsiteX12" fmla="*/ 2902689 w 4853129"/>
              <a:gd name="connsiteY12" fmla="*/ 3083442 h 8931349"/>
              <a:gd name="connsiteX13" fmla="*/ 4242391 w 4853129"/>
              <a:gd name="connsiteY13" fmla="*/ 3094075 h 8931349"/>
              <a:gd name="connsiteX14" fmla="*/ 4635796 w 4853129"/>
              <a:gd name="connsiteY14" fmla="*/ 3115340 h 8931349"/>
              <a:gd name="connsiteX15" fmla="*/ 4688958 w 4853129"/>
              <a:gd name="connsiteY15" fmla="*/ 3168502 h 8931349"/>
              <a:gd name="connsiteX16" fmla="*/ 4731489 w 4853129"/>
              <a:gd name="connsiteY16" fmla="*/ 3317358 h 8931349"/>
              <a:gd name="connsiteX17" fmla="*/ 4752754 w 4853129"/>
              <a:gd name="connsiteY17" fmla="*/ 3381154 h 8931349"/>
              <a:gd name="connsiteX18" fmla="*/ 4805917 w 4853129"/>
              <a:gd name="connsiteY18" fmla="*/ 3413051 h 8931349"/>
              <a:gd name="connsiteX19" fmla="*/ 4816549 w 4853129"/>
              <a:gd name="connsiteY19" fmla="*/ 3806456 h 8931349"/>
              <a:gd name="connsiteX20" fmla="*/ 4774019 w 4853129"/>
              <a:gd name="connsiteY20" fmla="*/ 3838354 h 8931349"/>
              <a:gd name="connsiteX21" fmla="*/ 4486940 w 4853129"/>
              <a:gd name="connsiteY21" fmla="*/ 3859619 h 8931349"/>
              <a:gd name="connsiteX22" fmla="*/ 2594344 w 4853129"/>
              <a:gd name="connsiteY22" fmla="*/ 3944679 h 8931349"/>
              <a:gd name="connsiteX23" fmla="*/ 2456121 w 4853129"/>
              <a:gd name="connsiteY23" fmla="*/ 3965944 h 8931349"/>
              <a:gd name="connsiteX24" fmla="*/ 2020186 w 4853129"/>
              <a:gd name="connsiteY24" fmla="*/ 4019107 h 8931349"/>
              <a:gd name="connsiteX25" fmla="*/ 1967023 w 4853129"/>
              <a:gd name="connsiteY25" fmla="*/ 4061637 h 8931349"/>
              <a:gd name="connsiteX26" fmla="*/ 1818168 w 4853129"/>
              <a:gd name="connsiteY26" fmla="*/ 4082902 h 8931349"/>
              <a:gd name="connsiteX27" fmla="*/ 1701210 w 4853129"/>
              <a:gd name="connsiteY27" fmla="*/ 4114800 h 8931349"/>
              <a:gd name="connsiteX28" fmla="*/ 1562986 w 4853129"/>
              <a:gd name="connsiteY28" fmla="*/ 4167963 h 8931349"/>
              <a:gd name="connsiteX29" fmla="*/ 1488558 w 4853129"/>
              <a:gd name="connsiteY29" fmla="*/ 4189228 h 8931349"/>
              <a:gd name="connsiteX30" fmla="*/ 1339703 w 4853129"/>
              <a:gd name="connsiteY30" fmla="*/ 4242391 h 8931349"/>
              <a:gd name="connsiteX31" fmla="*/ 1222744 w 4853129"/>
              <a:gd name="connsiteY31" fmla="*/ 4295554 h 8931349"/>
              <a:gd name="connsiteX32" fmla="*/ 1169582 w 4853129"/>
              <a:gd name="connsiteY32" fmla="*/ 4327451 h 8931349"/>
              <a:gd name="connsiteX33" fmla="*/ 1041991 w 4853129"/>
              <a:gd name="connsiteY33" fmla="*/ 4380614 h 8931349"/>
              <a:gd name="connsiteX34" fmla="*/ 978196 w 4853129"/>
              <a:gd name="connsiteY34" fmla="*/ 4423144 h 8931349"/>
              <a:gd name="connsiteX35" fmla="*/ 903768 w 4853129"/>
              <a:gd name="connsiteY35" fmla="*/ 4444409 h 8931349"/>
              <a:gd name="connsiteX36" fmla="*/ 861237 w 4853129"/>
              <a:gd name="connsiteY36" fmla="*/ 4465675 h 8931349"/>
              <a:gd name="connsiteX37" fmla="*/ 765544 w 4853129"/>
              <a:gd name="connsiteY37" fmla="*/ 4540102 h 8931349"/>
              <a:gd name="connsiteX38" fmla="*/ 712382 w 4853129"/>
              <a:gd name="connsiteY38" fmla="*/ 4646428 h 8931349"/>
              <a:gd name="connsiteX39" fmla="*/ 669851 w 4853129"/>
              <a:gd name="connsiteY39" fmla="*/ 4774019 h 8931349"/>
              <a:gd name="connsiteX40" fmla="*/ 648586 w 4853129"/>
              <a:gd name="connsiteY40" fmla="*/ 4965405 h 8931349"/>
              <a:gd name="connsiteX41" fmla="*/ 595423 w 4853129"/>
              <a:gd name="connsiteY41" fmla="*/ 4986670 h 8931349"/>
              <a:gd name="connsiteX42" fmla="*/ 574158 w 4853129"/>
              <a:gd name="connsiteY42" fmla="*/ 5124893 h 8931349"/>
              <a:gd name="connsiteX43" fmla="*/ 552893 w 4853129"/>
              <a:gd name="connsiteY43" fmla="*/ 5188689 h 8931349"/>
              <a:gd name="connsiteX44" fmla="*/ 542261 w 4853129"/>
              <a:gd name="connsiteY44" fmla="*/ 6305107 h 8931349"/>
              <a:gd name="connsiteX45" fmla="*/ 489098 w 4853129"/>
              <a:gd name="connsiteY45" fmla="*/ 8187070 h 8931349"/>
              <a:gd name="connsiteX46" fmla="*/ 467833 w 4853129"/>
              <a:gd name="connsiteY46" fmla="*/ 8931349 h 893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853129" h="8931349">
                <a:moveTo>
                  <a:pt x="0" y="0"/>
                </a:moveTo>
                <a:cubicBezTo>
                  <a:pt x="32234" y="257861"/>
                  <a:pt x="-17837" y="-49584"/>
                  <a:pt x="42530" y="138223"/>
                </a:cubicBezTo>
                <a:cubicBezTo>
                  <a:pt x="98541" y="312479"/>
                  <a:pt x="102031" y="357003"/>
                  <a:pt x="127591" y="510363"/>
                </a:cubicBezTo>
                <a:cubicBezTo>
                  <a:pt x="138224" y="818707"/>
                  <a:pt x="145479" y="1127186"/>
                  <a:pt x="159489" y="1435395"/>
                </a:cubicBezTo>
                <a:cubicBezTo>
                  <a:pt x="163204" y="1517135"/>
                  <a:pt x="176142" y="1598250"/>
                  <a:pt x="180754" y="1679944"/>
                </a:cubicBezTo>
                <a:cubicBezTo>
                  <a:pt x="200954" y="2037776"/>
                  <a:pt x="211156" y="2396155"/>
                  <a:pt x="233917" y="2753833"/>
                </a:cubicBezTo>
                <a:cubicBezTo>
                  <a:pt x="236129" y="2788587"/>
                  <a:pt x="261255" y="2875341"/>
                  <a:pt x="276447" y="2913321"/>
                </a:cubicBezTo>
                <a:cubicBezTo>
                  <a:pt x="282334" y="2928037"/>
                  <a:pt x="287981" y="2943340"/>
                  <a:pt x="297712" y="2955851"/>
                </a:cubicBezTo>
                <a:cubicBezTo>
                  <a:pt x="313098" y="2975633"/>
                  <a:pt x="333154" y="2991293"/>
                  <a:pt x="350875" y="3009014"/>
                </a:cubicBezTo>
                <a:cubicBezTo>
                  <a:pt x="357963" y="3026735"/>
                  <a:pt x="357776" y="3049609"/>
                  <a:pt x="372140" y="3062177"/>
                </a:cubicBezTo>
                <a:cubicBezTo>
                  <a:pt x="389009" y="3076938"/>
                  <a:pt x="414869" y="3075782"/>
                  <a:pt x="435935" y="3083442"/>
                </a:cubicBezTo>
                <a:cubicBezTo>
                  <a:pt x="546336" y="3123587"/>
                  <a:pt x="431405" y="3095092"/>
                  <a:pt x="616689" y="3125972"/>
                </a:cubicBezTo>
                <a:lnTo>
                  <a:pt x="2902689" y="3083442"/>
                </a:lnTo>
                <a:lnTo>
                  <a:pt x="4242391" y="3094075"/>
                </a:lnTo>
                <a:cubicBezTo>
                  <a:pt x="4373526" y="3101163"/>
                  <a:pt x="4506256" y="3093750"/>
                  <a:pt x="4635796" y="3115340"/>
                </a:cubicBezTo>
                <a:cubicBezTo>
                  <a:pt x="4660516" y="3119460"/>
                  <a:pt x="4678230" y="3145854"/>
                  <a:pt x="4688958" y="3168502"/>
                </a:cubicBezTo>
                <a:cubicBezTo>
                  <a:pt x="4711049" y="3215139"/>
                  <a:pt x="4715171" y="3268402"/>
                  <a:pt x="4731489" y="3317358"/>
                </a:cubicBezTo>
                <a:cubicBezTo>
                  <a:pt x="4738577" y="3338623"/>
                  <a:pt x="4738992" y="3363460"/>
                  <a:pt x="4752754" y="3381154"/>
                </a:cubicBezTo>
                <a:cubicBezTo>
                  <a:pt x="4765442" y="3397467"/>
                  <a:pt x="4788196" y="3402419"/>
                  <a:pt x="4805917" y="3413051"/>
                </a:cubicBezTo>
                <a:cubicBezTo>
                  <a:pt x="4875289" y="3551798"/>
                  <a:pt x="4858825" y="3502067"/>
                  <a:pt x="4816549" y="3806456"/>
                </a:cubicBezTo>
                <a:cubicBezTo>
                  <a:pt x="4814111" y="3824008"/>
                  <a:pt x="4791514" y="3835532"/>
                  <a:pt x="4774019" y="3838354"/>
                </a:cubicBezTo>
                <a:cubicBezTo>
                  <a:pt x="4679288" y="3853633"/>
                  <a:pt x="4582781" y="3854944"/>
                  <a:pt x="4486940" y="3859619"/>
                </a:cubicBezTo>
                <a:lnTo>
                  <a:pt x="2594344" y="3944679"/>
                </a:lnTo>
                <a:cubicBezTo>
                  <a:pt x="2548270" y="3951767"/>
                  <a:pt x="2502351" y="3959951"/>
                  <a:pt x="2456121" y="3965944"/>
                </a:cubicBezTo>
                <a:lnTo>
                  <a:pt x="2020186" y="4019107"/>
                </a:lnTo>
                <a:cubicBezTo>
                  <a:pt x="2002465" y="4033284"/>
                  <a:pt x="1988663" y="4054803"/>
                  <a:pt x="1967023" y="4061637"/>
                </a:cubicBezTo>
                <a:cubicBezTo>
                  <a:pt x="1919227" y="4076730"/>
                  <a:pt x="1867317" y="4073072"/>
                  <a:pt x="1818168" y="4082902"/>
                </a:cubicBezTo>
                <a:cubicBezTo>
                  <a:pt x="1778543" y="4090827"/>
                  <a:pt x="1739546" y="4102021"/>
                  <a:pt x="1701210" y="4114800"/>
                </a:cubicBezTo>
                <a:cubicBezTo>
                  <a:pt x="1654378" y="4130411"/>
                  <a:pt x="1609580" y="4151655"/>
                  <a:pt x="1562986" y="4167963"/>
                </a:cubicBezTo>
                <a:cubicBezTo>
                  <a:pt x="1538632" y="4176487"/>
                  <a:pt x="1513186" y="4181532"/>
                  <a:pt x="1488558" y="4189228"/>
                </a:cubicBezTo>
                <a:cubicBezTo>
                  <a:pt x="1438319" y="4204928"/>
                  <a:pt x="1388004" y="4221259"/>
                  <a:pt x="1339703" y="4242391"/>
                </a:cubicBezTo>
                <a:cubicBezTo>
                  <a:pt x="1300469" y="4259556"/>
                  <a:pt x="1261048" y="4276402"/>
                  <a:pt x="1222744" y="4295554"/>
                </a:cubicBezTo>
                <a:cubicBezTo>
                  <a:pt x="1204260" y="4304796"/>
                  <a:pt x="1188281" y="4318652"/>
                  <a:pt x="1169582" y="4327451"/>
                </a:cubicBezTo>
                <a:cubicBezTo>
                  <a:pt x="1127893" y="4347069"/>
                  <a:pt x="1080327" y="4355056"/>
                  <a:pt x="1041991" y="4380614"/>
                </a:cubicBezTo>
                <a:cubicBezTo>
                  <a:pt x="1020726" y="4394791"/>
                  <a:pt x="1001401" y="4412434"/>
                  <a:pt x="978196" y="4423144"/>
                </a:cubicBezTo>
                <a:cubicBezTo>
                  <a:pt x="954769" y="4433957"/>
                  <a:pt x="928017" y="4435591"/>
                  <a:pt x="903768" y="4444409"/>
                </a:cubicBezTo>
                <a:cubicBezTo>
                  <a:pt x="888872" y="4449826"/>
                  <a:pt x="874609" y="4457165"/>
                  <a:pt x="861237" y="4465675"/>
                </a:cubicBezTo>
                <a:cubicBezTo>
                  <a:pt x="796351" y="4506966"/>
                  <a:pt x="802549" y="4503098"/>
                  <a:pt x="765544" y="4540102"/>
                </a:cubicBezTo>
                <a:cubicBezTo>
                  <a:pt x="747823" y="4575544"/>
                  <a:pt x="727385" y="4609753"/>
                  <a:pt x="712382" y="4646428"/>
                </a:cubicBezTo>
                <a:cubicBezTo>
                  <a:pt x="695408" y="4687921"/>
                  <a:pt x="669851" y="4774019"/>
                  <a:pt x="669851" y="4774019"/>
                </a:cubicBezTo>
                <a:cubicBezTo>
                  <a:pt x="662763" y="4837814"/>
                  <a:pt x="669791" y="4904821"/>
                  <a:pt x="648586" y="4965405"/>
                </a:cubicBezTo>
                <a:cubicBezTo>
                  <a:pt x="642281" y="4983420"/>
                  <a:pt x="603494" y="4969375"/>
                  <a:pt x="595423" y="4986670"/>
                </a:cubicBezTo>
                <a:cubicBezTo>
                  <a:pt x="575710" y="5028913"/>
                  <a:pt x="583761" y="5079277"/>
                  <a:pt x="574158" y="5124893"/>
                </a:cubicBezTo>
                <a:cubicBezTo>
                  <a:pt x="569540" y="5146828"/>
                  <a:pt x="559981" y="5167424"/>
                  <a:pt x="552893" y="5188689"/>
                </a:cubicBezTo>
                <a:cubicBezTo>
                  <a:pt x="487580" y="5678535"/>
                  <a:pt x="542261" y="5210330"/>
                  <a:pt x="542261" y="6305107"/>
                </a:cubicBezTo>
                <a:cubicBezTo>
                  <a:pt x="542261" y="8021377"/>
                  <a:pt x="660308" y="7459422"/>
                  <a:pt x="489098" y="8187070"/>
                </a:cubicBezTo>
                <a:cubicBezTo>
                  <a:pt x="457228" y="8633259"/>
                  <a:pt x="467833" y="8385292"/>
                  <a:pt x="467833" y="8931349"/>
                </a:cubicBezTo>
              </a:path>
            </a:pathLst>
          </a:custGeom>
          <a:ln w="38100">
            <a:headEnd type="none" w="med" len="med"/>
            <a:tailEnd type="arrow" w="med" len="med"/>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endParaRPr>
          </a:p>
        </p:txBody>
      </p:sp>
      <p:sp>
        <p:nvSpPr>
          <p:cNvPr id="93" name="Freeform: Shape 92"/>
          <p:cNvSpPr/>
          <p:nvPr/>
        </p:nvSpPr>
        <p:spPr>
          <a:xfrm>
            <a:off x="15435430" y="3656213"/>
            <a:ext cx="4944922" cy="8899451"/>
          </a:xfrm>
          <a:custGeom>
            <a:avLst/>
            <a:gdLst>
              <a:gd name="connsiteX0" fmla="*/ 213434 w 4944922"/>
              <a:gd name="connsiteY0" fmla="*/ 0 h 8899451"/>
              <a:gd name="connsiteX1" fmla="*/ 170904 w 4944922"/>
              <a:gd name="connsiteY1" fmla="*/ 202019 h 8899451"/>
              <a:gd name="connsiteX2" fmla="*/ 117741 w 4944922"/>
              <a:gd name="connsiteY2" fmla="*/ 340242 h 8899451"/>
              <a:gd name="connsiteX3" fmla="*/ 96476 w 4944922"/>
              <a:gd name="connsiteY3" fmla="*/ 446568 h 8899451"/>
              <a:gd name="connsiteX4" fmla="*/ 75210 w 4944922"/>
              <a:gd name="connsiteY4" fmla="*/ 531628 h 8899451"/>
              <a:gd name="connsiteX5" fmla="*/ 53945 w 4944922"/>
              <a:gd name="connsiteY5" fmla="*/ 733647 h 8899451"/>
              <a:gd name="connsiteX6" fmla="*/ 783 w 4944922"/>
              <a:gd name="connsiteY6" fmla="*/ 1010093 h 8899451"/>
              <a:gd name="connsiteX7" fmla="*/ 32680 w 4944922"/>
              <a:gd name="connsiteY7" fmla="*/ 1871330 h 8899451"/>
              <a:gd name="connsiteX8" fmla="*/ 85843 w 4944922"/>
              <a:gd name="connsiteY8" fmla="*/ 2392326 h 8899451"/>
              <a:gd name="connsiteX9" fmla="*/ 107108 w 4944922"/>
              <a:gd name="connsiteY9" fmla="*/ 2519916 h 8899451"/>
              <a:gd name="connsiteX10" fmla="*/ 766327 w 4944922"/>
              <a:gd name="connsiteY10" fmla="*/ 2594344 h 8899451"/>
              <a:gd name="connsiteX11" fmla="*/ 3350038 w 4944922"/>
              <a:gd name="connsiteY11" fmla="*/ 2551814 h 8899451"/>
              <a:gd name="connsiteX12" fmla="*/ 4817331 w 4944922"/>
              <a:gd name="connsiteY12" fmla="*/ 2594344 h 8899451"/>
              <a:gd name="connsiteX13" fmla="*/ 4838597 w 4944922"/>
              <a:gd name="connsiteY13" fmla="*/ 2615609 h 8899451"/>
              <a:gd name="connsiteX14" fmla="*/ 4881127 w 4944922"/>
              <a:gd name="connsiteY14" fmla="*/ 2636875 h 8899451"/>
              <a:gd name="connsiteX15" fmla="*/ 4902392 w 4944922"/>
              <a:gd name="connsiteY15" fmla="*/ 2700670 h 8899451"/>
              <a:gd name="connsiteX16" fmla="*/ 4923657 w 4944922"/>
              <a:gd name="connsiteY16" fmla="*/ 2753833 h 8899451"/>
              <a:gd name="connsiteX17" fmla="*/ 4944922 w 4944922"/>
              <a:gd name="connsiteY17" fmla="*/ 2860158 h 8899451"/>
              <a:gd name="connsiteX18" fmla="*/ 4934290 w 4944922"/>
              <a:gd name="connsiteY18" fmla="*/ 3370521 h 8899451"/>
              <a:gd name="connsiteX19" fmla="*/ 4913024 w 4944922"/>
              <a:gd name="connsiteY19" fmla="*/ 3444949 h 8899451"/>
              <a:gd name="connsiteX20" fmla="*/ 4849229 w 4944922"/>
              <a:gd name="connsiteY20" fmla="*/ 3540642 h 8899451"/>
              <a:gd name="connsiteX21" fmla="*/ 4817331 w 4944922"/>
              <a:gd name="connsiteY21" fmla="*/ 3561907 h 8899451"/>
              <a:gd name="connsiteX22" fmla="*/ 4732271 w 4944922"/>
              <a:gd name="connsiteY22" fmla="*/ 3646968 h 8899451"/>
              <a:gd name="connsiteX23" fmla="*/ 4615313 w 4944922"/>
              <a:gd name="connsiteY23" fmla="*/ 3721395 h 8899451"/>
              <a:gd name="connsiteX24" fmla="*/ 4583415 w 4944922"/>
              <a:gd name="connsiteY24" fmla="*/ 3774558 h 8899451"/>
              <a:gd name="connsiteX25" fmla="*/ 4498355 w 4944922"/>
              <a:gd name="connsiteY25" fmla="*/ 3795823 h 8899451"/>
              <a:gd name="connsiteX26" fmla="*/ 4434559 w 4944922"/>
              <a:gd name="connsiteY26" fmla="*/ 3817088 h 8899451"/>
              <a:gd name="connsiteX27" fmla="*/ 4370764 w 4944922"/>
              <a:gd name="connsiteY27" fmla="*/ 3870251 h 8899451"/>
              <a:gd name="connsiteX28" fmla="*/ 4179378 w 4944922"/>
              <a:gd name="connsiteY28" fmla="*/ 3912781 h 8899451"/>
              <a:gd name="connsiteX29" fmla="*/ 3934829 w 4944922"/>
              <a:gd name="connsiteY29" fmla="*/ 4019107 h 8899451"/>
              <a:gd name="connsiteX30" fmla="*/ 3605220 w 4944922"/>
              <a:gd name="connsiteY30" fmla="*/ 4061637 h 8899451"/>
              <a:gd name="connsiteX31" fmla="*/ 3360671 w 4944922"/>
              <a:gd name="connsiteY31" fmla="*/ 4136065 h 8899451"/>
              <a:gd name="connsiteX32" fmla="*/ 3307508 w 4944922"/>
              <a:gd name="connsiteY32" fmla="*/ 4167963 h 8899451"/>
              <a:gd name="connsiteX33" fmla="*/ 3201183 w 4944922"/>
              <a:gd name="connsiteY33" fmla="*/ 4189228 h 8899451"/>
              <a:gd name="connsiteX34" fmla="*/ 3031062 w 4944922"/>
              <a:gd name="connsiteY34" fmla="*/ 4263656 h 8899451"/>
              <a:gd name="connsiteX35" fmla="*/ 2967266 w 4944922"/>
              <a:gd name="connsiteY35" fmla="*/ 4284921 h 8899451"/>
              <a:gd name="connsiteX36" fmla="*/ 2850308 w 4944922"/>
              <a:gd name="connsiteY36" fmla="*/ 4359349 h 8899451"/>
              <a:gd name="connsiteX37" fmla="*/ 2754615 w 4944922"/>
              <a:gd name="connsiteY37" fmla="*/ 4380614 h 8899451"/>
              <a:gd name="connsiteX38" fmla="*/ 2669555 w 4944922"/>
              <a:gd name="connsiteY38" fmla="*/ 4401879 h 8899451"/>
              <a:gd name="connsiteX39" fmla="*/ 2573862 w 4944922"/>
              <a:gd name="connsiteY39" fmla="*/ 4455042 h 8899451"/>
              <a:gd name="connsiteX40" fmla="*/ 2531331 w 4944922"/>
              <a:gd name="connsiteY40" fmla="*/ 4476307 h 8899451"/>
              <a:gd name="connsiteX41" fmla="*/ 2393108 w 4944922"/>
              <a:gd name="connsiteY41" fmla="*/ 4497572 h 8899451"/>
              <a:gd name="connsiteX42" fmla="*/ 2318680 w 4944922"/>
              <a:gd name="connsiteY42" fmla="*/ 4518837 h 8899451"/>
              <a:gd name="connsiteX43" fmla="*/ 2233620 w 4944922"/>
              <a:gd name="connsiteY43" fmla="*/ 4572000 h 8899451"/>
              <a:gd name="connsiteX44" fmla="*/ 2063499 w 4944922"/>
              <a:gd name="connsiteY44" fmla="*/ 4593265 h 8899451"/>
              <a:gd name="connsiteX45" fmla="*/ 1999704 w 4944922"/>
              <a:gd name="connsiteY45" fmla="*/ 4614530 h 8899451"/>
              <a:gd name="connsiteX46" fmla="*/ 1850848 w 4944922"/>
              <a:gd name="connsiteY46" fmla="*/ 4688958 h 8899451"/>
              <a:gd name="connsiteX47" fmla="*/ 1797685 w 4944922"/>
              <a:gd name="connsiteY47" fmla="*/ 4720856 h 8899451"/>
              <a:gd name="connsiteX48" fmla="*/ 1733890 w 4944922"/>
              <a:gd name="connsiteY48" fmla="*/ 4742121 h 8899451"/>
              <a:gd name="connsiteX49" fmla="*/ 1691359 w 4944922"/>
              <a:gd name="connsiteY49" fmla="*/ 4784651 h 8899451"/>
              <a:gd name="connsiteX50" fmla="*/ 1648829 w 4944922"/>
              <a:gd name="connsiteY50" fmla="*/ 4805916 h 8899451"/>
              <a:gd name="connsiteX51" fmla="*/ 1553136 w 4944922"/>
              <a:gd name="connsiteY51" fmla="*/ 4901609 h 8899451"/>
              <a:gd name="connsiteX52" fmla="*/ 1531871 w 4944922"/>
              <a:gd name="connsiteY52" fmla="*/ 4922875 h 8899451"/>
              <a:gd name="connsiteX53" fmla="*/ 1446810 w 4944922"/>
              <a:gd name="connsiteY53" fmla="*/ 4965405 h 8899451"/>
              <a:gd name="connsiteX54" fmla="*/ 1372383 w 4944922"/>
              <a:gd name="connsiteY54" fmla="*/ 5061098 h 8899451"/>
              <a:gd name="connsiteX55" fmla="*/ 1351117 w 4944922"/>
              <a:gd name="connsiteY55" fmla="*/ 5103628 h 8899451"/>
              <a:gd name="connsiteX56" fmla="*/ 1329852 w 4944922"/>
              <a:gd name="connsiteY56" fmla="*/ 5156791 h 8899451"/>
              <a:gd name="connsiteX57" fmla="*/ 1308587 w 4944922"/>
              <a:gd name="connsiteY57" fmla="*/ 5220586 h 8899451"/>
              <a:gd name="connsiteX58" fmla="*/ 1266057 w 4944922"/>
              <a:gd name="connsiteY58" fmla="*/ 5263116 h 8899451"/>
              <a:gd name="connsiteX59" fmla="*/ 1297955 w 4944922"/>
              <a:gd name="connsiteY59" fmla="*/ 5326912 h 8899451"/>
              <a:gd name="connsiteX60" fmla="*/ 1319220 w 4944922"/>
              <a:gd name="connsiteY60" fmla="*/ 5358809 h 8899451"/>
              <a:gd name="connsiteX61" fmla="*/ 1457443 w 4944922"/>
              <a:gd name="connsiteY61" fmla="*/ 5380075 h 8899451"/>
              <a:gd name="connsiteX62" fmla="*/ 2520699 w 4944922"/>
              <a:gd name="connsiteY62" fmla="*/ 5369442 h 8899451"/>
              <a:gd name="connsiteX63" fmla="*/ 3296876 w 4944922"/>
              <a:gd name="connsiteY63" fmla="*/ 5295014 h 8899451"/>
              <a:gd name="connsiteX64" fmla="*/ 4253806 w 4944922"/>
              <a:gd name="connsiteY64" fmla="*/ 5326912 h 8899451"/>
              <a:gd name="connsiteX65" fmla="*/ 4317601 w 4944922"/>
              <a:gd name="connsiteY65" fmla="*/ 5348177 h 8899451"/>
              <a:gd name="connsiteX66" fmla="*/ 4434559 w 4944922"/>
              <a:gd name="connsiteY66" fmla="*/ 5443870 h 8899451"/>
              <a:gd name="connsiteX67" fmla="*/ 4498355 w 4944922"/>
              <a:gd name="connsiteY67" fmla="*/ 5539563 h 8899451"/>
              <a:gd name="connsiteX68" fmla="*/ 4551517 w 4944922"/>
              <a:gd name="connsiteY68" fmla="*/ 5603358 h 8899451"/>
              <a:gd name="connsiteX69" fmla="*/ 4562150 w 4944922"/>
              <a:gd name="connsiteY69" fmla="*/ 5986130 h 8899451"/>
              <a:gd name="connsiteX70" fmla="*/ 4519620 w 4944922"/>
              <a:gd name="connsiteY70" fmla="*/ 6028661 h 8899451"/>
              <a:gd name="connsiteX71" fmla="*/ 4498355 w 4944922"/>
              <a:gd name="connsiteY71" fmla="*/ 6103088 h 8899451"/>
              <a:gd name="connsiteX72" fmla="*/ 4477090 w 4944922"/>
              <a:gd name="connsiteY72" fmla="*/ 6124354 h 8899451"/>
              <a:gd name="connsiteX73" fmla="*/ 4360131 w 4944922"/>
              <a:gd name="connsiteY73" fmla="*/ 6241312 h 8899451"/>
              <a:gd name="connsiteX74" fmla="*/ 4338866 w 4944922"/>
              <a:gd name="connsiteY74" fmla="*/ 6283842 h 8899451"/>
              <a:gd name="connsiteX75" fmla="*/ 4285704 w 4944922"/>
              <a:gd name="connsiteY75" fmla="*/ 6305107 h 8899451"/>
              <a:gd name="connsiteX76" fmla="*/ 4264438 w 4944922"/>
              <a:gd name="connsiteY76" fmla="*/ 6326372 h 8899451"/>
              <a:gd name="connsiteX77" fmla="*/ 4221908 w 4944922"/>
              <a:gd name="connsiteY77" fmla="*/ 6347637 h 8899451"/>
              <a:gd name="connsiteX78" fmla="*/ 4147480 w 4944922"/>
              <a:gd name="connsiteY78" fmla="*/ 6400800 h 8899451"/>
              <a:gd name="connsiteX79" fmla="*/ 3934829 w 4944922"/>
              <a:gd name="connsiteY79" fmla="*/ 6453963 h 8899451"/>
              <a:gd name="connsiteX80" fmla="*/ 3286243 w 4944922"/>
              <a:gd name="connsiteY80" fmla="*/ 6528391 h 8899451"/>
              <a:gd name="connsiteX81" fmla="*/ 1191629 w 4944922"/>
              <a:gd name="connsiteY81" fmla="*/ 6560288 h 8899451"/>
              <a:gd name="connsiteX82" fmla="*/ 978978 w 4944922"/>
              <a:gd name="connsiteY82" fmla="*/ 6581554 h 8899451"/>
              <a:gd name="connsiteX83" fmla="*/ 936448 w 4944922"/>
              <a:gd name="connsiteY83" fmla="*/ 6624084 h 8899451"/>
              <a:gd name="connsiteX84" fmla="*/ 883285 w 4944922"/>
              <a:gd name="connsiteY84" fmla="*/ 6655981 h 8899451"/>
              <a:gd name="connsiteX85" fmla="*/ 851387 w 4944922"/>
              <a:gd name="connsiteY85" fmla="*/ 6709144 h 8899451"/>
              <a:gd name="connsiteX86" fmla="*/ 830122 w 4944922"/>
              <a:gd name="connsiteY86" fmla="*/ 6762307 h 8899451"/>
              <a:gd name="connsiteX87" fmla="*/ 734429 w 4944922"/>
              <a:gd name="connsiteY87" fmla="*/ 6826102 h 8899451"/>
              <a:gd name="connsiteX88" fmla="*/ 681266 w 4944922"/>
              <a:gd name="connsiteY88" fmla="*/ 6879265 h 8899451"/>
              <a:gd name="connsiteX89" fmla="*/ 638736 w 4944922"/>
              <a:gd name="connsiteY89" fmla="*/ 6974958 h 8899451"/>
              <a:gd name="connsiteX90" fmla="*/ 617471 w 4944922"/>
              <a:gd name="connsiteY90" fmla="*/ 7017488 h 8899451"/>
              <a:gd name="connsiteX91" fmla="*/ 596206 w 4944922"/>
              <a:gd name="connsiteY91" fmla="*/ 7038754 h 8899451"/>
              <a:gd name="connsiteX92" fmla="*/ 521778 w 4944922"/>
              <a:gd name="connsiteY92" fmla="*/ 8027581 h 8899451"/>
              <a:gd name="connsiteX93" fmla="*/ 564308 w 4944922"/>
              <a:gd name="connsiteY93" fmla="*/ 8899451 h 8899451"/>
              <a:gd name="connsiteX94" fmla="*/ 628104 w 4944922"/>
              <a:gd name="connsiteY94" fmla="*/ 8888819 h 8899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4944922" h="8899451">
                <a:moveTo>
                  <a:pt x="213434" y="0"/>
                </a:moveTo>
                <a:cubicBezTo>
                  <a:pt x="201628" y="70834"/>
                  <a:pt x="193171" y="129652"/>
                  <a:pt x="170904" y="202019"/>
                </a:cubicBezTo>
                <a:cubicBezTo>
                  <a:pt x="156387" y="249201"/>
                  <a:pt x="132114" y="293016"/>
                  <a:pt x="117741" y="340242"/>
                </a:cubicBezTo>
                <a:cubicBezTo>
                  <a:pt x="107217" y="374820"/>
                  <a:pt x="104317" y="411285"/>
                  <a:pt x="96476" y="446568"/>
                </a:cubicBezTo>
                <a:cubicBezTo>
                  <a:pt x="90136" y="475098"/>
                  <a:pt x="82299" y="503275"/>
                  <a:pt x="75210" y="531628"/>
                </a:cubicBezTo>
                <a:cubicBezTo>
                  <a:pt x="68122" y="598968"/>
                  <a:pt x="64353" y="666740"/>
                  <a:pt x="53945" y="733647"/>
                </a:cubicBezTo>
                <a:cubicBezTo>
                  <a:pt x="39522" y="826369"/>
                  <a:pt x="2537" y="916272"/>
                  <a:pt x="783" y="1010093"/>
                </a:cubicBezTo>
                <a:cubicBezTo>
                  <a:pt x="-4586" y="1297319"/>
                  <a:pt x="18907" y="1584385"/>
                  <a:pt x="32680" y="1871330"/>
                </a:cubicBezTo>
                <a:cubicBezTo>
                  <a:pt x="54710" y="2330289"/>
                  <a:pt x="7891" y="2197445"/>
                  <a:pt x="85843" y="2392326"/>
                </a:cubicBezTo>
                <a:cubicBezTo>
                  <a:pt x="92931" y="2434856"/>
                  <a:pt x="65774" y="2507645"/>
                  <a:pt x="107108" y="2519916"/>
                </a:cubicBezTo>
                <a:cubicBezTo>
                  <a:pt x="319099" y="2582851"/>
                  <a:pt x="766327" y="2594344"/>
                  <a:pt x="766327" y="2594344"/>
                </a:cubicBezTo>
                <a:lnTo>
                  <a:pt x="3350038" y="2551814"/>
                </a:lnTo>
                <a:cubicBezTo>
                  <a:pt x="3839341" y="2551814"/>
                  <a:pt x="4328477" y="2573393"/>
                  <a:pt x="4817331" y="2594344"/>
                </a:cubicBezTo>
                <a:cubicBezTo>
                  <a:pt x="4827346" y="2594773"/>
                  <a:pt x="4830256" y="2610048"/>
                  <a:pt x="4838597" y="2615609"/>
                </a:cubicBezTo>
                <a:cubicBezTo>
                  <a:pt x="4851785" y="2624401"/>
                  <a:pt x="4866950" y="2629786"/>
                  <a:pt x="4881127" y="2636875"/>
                </a:cubicBezTo>
                <a:cubicBezTo>
                  <a:pt x="4888215" y="2658140"/>
                  <a:pt x="4894732" y="2679604"/>
                  <a:pt x="4902392" y="2700670"/>
                </a:cubicBezTo>
                <a:cubicBezTo>
                  <a:pt x="4908915" y="2718607"/>
                  <a:pt x="4918739" y="2735391"/>
                  <a:pt x="4923657" y="2753833"/>
                </a:cubicBezTo>
                <a:cubicBezTo>
                  <a:pt x="4932970" y="2788756"/>
                  <a:pt x="4937834" y="2824716"/>
                  <a:pt x="4944922" y="2860158"/>
                </a:cubicBezTo>
                <a:cubicBezTo>
                  <a:pt x="4941378" y="3030279"/>
                  <a:pt x="4943558" y="3200616"/>
                  <a:pt x="4934290" y="3370521"/>
                </a:cubicBezTo>
                <a:cubicBezTo>
                  <a:pt x="4932885" y="3396285"/>
                  <a:pt x="4921842" y="3420700"/>
                  <a:pt x="4913024" y="3444949"/>
                </a:cubicBezTo>
                <a:cubicBezTo>
                  <a:pt x="4900304" y="3479927"/>
                  <a:pt x="4874894" y="3514977"/>
                  <a:pt x="4849229" y="3540642"/>
                </a:cubicBezTo>
                <a:cubicBezTo>
                  <a:pt x="4840193" y="3549678"/>
                  <a:pt x="4827964" y="3554819"/>
                  <a:pt x="4817331" y="3561907"/>
                </a:cubicBezTo>
                <a:cubicBezTo>
                  <a:pt x="4759629" y="3677311"/>
                  <a:pt x="4849578" y="3514997"/>
                  <a:pt x="4732271" y="3646968"/>
                </a:cubicBezTo>
                <a:cubicBezTo>
                  <a:pt x="4648000" y="3741773"/>
                  <a:pt x="4816729" y="3676636"/>
                  <a:pt x="4615313" y="3721395"/>
                </a:cubicBezTo>
                <a:cubicBezTo>
                  <a:pt x="4604680" y="3739116"/>
                  <a:pt x="4600850" y="3763463"/>
                  <a:pt x="4583415" y="3774558"/>
                </a:cubicBezTo>
                <a:cubicBezTo>
                  <a:pt x="4558758" y="3790249"/>
                  <a:pt x="4526456" y="3787794"/>
                  <a:pt x="4498355" y="3795823"/>
                </a:cubicBezTo>
                <a:cubicBezTo>
                  <a:pt x="4476802" y="3801981"/>
                  <a:pt x="4455824" y="3810000"/>
                  <a:pt x="4434559" y="3817088"/>
                </a:cubicBezTo>
                <a:cubicBezTo>
                  <a:pt x="4413294" y="3834809"/>
                  <a:pt x="4396682" y="3860532"/>
                  <a:pt x="4370764" y="3870251"/>
                </a:cubicBezTo>
                <a:cubicBezTo>
                  <a:pt x="4309573" y="3893197"/>
                  <a:pt x="4179378" y="3912781"/>
                  <a:pt x="4179378" y="3912781"/>
                </a:cubicBezTo>
                <a:cubicBezTo>
                  <a:pt x="4119673" y="3942634"/>
                  <a:pt x="4010890" y="4005796"/>
                  <a:pt x="3934829" y="4019107"/>
                </a:cubicBezTo>
                <a:cubicBezTo>
                  <a:pt x="3825707" y="4038203"/>
                  <a:pt x="3605220" y="4061637"/>
                  <a:pt x="3605220" y="4061637"/>
                </a:cubicBezTo>
                <a:cubicBezTo>
                  <a:pt x="3410306" y="4169923"/>
                  <a:pt x="3621756" y="4067358"/>
                  <a:pt x="3360671" y="4136065"/>
                </a:cubicBezTo>
                <a:cubicBezTo>
                  <a:pt x="3340685" y="4141324"/>
                  <a:pt x="3327114" y="4161428"/>
                  <a:pt x="3307508" y="4167963"/>
                </a:cubicBezTo>
                <a:cubicBezTo>
                  <a:pt x="3273219" y="4179393"/>
                  <a:pt x="3236625" y="4182140"/>
                  <a:pt x="3201183" y="4189228"/>
                </a:cubicBezTo>
                <a:cubicBezTo>
                  <a:pt x="3150263" y="4212374"/>
                  <a:pt x="3086811" y="4243384"/>
                  <a:pt x="3031062" y="4263656"/>
                </a:cubicBezTo>
                <a:cubicBezTo>
                  <a:pt x="3009996" y="4271316"/>
                  <a:pt x="2988531" y="4277833"/>
                  <a:pt x="2967266" y="4284921"/>
                </a:cubicBezTo>
                <a:cubicBezTo>
                  <a:pt x="2943443" y="4301937"/>
                  <a:pt x="2887094" y="4348030"/>
                  <a:pt x="2850308" y="4359349"/>
                </a:cubicBezTo>
                <a:cubicBezTo>
                  <a:pt x="2819077" y="4368958"/>
                  <a:pt x="2786422" y="4373130"/>
                  <a:pt x="2754615" y="4380614"/>
                </a:cubicBezTo>
                <a:cubicBezTo>
                  <a:pt x="2726166" y="4387308"/>
                  <a:pt x="2697908" y="4394791"/>
                  <a:pt x="2669555" y="4401879"/>
                </a:cubicBezTo>
                <a:lnTo>
                  <a:pt x="2573862" y="4455042"/>
                </a:lnTo>
                <a:cubicBezTo>
                  <a:pt x="2559906" y="4462557"/>
                  <a:pt x="2546760" y="4472677"/>
                  <a:pt x="2531331" y="4476307"/>
                </a:cubicBezTo>
                <a:cubicBezTo>
                  <a:pt x="2485954" y="4486984"/>
                  <a:pt x="2438819" y="4488430"/>
                  <a:pt x="2393108" y="4497572"/>
                </a:cubicBezTo>
                <a:cubicBezTo>
                  <a:pt x="2367807" y="4502632"/>
                  <a:pt x="2343489" y="4511749"/>
                  <a:pt x="2318680" y="4518837"/>
                </a:cubicBezTo>
                <a:cubicBezTo>
                  <a:pt x="2290327" y="4536558"/>
                  <a:pt x="2265718" y="4562638"/>
                  <a:pt x="2233620" y="4572000"/>
                </a:cubicBezTo>
                <a:cubicBezTo>
                  <a:pt x="2178758" y="4588002"/>
                  <a:pt x="2119726" y="4583042"/>
                  <a:pt x="2063499" y="4593265"/>
                </a:cubicBezTo>
                <a:cubicBezTo>
                  <a:pt x="2041445" y="4597275"/>
                  <a:pt x="2020969" y="4607442"/>
                  <a:pt x="1999704" y="4614530"/>
                </a:cubicBezTo>
                <a:cubicBezTo>
                  <a:pt x="1850342" y="4721218"/>
                  <a:pt x="2000239" y="4626712"/>
                  <a:pt x="1850848" y="4688958"/>
                </a:cubicBezTo>
                <a:cubicBezTo>
                  <a:pt x="1831772" y="4696907"/>
                  <a:pt x="1816499" y="4712304"/>
                  <a:pt x="1797685" y="4720856"/>
                </a:cubicBezTo>
                <a:cubicBezTo>
                  <a:pt x="1777279" y="4730132"/>
                  <a:pt x="1755155" y="4735033"/>
                  <a:pt x="1733890" y="4742121"/>
                </a:cubicBezTo>
                <a:cubicBezTo>
                  <a:pt x="1719713" y="4756298"/>
                  <a:pt x="1707398" y="4772622"/>
                  <a:pt x="1691359" y="4784651"/>
                </a:cubicBezTo>
                <a:cubicBezTo>
                  <a:pt x="1678679" y="4794161"/>
                  <a:pt x="1660929" y="4795678"/>
                  <a:pt x="1648829" y="4805916"/>
                </a:cubicBezTo>
                <a:cubicBezTo>
                  <a:pt x="1614393" y="4835055"/>
                  <a:pt x="1585034" y="4869711"/>
                  <a:pt x="1553136" y="4901609"/>
                </a:cubicBezTo>
                <a:cubicBezTo>
                  <a:pt x="1546048" y="4908698"/>
                  <a:pt x="1540837" y="4918392"/>
                  <a:pt x="1531871" y="4922875"/>
                </a:cubicBezTo>
                <a:lnTo>
                  <a:pt x="1446810" y="4965405"/>
                </a:lnTo>
                <a:cubicBezTo>
                  <a:pt x="1366096" y="5153742"/>
                  <a:pt x="1464055" y="4969427"/>
                  <a:pt x="1372383" y="5061098"/>
                </a:cubicBezTo>
                <a:cubicBezTo>
                  <a:pt x="1361175" y="5072306"/>
                  <a:pt x="1357554" y="5089144"/>
                  <a:pt x="1351117" y="5103628"/>
                </a:cubicBezTo>
                <a:cubicBezTo>
                  <a:pt x="1343365" y="5121069"/>
                  <a:pt x="1336375" y="5138854"/>
                  <a:pt x="1329852" y="5156791"/>
                </a:cubicBezTo>
                <a:cubicBezTo>
                  <a:pt x="1322192" y="5177857"/>
                  <a:pt x="1320120" y="5201365"/>
                  <a:pt x="1308587" y="5220586"/>
                </a:cubicBezTo>
                <a:cubicBezTo>
                  <a:pt x="1298272" y="5237778"/>
                  <a:pt x="1280234" y="5248939"/>
                  <a:pt x="1266057" y="5263116"/>
                </a:cubicBezTo>
                <a:cubicBezTo>
                  <a:pt x="1276690" y="5284381"/>
                  <a:pt x="1286409" y="5306129"/>
                  <a:pt x="1297955" y="5326912"/>
                </a:cubicBezTo>
                <a:cubicBezTo>
                  <a:pt x="1304161" y="5338082"/>
                  <a:pt x="1307097" y="5354768"/>
                  <a:pt x="1319220" y="5358809"/>
                </a:cubicBezTo>
                <a:cubicBezTo>
                  <a:pt x="1363444" y="5373550"/>
                  <a:pt x="1411369" y="5372986"/>
                  <a:pt x="1457443" y="5380075"/>
                </a:cubicBezTo>
                <a:lnTo>
                  <a:pt x="2520699" y="5369442"/>
                </a:lnTo>
                <a:cubicBezTo>
                  <a:pt x="2882472" y="5359393"/>
                  <a:pt x="2972804" y="5339713"/>
                  <a:pt x="3296876" y="5295014"/>
                </a:cubicBezTo>
                <a:lnTo>
                  <a:pt x="4253806" y="5326912"/>
                </a:lnTo>
                <a:cubicBezTo>
                  <a:pt x="4276191" y="5328078"/>
                  <a:pt x="4299669" y="5334728"/>
                  <a:pt x="4317601" y="5348177"/>
                </a:cubicBezTo>
                <a:cubicBezTo>
                  <a:pt x="4484552" y="5473390"/>
                  <a:pt x="4298061" y="5389270"/>
                  <a:pt x="4434559" y="5443870"/>
                </a:cubicBezTo>
                <a:cubicBezTo>
                  <a:pt x="4539592" y="5548901"/>
                  <a:pt x="4422992" y="5421134"/>
                  <a:pt x="4498355" y="5539563"/>
                </a:cubicBezTo>
                <a:cubicBezTo>
                  <a:pt x="4513216" y="5562916"/>
                  <a:pt x="4533796" y="5582093"/>
                  <a:pt x="4551517" y="5603358"/>
                </a:cubicBezTo>
                <a:cubicBezTo>
                  <a:pt x="4570484" y="5745608"/>
                  <a:pt x="4592209" y="5835834"/>
                  <a:pt x="4562150" y="5986130"/>
                </a:cubicBezTo>
                <a:cubicBezTo>
                  <a:pt x="4558218" y="6005790"/>
                  <a:pt x="4533797" y="6014484"/>
                  <a:pt x="4519620" y="6028661"/>
                </a:cubicBezTo>
                <a:cubicBezTo>
                  <a:pt x="4512532" y="6053470"/>
                  <a:pt x="4508834" y="6079510"/>
                  <a:pt x="4498355" y="6103088"/>
                </a:cubicBezTo>
                <a:cubicBezTo>
                  <a:pt x="4494284" y="6112249"/>
                  <a:pt x="4483438" y="6116595"/>
                  <a:pt x="4477090" y="6124354"/>
                </a:cubicBezTo>
                <a:cubicBezTo>
                  <a:pt x="4385534" y="6236257"/>
                  <a:pt x="4441707" y="6200525"/>
                  <a:pt x="4360131" y="6241312"/>
                </a:cubicBezTo>
                <a:cubicBezTo>
                  <a:pt x="4353043" y="6255489"/>
                  <a:pt x="4350900" y="6273527"/>
                  <a:pt x="4338866" y="6283842"/>
                </a:cubicBezTo>
                <a:cubicBezTo>
                  <a:pt x="4324375" y="6296263"/>
                  <a:pt x="4302275" y="6295638"/>
                  <a:pt x="4285704" y="6305107"/>
                </a:cubicBezTo>
                <a:cubicBezTo>
                  <a:pt x="4277000" y="6310081"/>
                  <a:pt x="4272779" y="6320811"/>
                  <a:pt x="4264438" y="6326372"/>
                </a:cubicBezTo>
                <a:cubicBezTo>
                  <a:pt x="4251250" y="6335164"/>
                  <a:pt x="4235280" y="6339128"/>
                  <a:pt x="4221908" y="6347637"/>
                </a:cubicBezTo>
                <a:cubicBezTo>
                  <a:pt x="4196186" y="6364005"/>
                  <a:pt x="4174381" y="6386452"/>
                  <a:pt x="4147480" y="6400800"/>
                </a:cubicBezTo>
                <a:cubicBezTo>
                  <a:pt x="4062105" y="6446334"/>
                  <a:pt x="4035254" y="6429861"/>
                  <a:pt x="3934829" y="6453963"/>
                </a:cubicBezTo>
                <a:cubicBezTo>
                  <a:pt x="3566959" y="6542251"/>
                  <a:pt x="4080676" y="6508936"/>
                  <a:pt x="3286243" y="6528391"/>
                </a:cubicBezTo>
                <a:lnTo>
                  <a:pt x="1191629" y="6560288"/>
                </a:lnTo>
                <a:cubicBezTo>
                  <a:pt x="1120745" y="6567377"/>
                  <a:pt x="1048088" y="6564276"/>
                  <a:pt x="978978" y="6581554"/>
                </a:cubicBezTo>
                <a:cubicBezTo>
                  <a:pt x="959528" y="6586417"/>
                  <a:pt x="952274" y="6611775"/>
                  <a:pt x="936448" y="6624084"/>
                </a:cubicBezTo>
                <a:cubicBezTo>
                  <a:pt x="920135" y="6636772"/>
                  <a:pt x="901006" y="6645349"/>
                  <a:pt x="883285" y="6655981"/>
                </a:cubicBezTo>
                <a:cubicBezTo>
                  <a:pt x="872652" y="6673702"/>
                  <a:pt x="860629" y="6690660"/>
                  <a:pt x="851387" y="6709144"/>
                </a:cubicBezTo>
                <a:cubicBezTo>
                  <a:pt x="842851" y="6726215"/>
                  <a:pt x="843618" y="6748811"/>
                  <a:pt x="830122" y="6762307"/>
                </a:cubicBezTo>
                <a:cubicBezTo>
                  <a:pt x="803014" y="6789415"/>
                  <a:pt x="764573" y="6802417"/>
                  <a:pt x="734429" y="6826102"/>
                </a:cubicBezTo>
                <a:cubicBezTo>
                  <a:pt x="714723" y="6841585"/>
                  <a:pt x="698987" y="6861544"/>
                  <a:pt x="681266" y="6879265"/>
                </a:cubicBezTo>
                <a:cubicBezTo>
                  <a:pt x="667089" y="6911163"/>
                  <a:pt x="653364" y="6943265"/>
                  <a:pt x="638736" y="6974958"/>
                </a:cubicBezTo>
                <a:cubicBezTo>
                  <a:pt x="632094" y="6989349"/>
                  <a:pt x="626263" y="7004300"/>
                  <a:pt x="617471" y="7017488"/>
                </a:cubicBezTo>
                <a:cubicBezTo>
                  <a:pt x="611910" y="7025829"/>
                  <a:pt x="603294" y="7031665"/>
                  <a:pt x="596206" y="7038754"/>
                </a:cubicBezTo>
                <a:cubicBezTo>
                  <a:pt x="555668" y="7383326"/>
                  <a:pt x="524339" y="7622941"/>
                  <a:pt x="521778" y="8027581"/>
                </a:cubicBezTo>
                <a:cubicBezTo>
                  <a:pt x="519936" y="8318544"/>
                  <a:pt x="550131" y="8608828"/>
                  <a:pt x="564308" y="8899451"/>
                </a:cubicBezTo>
                <a:cubicBezTo>
                  <a:pt x="613715" y="8887100"/>
                  <a:pt x="592225" y="8888819"/>
                  <a:pt x="628104" y="8888819"/>
                </a:cubicBezTo>
              </a:path>
            </a:pathLst>
          </a:custGeom>
          <a:ln w="38100">
            <a:solidFill>
              <a:schemeClr val="accent3"/>
            </a:solidFill>
            <a:headEnd type="none" w="med" len="med"/>
            <a:tailEnd type="arrow" w="med" len="med"/>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91439" tIns="45719" rIns="91439" bIns="45719" numCol="1" spcCol="38100" rtlCol="0" fromWordArt="0" anchor="t" anchorCtr="0" forceAA="0" compatLnSpc="1">
            <a:noAutofit/>
          </a:bodyPr>
          <a:lstStyle/>
          <a:p>
            <a:pPr algn="l" defTabSz="914400" latinLnBrk="1"/>
            <a:endParaRPr lang="zh-CN" altLang="en-US" sz="1800" b="0">
              <a:solidFill>
                <a:srgbClr val="000000"/>
              </a:solidFill>
            </a:endParaRPr>
          </a:p>
        </p:txBody>
      </p:sp>
      <p:sp>
        <p:nvSpPr>
          <p:cNvPr id="94" name="Freeform: Shape 93"/>
          <p:cNvSpPr/>
          <p:nvPr/>
        </p:nvSpPr>
        <p:spPr>
          <a:xfrm>
            <a:off x="14972771" y="4210493"/>
            <a:ext cx="3485350" cy="8016949"/>
          </a:xfrm>
          <a:custGeom>
            <a:avLst/>
            <a:gdLst>
              <a:gd name="connsiteX0" fmla="*/ 51034 w 3485350"/>
              <a:gd name="connsiteY0" fmla="*/ 0 h 8016949"/>
              <a:gd name="connsiteX1" fmla="*/ 61666 w 3485350"/>
              <a:gd name="connsiteY1" fmla="*/ 701749 h 8016949"/>
              <a:gd name="connsiteX2" fmla="*/ 93564 w 3485350"/>
              <a:gd name="connsiteY2" fmla="*/ 935665 h 8016949"/>
              <a:gd name="connsiteX3" fmla="*/ 51034 w 3485350"/>
              <a:gd name="connsiteY3" fmla="*/ 1775637 h 8016949"/>
              <a:gd name="connsiteX4" fmla="*/ 61666 w 3485350"/>
              <a:gd name="connsiteY4" fmla="*/ 2190307 h 8016949"/>
              <a:gd name="connsiteX5" fmla="*/ 136094 w 3485350"/>
              <a:gd name="connsiteY5" fmla="*/ 4550735 h 8016949"/>
              <a:gd name="connsiteX6" fmla="*/ 178624 w 3485350"/>
              <a:gd name="connsiteY6" fmla="*/ 4997302 h 8016949"/>
              <a:gd name="connsiteX7" fmla="*/ 199889 w 3485350"/>
              <a:gd name="connsiteY7" fmla="*/ 5071730 h 8016949"/>
              <a:gd name="connsiteX8" fmla="*/ 295582 w 3485350"/>
              <a:gd name="connsiteY8" fmla="*/ 5092995 h 8016949"/>
              <a:gd name="connsiteX9" fmla="*/ 508234 w 3485350"/>
              <a:gd name="connsiteY9" fmla="*/ 5156791 h 8016949"/>
              <a:gd name="connsiteX10" fmla="*/ 1986159 w 3485350"/>
              <a:gd name="connsiteY10" fmla="*/ 5103628 h 8016949"/>
              <a:gd name="connsiteX11" fmla="*/ 2751703 w 3485350"/>
              <a:gd name="connsiteY11" fmla="*/ 5146158 h 8016949"/>
              <a:gd name="connsiteX12" fmla="*/ 2858029 w 3485350"/>
              <a:gd name="connsiteY12" fmla="*/ 5167423 h 8016949"/>
              <a:gd name="connsiteX13" fmla="*/ 3070680 w 3485350"/>
              <a:gd name="connsiteY13" fmla="*/ 5199321 h 8016949"/>
              <a:gd name="connsiteX14" fmla="*/ 3283331 w 3485350"/>
              <a:gd name="connsiteY14" fmla="*/ 5295014 h 8016949"/>
              <a:gd name="connsiteX15" fmla="*/ 3347127 w 3485350"/>
              <a:gd name="connsiteY15" fmla="*/ 5316279 h 8016949"/>
              <a:gd name="connsiteX16" fmla="*/ 3389657 w 3485350"/>
              <a:gd name="connsiteY16" fmla="*/ 5380074 h 8016949"/>
              <a:gd name="connsiteX17" fmla="*/ 3432187 w 3485350"/>
              <a:gd name="connsiteY17" fmla="*/ 5401340 h 8016949"/>
              <a:gd name="connsiteX18" fmla="*/ 3485350 w 3485350"/>
              <a:gd name="connsiteY18" fmla="*/ 5433237 h 8016949"/>
              <a:gd name="connsiteX19" fmla="*/ 3453452 w 3485350"/>
              <a:gd name="connsiteY19" fmla="*/ 5869172 h 8016949"/>
              <a:gd name="connsiteX20" fmla="*/ 3325862 w 3485350"/>
              <a:gd name="connsiteY20" fmla="*/ 5922335 h 8016949"/>
              <a:gd name="connsiteX21" fmla="*/ 3028150 w 3485350"/>
              <a:gd name="connsiteY21" fmla="*/ 5996763 h 8016949"/>
              <a:gd name="connsiteX22" fmla="*/ 1688448 w 3485350"/>
              <a:gd name="connsiteY22" fmla="*/ 6071191 h 8016949"/>
              <a:gd name="connsiteX23" fmla="*/ 1433266 w 3485350"/>
              <a:gd name="connsiteY23" fmla="*/ 6103088 h 8016949"/>
              <a:gd name="connsiteX24" fmla="*/ 912271 w 3485350"/>
              <a:gd name="connsiteY24" fmla="*/ 6198781 h 8016949"/>
              <a:gd name="connsiteX25" fmla="*/ 348745 w 3485350"/>
              <a:gd name="connsiteY25" fmla="*/ 6262577 h 8016949"/>
              <a:gd name="connsiteX26" fmla="*/ 284950 w 3485350"/>
              <a:gd name="connsiteY26" fmla="*/ 6283842 h 8016949"/>
              <a:gd name="connsiteX27" fmla="*/ 263685 w 3485350"/>
              <a:gd name="connsiteY27" fmla="*/ 6326372 h 8016949"/>
              <a:gd name="connsiteX28" fmla="*/ 231787 w 3485350"/>
              <a:gd name="connsiteY28" fmla="*/ 6422065 h 8016949"/>
              <a:gd name="connsiteX29" fmla="*/ 189257 w 3485350"/>
              <a:gd name="connsiteY29" fmla="*/ 6475228 h 8016949"/>
              <a:gd name="connsiteX30" fmla="*/ 167992 w 3485350"/>
              <a:gd name="connsiteY30" fmla="*/ 6539023 h 8016949"/>
              <a:gd name="connsiteX31" fmla="*/ 146727 w 3485350"/>
              <a:gd name="connsiteY31" fmla="*/ 6581554 h 8016949"/>
              <a:gd name="connsiteX32" fmla="*/ 125462 w 3485350"/>
              <a:gd name="connsiteY32" fmla="*/ 6677247 h 8016949"/>
              <a:gd name="connsiteX33" fmla="*/ 72299 w 3485350"/>
              <a:gd name="connsiteY33" fmla="*/ 6858000 h 8016949"/>
              <a:gd name="connsiteX34" fmla="*/ 104196 w 3485350"/>
              <a:gd name="connsiteY34" fmla="*/ 8016949 h 801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5350" h="8016949">
                <a:moveTo>
                  <a:pt x="51034" y="0"/>
                </a:moveTo>
                <a:cubicBezTo>
                  <a:pt x="54578" y="233916"/>
                  <a:pt x="51043" y="468047"/>
                  <a:pt x="61666" y="701749"/>
                </a:cubicBezTo>
                <a:cubicBezTo>
                  <a:pt x="65239" y="780361"/>
                  <a:pt x="91494" y="856999"/>
                  <a:pt x="93564" y="935665"/>
                </a:cubicBezTo>
                <a:cubicBezTo>
                  <a:pt x="105672" y="1395767"/>
                  <a:pt x="94365" y="1414538"/>
                  <a:pt x="51034" y="1775637"/>
                </a:cubicBezTo>
                <a:cubicBezTo>
                  <a:pt x="54578" y="1913860"/>
                  <a:pt x="59445" y="2052056"/>
                  <a:pt x="61666" y="2190307"/>
                </a:cubicBezTo>
                <a:cubicBezTo>
                  <a:pt x="98460" y="4480737"/>
                  <a:pt x="-142076" y="3716217"/>
                  <a:pt x="136094" y="4550735"/>
                </a:cubicBezTo>
                <a:cubicBezTo>
                  <a:pt x="146903" y="4702056"/>
                  <a:pt x="150356" y="4848894"/>
                  <a:pt x="178624" y="4997302"/>
                </a:cubicBezTo>
                <a:cubicBezTo>
                  <a:pt x="183452" y="5022648"/>
                  <a:pt x="179919" y="5055391"/>
                  <a:pt x="199889" y="5071730"/>
                </a:cubicBezTo>
                <a:cubicBezTo>
                  <a:pt x="225179" y="5092422"/>
                  <a:pt x="264083" y="5084306"/>
                  <a:pt x="295582" y="5092995"/>
                </a:cubicBezTo>
                <a:cubicBezTo>
                  <a:pt x="366922" y="5112675"/>
                  <a:pt x="437350" y="5135526"/>
                  <a:pt x="508234" y="5156791"/>
                </a:cubicBezTo>
                <a:cubicBezTo>
                  <a:pt x="1000876" y="5139070"/>
                  <a:pt x="1493204" y="5105964"/>
                  <a:pt x="1986159" y="5103628"/>
                </a:cubicBezTo>
                <a:cubicBezTo>
                  <a:pt x="2241731" y="5102417"/>
                  <a:pt x="2496810" y="5127507"/>
                  <a:pt x="2751703" y="5146158"/>
                </a:cubicBezTo>
                <a:cubicBezTo>
                  <a:pt x="2787751" y="5148796"/>
                  <a:pt x="2822377" y="5161481"/>
                  <a:pt x="2858029" y="5167423"/>
                </a:cubicBezTo>
                <a:cubicBezTo>
                  <a:pt x="2928730" y="5179207"/>
                  <a:pt x="2999796" y="5188688"/>
                  <a:pt x="3070680" y="5199321"/>
                </a:cubicBezTo>
                <a:cubicBezTo>
                  <a:pt x="3139020" y="5233491"/>
                  <a:pt x="3214093" y="5271935"/>
                  <a:pt x="3283331" y="5295014"/>
                </a:cubicBezTo>
                <a:lnTo>
                  <a:pt x="3347127" y="5316279"/>
                </a:lnTo>
                <a:cubicBezTo>
                  <a:pt x="3361304" y="5337544"/>
                  <a:pt x="3371585" y="5362002"/>
                  <a:pt x="3389657" y="5380074"/>
                </a:cubicBezTo>
                <a:cubicBezTo>
                  <a:pt x="3400865" y="5391282"/>
                  <a:pt x="3418331" y="5393642"/>
                  <a:pt x="3432187" y="5401340"/>
                </a:cubicBezTo>
                <a:cubicBezTo>
                  <a:pt x="3450252" y="5411376"/>
                  <a:pt x="3467629" y="5422605"/>
                  <a:pt x="3485350" y="5433237"/>
                </a:cubicBezTo>
                <a:cubicBezTo>
                  <a:pt x="3474717" y="5578549"/>
                  <a:pt x="3498622" y="5730650"/>
                  <a:pt x="3453452" y="5869172"/>
                </a:cubicBezTo>
                <a:cubicBezTo>
                  <a:pt x="3439168" y="5912976"/>
                  <a:pt x="3369252" y="5906838"/>
                  <a:pt x="3325862" y="5922335"/>
                </a:cubicBezTo>
                <a:cubicBezTo>
                  <a:pt x="3164105" y="5980106"/>
                  <a:pt x="3178407" y="5971720"/>
                  <a:pt x="3028150" y="5996763"/>
                </a:cubicBezTo>
                <a:cubicBezTo>
                  <a:pt x="2565939" y="6253548"/>
                  <a:pt x="3014160" y="6024181"/>
                  <a:pt x="1688448" y="6071191"/>
                </a:cubicBezTo>
                <a:cubicBezTo>
                  <a:pt x="1602779" y="6074229"/>
                  <a:pt x="1518237" y="6091759"/>
                  <a:pt x="1433266" y="6103088"/>
                </a:cubicBezTo>
                <a:cubicBezTo>
                  <a:pt x="939942" y="6168864"/>
                  <a:pt x="1512398" y="6092876"/>
                  <a:pt x="912271" y="6198781"/>
                </a:cubicBezTo>
                <a:cubicBezTo>
                  <a:pt x="772768" y="6223399"/>
                  <a:pt x="475248" y="6249927"/>
                  <a:pt x="348745" y="6262577"/>
                </a:cubicBezTo>
                <a:cubicBezTo>
                  <a:pt x="327480" y="6269665"/>
                  <a:pt x="302882" y="6270393"/>
                  <a:pt x="284950" y="6283842"/>
                </a:cubicBezTo>
                <a:cubicBezTo>
                  <a:pt x="272270" y="6293352"/>
                  <a:pt x="269375" y="6311578"/>
                  <a:pt x="263685" y="6326372"/>
                </a:cubicBezTo>
                <a:cubicBezTo>
                  <a:pt x="251615" y="6357754"/>
                  <a:pt x="246824" y="6391992"/>
                  <a:pt x="231787" y="6422065"/>
                </a:cubicBezTo>
                <a:cubicBezTo>
                  <a:pt x="221638" y="6442363"/>
                  <a:pt x="203434" y="6457507"/>
                  <a:pt x="189257" y="6475228"/>
                </a:cubicBezTo>
                <a:cubicBezTo>
                  <a:pt x="182169" y="6496493"/>
                  <a:pt x="176317" y="6518211"/>
                  <a:pt x="167992" y="6539023"/>
                </a:cubicBezTo>
                <a:cubicBezTo>
                  <a:pt x="162105" y="6553740"/>
                  <a:pt x="151388" y="6566405"/>
                  <a:pt x="146727" y="6581554"/>
                </a:cubicBezTo>
                <a:cubicBezTo>
                  <a:pt x="137118" y="6612785"/>
                  <a:pt x="133957" y="6645695"/>
                  <a:pt x="125462" y="6677247"/>
                </a:cubicBezTo>
                <a:cubicBezTo>
                  <a:pt x="109135" y="6737891"/>
                  <a:pt x="90020" y="6797749"/>
                  <a:pt x="72299" y="6858000"/>
                </a:cubicBezTo>
                <a:cubicBezTo>
                  <a:pt x="109881" y="7747471"/>
                  <a:pt x="104196" y="7361050"/>
                  <a:pt x="104196" y="8016949"/>
                </a:cubicBezTo>
              </a:path>
            </a:pathLst>
          </a:custGeom>
          <a:ln w="38100">
            <a:solidFill>
              <a:srgbClr val="7030A0"/>
            </a:solidFill>
            <a:headEnd type="none" w="med" len="med"/>
            <a:tailEnd type="arrow" w="med" len="med"/>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91439" tIns="45719" rIns="91439" bIns="45719" numCol="1" spcCol="38100" rtlCol="0" fromWordArt="0" anchor="t" anchorCtr="0" forceAA="0" compatLnSpc="1">
            <a:noAutofit/>
          </a:bodyPr>
          <a:lstStyle/>
          <a:p>
            <a:pPr algn="l" defTabSz="914400" latinLnBrk="1"/>
            <a:endParaRPr lang="zh-CN" altLang="en-US" sz="1800" b="0">
              <a:solidFill>
                <a:srgbClr val="000000"/>
              </a:solidFill>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26313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2327780" y="1029737"/>
            <a:ext cx="10228267" cy="11058094"/>
            <a:chOff x="12327780" y="1029737"/>
            <a:chExt cx="10228267" cy="11058094"/>
          </a:xfrm>
        </p:grpSpPr>
        <p:sp>
          <p:nvSpPr>
            <p:cNvPr id="8" name="AutoShape 5"/>
            <p:cNvSpPr>
              <a:spLocks noChangeArrowheads="1"/>
            </p:cNvSpPr>
            <p:nvPr/>
          </p:nvSpPr>
          <p:spPr bwMode="auto">
            <a:xfrm>
              <a:off x="13633516" y="10833406"/>
              <a:ext cx="2176227" cy="1254425"/>
            </a:xfrm>
            <a:prstGeom prst="flowChartAlternate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返回</a:t>
              </a:r>
              <a:endParaRPr kumimoji="1" lang="zh-CN" altLang="en-US" sz="4000" dirty="0">
                <a:latin typeface="Times New Roman" panose="02020603050405020304" pitchFamily="18" charset="0"/>
                <a:cs typeface="Times New Roman" panose="02020603050405020304" pitchFamily="18" charset="0"/>
              </a:endParaRPr>
            </a:p>
          </p:txBody>
        </p:sp>
        <p:sp>
          <p:nvSpPr>
            <p:cNvPr id="9" name="AutoShape 6"/>
            <p:cNvSpPr>
              <a:spLocks noChangeArrowheads="1"/>
            </p:cNvSpPr>
            <p:nvPr/>
          </p:nvSpPr>
          <p:spPr bwMode="auto">
            <a:xfrm>
              <a:off x="12327780" y="5397564"/>
              <a:ext cx="5005322" cy="1881637"/>
            </a:xfrm>
            <a:prstGeom prst="flowChartDecision">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y&lt;min</a:t>
              </a:r>
              <a:endParaRPr kumimoji="1" lang="zh-CN" altLang="en-US" sz="4400" dirty="0">
                <a:latin typeface="Times New Roman" panose="02020603050405020304" pitchFamily="18" charset="0"/>
                <a:cs typeface="Times New Roman" panose="02020603050405020304" pitchFamily="18" charset="0"/>
              </a:endParaRPr>
            </a:p>
          </p:txBody>
        </p:sp>
        <p:sp>
          <p:nvSpPr>
            <p:cNvPr id="10" name="AutoShape 7"/>
            <p:cNvSpPr>
              <a:spLocks noChangeArrowheads="1"/>
            </p:cNvSpPr>
            <p:nvPr/>
          </p:nvSpPr>
          <p:spPr bwMode="auto">
            <a:xfrm>
              <a:off x="12327780" y="8324556"/>
              <a:ext cx="5005322" cy="1881637"/>
            </a:xfrm>
            <a:prstGeom prst="flowChartDecision">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z&lt;min</a:t>
              </a:r>
              <a:endParaRPr kumimoji="1" lang="zh-CN" altLang="en-US" sz="4400" dirty="0">
                <a:latin typeface="Times New Roman" panose="02020603050405020304" pitchFamily="18" charset="0"/>
                <a:cs typeface="Times New Roman" panose="02020603050405020304" pitchFamily="18" charset="0"/>
              </a:endParaRPr>
            </a:p>
          </p:txBody>
        </p:sp>
        <p:sp>
          <p:nvSpPr>
            <p:cNvPr id="11" name="Line 8"/>
            <p:cNvSpPr>
              <a:spLocks noChangeShapeType="1"/>
            </p:cNvSpPr>
            <p:nvPr/>
          </p:nvSpPr>
          <p:spPr bwMode="auto">
            <a:xfrm>
              <a:off x="14721630" y="4561281"/>
              <a:ext cx="0" cy="836283"/>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2" name="Line 9"/>
            <p:cNvSpPr>
              <a:spLocks noChangeShapeType="1"/>
            </p:cNvSpPr>
            <p:nvPr/>
          </p:nvSpPr>
          <p:spPr bwMode="auto">
            <a:xfrm>
              <a:off x="14721630" y="7279202"/>
              <a:ext cx="0" cy="1045354"/>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3" name="Line 10"/>
            <p:cNvSpPr>
              <a:spLocks noChangeShapeType="1"/>
            </p:cNvSpPr>
            <p:nvPr/>
          </p:nvSpPr>
          <p:spPr bwMode="auto">
            <a:xfrm>
              <a:off x="14721630" y="10206194"/>
              <a:ext cx="0" cy="627212"/>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4" name="AutoShape 11"/>
            <p:cNvSpPr>
              <a:spLocks noChangeArrowheads="1"/>
            </p:cNvSpPr>
            <p:nvPr/>
          </p:nvSpPr>
          <p:spPr bwMode="auto">
            <a:xfrm>
              <a:off x="18421216" y="5188494"/>
              <a:ext cx="4134831" cy="1672567"/>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min=y</a:t>
              </a:r>
              <a:endParaRPr kumimoji="1" lang="en-US" altLang="zh-CN" sz="3600" dirty="0">
                <a:latin typeface="Times New Roman" panose="02020603050405020304" pitchFamily="18" charset="0"/>
                <a:cs typeface="Times New Roman" panose="02020603050405020304" pitchFamily="18" charset="0"/>
              </a:endParaRPr>
            </a:p>
          </p:txBody>
        </p:sp>
        <p:sp>
          <p:nvSpPr>
            <p:cNvPr id="15" name="AutoShape 12"/>
            <p:cNvSpPr>
              <a:spLocks noChangeArrowheads="1"/>
            </p:cNvSpPr>
            <p:nvPr/>
          </p:nvSpPr>
          <p:spPr bwMode="auto">
            <a:xfrm>
              <a:off x="18421216" y="8324556"/>
              <a:ext cx="4134831" cy="1672567"/>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min=z</a:t>
              </a:r>
              <a:endParaRPr kumimoji="1" lang="en-US" altLang="zh-CN" sz="3600" dirty="0">
                <a:latin typeface="Times New Roman" panose="02020603050405020304" pitchFamily="18" charset="0"/>
                <a:cs typeface="Times New Roman" panose="02020603050405020304" pitchFamily="18" charset="0"/>
              </a:endParaRPr>
            </a:p>
          </p:txBody>
        </p:sp>
        <p:sp>
          <p:nvSpPr>
            <p:cNvPr id="16" name="Line 13"/>
            <p:cNvSpPr>
              <a:spLocks noChangeShapeType="1"/>
            </p:cNvSpPr>
            <p:nvPr/>
          </p:nvSpPr>
          <p:spPr bwMode="auto">
            <a:xfrm>
              <a:off x="20379820" y="6861060"/>
              <a:ext cx="0" cy="836283"/>
            </a:xfrm>
            <a:prstGeom prst="line">
              <a:avLst/>
            </a:prstGeom>
            <a:solidFill>
              <a:schemeClr val="bg1">
                <a:lumMod val="95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7" name="Line 14"/>
            <p:cNvSpPr>
              <a:spLocks noChangeShapeType="1"/>
            </p:cNvSpPr>
            <p:nvPr/>
          </p:nvSpPr>
          <p:spPr bwMode="auto">
            <a:xfrm flipH="1">
              <a:off x="14721630" y="7697344"/>
              <a:ext cx="5658190"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8" name="Line 15"/>
            <p:cNvSpPr>
              <a:spLocks noChangeShapeType="1"/>
            </p:cNvSpPr>
            <p:nvPr/>
          </p:nvSpPr>
          <p:spPr bwMode="auto">
            <a:xfrm>
              <a:off x="20379820" y="9997123"/>
              <a:ext cx="0" cy="418142"/>
            </a:xfrm>
            <a:prstGeom prst="line">
              <a:avLst/>
            </a:prstGeom>
            <a:solidFill>
              <a:schemeClr val="bg1">
                <a:lumMod val="95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19" name="Line 16"/>
            <p:cNvSpPr>
              <a:spLocks noChangeShapeType="1"/>
            </p:cNvSpPr>
            <p:nvPr/>
          </p:nvSpPr>
          <p:spPr bwMode="auto">
            <a:xfrm flipH="1">
              <a:off x="14721630" y="10415264"/>
              <a:ext cx="5658190"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3" name="Line 17"/>
            <p:cNvSpPr>
              <a:spLocks noChangeShapeType="1"/>
            </p:cNvSpPr>
            <p:nvPr/>
          </p:nvSpPr>
          <p:spPr bwMode="auto">
            <a:xfrm>
              <a:off x="17333102" y="6233848"/>
              <a:ext cx="1088114"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4" name="Line 18"/>
            <p:cNvSpPr>
              <a:spLocks noChangeShapeType="1"/>
            </p:cNvSpPr>
            <p:nvPr/>
          </p:nvSpPr>
          <p:spPr bwMode="auto">
            <a:xfrm>
              <a:off x="17333102" y="9160839"/>
              <a:ext cx="1088114"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5" name="Text Box 19"/>
            <p:cNvSpPr txBox="1">
              <a:spLocks noChangeArrowheads="1"/>
            </p:cNvSpPr>
            <p:nvPr/>
          </p:nvSpPr>
          <p:spPr bwMode="auto">
            <a:xfrm>
              <a:off x="12519112" y="1171313"/>
              <a:ext cx="604765"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26" name="Text Box 20"/>
            <p:cNvSpPr txBox="1">
              <a:spLocks noChangeArrowheads="1"/>
            </p:cNvSpPr>
            <p:nvPr/>
          </p:nvSpPr>
          <p:spPr bwMode="auto">
            <a:xfrm>
              <a:off x="12453129" y="4883599"/>
              <a:ext cx="703195"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a</a:t>
              </a:r>
              <a:endParaRPr kumimoji="1" lang="en-US" altLang="zh-CN" sz="4800" dirty="0">
                <a:latin typeface="Times New Roman" panose="02020603050405020304" pitchFamily="18" charset="0"/>
                <a:cs typeface="Times New Roman" panose="02020603050405020304" pitchFamily="18" charset="0"/>
              </a:endParaRPr>
            </a:p>
          </p:txBody>
        </p:sp>
        <p:sp>
          <p:nvSpPr>
            <p:cNvPr id="27" name="Text Box 21"/>
            <p:cNvSpPr txBox="1">
              <a:spLocks noChangeArrowheads="1"/>
            </p:cNvSpPr>
            <p:nvPr/>
          </p:nvSpPr>
          <p:spPr bwMode="auto">
            <a:xfrm>
              <a:off x="12472680" y="7601519"/>
              <a:ext cx="75355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28" name="Text Box 22"/>
            <p:cNvSpPr txBox="1">
              <a:spLocks noChangeArrowheads="1"/>
            </p:cNvSpPr>
            <p:nvPr/>
          </p:nvSpPr>
          <p:spPr bwMode="auto">
            <a:xfrm>
              <a:off x="12453129" y="10528511"/>
              <a:ext cx="75355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d</a:t>
              </a:r>
              <a:endParaRPr kumimoji="1" lang="en-US" altLang="zh-CN" sz="4800" dirty="0">
                <a:latin typeface="Times New Roman" panose="02020603050405020304" pitchFamily="18" charset="0"/>
                <a:cs typeface="Times New Roman" panose="02020603050405020304" pitchFamily="18" charset="0"/>
              </a:endParaRPr>
            </a:p>
          </p:txBody>
        </p:sp>
        <p:sp>
          <p:nvSpPr>
            <p:cNvPr id="29" name="Text Box 23"/>
            <p:cNvSpPr txBox="1">
              <a:spLocks noChangeArrowheads="1"/>
            </p:cNvSpPr>
            <p:nvPr/>
          </p:nvSpPr>
          <p:spPr bwMode="auto">
            <a:xfrm>
              <a:off x="21769449" y="4121088"/>
              <a:ext cx="65283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30" name="Text Box 24"/>
            <p:cNvSpPr txBox="1">
              <a:spLocks noChangeArrowheads="1"/>
            </p:cNvSpPr>
            <p:nvPr/>
          </p:nvSpPr>
          <p:spPr bwMode="auto">
            <a:xfrm>
              <a:off x="21769449" y="7455044"/>
              <a:ext cx="65283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sp>
          <p:nvSpPr>
            <p:cNvPr id="31" name="AutoShape 4"/>
            <p:cNvSpPr>
              <a:spLocks noChangeArrowheads="1"/>
            </p:cNvSpPr>
            <p:nvPr/>
          </p:nvSpPr>
          <p:spPr bwMode="auto">
            <a:xfrm>
              <a:off x="13575049" y="1029737"/>
              <a:ext cx="2176227" cy="1270953"/>
            </a:xfrm>
            <a:prstGeom prst="flowChartAlternate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入口</a:t>
              </a:r>
              <a:endParaRPr kumimoji="1" lang="zh-CN" altLang="en-US" sz="4800" dirty="0">
                <a:latin typeface="Times New Roman" panose="02020603050405020304" pitchFamily="18" charset="0"/>
                <a:cs typeface="Times New Roman" panose="02020603050405020304" pitchFamily="18" charset="0"/>
              </a:endParaRPr>
            </a:p>
          </p:txBody>
        </p:sp>
        <p:sp>
          <p:nvSpPr>
            <p:cNvPr id="32" name="Line 8"/>
            <p:cNvSpPr>
              <a:spLocks noChangeShapeType="1"/>
            </p:cNvSpPr>
            <p:nvPr/>
          </p:nvSpPr>
          <p:spPr bwMode="auto">
            <a:xfrm>
              <a:off x="14721629" y="2374749"/>
              <a:ext cx="0" cy="836283"/>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33" name="Text Box 19"/>
            <p:cNvSpPr txBox="1">
              <a:spLocks noChangeArrowheads="1"/>
            </p:cNvSpPr>
            <p:nvPr/>
          </p:nvSpPr>
          <p:spPr bwMode="auto">
            <a:xfrm>
              <a:off x="12472680" y="3356676"/>
              <a:ext cx="697628" cy="830997"/>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m</a:t>
              </a:r>
              <a:endParaRPr kumimoji="1" lang="en-US" altLang="zh-CN" sz="4800" dirty="0">
                <a:latin typeface="Times New Roman" panose="02020603050405020304" pitchFamily="18" charset="0"/>
                <a:cs typeface="Times New Roman" panose="02020603050405020304" pitchFamily="18" charset="0"/>
              </a:endParaRPr>
            </a:p>
          </p:txBody>
        </p:sp>
      </p:grpSp>
      <p:sp>
        <p:nvSpPr>
          <p:cNvPr id="36"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路径覆盖</a:t>
            </a:r>
            <a:endParaRPr lang="zh-CN" altLang="en-US" dirty="0"/>
          </a:p>
        </p:txBody>
      </p:sp>
      <p:sp>
        <p:nvSpPr>
          <p:cNvPr id="37"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7</a:t>
            </a:r>
            <a:endParaRPr dirty="0"/>
          </a:p>
        </p:txBody>
      </p:sp>
      <p:pic>
        <p:nvPicPr>
          <p:cNvPr id="4" name="音频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
        <p:nvSpPr>
          <p:cNvPr id="34" name="AutoShape 12"/>
          <p:cNvSpPr>
            <a:spLocks noChangeArrowheads="1"/>
          </p:cNvSpPr>
          <p:nvPr/>
        </p:nvSpPr>
        <p:spPr bwMode="auto">
          <a:xfrm>
            <a:off x="13170308" y="3226901"/>
            <a:ext cx="3348233" cy="1270953"/>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min=x</a:t>
            </a:r>
            <a:endParaRPr kumimoji="1" lang="en-US" altLang="zh-CN" sz="3600" dirty="0">
              <a:latin typeface="Times New Roman" panose="02020603050405020304" pitchFamily="18" charset="0"/>
              <a:cs typeface="Times New Roman" panose="02020603050405020304" pitchFamily="18" charset="0"/>
            </a:endParaRPr>
          </a:p>
        </p:txBody>
      </p:sp>
      <p:pic>
        <p:nvPicPr>
          <p:cNvPr id="35" name="图片 34"/>
          <p:cNvPicPr>
            <a:picLocks noChangeAspect="1"/>
          </p:cNvPicPr>
          <p:nvPr/>
        </p:nvPicPr>
        <p:blipFill>
          <a:blip r:embed="rId4"/>
          <a:stretch>
            <a:fillRect/>
          </a:stretch>
        </p:blipFill>
        <p:spPr>
          <a:xfrm>
            <a:off x="676487" y="4121088"/>
            <a:ext cx="11196210" cy="7073006"/>
          </a:xfrm>
          <a:prstGeom prst="rect">
            <a:avLst/>
          </a:prstGeom>
        </p:spPr>
      </p:pic>
    </p:spTree>
    <p:custDataLst>
      <p:tags r:id="rId5"/>
    </p:custDataLst>
  </p:cSld>
  <p:clrMapOvr>
    <a:masterClrMapping/>
  </p:clrMapOvr>
  <p:transition spd="med" advTm="5529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AutoShape 12"/>
          <p:cNvSpPr>
            <a:spLocks noChangeArrowheads="1"/>
          </p:cNvSpPr>
          <p:nvPr/>
        </p:nvSpPr>
        <p:spPr bwMode="auto">
          <a:xfrm>
            <a:off x="13170308" y="3226901"/>
            <a:ext cx="3348233" cy="1270953"/>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min=x</a:t>
            </a:r>
            <a:endParaRPr kumimoji="1" lang="en-US" altLang="zh-CN" sz="3600" dirty="0">
              <a:latin typeface="Times New Roman" panose="02020603050405020304" pitchFamily="18" charset="0"/>
              <a:cs typeface="Times New Roman" panose="02020603050405020304" pitchFamily="18" charset="0"/>
            </a:endParaRPr>
          </a:p>
        </p:txBody>
      </p:sp>
      <p:grpSp>
        <p:nvGrpSpPr>
          <p:cNvPr id="21" name="Group 1"/>
          <p:cNvGrpSpPr/>
          <p:nvPr/>
        </p:nvGrpSpPr>
        <p:grpSpPr>
          <a:xfrm>
            <a:off x="12327780" y="1029737"/>
            <a:ext cx="10228267" cy="11058094"/>
            <a:chOff x="12327780" y="1029737"/>
            <a:chExt cx="10228267" cy="11058094"/>
          </a:xfrm>
        </p:grpSpPr>
        <p:sp>
          <p:nvSpPr>
            <p:cNvPr id="23" name="AutoShape 5"/>
            <p:cNvSpPr>
              <a:spLocks noChangeArrowheads="1"/>
            </p:cNvSpPr>
            <p:nvPr/>
          </p:nvSpPr>
          <p:spPr bwMode="auto">
            <a:xfrm>
              <a:off x="13633516" y="10833406"/>
              <a:ext cx="2176227" cy="1254425"/>
            </a:xfrm>
            <a:prstGeom prst="flowChartAlternate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返回</a:t>
              </a:r>
              <a:endParaRPr kumimoji="1" lang="zh-CN" altLang="en-US" sz="4000" dirty="0">
                <a:latin typeface="Times New Roman" panose="02020603050405020304" pitchFamily="18" charset="0"/>
                <a:cs typeface="Times New Roman" panose="02020603050405020304" pitchFamily="18" charset="0"/>
              </a:endParaRPr>
            </a:p>
          </p:txBody>
        </p:sp>
        <p:sp>
          <p:nvSpPr>
            <p:cNvPr id="24" name="AutoShape 6"/>
            <p:cNvSpPr>
              <a:spLocks noChangeArrowheads="1"/>
            </p:cNvSpPr>
            <p:nvPr/>
          </p:nvSpPr>
          <p:spPr bwMode="auto">
            <a:xfrm>
              <a:off x="12327780" y="5397564"/>
              <a:ext cx="5005322" cy="1881637"/>
            </a:xfrm>
            <a:prstGeom prst="flowChartDecision">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y&lt;min</a:t>
              </a:r>
              <a:endParaRPr kumimoji="1" lang="zh-CN" altLang="en-US" sz="4400" dirty="0">
                <a:latin typeface="Times New Roman" panose="02020603050405020304" pitchFamily="18" charset="0"/>
                <a:cs typeface="Times New Roman" panose="02020603050405020304" pitchFamily="18" charset="0"/>
              </a:endParaRPr>
            </a:p>
          </p:txBody>
        </p:sp>
        <p:sp>
          <p:nvSpPr>
            <p:cNvPr id="25" name="AutoShape 7"/>
            <p:cNvSpPr>
              <a:spLocks noChangeArrowheads="1"/>
            </p:cNvSpPr>
            <p:nvPr/>
          </p:nvSpPr>
          <p:spPr bwMode="auto">
            <a:xfrm>
              <a:off x="12327780" y="8324556"/>
              <a:ext cx="5005322" cy="1881637"/>
            </a:xfrm>
            <a:prstGeom prst="flowChartDecision">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z&lt;min</a:t>
              </a:r>
              <a:endParaRPr kumimoji="1" lang="zh-CN" altLang="en-US" sz="4400" dirty="0">
                <a:latin typeface="Times New Roman" panose="02020603050405020304" pitchFamily="18" charset="0"/>
                <a:cs typeface="Times New Roman" panose="02020603050405020304" pitchFamily="18" charset="0"/>
              </a:endParaRPr>
            </a:p>
          </p:txBody>
        </p:sp>
        <p:sp>
          <p:nvSpPr>
            <p:cNvPr id="26" name="Line 8"/>
            <p:cNvSpPr>
              <a:spLocks noChangeShapeType="1"/>
            </p:cNvSpPr>
            <p:nvPr/>
          </p:nvSpPr>
          <p:spPr bwMode="auto">
            <a:xfrm>
              <a:off x="14721630" y="4561281"/>
              <a:ext cx="0" cy="836283"/>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7" name="Line 9"/>
            <p:cNvSpPr>
              <a:spLocks noChangeShapeType="1"/>
            </p:cNvSpPr>
            <p:nvPr/>
          </p:nvSpPr>
          <p:spPr bwMode="auto">
            <a:xfrm>
              <a:off x="14721630" y="7279202"/>
              <a:ext cx="0" cy="1045354"/>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8" name="Line 10"/>
            <p:cNvSpPr>
              <a:spLocks noChangeShapeType="1"/>
            </p:cNvSpPr>
            <p:nvPr/>
          </p:nvSpPr>
          <p:spPr bwMode="auto">
            <a:xfrm>
              <a:off x="14721630" y="10206194"/>
              <a:ext cx="0" cy="627212"/>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29" name="AutoShape 11"/>
            <p:cNvSpPr>
              <a:spLocks noChangeArrowheads="1"/>
            </p:cNvSpPr>
            <p:nvPr/>
          </p:nvSpPr>
          <p:spPr bwMode="auto">
            <a:xfrm>
              <a:off x="18421216" y="5188494"/>
              <a:ext cx="4134831" cy="1672567"/>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min=y</a:t>
              </a:r>
              <a:endParaRPr kumimoji="1" lang="en-US" altLang="zh-CN" sz="3600" dirty="0">
                <a:latin typeface="Times New Roman" panose="02020603050405020304" pitchFamily="18" charset="0"/>
                <a:cs typeface="Times New Roman" panose="02020603050405020304" pitchFamily="18" charset="0"/>
              </a:endParaRPr>
            </a:p>
          </p:txBody>
        </p:sp>
        <p:sp>
          <p:nvSpPr>
            <p:cNvPr id="30" name="AutoShape 12"/>
            <p:cNvSpPr>
              <a:spLocks noChangeArrowheads="1"/>
            </p:cNvSpPr>
            <p:nvPr/>
          </p:nvSpPr>
          <p:spPr bwMode="auto">
            <a:xfrm>
              <a:off x="18421216" y="8324556"/>
              <a:ext cx="4134831" cy="1672567"/>
            </a:xfrm>
            <a:prstGeom prst="flowChart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3600" dirty="0">
                  <a:latin typeface="Times New Roman" panose="02020603050405020304" pitchFamily="18" charset="0"/>
                  <a:cs typeface="Times New Roman" panose="02020603050405020304" pitchFamily="18" charset="0"/>
                </a:rPr>
                <a:t>min=z</a:t>
              </a:r>
              <a:endParaRPr kumimoji="1" lang="en-US" altLang="zh-CN" sz="3600" dirty="0">
                <a:latin typeface="Times New Roman" panose="02020603050405020304" pitchFamily="18" charset="0"/>
                <a:cs typeface="Times New Roman" panose="02020603050405020304" pitchFamily="18" charset="0"/>
              </a:endParaRPr>
            </a:p>
          </p:txBody>
        </p:sp>
        <p:sp>
          <p:nvSpPr>
            <p:cNvPr id="31" name="Line 13"/>
            <p:cNvSpPr>
              <a:spLocks noChangeShapeType="1"/>
            </p:cNvSpPr>
            <p:nvPr/>
          </p:nvSpPr>
          <p:spPr bwMode="auto">
            <a:xfrm>
              <a:off x="20379820" y="6861060"/>
              <a:ext cx="0" cy="836283"/>
            </a:xfrm>
            <a:prstGeom prst="line">
              <a:avLst/>
            </a:prstGeom>
            <a:solidFill>
              <a:schemeClr val="bg1">
                <a:lumMod val="95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32" name="Line 14"/>
            <p:cNvSpPr>
              <a:spLocks noChangeShapeType="1"/>
            </p:cNvSpPr>
            <p:nvPr/>
          </p:nvSpPr>
          <p:spPr bwMode="auto">
            <a:xfrm flipH="1">
              <a:off x="14721630" y="7697344"/>
              <a:ext cx="5658190"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35" name="Line 15"/>
            <p:cNvSpPr>
              <a:spLocks noChangeShapeType="1"/>
            </p:cNvSpPr>
            <p:nvPr/>
          </p:nvSpPr>
          <p:spPr bwMode="auto">
            <a:xfrm>
              <a:off x="20379820" y="9997123"/>
              <a:ext cx="0" cy="418142"/>
            </a:xfrm>
            <a:prstGeom prst="line">
              <a:avLst/>
            </a:prstGeom>
            <a:solidFill>
              <a:schemeClr val="bg1">
                <a:lumMod val="95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36" name="Line 16"/>
            <p:cNvSpPr>
              <a:spLocks noChangeShapeType="1"/>
            </p:cNvSpPr>
            <p:nvPr/>
          </p:nvSpPr>
          <p:spPr bwMode="auto">
            <a:xfrm flipH="1">
              <a:off x="14721630" y="10415264"/>
              <a:ext cx="5658190"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37" name="Line 17"/>
            <p:cNvSpPr>
              <a:spLocks noChangeShapeType="1"/>
            </p:cNvSpPr>
            <p:nvPr/>
          </p:nvSpPr>
          <p:spPr bwMode="auto">
            <a:xfrm>
              <a:off x="17333102" y="6233848"/>
              <a:ext cx="1088114"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38" name="Line 18"/>
            <p:cNvSpPr>
              <a:spLocks noChangeShapeType="1"/>
            </p:cNvSpPr>
            <p:nvPr/>
          </p:nvSpPr>
          <p:spPr bwMode="auto">
            <a:xfrm>
              <a:off x="17333102" y="9160839"/>
              <a:ext cx="1088114" cy="0"/>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39" name="Text Box 19"/>
            <p:cNvSpPr txBox="1">
              <a:spLocks noChangeArrowheads="1"/>
            </p:cNvSpPr>
            <p:nvPr/>
          </p:nvSpPr>
          <p:spPr bwMode="auto">
            <a:xfrm>
              <a:off x="12519112" y="1171313"/>
              <a:ext cx="604765"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s</a:t>
              </a:r>
              <a:endParaRPr kumimoji="1" lang="en-US" altLang="zh-CN" sz="4800" dirty="0">
                <a:latin typeface="Times New Roman" panose="02020603050405020304" pitchFamily="18" charset="0"/>
                <a:cs typeface="Times New Roman" panose="02020603050405020304" pitchFamily="18" charset="0"/>
              </a:endParaRPr>
            </a:p>
          </p:txBody>
        </p:sp>
        <p:sp>
          <p:nvSpPr>
            <p:cNvPr id="40" name="Text Box 20"/>
            <p:cNvSpPr txBox="1">
              <a:spLocks noChangeArrowheads="1"/>
            </p:cNvSpPr>
            <p:nvPr/>
          </p:nvSpPr>
          <p:spPr bwMode="auto">
            <a:xfrm>
              <a:off x="12453129" y="4883599"/>
              <a:ext cx="703195"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a</a:t>
              </a:r>
              <a:endParaRPr kumimoji="1" lang="en-US" altLang="zh-CN" sz="4800" dirty="0">
                <a:latin typeface="Times New Roman" panose="02020603050405020304" pitchFamily="18" charset="0"/>
                <a:cs typeface="Times New Roman" panose="02020603050405020304" pitchFamily="18" charset="0"/>
              </a:endParaRPr>
            </a:p>
          </p:txBody>
        </p:sp>
        <p:sp>
          <p:nvSpPr>
            <p:cNvPr id="41" name="Text Box 21"/>
            <p:cNvSpPr txBox="1">
              <a:spLocks noChangeArrowheads="1"/>
            </p:cNvSpPr>
            <p:nvPr/>
          </p:nvSpPr>
          <p:spPr bwMode="auto">
            <a:xfrm>
              <a:off x="12472680" y="7601519"/>
              <a:ext cx="75355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b</a:t>
              </a:r>
              <a:endParaRPr kumimoji="1" lang="en-US" altLang="zh-CN" sz="4800" dirty="0">
                <a:latin typeface="Times New Roman" panose="02020603050405020304" pitchFamily="18" charset="0"/>
                <a:cs typeface="Times New Roman" panose="02020603050405020304" pitchFamily="18" charset="0"/>
              </a:endParaRPr>
            </a:p>
          </p:txBody>
        </p:sp>
        <p:sp>
          <p:nvSpPr>
            <p:cNvPr id="42" name="Text Box 22"/>
            <p:cNvSpPr txBox="1">
              <a:spLocks noChangeArrowheads="1"/>
            </p:cNvSpPr>
            <p:nvPr/>
          </p:nvSpPr>
          <p:spPr bwMode="auto">
            <a:xfrm>
              <a:off x="12453129" y="10528511"/>
              <a:ext cx="75355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d</a:t>
              </a:r>
              <a:endParaRPr kumimoji="1" lang="en-US" altLang="zh-CN" sz="4800" dirty="0">
                <a:latin typeface="Times New Roman" panose="02020603050405020304" pitchFamily="18" charset="0"/>
                <a:cs typeface="Times New Roman" panose="02020603050405020304" pitchFamily="18" charset="0"/>
              </a:endParaRPr>
            </a:p>
          </p:txBody>
        </p:sp>
        <p:sp>
          <p:nvSpPr>
            <p:cNvPr id="43" name="Text Box 23"/>
            <p:cNvSpPr txBox="1">
              <a:spLocks noChangeArrowheads="1"/>
            </p:cNvSpPr>
            <p:nvPr/>
          </p:nvSpPr>
          <p:spPr bwMode="auto">
            <a:xfrm>
              <a:off x="21769449" y="4121088"/>
              <a:ext cx="65283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c</a:t>
              </a:r>
              <a:endParaRPr kumimoji="1" lang="en-US" altLang="zh-CN" sz="4800" dirty="0">
                <a:latin typeface="Times New Roman" panose="02020603050405020304" pitchFamily="18" charset="0"/>
                <a:cs typeface="Times New Roman" panose="02020603050405020304" pitchFamily="18" charset="0"/>
              </a:endParaRPr>
            </a:p>
          </p:txBody>
        </p:sp>
        <p:sp>
          <p:nvSpPr>
            <p:cNvPr id="44" name="Text Box 24"/>
            <p:cNvSpPr txBox="1">
              <a:spLocks noChangeArrowheads="1"/>
            </p:cNvSpPr>
            <p:nvPr/>
          </p:nvSpPr>
          <p:spPr bwMode="auto">
            <a:xfrm>
              <a:off x="21769449" y="7455044"/>
              <a:ext cx="652834" cy="1140009"/>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e</a:t>
              </a:r>
              <a:endParaRPr kumimoji="1" lang="en-US" altLang="zh-CN" sz="4800" dirty="0">
                <a:latin typeface="Times New Roman" panose="02020603050405020304" pitchFamily="18" charset="0"/>
                <a:cs typeface="Times New Roman" panose="02020603050405020304" pitchFamily="18" charset="0"/>
              </a:endParaRPr>
            </a:p>
          </p:txBody>
        </p:sp>
        <p:sp>
          <p:nvSpPr>
            <p:cNvPr id="45" name="AutoShape 4"/>
            <p:cNvSpPr>
              <a:spLocks noChangeArrowheads="1"/>
            </p:cNvSpPr>
            <p:nvPr/>
          </p:nvSpPr>
          <p:spPr bwMode="auto">
            <a:xfrm>
              <a:off x="13575049" y="1029737"/>
              <a:ext cx="2176227" cy="1270953"/>
            </a:xfrm>
            <a:prstGeom prst="flowChartAlternateProcess">
              <a:avLst/>
            </a:prstGeom>
            <a:solidFill>
              <a:schemeClr val="bg1">
                <a:lumMod val="95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4000" dirty="0">
                  <a:latin typeface="Times New Roman" panose="02020603050405020304" pitchFamily="18" charset="0"/>
                  <a:cs typeface="Times New Roman" panose="02020603050405020304" pitchFamily="18" charset="0"/>
                </a:rPr>
                <a:t>入口</a:t>
              </a:r>
              <a:endParaRPr kumimoji="1" lang="zh-CN" altLang="en-US" sz="4800" dirty="0">
                <a:latin typeface="Times New Roman" panose="02020603050405020304" pitchFamily="18" charset="0"/>
                <a:cs typeface="Times New Roman" panose="02020603050405020304" pitchFamily="18" charset="0"/>
              </a:endParaRPr>
            </a:p>
          </p:txBody>
        </p:sp>
        <p:sp>
          <p:nvSpPr>
            <p:cNvPr id="46" name="Line 8"/>
            <p:cNvSpPr>
              <a:spLocks noChangeShapeType="1"/>
            </p:cNvSpPr>
            <p:nvPr/>
          </p:nvSpPr>
          <p:spPr bwMode="auto">
            <a:xfrm>
              <a:off x="14721629" y="2374749"/>
              <a:ext cx="0" cy="836283"/>
            </a:xfrm>
            <a:prstGeom prst="line">
              <a:avLst/>
            </a:prstGeom>
            <a:solidFill>
              <a:schemeClr val="bg1">
                <a:lumMod val="95000"/>
              </a:schemeClr>
            </a:solidFill>
            <a:ln w="12700" cap="sq">
              <a:solidFill>
                <a:schemeClr val="tx1"/>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6000"/>
            </a:p>
          </p:txBody>
        </p:sp>
        <p:sp>
          <p:nvSpPr>
            <p:cNvPr id="47" name="Text Box 19"/>
            <p:cNvSpPr txBox="1">
              <a:spLocks noChangeArrowheads="1"/>
            </p:cNvSpPr>
            <p:nvPr/>
          </p:nvSpPr>
          <p:spPr bwMode="auto">
            <a:xfrm>
              <a:off x="12472680" y="3356676"/>
              <a:ext cx="697628" cy="830997"/>
            </a:xfrm>
            <a:prstGeom prst="rect">
              <a:avLst/>
            </a:prstGeom>
            <a:noFill/>
            <a:ln w="127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4800" dirty="0">
                  <a:latin typeface="Times New Roman" panose="02020603050405020304" pitchFamily="18" charset="0"/>
                  <a:cs typeface="Times New Roman" panose="02020603050405020304" pitchFamily="18" charset="0"/>
                </a:rPr>
                <a:t>m</a:t>
              </a:r>
              <a:endParaRPr kumimoji="1" lang="en-US" altLang="zh-CN" sz="4800" dirty="0">
                <a:latin typeface="Times New Roman" panose="02020603050405020304" pitchFamily="18" charset="0"/>
                <a:cs typeface="Times New Roman" panose="02020603050405020304" pitchFamily="18" charset="0"/>
              </a:endParaRPr>
            </a:p>
          </p:txBody>
        </p:sp>
      </p:grpSp>
      <p:sp>
        <p:nvSpPr>
          <p:cNvPr id="33" name="Rectangle 3"/>
          <p:cNvSpPr txBox="1">
            <a:spLocks noChangeArrowheads="1"/>
          </p:cNvSpPr>
          <p:nvPr/>
        </p:nvSpPr>
        <p:spPr>
          <a:xfrm>
            <a:off x="2747200" y="2959079"/>
            <a:ext cx="7423546" cy="238817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a:t>
            </a:r>
            <a:endParaRPr lang="en-US" altLang="zh-CN" sz="4800" b="1" dirty="0"/>
          </a:p>
          <a:p>
            <a:pPr marL="1270000" lvl="2" indent="0">
              <a:buNone/>
            </a:pPr>
            <a:endParaRPr lang="en-US" altLang="zh-CN" sz="4800" dirty="0">
              <a:solidFill>
                <a:srgbClr val="FF0000"/>
              </a:solidFill>
            </a:endParaRPr>
          </a:p>
          <a:p>
            <a:pPr marL="1270000" lvl="2" indent="0">
              <a:buNone/>
            </a:pPr>
            <a:endParaRPr lang="zh-CN" altLang="en-US" sz="4800" dirty="0"/>
          </a:p>
        </p:txBody>
      </p:sp>
      <p:graphicFrame>
        <p:nvGraphicFramePr>
          <p:cNvPr id="3" name="Table 2"/>
          <p:cNvGraphicFramePr>
            <a:graphicFrameLocks noGrp="1"/>
          </p:cNvGraphicFramePr>
          <p:nvPr/>
        </p:nvGraphicFramePr>
        <p:xfrm>
          <a:off x="2747200" y="4584370"/>
          <a:ext cx="6709964" cy="3200400"/>
        </p:xfrm>
        <a:graphic>
          <a:graphicData uri="http://schemas.openxmlformats.org/drawingml/2006/table">
            <a:tbl>
              <a:tblPr firstRow="1" bandRow="1">
                <a:tableStyleId>{F5AB1C69-6EDB-4FF4-983F-18BD219EF322}</a:tableStyleId>
              </a:tblPr>
              <a:tblGrid>
                <a:gridCol w="1711681"/>
                <a:gridCol w="1643301"/>
                <a:gridCol w="1677491"/>
                <a:gridCol w="1677491"/>
              </a:tblGrid>
              <a:tr h="0">
                <a:tc>
                  <a:txBody>
                    <a:bodyPr/>
                    <a:lstStyle/>
                    <a:p>
                      <a:r>
                        <a:rPr lang="en-US" altLang="zh-CN" sz="3600" dirty="0"/>
                        <a:t>ID</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x</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y</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z</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dirty="0">
                          <a:solidFill>
                            <a:srgbClr val="FF0000"/>
                          </a:solidFill>
                        </a:rPr>
                        <a:t>1</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7</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8</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FF0000"/>
                          </a:solidFill>
                          <a:latin typeface="Times New Roman" panose="02020603050405020304" pitchFamily="18" charset="0"/>
                          <a:cs typeface="Times New Roman" panose="02020603050405020304" pitchFamily="18" charset="0"/>
                        </a:rPr>
                        <a:t>9</a:t>
                      </a:r>
                      <a:endParaRPr lang="zh-CN" altLang="en-US" sz="3600" b="1" dirty="0">
                        <a:solidFill>
                          <a:srgbClr val="FF0000"/>
                        </a:solidFill>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solidFill>
                            <a:schemeClr val="accent6">
                              <a:lumMod val="75000"/>
                            </a:schemeClr>
                          </a:solidFill>
                          <a:latin typeface="Times New Roman" panose="02020603050405020304" pitchFamily="18" charset="0"/>
                          <a:cs typeface="Times New Roman" panose="02020603050405020304" pitchFamily="18" charset="0"/>
                        </a:rPr>
                        <a:t>2</a:t>
                      </a:r>
                      <a:endParaRPr lang="zh-CN" altLang="en-US" sz="3600" b="1" dirty="0">
                        <a:solidFill>
                          <a:schemeClr val="accent6">
                            <a:lumMod val="75000"/>
                          </a:schemeClr>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6">
                              <a:lumMod val="75000"/>
                            </a:schemeClr>
                          </a:solidFill>
                          <a:latin typeface="Times New Roman" panose="02020603050405020304" pitchFamily="18" charset="0"/>
                          <a:cs typeface="Times New Roman" panose="02020603050405020304" pitchFamily="18" charset="0"/>
                        </a:rPr>
                        <a:t>6</a:t>
                      </a:r>
                      <a:endParaRPr lang="zh-CN" altLang="en-US" sz="3600" b="1" dirty="0">
                        <a:solidFill>
                          <a:schemeClr val="accent6">
                            <a:lumMod val="75000"/>
                          </a:schemeClr>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6">
                              <a:lumMod val="75000"/>
                            </a:schemeClr>
                          </a:solidFill>
                          <a:latin typeface="Times New Roman" panose="02020603050405020304" pitchFamily="18" charset="0"/>
                          <a:cs typeface="Times New Roman" panose="02020603050405020304" pitchFamily="18" charset="0"/>
                        </a:rPr>
                        <a:t>5</a:t>
                      </a:r>
                      <a:endParaRPr lang="zh-CN" altLang="en-US" sz="3600" b="1" dirty="0">
                        <a:solidFill>
                          <a:schemeClr val="accent6">
                            <a:lumMod val="75000"/>
                          </a:schemeClr>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chemeClr val="accent6">
                              <a:lumMod val="75000"/>
                            </a:schemeClr>
                          </a:solidFill>
                          <a:latin typeface="Times New Roman" panose="02020603050405020304" pitchFamily="18" charset="0"/>
                          <a:cs typeface="Times New Roman" panose="02020603050405020304" pitchFamily="18" charset="0"/>
                        </a:rPr>
                        <a:t>7</a:t>
                      </a:r>
                      <a:endParaRPr lang="zh-CN" altLang="en-US" sz="3600" b="1" dirty="0">
                        <a:solidFill>
                          <a:schemeClr val="accent6">
                            <a:lumMod val="75000"/>
                          </a:schemeClr>
                        </a:solidFill>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solidFill>
                            <a:srgbClr val="7030A0"/>
                          </a:solidFill>
                          <a:latin typeface="Times New Roman" panose="02020603050405020304" pitchFamily="18" charset="0"/>
                          <a:cs typeface="Times New Roman" panose="02020603050405020304" pitchFamily="18" charset="0"/>
                        </a:rPr>
                        <a:t>3</a:t>
                      </a:r>
                      <a:endParaRPr lang="zh-CN" altLang="en-US" sz="3600" b="1" dirty="0">
                        <a:solidFill>
                          <a:srgbClr val="7030A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7030A0"/>
                          </a:solidFill>
                          <a:latin typeface="Times New Roman" panose="02020603050405020304" pitchFamily="18" charset="0"/>
                          <a:cs typeface="Times New Roman" panose="02020603050405020304" pitchFamily="18" charset="0"/>
                        </a:rPr>
                        <a:t>6</a:t>
                      </a:r>
                      <a:endParaRPr lang="zh-CN" altLang="en-US" sz="3600" b="1" dirty="0">
                        <a:solidFill>
                          <a:srgbClr val="7030A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7030A0"/>
                          </a:solidFill>
                          <a:latin typeface="Times New Roman" panose="02020603050405020304" pitchFamily="18" charset="0"/>
                          <a:cs typeface="Times New Roman" panose="02020603050405020304" pitchFamily="18" charset="0"/>
                        </a:rPr>
                        <a:t>7</a:t>
                      </a:r>
                      <a:endParaRPr lang="zh-CN" altLang="en-US" sz="3600" b="1" dirty="0">
                        <a:solidFill>
                          <a:srgbClr val="7030A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7030A0"/>
                          </a:solidFill>
                          <a:latin typeface="Times New Roman" panose="02020603050405020304" pitchFamily="18" charset="0"/>
                          <a:cs typeface="Times New Roman" panose="02020603050405020304" pitchFamily="18" charset="0"/>
                        </a:rPr>
                        <a:t>5</a:t>
                      </a:r>
                      <a:endParaRPr lang="zh-CN" altLang="en-US" sz="3600" b="1" dirty="0">
                        <a:solidFill>
                          <a:srgbClr val="7030A0"/>
                        </a:solidFill>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solidFill>
                            <a:srgbClr val="00B050"/>
                          </a:solidFill>
                          <a:latin typeface="Times New Roman" panose="02020603050405020304" pitchFamily="18" charset="0"/>
                          <a:cs typeface="Times New Roman" panose="02020603050405020304" pitchFamily="18" charset="0"/>
                        </a:rPr>
                        <a:t>4</a:t>
                      </a:r>
                      <a:endParaRPr lang="zh-CN" altLang="en-US" sz="3600" b="1" dirty="0">
                        <a:solidFill>
                          <a:srgbClr val="00B05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00B050"/>
                          </a:solidFill>
                          <a:latin typeface="Times New Roman" panose="02020603050405020304" pitchFamily="18" charset="0"/>
                          <a:cs typeface="Times New Roman" panose="02020603050405020304" pitchFamily="18" charset="0"/>
                        </a:rPr>
                        <a:t>9</a:t>
                      </a:r>
                      <a:endParaRPr lang="zh-CN" altLang="en-US" sz="3600" b="1" dirty="0">
                        <a:solidFill>
                          <a:srgbClr val="00B05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00B050"/>
                          </a:solidFill>
                          <a:latin typeface="Times New Roman" panose="02020603050405020304" pitchFamily="18" charset="0"/>
                          <a:cs typeface="Times New Roman" panose="02020603050405020304" pitchFamily="18" charset="0"/>
                        </a:rPr>
                        <a:t>8</a:t>
                      </a:r>
                      <a:endParaRPr lang="zh-CN" altLang="en-US" sz="3600" b="1" dirty="0">
                        <a:solidFill>
                          <a:srgbClr val="00B050"/>
                        </a:solidFill>
                        <a:latin typeface="Times New Roman" panose="02020603050405020304" pitchFamily="18" charset="0"/>
                        <a:cs typeface="Times New Roman" panose="02020603050405020304" pitchFamily="18" charset="0"/>
                      </a:endParaRPr>
                    </a:p>
                  </a:txBody>
                  <a:tcPr/>
                </a:tc>
                <a:tc>
                  <a:txBody>
                    <a:bodyPr/>
                    <a:lstStyle/>
                    <a:p>
                      <a:r>
                        <a:rPr lang="en-US" altLang="zh-CN" sz="3600" b="1" dirty="0">
                          <a:solidFill>
                            <a:srgbClr val="00B050"/>
                          </a:solidFill>
                          <a:latin typeface="Times New Roman" panose="02020603050405020304" pitchFamily="18" charset="0"/>
                          <a:cs typeface="Times New Roman" panose="02020603050405020304" pitchFamily="18" charset="0"/>
                        </a:rPr>
                        <a:t>6</a:t>
                      </a:r>
                      <a:endParaRPr lang="zh-CN" altLang="en-US" sz="3600" b="1" dirty="0">
                        <a:solidFill>
                          <a:srgbClr val="00B050"/>
                        </a:solidFill>
                        <a:latin typeface="Times New Roman" panose="02020603050405020304" pitchFamily="18" charset="0"/>
                        <a:cs typeface="Times New Roman" panose="02020603050405020304" pitchFamily="18" charset="0"/>
                      </a:endParaRPr>
                    </a:p>
                  </a:txBody>
                  <a:tcPr/>
                </a:tc>
              </a:tr>
            </a:tbl>
          </a:graphicData>
        </a:graphic>
      </p:graphicFrame>
      <p:sp>
        <p:nvSpPr>
          <p:cNvPr id="34" name="Rectangle 3"/>
          <p:cNvSpPr txBox="1">
            <a:spLocks noChangeArrowheads="1"/>
          </p:cNvSpPr>
          <p:nvPr/>
        </p:nvSpPr>
        <p:spPr>
          <a:xfrm>
            <a:off x="2662806" y="7969356"/>
            <a:ext cx="7423546" cy="5263661"/>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测试用例执行路径</a:t>
            </a:r>
            <a:endParaRPr lang="en-US" altLang="zh-CN" sz="4800" b="1" dirty="0"/>
          </a:p>
          <a:p>
            <a:pPr lvl="2">
              <a:lnSpc>
                <a:spcPct val="120000"/>
              </a:lnSpc>
            </a:pPr>
            <a:r>
              <a:rPr lang="en-US" altLang="zh-CN" sz="4800" dirty="0" err="1">
                <a:solidFill>
                  <a:srgbClr val="FF3300"/>
                </a:solidFill>
              </a:rPr>
              <a:t>smabd</a:t>
            </a:r>
            <a:endParaRPr lang="en-US" altLang="zh-CN" sz="4800" dirty="0">
              <a:solidFill>
                <a:srgbClr val="FF3300"/>
              </a:solidFill>
            </a:endParaRPr>
          </a:p>
          <a:p>
            <a:pPr lvl="2">
              <a:lnSpc>
                <a:spcPct val="120000"/>
              </a:lnSpc>
            </a:pPr>
            <a:r>
              <a:rPr lang="en-US" altLang="zh-CN" sz="4800" dirty="0" err="1">
                <a:solidFill>
                  <a:schemeClr val="accent6">
                    <a:lumMod val="75000"/>
                  </a:schemeClr>
                </a:solidFill>
              </a:rPr>
              <a:t>Smacbd</a:t>
            </a:r>
            <a:endParaRPr lang="en-US" altLang="zh-CN" sz="4800" dirty="0">
              <a:solidFill>
                <a:schemeClr val="accent6">
                  <a:lumMod val="75000"/>
                </a:schemeClr>
              </a:solidFill>
            </a:endParaRPr>
          </a:p>
          <a:p>
            <a:pPr lvl="2">
              <a:lnSpc>
                <a:spcPct val="120000"/>
              </a:lnSpc>
            </a:pPr>
            <a:r>
              <a:rPr lang="en-US" altLang="zh-CN" sz="4800" dirty="0" err="1">
                <a:solidFill>
                  <a:srgbClr val="7030A0"/>
                </a:solidFill>
              </a:rPr>
              <a:t>Smabed</a:t>
            </a:r>
            <a:endParaRPr lang="en-US" altLang="zh-CN" sz="4800" dirty="0">
              <a:solidFill>
                <a:srgbClr val="7030A0"/>
              </a:solidFill>
            </a:endParaRPr>
          </a:p>
          <a:p>
            <a:pPr lvl="2">
              <a:lnSpc>
                <a:spcPct val="120000"/>
              </a:lnSpc>
            </a:pPr>
            <a:r>
              <a:rPr lang="en-US" altLang="zh-CN" sz="4800" dirty="0" err="1">
                <a:solidFill>
                  <a:srgbClr val="00B050"/>
                </a:solidFill>
              </a:rPr>
              <a:t>smacbed</a:t>
            </a:r>
            <a:endParaRPr lang="en-US" altLang="zh-CN" sz="4800" dirty="0">
              <a:solidFill>
                <a:srgbClr val="00B050"/>
              </a:solidFill>
            </a:endParaRPr>
          </a:p>
          <a:p>
            <a:pPr marL="1270000" lvl="2" indent="0">
              <a:buNone/>
            </a:pPr>
            <a:endParaRPr lang="zh-CN" altLang="en-US" sz="4800" dirty="0"/>
          </a:p>
        </p:txBody>
      </p:sp>
      <p:sp>
        <p:nvSpPr>
          <p:cNvPr id="14"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路径覆盖</a:t>
            </a:r>
            <a:endParaRPr lang="zh-CN" altLang="en-US" dirty="0"/>
          </a:p>
        </p:txBody>
      </p:sp>
      <p:sp>
        <p:nvSpPr>
          <p:cNvPr id="15"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7</a:t>
            </a:r>
            <a:endParaRPr dirty="0"/>
          </a:p>
        </p:txBody>
      </p:sp>
      <p:cxnSp>
        <p:nvCxnSpPr>
          <p:cNvPr id="10" name="Straight Arrow Connector 9"/>
          <p:cNvCxnSpPr/>
          <p:nvPr/>
        </p:nvCxnSpPr>
        <p:spPr>
          <a:xfrm>
            <a:off x="13492907" y="3379414"/>
            <a:ext cx="0" cy="8102009"/>
          </a:xfrm>
          <a:prstGeom prst="straightConnector1">
            <a:avLst/>
          </a:prstGeom>
          <a:ln w="38100">
            <a:headEnd type="none" w="med" len="med"/>
            <a:tailEnd type="arrow" w="med" len="med"/>
          </a:ln>
        </p:spPr>
        <p:style>
          <a:lnRef idx="1">
            <a:schemeClr val="accent5"/>
          </a:lnRef>
          <a:fillRef idx="0">
            <a:schemeClr val="accent5"/>
          </a:fillRef>
          <a:effectRef idx="0">
            <a:schemeClr val="accent5"/>
          </a:effectRef>
          <a:fontRef idx="minor">
            <a:schemeClr val="tx1"/>
          </a:fontRef>
        </p:style>
      </p:cxnSp>
      <p:sp>
        <p:nvSpPr>
          <p:cNvPr id="11" name="Freeform: Shape 10"/>
          <p:cNvSpPr/>
          <p:nvPr/>
        </p:nvSpPr>
        <p:spPr>
          <a:xfrm>
            <a:off x="14213256" y="3288688"/>
            <a:ext cx="4853129" cy="8931349"/>
          </a:xfrm>
          <a:custGeom>
            <a:avLst/>
            <a:gdLst>
              <a:gd name="connsiteX0" fmla="*/ 0 w 4853129"/>
              <a:gd name="connsiteY0" fmla="*/ 0 h 8931349"/>
              <a:gd name="connsiteX1" fmla="*/ 42530 w 4853129"/>
              <a:gd name="connsiteY1" fmla="*/ 138223 h 8931349"/>
              <a:gd name="connsiteX2" fmla="*/ 127591 w 4853129"/>
              <a:gd name="connsiteY2" fmla="*/ 510363 h 8931349"/>
              <a:gd name="connsiteX3" fmla="*/ 159489 w 4853129"/>
              <a:gd name="connsiteY3" fmla="*/ 1435395 h 8931349"/>
              <a:gd name="connsiteX4" fmla="*/ 180754 w 4853129"/>
              <a:gd name="connsiteY4" fmla="*/ 1679944 h 8931349"/>
              <a:gd name="connsiteX5" fmla="*/ 233917 w 4853129"/>
              <a:gd name="connsiteY5" fmla="*/ 2753833 h 8931349"/>
              <a:gd name="connsiteX6" fmla="*/ 276447 w 4853129"/>
              <a:gd name="connsiteY6" fmla="*/ 2913321 h 8931349"/>
              <a:gd name="connsiteX7" fmla="*/ 297712 w 4853129"/>
              <a:gd name="connsiteY7" fmla="*/ 2955851 h 8931349"/>
              <a:gd name="connsiteX8" fmla="*/ 350875 w 4853129"/>
              <a:gd name="connsiteY8" fmla="*/ 3009014 h 8931349"/>
              <a:gd name="connsiteX9" fmla="*/ 372140 w 4853129"/>
              <a:gd name="connsiteY9" fmla="*/ 3062177 h 8931349"/>
              <a:gd name="connsiteX10" fmla="*/ 435935 w 4853129"/>
              <a:gd name="connsiteY10" fmla="*/ 3083442 h 8931349"/>
              <a:gd name="connsiteX11" fmla="*/ 616689 w 4853129"/>
              <a:gd name="connsiteY11" fmla="*/ 3125972 h 8931349"/>
              <a:gd name="connsiteX12" fmla="*/ 2902689 w 4853129"/>
              <a:gd name="connsiteY12" fmla="*/ 3083442 h 8931349"/>
              <a:gd name="connsiteX13" fmla="*/ 4242391 w 4853129"/>
              <a:gd name="connsiteY13" fmla="*/ 3094075 h 8931349"/>
              <a:gd name="connsiteX14" fmla="*/ 4635796 w 4853129"/>
              <a:gd name="connsiteY14" fmla="*/ 3115340 h 8931349"/>
              <a:gd name="connsiteX15" fmla="*/ 4688958 w 4853129"/>
              <a:gd name="connsiteY15" fmla="*/ 3168502 h 8931349"/>
              <a:gd name="connsiteX16" fmla="*/ 4731489 w 4853129"/>
              <a:gd name="connsiteY16" fmla="*/ 3317358 h 8931349"/>
              <a:gd name="connsiteX17" fmla="*/ 4752754 w 4853129"/>
              <a:gd name="connsiteY17" fmla="*/ 3381154 h 8931349"/>
              <a:gd name="connsiteX18" fmla="*/ 4805917 w 4853129"/>
              <a:gd name="connsiteY18" fmla="*/ 3413051 h 8931349"/>
              <a:gd name="connsiteX19" fmla="*/ 4816549 w 4853129"/>
              <a:gd name="connsiteY19" fmla="*/ 3806456 h 8931349"/>
              <a:gd name="connsiteX20" fmla="*/ 4774019 w 4853129"/>
              <a:gd name="connsiteY20" fmla="*/ 3838354 h 8931349"/>
              <a:gd name="connsiteX21" fmla="*/ 4486940 w 4853129"/>
              <a:gd name="connsiteY21" fmla="*/ 3859619 h 8931349"/>
              <a:gd name="connsiteX22" fmla="*/ 2594344 w 4853129"/>
              <a:gd name="connsiteY22" fmla="*/ 3944679 h 8931349"/>
              <a:gd name="connsiteX23" fmla="*/ 2456121 w 4853129"/>
              <a:gd name="connsiteY23" fmla="*/ 3965944 h 8931349"/>
              <a:gd name="connsiteX24" fmla="*/ 2020186 w 4853129"/>
              <a:gd name="connsiteY24" fmla="*/ 4019107 h 8931349"/>
              <a:gd name="connsiteX25" fmla="*/ 1967023 w 4853129"/>
              <a:gd name="connsiteY25" fmla="*/ 4061637 h 8931349"/>
              <a:gd name="connsiteX26" fmla="*/ 1818168 w 4853129"/>
              <a:gd name="connsiteY26" fmla="*/ 4082902 h 8931349"/>
              <a:gd name="connsiteX27" fmla="*/ 1701210 w 4853129"/>
              <a:gd name="connsiteY27" fmla="*/ 4114800 h 8931349"/>
              <a:gd name="connsiteX28" fmla="*/ 1562986 w 4853129"/>
              <a:gd name="connsiteY28" fmla="*/ 4167963 h 8931349"/>
              <a:gd name="connsiteX29" fmla="*/ 1488558 w 4853129"/>
              <a:gd name="connsiteY29" fmla="*/ 4189228 h 8931349"/>
              <a:gd name="connsiteX30" fmla="*/ 1339703 w 4853129"/>
              <a:gd name="connsiteY30" fmla="*/ 4242391 h 8931349"/>
              <a:gd name="connsiteX31" fmla="*/ 1222744 w 4853129"/>
              <a:gd name="connsiteY31" fmla="*/ 4295554 h 8931349"/>
              <a:gd name="connsiteX32" fmla="*/ 1169582 w 4853129"/>
              <a:gd name="connsiteY32" fmla="*/ 4327451 h 8931349"/>
              <a:gd name="connsiteX33" fmla="*/ 1041991 w 4853129"/>
              <a:gd name="connsiteY33" fmla="*/ 4380614 h 8931349"/>
              <a:gd name="connsiteX34" fmla="*/ 978196 w 4853129"/>
              <a:gd name="connsiteY34" fmla="*/ 4423144 h 8931349"/>
              <a:gd name="connsiteX35" fmla="*/ 903768 w 4853129"/>
              <a:gd name="connsiteY35" fmla="*/ 4444409 h 8931349"/>
              <a:gd name="connsiteX36" fmla="*/ 861237 w 4853129"/>
              <a:gd name="connsiteY36" fmla="*/ 4465675 h 8931349"/>
              <a:gd name="connsiteX37" fmla="*/ 765544 w 4853129"/>
              <a:gd name="connsiteY37" fmla="*/ 4540102 h 8931349"/>
              <a:gd name="connsiteX38" fmla="*/ 712382 w 4853129"/>
              <a:gd name="connsiteY38" fmla="*/ 4646428 h 8931349"/>
              <a:gd name="connsiteX39" fmla="*/ 669851 w 4853129"/>
              <a:gd name="connsiteY39" fmla="*/ 4774019 h 8931349"/>
              <a:gd name="connsiteX40" fmla="*/ 648586 w 4853129"/>
              <a:gd name="connsiteY40" fmla="*/ 4965405 h 8931349"/>
              <a:gd name="connsiteX41" fmla="*/ 595423 w 4853129"/>
              <a:gd name="connsiteY41" fmla="*/ 4986670 h 8931349"/>
              <a:gd name="connsiteX42" fmla="*/ 574158 w 4853129"/>
              <a:gd name="connsiteY42" fmla="*/ 5124893 h 8931349"/>
              <a:gd name="connsiteX43" fmla="*/ 552893 w 4853129"/>
              <a:gd name="connsiteY43" fmla="*/ 5188689 h 8931349"/>
              <a:gd name="connsiteX44" fmla="*/ 542261 w 4853129"/>
              <a:gd name="connsiteY44" fmla="*/ 6305107 h 8931349"/>
              <a:gd name="connsiteX45" fmla="*/ 489098 w 4853129"/>
              <a:gd name="connsiteY45" fmla="*/ 8187070 h 8931349"/>
              <a:gd name="connsiteX46" fmla="*/ 467833 w 4853129"/>
              <a:gd name="connsiteY46" fmla="*/ 8931349 h 893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853129" h="8931349">
                <a:moveTo>
                  <a:pt x="0" y="0"/>
                </a:moveTo>
                <a:cubicBezTo>
                  <a:pt x="32234" y="257861"/>
                  <a:pt x="-17837" y="-49584"/>
                  <a:pt x="42530" y="138223"/>
                </a:cubicBezTo>
                <a:cubicBezTo>
                  <a:pt x="98541" y="312479"/>
                  <a:pt x="102031" y="357003"/>
                  <a:pt x="127591" y="510363"/>
                </a:cubicBezTo>
                <a:cubicBezTo>
                  <a:pt x="138224" y="818707"/>
                  <a:pt x="145479" y="1127186"/>
                  <a:pt x="159489" y="1435395"/>
                </a:cubicBezTo>
                <a:cubicBezTo>
                  <a:pt x="163204" y="1517135"/>
                  <a:pt x="176142" y="1598250"/>
                  <a:pt x="180754" y="1679944"/>
                </a:cubicBezTo>
                <a:cubicBezTo>
                  <a:pt x="200954" y="2037776"/>
                  <a:pt x="211156" y="2396155"/>
                  <a:pt x="233917" y="2753833"/>
                </a:cubicBezTo>
                <a:cubicBezTo>
                  <a:pt x="236129" y="2788587"/>
                  <a:pt x="261255" y="2875341"/>
                  <a:pt x="276447" y="2913321"/>
                </a:cubicBezTo>
                <a:cubicBezTo>
                  <a:pt x="282334" y="2928037"/>
                  <a:pt x="287981" y="2943340"/>
                  <a:pt x="297712" y="2955851"/>
                </a:cubicBezTo>
                <a:cubicBezTo>
                  <a:pt x="313098" y="2975633"/>
                  <a:pt x="333154" y="2991293"/>
                  <a:pt x="350875" y="3009014"/>
                </a:cubicBezTo>
                <a:cubicBezTo>
                  <a:pt x="357963" y="3026735"/>
                  <a:pt x="357776" y="3049609"/>
                  <a:pt x="372140" y="3062177"/>
                </a:cubicBezTo>
                <a:cubicBezTo>
                  <a:pt x="389009" y="3076938"/>
                  <a:pt x="414869" y="3075782"/>
                  <a:pt x="435935" y="3083442"/>
                </a:cubicBezTo>
                <a:cubicBezTo>
                  <a:pt x="546336" y="3123587"/>
                  <a:pt x="431405" y="3095092"/>
                  <a:pt x="616689" y="3125972"/>
                </a:cubicBezTo>
                <a:lnTo>
                  <a:pt x="2902689" y="3083442"/>
                </a:lnTo>
                <a:lnTo>
                  <a:pt x="4242391" y="3094075"/>
                </a:lnTo>
                <a:cubicBezTo>
                  <a:pt x="4373526" y="3101163"/>
                  <a:pt x="4506256" y="3093750"/>
                  <a:pt x="4635796" y="3115340"/>
                </a:cubicBezTo>
                <a:cubicBezTo>
                  <a:pt x="4660516" y="3119460"/>
                  <a:pt x="4678230" y="3145854"/>
                  <a:pt x="4688958" y="3168502"/>
                </a:cubicBezTo>
                <a:cubicBezTo>
                  <a:pt x="4711049" y="3215139"/>
                  <a:pt x="4715171" y="3268402"/>
                  <a:pt x="4731489" y="3317358"/>
                </a:cubicBezTo>
                <a:cubicBezTo>
                  <a:pt x="4738577" y="3338623"/>
                  <a:pt x="4738992" y="3363460"/>
                  <a:pt x="4752754" y="3381154"/>
                </a:cubicBezTo>
                <a:cubicBezTo>
                  <a:pt x="4765442" y="3397467"/>
                  <a:pt x="4788196" y="3402419"/>
                  <a:pt x="4805917" y="3413051"/>
                </a:cubicBezTo>
                <a:cubicBezTo>
                  <a:pt x="4875289" y="3551798"/>
                  <a:pt x="4858825" y="3502067"/>
                  <a:pt x="4816549" y="3806456"/>
                </a:cubicBezTo>
                <a:cubicBezTo>
                  <a:pt x="4814111" y="3824008"/>
                  <a:pt x="4791514" y="3835532"/>
                  <a:pt x="4774019" y="3838354"/>
                </a:cubicBezTo>
                <a:cubicBezTo>
                  <a:pt x="4679288" y="3853633"/>
                  <a:pt x="4582781" y="3854944"/>
                  <a:pt x="4486940" y="3859619"/>
                </a:cubicBezTo>
                <a:lnTo>
                  <a:pt x="2594344" y="3944679"/>
                </a:lnTo>
                <a:cubicBezTo>
                  <a:pt x="2548270" y="3951767"/>
                  <a:pt x="2502351" y="3959951"/>
                  <a:pt x="2456121" y="3965944"/>
                </a:cubicBezTo>
                <a:lnTo>
                  <a:pt x="2020186" y="4019107"/>
                </a:lnTo>
                <a:cubicBezTo>
                  <a:pt x="2002465" y="4033284"/>
                  <a:pt x="1988663" y="4054803"/>
                  <a:pt x="1967023" y="4061637"/>
                </a:cubicBezTo>
                <a:cubicBezTo>
                  <a:pt x="1919227" y="4076730"/>
                  <a:pt x="1867317" y="4073072"/>
                  <a:pt x="1818168" y="4082902"/>
                </a:cubicBezTo>
                <a:cubicBezTo>
                  <a:pt x="1778543" y="4090827"/>
                  <a:pt x="1739546" y="4102021"/>
                  <a:pt x="1701210" y="4114800"/>
                </a:cubicBezTo>
                <a:cubicBezTo>
                  <a:pt x="1654378" y="4130411"/>
                  <a:pt x="1609580" y="4151655"/>
                  <a:pt x="1562986" y="4167963"/>
                </a:cubicBezTo>
                <a:cubicBezTo>
                  <a:pt x="1538632" y="4176487"/>
                  <a:pt x="1513186" y="4181532"/>
                  <a:pt x="1488558" y="4189228"/>
                </a:cubicBezTo>
                <a:cubicBezTo>
                  <a:pt x="1438319" y="4204928"/>
                  <a:pt x="1388004" y="4221259"/>
                  <a:pt x="1339703" y="4242391"/>
                </a:cubicBezTo>
                <a:cubicBezTo>
                  <a:pt x="1300469" y="4259556"/>
                  <a:pt x="1261048" y="4276402"/>
                  <a:pt x="1222744" y="4295554"/>
                </a:cubicBezTo>
                <a:cubicBezTo>
                  <a:pt x="1204260" y="4304796"/>
                  <a:pt x="1188281" y="4318652"/>
                  <a:pt x="1169582" y="4327451"/>
                </a:cubicBezTo>
                <a:cubicBezTo>
                  <a:pt x="1127893" y="4347069"/>
                  <a:pt x="1080327" y="4355056"/>
                  <a:pt x="1041991" y="4380614"/>
                </a:cubicBezTo>
                <a:cubicBezTo>
                  <a:pt x="1020726" y="4394791"/>
                  <a:pt x="1001401" y="4412434"/>
                  <a:pt x="978196" y="4423144"/>
                </a:cubicBezTo>
                <a:cubicBezTo>
                  <a:pt x="954769" y="4433957"/>
                  <a:pt x="928017" y="4435591"/>
                  <a:pt x="903768" y="4444409"/>
                </a:cubicBezTo>
                <a:cubicBezTo>
                  <a:pt x="888872" y="4449826"/>
                  <a:pt x="874609" y="4457165"/>
                  <a:pt x="861237" y="4465675"/>
                </a:cubicBezTo>
                <a:cubicBezTo>
                  <a:pt x="796351" y="4506966"/>
                  <a:pt x="802549" y="4503098"/>
                  <a:pt x="765544" y="4540102"/>
                </a:cubicBezTo>
                <a:cubicBezTo>
                  <a:pt x="747823" y="4575544"/>
                  <a:pt x="727385" y="4609753"/>
                  <a:pt x="712382" y="4646428"/>
                </a:cubicBezTo>
                <a:cubicBezTo>
                  <a:pt x="695408" y="4687921"/>
                  <a:pt x="669851" y="4774019"/>
                  <a:pt x="669851" y="4774019"/>
                </a:cubicBezTo>
                <a:cubicBezTo>
                  <a:pt x="662763" y="4837814"/>
                  <a:pt x="669791" y="4904821"/>
                  <a:pt x="648586" y="4965405"/>
                </a:cubicBezTo>
                <a:cubicBezTo>
                  <a:pt x="642281" y="4983420"/>
                  <a:pt x="603494" y="4969375"/>
                  <a:pt x="595423" y="4986670"/>
                </a:cubicBezTo>
                <a:cubicBezTo>
                  <a:pt x="575710" y="5028913"/>
                  <a:pt x="583761" y="5079277"/>
                  <a:pt x="574158" y="5124893"/>
                </a:cubicBezTo>
                <a:cubicBezTo>
                  <a:pt x="569540" y="5146828"/>
                  <a:pt x="559981" y="5167424"/>
                  <a:pt x="552893" y="5188689"/>
                </a:cubicBezTo>
                <a:cubicBezTo>
                  <a:pt x="487580" y="5678535"/>
                  <a:pt x="542261" y="5210330"/>
                  <a:pt x="542261" y="6305107"/>
                </a:cubicBezTo>
                <a:cubicBezTo>
                  <a:pt x="542261" y="8021377"/>
                  <a:pt x="660308" y="7459422"/>
                  <a:pt x="489098" y="8187070"/>
                </a:cubicBezTo>
                <a:cubicBezTo>
                  <a:pt x="457228" y="8633259"/>
                  <a:pt x="467833" y="8385292"/>
                  <a:pt x="467833" y="8931349"/>
                </a:cubicBezTo>
              </a:path>
            </a:pathLst>
          </a:custGeom>
          <a:ln w="38100">
            <a:headEnd type="none" w="med" len="med"/>
            <a:tailEnd type="arrow" w="med" len="med"/>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endParaRPr>
          </a:p>
        </p:txBody>
      </p:sp>
      <p:sp>
        <p:nvSpPr>
          <p:cNvPr id="12" name="Freeform: Shape 11"/>
          <p:cNvSpPr/>
          <p:nvPr/>
        </p:nvSpPr>
        <p:spPr>
          <a:xfrm>
            <a:off x="15857597" y="3176008"/>
            <a:ext cx="4944922" cy="8899451"/>
          </a:xfrm>
          <a:custGeom>
            <a:avLst/>
            <a:gdLst>
              <a:gd name="connsiteX0" fmla="*/ 213434 w 4944922"/>
              <a:gd name="connsiteY0" fmla="*/ 0 h 8899451"/>
              <a:gd name="connsiteX1" fmla="*/ 170904 w 4944922"/>
              <a:gd name="connsiteY1" fmla="*/ 202019 h 8899451"/>
              <a:gd name="connsiteX2" fmla="*/ 117741 w 4944922"/>
              <a:gd name="connsiteY2" fmla="*/ 340242 h 8899451"/>
              <a:gd name="connsiteX3" fmla="*/ 96476 w 4944922"/>
              <a:gd name="connsiteY3" fmla="*/ 446568 h 8899451"/>
              <a:gd name="connsiteX4" fmla="*/ 75210 w 4944922"/>
              <a:gd name="connsiteY4" fmla="*/ 531628 h 8899451"/>
              <a:gd name="connsiteX5" fmla="*/ 53945 w 4944922"/>
              <a:gd name="connsiteY5" fmla="*/ 733647 h 8899451"/>
              <a:gd name="connsiteX6" fmla="*/ 783 w 4944922"/>
              <a:gd name="connsiteY6" fmla="*/ 1010093 h 8899451"/>
              <a:gd name="connsiteX7" fmla="*/ 32680 w 4944922"/>
              <a:gd name="connsiteY7" fmla="*/ 1871330 h 8899451"/>
              <a:gd name="connsiteX8" fmla="*/ 85843 w 4944922"/>
              <a:gd name="connsiteY8" fmla="*/ 2392326 h 8899451"/>
              <a:gd name="connsiteX9" fmla="*/ 107108 w 4944922"/>
              <a:gd name="connsiteY9" fmla="*/ 2519916 h 8899451"/>
              <a:gd name="connsiteX10" fmla="*/ 766327 w 4944922"/>
              <a:gd name="connsiteY10" fmla="*/ 2594344 h 8899451"/>
              <a:gd name="connsiteX11" fmla="*/ 3350038 w 4944922"/>
              <a:gd name="connsiteY11" fmla="*/ 2551814 h 8899451"/>
              <a:gd name="connsiteX12" fmla="*/ 4817331 w 4944922"/>
              <a:gd name="connsiteY12" fmla="*/ 2594344 h 8899451"/>
              <a:gd name="connsiteX13" fmla="*/ 4838597 w 4944922"/>
              <a:gd name="connsiteY13" fmla="*/ 2615609 h 8899451"/>
              <a:gd name="connsiteX14" fmla="*/ 4881127 w 4944922"/>
              <a:gd name="connsiteY14" fmla="*/ 2636875 h 8899451"/>
              <a:gd name="connsiteX15" fmla="*/ 4902392 w 4944922"/>
              <a:gd name="connsiteY15" fmla="*/ 2700670 h 8899451"/>
              <a:gd name="connsiteX16" fmla="*/ 4923657 w 4944922"/>
              <a:gd name="connsiteY16" fmla="*/ 2753833 h 8899451"/>
              <a:gd name="connsiteX17" fmla="*/ 4944922 w 4944922"/>
              <a:gd name="connsiteY17" fmla="*/ 2860158 h 8899451"/>
              <a:gd name="connsiteX18" fmla="*/ 4934290 w 4944922"/>
              <a:gd name="connsiteY18" fmla="*/ 3370521 h 8899451"/>
              <a:gd name="connsiteX19" fmla="*/ 4913024 w 4944922"/>
              <a:gd name="connsiteY19" fmla="*/ 3444949 h 8899451"/>
              <a:gd name="connsiteX20" fmla="*/ 4849229 w 4944922"/>
              <a:gd name="connsiteY20" fmla="*/ 3540642 h 8899451"/>
              <a:gd name="connsiteX21" fmla="*/ 4817331 w 4944922"/>
              <a:gd name="connsiteY21" fmla="*/ 3561907 h 8899451"/>
              <a:gd name="connsiteX22" fmla="*/ 4732271 w 4944922"/>
              <a:gd name="connsiteY22" fmla="*/ 3646968 h 8899451"/>
              <a:gd name="connsiteX23" fmla="*/ 4615313 w 4944922"/>
              <a:gd name="connsiteY23" fmla="*/ 3721395 h 8899451"/>
              <a:gd name="connsiteX24" fmla="*/ 4583415 w 4944922"/>
              <a:gd name="connsiteY24" fmla="*/ 3774558 h 8899451"/>
              <a:gd name="connsiteX25" fmla="*/ 4498355 w 4944922"/>
              <a:gd name="connsiteY25" fmla="*/ 3795823 h 8899451"/>
              <a:gd name="connsiteX26" fmla="*/ 4434559 w 4944922"/>
              <a:gd name="connsiteY26" fmla="*/ 3817088 h 8899451"/>
              <a:gd name="connsiteX27" fmla="*/ 4370764 w 4944922"/>
              <a:gd name="connsiteY27" fmla="*/ 3870251 h 8899451"/>
              <a:gd name="connsiteX28" fmla="*/ 4179378 w 4944922"/>
              <a:gd name="connsiteY28" fmla="*/ 3912781 h 8899451"/>
              <a:gd name="connsiteX29" fmla="*/ 3934829 w 4944922"/>
              <a:gd name="connsiteY29" fmla="*/ 4019107 h 8899451"/>
              <a:gd name="connsiteX30" fmla="*/ 3605220 w 4944922"/>
              <a:gd name="connsiteY30" fmla="*/ 4061637 h 8899451"/>
              <a:gd name="connsiteX31" fmla="*/ 3360671 w 4944922"/>
              <a:gd name="connsiteY31" fmla="*/ 4136065 h 8899451"/>
              <a:gd name="connsiteX32" fmla="*/ 3307508 w 4944922"/>
              <a:gd name="connsiteY32" fmla="*/ 4167963 h 8899451"/>
              <a:gd name="connsiteX33" fmla="*/ 3201183 w 4944922"/>
              <a:gd name="connsiteY33" fmla="*/ 4189228 h 8899451"/>
              <a:gd name="connsiteX34" fmla="*/ 3031062 w 4944922"/>
              <a:gd name="connsiteY34" fmla="*/ 4263656 h 8899451"/>
              <a:gd name="connsiteX35" fmla="*/ 2967266 w 4944922"/>
              <a:gd name="connsiteY35" fmla="*/ 4284921 h 8899451"/>
              <a:gd name="connsiteX36" fmla="*/ 2850308 w 4944922"/>
              <a:gd name="connsiteY36" fmla="*/ 4359349 h 8899451"/>
              <a:gd name="connsiteX37" fmla="*/ 2754615 w 4944922"/>
              <a:gd name="connsiteY37" fmla="*/ 4380614 h 8899451"/>
              <a:gd name="connsiteX38" fmla="*/ 2669555 w 4944922"/>
              <a:gd name="connsiteY38" fmla="*/ 4401879 h 8899451"/>
              <a:gd name="connsiteX39" fmla="*/ 2573862 w 4944922"/>
              <a:gd name="connsiteY39" fmla="*/ 4455042 h 8899451"/>
              <a:gd name="connsiteX40" fmla="*/ 2531331 w 4944922"/>
              <a:gd name="connsiteY40" fmla="*/ 4476307 h 8899451"/>
              <a:gd name="connsiteX41" fmla="*/ 2393108 w 4944922"/>
              <a:gd name="connsiteY41" fmla="*/ 4497572 h 8899451"/>
              <a:gd name="connsiteX42" fmla="*/ 2318680 w 4944922"/>
              <a:gd name="connsiteY42" fmla="*/ 4518837 h 8899451"/>
              <a:gd name="connsiteX43" fmla="*/ 2233620 w 4944922"/>
              <a:gd name="connsiteY43" fmla="*/ 4572000 h 8899451"/>
              <a:gd name="connsiteX44" fmla="*/ 2063499 w 4944922"/>
              <a:gd name="connsiteY44" fmla="*/ 4593265 h 8899451"/>
              <a:gd name="connsiteX45" fmla="*/ 1999704 w 4944922"/>
              <a:gd name="connsiteY45" fmla="*/ 4614530 h 8899451"/>
              <a:gd name="connsiteX46" fmla="*/ 1850848 w 4944922"/>
              <a:gd name="connsiteY46" fmla="*/ 4688958 h 8899451"/>
              <a:gd name="connsiteX47" fmla="*/ 1797685 w 4944922"/>
              <a:gd name="connsiteY47" fmla="*/ 4720856 h 8899451"/>
              <a:gd name="connsiteX48" fmla="*/ 1733890 w 4944922"/>
              <a:gd name="connsiteY48" fmla="*/ 4742121 h 8899451"/>
              <a:gd name="connsiteX49" fmla="*/ 1691359 w 4944922"/>
              <a:gd name="connsiteY49" fmla="*/ 4784651 h 8899451"/>
              <a:gd name="connsiteX50" fmla="*/ 1648829 w 4944922"/>
              <a:gd name="connsiteY50" fmla="*/ 4805916 h 8899451"/>
              <a:gd name="connsiteX51" fmla="*/ 1553136 w 4944922"/>
              <a:gd name="connsiteY51" fmla="*/ 4901609 h 8899451"/>
              <a:gd name="connsiteX52" fmla="*/ 1531871 w 4944922"/>
              <a:gd name="connsiteY52" fmla="*/ 4922875 h 8899451"/>
              <a:gd name="connsiteX53" fmla="*/ 1446810 w 4944922"/>
              <a:gd name="connsiteY53" fmla="*/ 4965405 h 8899451"/>
              <a:gd name="connsiteX54" fmla="*/ 1372383 w 4944922"/>
              <a:gd name="connsiteY54" fmla="*/ 5061098 h 8899451"/>
              <a:gd name="connsiteX55" fmla="*/ 1351117 w 4944922"/>
              <a:gd name="connsiteY55" fmla="*/ 5103628 h 8899451"/>
              <a:gd name="connsiteX56" fmla="*/ 1329852 w 4944922"/>
              <a:gd name="connsiteY56" fmla="*/ 5156791 h 8899451"/>
              <a:gd name="connsiteX57" fmla="*/ 1308587 w 4944922"/>
              <a:gd name="connsiteY57" fmla="*/ 5220586 h 8899451"/>
              <a:gd name="connsiteX58" fmla="*/ 1266057 w 4944922"/>
              <a:gd name="connsiteY58" fmla="*/ 5263116 h 8899451"/>
              <a:gd name="connsiteX59" fmla="*/ 1297955 w 4944922"/>
              <a:gd name="connsiteY59" fmla="*/ 5326912 h 8899451"/>
              <a:gd name="connsiteX60" fmla="*/ 1319220 w 4944922"/>
              <a:gd name="connsiteY60" fmla="*/ 5358809 h 8899451"/>
              <a:gd name="connsiteX61" fmla="*/ 1457443 w 4944922"/>
              <a:gd name="connsiteY61" fmla="*/ 5380075 h 8899451"/>
              <a:gd name="connsiteX62" fmla="*/ 2520699 w 4944922"/>
              <a:gd name="connsiteY62" fmla="*/ 5369442 h 8899451"/>
              <a:gd name="connsiteX63" fmla="*/ 3296876 w 4944922"/>
              <a:gd name="connsiteY63" fmla="*/ 5295014 h 8899451"/>
              <a:gd name="connsiteX64" fmla="*/ 4253806 w 4944922"/>
              <a:gd name="connsiteY64" fmla="*/ 5326912 h 8899451"/>
              <a:gd name="connsiteX65" fmla="*/ 4317601 w 4944922"/>
              <a:gd name="connsiteY65" fmla="*/ 5348177 h 8899451"/>
              <a:gd name="connsiteX66" fmla="*/ 4434559 w 4944922"/>
              <a:gd name="connsiteY66" fmla="*/ 5443870 h 8899451"/>
              <a:gd name="connsiteX67" fmla="*/ 4498355 w 4944922"/>
              <a:gd name="connsiteY67" fmla="*/ 5539563 h 8899451"/>
              <a:gd name="connsiteX68" fmla="*/ 4551517 w 4944922"/>
              <a:gd name="connsiteY68" fmla="*/ 5603358 h 8899451"/>
              <a:gd name="connsiteX69" fmla="*/ 4562150 w 4944922"/>
              <a:gd name="connsiteY69" fmla="*/ 5986130 h 8899451"/>
              <a:gd name="connsiteX70" fmla="*/ 4519620 w 4944922"/>
              <a:gd name="connsiteY70" fmla="*/ 6028661 h 8899451"/>
              <a:gd name="connsiteX71" fmla="*/ 4498355 w 4944922"/>
              <a:gd name="connsiteY71" fmla="*/ 6103088 h 8899451"/>
              <a:gd name="connsiteX72" fmla="*/ 4477090 w 4944922"/>
              <a:gd name="connsiteY72" fmla="*/ 6124354 h 8899451"/>
              <a:gd name="connsiteX73" fmla="*/ 4360131 w 4944922"/>
              <a:gd name="connsiteY73" fmla="*/ 6241312 h 8899451"/>
              <a:gd name="connsiteX74" fmla="*/ 4338866 w 4944922"/>
              <a:gd name="connsiteY74" fmla="*/ 6283842 h 8899451"/>
              <a:gd name="connsiteX75" fmla="*/ 4285704 w 4944922"/>
              <a:gd name="connsiteY75" fmla="*/ 6305107 h 8899451"/>
              <a:gd name="connsiteX76" fmla="*/ 4264438 w 4944922"/>
              <a:gd name="connsiteY76" fmla="*/ 6326372 h 8899451"/>
              <a:gd name="connsiteX77" fmla="*/ 4221908 w 4944922"/>
              <a:gd name="connsiteY77" fmla="*/ 6347637 h 8899451"/>
              <a:gd name="connsiteX78" fmla="*/ 4147480 w 4944922"/>
              <a:gd name="connsiteY78" fmla="*/ 6400800 h 8899451"/>
              <a:gd name="connsiteX79" fmla="*/ 3934829 w 4944922"/>
              <a:gd name="connsiteY79" fmla="*/ 6453963 h 8899451"/>
              <a:gd name="connsiteX80" fmla="*/ 3286243 w 4944922"/>
              <a:gd name="connsiteY80" fmla="*/ 6528391 h 8899451"/>
              <a:gd name="connsiteX81" fmla="*/ 1191629 w 4944922"/>
              <a:gd name="connsiteY81" fmla="*/ 6560288 h 8899451"/>
              <a:gd name="connsiteX82" fmla="*/ 978978 w 4944922"/>
              <a:gd name="connsiteY82" fmla="*/ 6581554 h 8899451"/>
              <a:gd name="connsiteX83" fmla="*/ 936448 w 4944922"/>
              <a:gd name="connsiteY83" fmla="*/ 6624084 h 8899451"/>
              <a:gd name="connsiteX84" fmla="*/ 883285 w 4944922"/>
              <a:gd name="connsiteY84" fmla="*/ 6655981 h 8899451"/>
              <a:gd name="connsiteX85" fmla="*/ 851387 w 4944922"/>
              <a:gd name="connsiteY85" fmla="*/ 6709144 h 8899451"/>
              <a:gd name="connsiteX86" fmla="*/ 830122 w 4944922"/>
              <a:gd name="connsiteY86" fmla="*/ 6762307 h 8899451"/>
              <a:gd name="connsiteX87" fmla="*/ 734429 w 4944922"/>
              <a:gd name="connsiteY87" fmla="*/ 6826102 h 8899451"/>
              <a:gd name="connsiteX88" fmla="*/ 681266 w 4944922"/>
              <a:gd name="connsiteY88" fmla="*/ 6879265 h 8899451"/>
              <a:gd name="connsiteX89" fmla="*/ 638736 w 4944922"/>
              <a:gd name="connsiteY89" fmla="*/ 6974958 h 8899451"/>
              <a:gd name="connsiteX90" fmla="*/ 617471 w 4944922"/>
              <a:gd name="connsiteY90" fmla="*/ 7017488 h 8899451"/>
              <a:gd name="connsiteX91" fmla="*/ 596206 w 4944922"/>
              <a:gd name="connsiteY91" fmla="*/ 7038754 h 8899451"/>
              <a:gd name="connsiteX92" fmla="*/ 521778 w 4944922"/>
              <a:gd name="connsiteY92" fmla="*/ 8027581 h 8899451"/>
              <a:gd name="connsiteX93" fmla="*/ 564308 w 4944922"/>
              <a:gd name="connsiteY93" fmla="*/ 8899451 h 8899451"/>
              <a:gd name="connsiteX94" fmla="*/ 628104 w 4944922"/>
              <a:gd name="connsiteY94" fmla="*/ 8888819 h 8899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4944922" h="8899451">
                <a:moveTo>
                  <a:pt x="213434" y="0"/>
                </a:moveTo>
                <a:cubicBezTo>
                  <a:pt x="201628" y="70834"/>
                  <a:pt x="193171" y="129652"/>
                  <a:pt x="170904" y="202019"/>
                </a:cubicBezTo>
                <a:cubicBezTo>
                  <a:pt x="156387" y="249201"/>
                  <a:pt x="132114" y="293016"/>
                  <a:pt x="117741" y="340242"/>
                </a:cubicBezTo>
                <a:cubicBezTo>
                  <a:pt x="107217" y="374820"/>
                  <a:pt x="104317" y="411285"/>
                  <a:pt x="96476" y="446568"/>
                </a:cubicBezTo>
                <a:cubicBezTo>
                  <a:pt x="90136" y="475098"/>
                  <a:pt x="82299" y="503275"/>
                  <a:pt x="75210" y="531628"/>
                </a:cubicBezTo>
                <a:cubicBezTo>
                  <a:pt x="68122" y="598968"/>
                  <a:pt x="64353" y="666740"/>
                  <a:pt x="53945" y="733647"/>
                </a:cubicBezTo>
                <a:cubicBezTo>
                  <a:pt x="39522" y="826369"/>
                  <a:pt x="2537" y="916272"/>
                  <a:pt x="783" y="1010093"/>
                </a:cubicBezTo>
                <a:cubicBezTo>
                  <a:pt x="-4586" y="1297319"/>
                  <a:pt x="18907" y="1584385"/>
                  <a:pt x="32680" y="1871330"/>
                </a:cubicBezTo>
                <a:cubicBezTo>
                  <a:pt x="54710" y="2330289"/>
                  <a:pt x="7891" y="2197445"/>
                  <a:pt x="85843" y="2392326"/>
                </a:cubicBezTo>
                <a:cubicBezTo>
                  <a:pt x="92931" y="2434856"/>
                  <a:pt x="65774" y="2507645"/>
                  <a:pt x="107108" y="2519916"/>
                </a:cubicBezTo>
                <a:cubicBezTo>
                  <a:pt x="319099" y="2582851"/>
                  <a:pt x="766327" y="2594344"/>
                  <a:pt x="766327" y="2594344"/>
                </a:cubicBezTo>
                <a:lnTo>
                  <a:pt x="3350038" y="2551814"/>
                </a:lnTo>
                <a:cubicBezTo>
                  <a:pt x="3839341" y="2551814"/>
                  <a:pt x="4328477" y="2573393"/>
                  <a:pt x="4817331" y="2594344"/>
                </a:cubicBezTo>
                <a:cubicBezTo>
                  <a:pt x="4827346" y="2594773"/>
                  <a:pt x="4830256" y="2610048"/>
                  <a:pt x="4838597" y="2615609"/>
                </a:cubicBezTo>
                <a:cubicBezTo>
                  <a:pt x="4851785" y="2624401"/>
                  <a:pt x="4866950" y="2629786"/>
                  <a:pt x="4881127" y="2636875"/>
                </a:cubicBezTo>
                <a:cubicBezTo>
                  <a:pt x="4888215" y="2658140"/>
                  <a:pt x="4894732" y="2679604"/>
                  <a:pt x="4902392" y="2700670"/>
                </a:cubicBezTo>
                <a:cubicBezTo>
                  <a:pt x="4908915" y="2718607"/>
                  <a:pt x="4918739" y="2735391"/>
                  <a:pt x="4923657" y="2753833"/>
                </a:cubicBezTo>
                <a:cubicBezTo>
                  <a:pt x="4932970" y="2788756"/>
                  <a:pt x="4937834" y="2824716"/>
                  <a:pt x="4944922" y="2860158"/>
                </a:cubicBezTo>
                <a:cubicBezTo>
                  <a:pt x="4941378" y="3030279"/>
                  <a:pt x="4943558" y="3200616"/>
                  <a:pt x="4934290" y="3370521"/>
                </a:cubicBezTo>
                <a:cubicBezTo>
                  <a:pt x="4932885" y="3396285"/>
                  <a:pt x="4921842" y="3420700"/>
                  <a:pt x="4913024" y="3444949"/>
                </a:cubicBezTo>
                <a:cubicBezTo>
                  <a:pt x="4900304" y="3479927"/>
                  <a:pt x="4874894" y="3514977"/>
                  <a:pt x="4849229" y="3540642"/>
                </a:cubicBezTo>
                <a:cubicBezTo>
                  <a:pt x="4840193" y="3549678"/>
                  <a:pt x="4827964" y="3554819"/>
                  <a:pt x="4817331" y="3561907"/>
                </a:cubicBezTo>
                <a:cubicBezTo>
                  <a:pt x="4759629" y="3677311"/>
                  <a:pt x="4849578" y="3514997"/>
                  <a:pt x="4732271" y="3646968"/>
                </a:cubicBezTo>
                <a:cubicBezTo>
                  <a:pt x="4648000" y="3741773"/>
                  <a:pt x="4816729" y="3676636"/>
                  <a:pt x="4615313" y="3721395"/>
                </a:cubicBezTo>
                <a:cubicBezTo>
                  <a:pt x="4604680" y="3739116"/>
                  <a:pt x="4600850" y="3763463"/>
                  <a:pt x="4583415" y="3774558"/>
                </a:cubicBezTo>
                <a:cubicBezTo>
                  <a:pt x="4558758" y="3790249"/>
                  <a:pt x="4526456" y="3787794"/>
                  <a:pt x="4498355" y="3795823"/>
                </a:cubicBezTo>
                <a:cubicBezTo>
                  <a:pt x="4476802" y="3801981"/>
                  <a:pt x="4455824" y="3810000"/>
                  <a:pt x="4434559" y="3817088"/>
                </a:cubicBezTo>
                <a:cubicBezTo>
                  <a:pt x="4413294" y="3834809"/>
                  <a:pt x="4396682" y="3860532"/>
                  <a:pt x="4370764" y="3870251"/>
                </a:cubicBezTo>
                <a:cubicBezTo>
                  <a:pt x="4309573" y="3893197"/>
                  <a:pt x="4179378" y="3912781"/>
                  <a:pt x="4179378" y="3912781"/>
                </a:cubicBezTo>
                <a:cubicBezTo>
                  <a:pt x="4119673" y="3942634"/>
                  <a:pt x="4010890" y="4005796"/>
                  <a:pt x="3934829" y="4019107"/>
                </a:cubicBezTo>
                <a:cubicBezTo>
                  <a:pt x="3825707" y="4038203"/>
                  <a:pt x="3605220" y="4061637"/>
                  <a:pt x="3605220" y="4061637"/>
                </a:cubicBezTo>
                <a:cubicBezTo>
                  <a:pt x="3410306" y="4169923"/>
                  <a:pt x="3621756" y="4067358"/>
                  <a:pt x="3360671" y="4136065"/>
                </a:cubicBezTo>
                <a:cubicBezTo>
                  <a:pt x="3340685" y="4141324"/>
                  <a:pt x="3327114" y="4161428"/>
                  <a:pt x="3307508" y="4167963"/>
                </a:cubicBezTo>
                <a:cubicBezTo>
                  <a:pt x="3273219" y="4179393"/>
                  <a:pt x="3236625" y="4182140"/>
                  <a:pt x="3201183" y="4189228"/>
                </a:cubicBezTo>
                <a:cubicBezTo>
                  <a:pt x="3150263" y="4212374"/>
                  <a:pt x="3086811" y="4243384"/>
                  <a:pt x="3031062" y="4263656"/>
                </a:cubicBezTo>
                <a:cubicBezTo>
                  <a:pt x="3009996" y="4271316"/>
                  <a:pt x="2988531" y="4277833"/>
                  <a:pt x="2967266" y="4284921"/>
                </a:cubicBezTo>
                <a:cubicBezTo>
                  <a:pt x="2943443" y="4301937"/>
                  <a:pt x="2887094" y="4348030"/>
                  <a:pt x="2850308" y="4359349"/>
                </a:cubicBezTo>
                <a:cubicBezTo>
                  <a:pt x="2819077" y="4368958"/>
                  <a:pt x="2786422" y="4373130"/>
                  <a:pt x="2754615" y="4380614"/>
                </a:cubicBezTo>
                <a:cubicBezTo>
                  <a:pt x="2726166" y="4387308"/>
                  <a:pt x="2697908" y="4394791"/>
                  <a:pt x="2669555" y="4401879"/>
                </a:cubicBezTo>
                <a:lnTo>
                  <a:pt x="2573862" y="4455042"/>
                </a:lnTo>
                <a:cubicBezTo>
                  <a:pt x="2559906" y="4462557"/>
                  <a:pt x="2546760" y="4472677"/>
                  <a:pt x="2531331" y="4476307"/>
                </a:cubicBezTo>
                <a:cubicBezTo>
                  <a:pt x="2485954" y="4486984"/>
                  <a:pt x="2438819" y="4488430"/>
                  <a:pt x="2393108" y="4497572"/>
                </a:cubicBezTo>
                <a:cubicBezTo>
                  <a:pt x="2367807" y="4502632"/>
                  <a:pt x="2343489" y="4511749"/>
                  <a:pt x="2318680" y="4518837"/>
                </a:cubicBezTo>
                <a:cubicBezTo>
                  <a:pt x="2290327" y="4536558"/>
                  <a:pt x="2265718" y="4562638"/>
                  <a:pt x="2233620" y="4572000"/>
                </a:cubicBezTo>
                <a:cubicBezTo>
                  <a:pt x="2178758" y="4588002"/>
                  <a:pt x="2119726" y="4583042"/>
                  <a:pt x="2063499" y="4593265"/>
                </a:cubicBezTo>
                <a:cubicBezTo>
                  <a:pt x="2041445" y="4597275"/>
                  <a:pt x="2020969" y="4607442"/>
                  <a:pt x="1999704" y="4614530"/>
                </a:cubicBezTo>
                <a:cubicBezTo>
                  <a:pt x="1850342" y="4721218"/>
                  <a:pt x="2000239" y="4626712"/>
                  <a:pt x="1850848" y="4688958"/>
                </a:cubicBezTo>
                <a:cubicBezTo>
                  <a:pt x="1831772" y="4696907"/>
                  <a:pt x="1816499" y="4712304"/>
                  <a:pt x="1797685" y="4720856"/>
                </a:cubicBezTo>
                <a:cubicBezTo>
                  <a:pt x="1777279" y="4730132"/>
                  <a:pt x="1755155" y="4735033"/>
                  <a:pt x="1733890" y="4742121"/>
                </a:cubicBezTo>
                <a:cubicBezTo>
                  <a:pt x="1719713" y="4756298"/>
                  <a:pt x="1707398" y="4772622"/>
                  <a:pt x="1691359" y="4784651"/>
                </a:cubicBezTo>
                <a:cubicBezTo>
                  <a:pt x="1678679" y="4794161"/>
                  <a:pt x="1660929" y="4795678"/>
                  <a:pt x="1648829" y="4805916"/>
                </a:cubicBezTo>
                <a:cubicBezTo>
                  <a:pt x="1614393" y="4835055"/>
                  <a:pt x="1585034" y="4869711"/>
                  <a:pt x="1553136" y="4901609"/>
                </a:cubicBezTo>
                <a:cubicBezTo>
                  <a:pt x="1546048" y="4908698"/>
                  <a:pt x="1540837" y="4918392"/>
                  <a:pt x="1531871" y="4922875"/>
                </a:cubicBezTo>
                <a:lnTo>
                  <a:pt x="1446810" y="4965405"/>
                </a:lnTo>
                <a:cubicBezTo>
                  <a:pt x="1366096" y="5153742"/>
                  <a:pt x="1464055" y="4969427"/>
                  <a:pt x="1372383" y="5061098"/>
                </a:cubicBezTo>
                <a:cubicBezTo>
                  <a:pt x="1361175" y="5072306"/>
                  <a:pt x="1357554" y="5089144"/>
                  <a:pt x="1351117" y="5103628"/>
                </a:cubicBezTo>
                <a:cubicBezTo>
                  <a:pt x="1343365" y="5121069"/>
                  <a:pt x="1336375" y="5138854"/>
                  <a:pt x="1329852" y="5156791"/>
                </a:cubicBezTo>
                <a:cubicBezTo>
                  <a:pt x="1322192" y="5177857"/>
                  <a:pt x="1320120" y="5201365"/>
                  <a:pt x="1308587" y="5220586"/>
                </a:cubicBezTo>
                <a:cubicBezTo>
                  <a:pt x="1298272" y="5237778"/>
                  <a:pt x="1280234" y="5248939"/>
                  <a:pt x="1266057" y="5263116"/>
                </a:cubicBezTo>
                <a:cubicBezTo>
                  <a:pt x="1276690" y="5284381"/>
                  <a:pt x="1286409" y="5306129"/>
                  <a:pt x="1297955" y="5326912"/>
                </a:cubicBezTo>
                <a:cubicBezTo>
                  <a:pt x="1304161" y="5338082"/>
                  <a:pt x="1307097" y="5354768"/>
                  <a:pt x="1319220" y="5358809"/>
                </a:cubicBezTo>
                <a:cubicBezTo>
                  <a:pt x="1363444" y="5373550"/>
                  <a:pt x="1411369" y="5372986"/>
                  <a:pt x="1457443" y="5380075"/>
                </a:cubicBezTo>
                <a:lnTo>
                  <a:pt x="2520699" y="5369442"/>
                </a:lnTo>
                <a:cubicBezTo>
                  <a:pt x="2882472" y="5359393"/>
                  <a:pt x="2972804" y="5339713"/>
                  <a:pt x="3296876" y="5295014"/>
                </a:cubicBezTo>
                <a:lnTo>
                  <a:pt x="4253806" y="5326912"/>
                </a:lnTo>
                <a:cubicBezTo>
                  <a:pt x="4276191" y="5328078"/>
                  <a:pt x="4299669" y="5334728"/>
                  <a:pt x="4317601" y="5348177"/>
                </a:cubicBezTo>
                <a:cubicBezTo>
                  <a:pt x="4484552" y="5473390"/>
                  <a:pt x="4298061" y="5389270"/>
                  <a:pt x="4434559" y="5443870"/>
                </a:cubicBezTo>
                <a:cubicBezTo>
                  <a:pt x="4539592" y="5548901"/>
                  <a:pt x="4422992" y="5421134"/>
                  <a:pt x="4498355" y="5539563"/>
                </a:cubicBezTo>
                <a:cubicBezTo>
                  <a:pt x="4513216" y="5562916"/>
                  <a:pt x="4533796" y="5582093"/>
                  <a:pt x="4551517" y="5603358"/>
                </a:cubicBezTo>
                <a:cubicBezTo>
                  <a:pt x="4570484" y="5745608"/>
                  <a:pt x="4592209" y="5835834"/>
                  <a:pt x="4562150" y="5986130"/>
                </a:cubicBezTo>
                <a:cubicBezTo>
                  <a:pt x="4558218" y="6005790"/>
                  <a:pt x="4533797" y="6014484"/>
                  <a:pt x="4519620" y="6028661"/>
                </a:cubicBezTo>
                <a:cubicBezTo>
                  <a:pt x="4512532" y="6053470"/>
                  <a:pt x="4508834" y="6079510"/>
                  <a:pt x="4498355" y="6103088"/>
                </a:cubicBezTo>
                <a:cubicBezTo>
                  <a:pt x="4494284" y="6112249"/>
                  <a:pt x="4483438" y="6116595"/>
                  <a:pt x="4477090" y="6124354"/>
                </a:cubicBezTo>
                <a:cubicBezTo>
                  <a:pt x="4385534" y="6236257"/>
                  <a:pt x="4441707" y="6200525"/>
                  <a:pt x="4360131" y="6241312"/>
                </a:cubicBezTo>
                <a:cubicBezTo>
                  <a:pt x="4353043" y="6255489"/>
                  <a:pt x="4350900" y="6273527"/>
                  <a:pt x="4338866" y="6283842"/>
                </a:cubicBezTo>
                <a:cubicBezTo>
                  <a:pt x="4324375" y="6296263"/>
                  <a:pt x="4302275" y="6295638"/>
                  <a:pt x="4285704" y="6305107"/>
                </a:cubicBezTo>
                <a:cubicBezTo>
                  <a:pt x="4277000" y="6310081"/>
                  <a:pt x="4272779" y="6320811"/>
                  <a:pt x="4264438" y="6326372"/>
                </a:cubicBezTo>
                <a:cubicBezTo>
                  <a:pt x="4251250" y="6335164"/>
                  <a:pt x="4235280" y="6339128"/>
                  <a:pt x="4221908" y="6347637"/>
                </a:cubicBezTo>
                <a:cubicBezTo>
                  <a:pt x="4196186" y="6364005"/>
                  <a:pt x="4174381" y="6386452"/>
                  <a:pt x="4147480" y="6400800"/>
                </a:cubicBezTo>
                <a:cubicBezTo>
                  <a:pt x="4062105" y="6446334"/>
                  <a:pt x="4035254" y="6429861"/>
                  <a:pt x="3934829" y="6453963"/>
                </a:cubicBezTo>
                <a:cubicBezTo>
                  <a:pt x="3566959" y="6542251"/>
                  <a:pt x="4080676" y="6508936"/>
                  <a:pt x="3286243" y="6528391"/>
                </a:cubicBezTo>
                <a:lnTo>
                  <a:pt x="1191629" y="6560288"/>
                </a:lnTo>
                <a:cubicBezTo>
                  <a:pt x="1120745" y="6567377"/>
                  <a:pt x="1048088" y="6564276"/>
                  <a:pt x="978978" y="6581554"/>
                </a:cubicBezTo>
                <a:cubicBezTo>
                  <a:pt x="959528" y="6586417"/>
                  <a:pt x="952274" y="6611775"/>
                  <a:pt x="936448" y="6624084"/>
                </a:cubicBezTo>
                <a:cubicBezTo>
                  <a:pt x="920135" y="6636772"/>
                  <a:pt x="901006" y="6645349"/>
                  <a:pt x="883285" y="6655981"/>
                </a:cubicBezTo>
                <a:cubicBezTo>
                  <a:pt x="872652" y="6673702"/>
                  <a:pt x="860629" y="6690660"/>
                  <a:pt x="851387" y="6709144"/>
                </a:cubicBezTo>
                <a:cubicBezTo>
                  <a:pt x="842851" y="6726215"/>
                  <a:pt x="843618" y="6748811"/>
                  <a:pt x="830122" y="6762307"/>
                </a:cubicBezTo>
                <a:cubicBezTo>
                  <a:pt x="803014" y="6789415"/>
                  <a:pt x="764573" y="6802417"/>
                  <a:pt x="734429" y="6826102"/>
                </a:cubicBezTo>
                <a:cubicBezTo>
                  <a:pt x="714723" y="6841585"/>
                  <a:pt x="698987" y="6861544"/>
                  <a:pt x="681266" y="6879265"/>
                </a:cubicBezTo>
                <a:cubicBezTo>
                  <a:pt x="667089" y="6911163"/>
                  <a:pt x="653364" y="6943265"/>
                  <a:pt x="638736" y="6974958"/>
                </a:cubicBezTo>
                <a:cubicBezTo>
                  <a:pt x="632094" y="6989349"/>
                  <a:pt x="626263" y="7004300"/>
                  <a:pt x="617471" y="7017488"/>
                </a:cubicBezTo>
                <a:cubicBezTo>
                  <a:pt x="611910" y="7025829"/>
                  <a:pt x="603294" y="7031665"/>
                  <a:pt x="596206" y="7038754"/>
                </a:cubicBezTo>
                <a:cubicBezTo>
                  <a:pt x="555668" y="7383326"/>
                  <a:pt x="524339" y="7622941"/>
                  <a:pt x="521778" y="8027581"/>
                </a:cubicBezTo>
                <a:cubicBezTo>
                  <a:pt x="519936" y="8318544"/>
                  <a:pt x="550131" y="8608828"/>
                  <a:pt x="564308" y="8899451"/>
                </a:cubicBezTo>
                <a:cubicBezTo>
                  <a:pt x="613715" y="8887100"/>
                  <a:pt x="592225" y="8888819"/>
                  <a:pt x="628104" y="8888819"/>
                </a:cubicBezTo>
              </a:path>
            </a:pathLst>
          </a:custGeom>
          <a:ln w="38100">
            <a:solidFill>
              <a:schemeClr val="accent3"/>
            </a:solidFill>
            <a:headEnd type="none" w="med" len="med"/>
            <a:tailEnd type="arrow" w="med" len="med"/>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91439" tIns="45719" rIns="91439" bIns="45719" numCol="1" spcCol="38100" rtlCol="0" fromWordArt="0" anchor="t" anchorCtr="0" forceAA="0" compatLnSpc="1">
            <a:noAutofit/>
          </a:bodyPr>
          <a:lstStyle/>
          <a:p>
            <a:pPr algn="l" defTabSz="914400" latinLnBrk="1"/>
            <a:endParaRPr lang="zh-CN" altLang="en-US" sz="1800" b="0">
              <a:solidFill>
                <a:srgbClr val="000000"/>
              </a:solidFill>
            </a:endParaRPr>
          </a:p>
        </p:txBody>
      </p:sp>
      <p:sp>
        <p:nvSpPr>
          <p:cNvPr id="16" name="Freeform: Shape 15"/>
          <p:cNvSpPr/>
          <p:nvPr/>
        </p:nvSpPr>
        <p:spPr>
          <a:xfrm>
            <a:off x="15394938" y="3730288"/>
            <a:ext cx="3485350" cy="8016949"/>
          </a:xfrm>
          <a:custGeom>
            <a:avLst/>
            <a:gdLst>
              <a:gd name="connsiteX0" fmla="*/ 51034 w 3485350"/>
              <a:gd name="connsiteY0" fmla="*/ 0 h 8016949"/>
              <a:gd name="connsiteX1" fmla="*/ 61666 w 3485350"/>
              <a:gd name="connsiteY1" fmla="*/ 701749 h 8016949"/>
              <a:gd name="connsiteX2" fmla="*/ 93564 w 3485350"/>
              <a:gd name="connsiteY2" fmla="*/ 935665 h 8016949"/>
              <a:gd name="connsiteX3" fmla="*/ 51034 w 3485350"/>
              <a:gd name="connsiteY3" fmla="*/ 1775637 h 8016949"/>
              <a:gd name="connsiteX4" fmla="*/ 61666 w 3485350"/>
              <a:gd name="connsiteY4" fmla="*/ 2190307 h 8016949"/>
              <a:gd name="connsiteX5" fmla="*/ 136094 w 3485350"/>
              <a:gd name="connsiteY5" fmla="*/ 4550735 h 8016949"/>
              <a:gd name="connsiteX6" fmla="*/ 178624 w 3485350"/>
              <a:gd name="connsiteY6" fmla="*/ 4997302 h 8016949"/>
              <a:gd name="connsiteX7" fmla="*/ 199889 w 3485350"/>
              <a:gd name="connsiteY7" fmla="*/ 5071730 h 8016949"/>
              <a:gd name="connsiteX8" fmla="*/ 295582 w 3485350"/>
              <a:gd name="connsiteY8" fmla="*/ 5092995 h 8016949"/>
              <a:gd name="connsiteX9" fmla="*/ 508234 w 3485350"/>
              <a:gd name="connsiteY9" fmla="*/ 5156791 h 8016949"/>
              <a:gd name="connsiteX10" fmla="*/ 1986159 w 3485350"/>
              <a:gd name="connsiteY10" fmla="*/ 5103628 h 8016949"/>
              <a:gd name="connsiteX11" fmla="*/ 2751703 w 3485350"/>
              <a:gd name="connsiteY11" fmla="*/ 5146158 h 8016949"/>
              <a:gd name="connsiteX12" fmla="*/ 2858029 w 3485350"/>
              <a:gd name="connsiteY12" fmla="*/ 5167423 h 8016949"/>
              <a:gd name="connsiteX13" fmla="*/ 3070680 w 3485350"/>
              <a:gd name="connsiteY13" fmla="*/ 5199321 h 8016949"/>
              <a:gd name="connsiteX14" fmla="*/ 3283331 w 3485350"/>
              <a:gd name="connsiteY14" fmla="*/ 5295014 h 8016949"/>
              <a:gd name="connsiteX15" fmla="*/ 3347127 w 3485350"/>
              <a:gd name="connsiteY15" fmla="*/ 5316279 h 8016949"/>
              <a:gd name="connsiteX16" fmla="*/ 3389657 w 3485350"/>
              <a:gd name="connsiteY16" fmla="*/ 5380074 h 8016949"/>
              <a:gd name="connsiteX17" fmla="*/ 3432187 w 3485350"/>
              <a:gd name="connsiteY17" fmla="*/ 5401340 h 8016949"/>
              <a:gd name="connsiteX18" fmla="*/ 3485350 w 3485350"/>
              <a:gd name="connsiteY18" fmla="*/ 5433237 h 8016949"/>
              <a:gd name="connsiteX19" fmla="*/ 3453452 w 3485350"/>
              <a:gd name="connsiteY19" fmla="*/ 5869172 h 8016949"/>
              <a:gd name="connsiteX20" fmla="*/ 3325862 w 3485350"/>
              <a:gd name="connsiteY20" fmla="*/ 5922335 h 8016949"/>
              <a:gd name="connsiteX21" fmla="*/ 3028150 w 3485350"/>
              <a:gd name="connsiteY21" fmla="*/ 5996763 h 8016949"/>
              <a:gd name="connsiteX22" fmla="*/ 1688448 w 3485350"/>
              <a:gd name="connsiteY22" fmla="*/ 6071191 h 8016949"/>
              <a:gd name="connsiteX23" fmla="*/ 1433266 w 3485350"/>
              <a:gd name="connsiteY23" fmla="*/ 6103088 h 8016949"/>
              <a:gd name="connsiteX24" fmla="*/ 912271 w 3485350"/>
              <a:gd name="connsiteY24" fmla="*/ 6198781 h 8016949"/>
              <a:gd name="connsiteX25" fmla="*/ 348745 w 3485350"/>
              <a:gd name="connsiteY25" fmla="*/ 6262577 h 8016949"/>
              <a:gd name="connsiteX26" fmla="*/ 284950 w 3485350"/>
              <a:gd name="connsiteY26" fmla="*/ 6283842 h 8016949"/>
              <a:gd name="connsiteX27" fmla="*/ 263685 w 3485350"/>
              <a:gd name="connsiteY27" fmla="*/ 6326372 h 8016949"/>
              <a:gd name="connsiteX28" fmla="*/ 231787 w 3485350"/>
              <a:gd name="connsiteY28" fmla="*/ 6422065 h 8016949"/>
              <a:gd name="connsiteX29" fmla="*/ 189257 w 3485350"/>
              <a:gd name="connsiteY29" fmla="*/ 6475228 h 8016949"/>
              <a:gd name="connsiteX30" fmla="*/ 167992 w 3485350"/>
              <a:gd name="connsiteY30" fmla="*/ 6539023 h 8016949"/>
              <a:gd name="connsiteX31" fmla="*/ 146727 w 3485350"/>
              <a:gd name="connsiteY31" fmla="*/ 6581554 h 8016949"/>
              <a:gd name="connsiteX32" fmla="*/ 125462 w 3485350"/>
              <a:gd name="connsiteY32" fmla="*/ 6677247 h 8016949"/>
              <a:gd name="connsiteX33" fmla="*/ 72299 w 3485350"/>
              <a:gd name="connsiteY33" fmla="*/ 6858000 h 8016949"/>
              <a:gd name="connsiteX34" fmla="*/ 104196 w 3485350"/>
              <a:gd name="connsiteY34" fmla="*/ 8016949 h 801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5350" h="8016949">
                <a:moveTo>
                  <a:pt x="51034" y="0"/>
                </a:moveTo>
                <a:cubicBezTo>
                  <a:pt x="54578" y="233916"/>
                  <a:pt x="51043" y="468047"/>
                  <a:pt x="61666" y="701749"/>
                </a:cubicBezTo>
                <a:cubicBezTo>
                  <a:pt x="65239" y="780361"/>
                  <a:pt x="91494" y="856999"/>
                  <a:pt x="93564" y="935665"/>
                </a:cubicBezTo>
                <a:cubicBezTo>
                  <a:pt x="105672" y="1395767"/>
                  <a:pt x="94365" y="1414538"/>
                  <a:pt x="51034" y="1775637"/>
                </a:cubicBezTo>
                <a:cubicBezTo>
                  <a:pt x="54578" y="1913860"/>
                  <a:pt x="59445" y="2052056"/>
                  <a:pt x="61666" y="2190307"/>
                </a:cubicBezTo>
                <a:cubicBezTo>
                  <a:pt x="98460" y="4480737"/>
                  <a:pt x="-142076" y="3716217"/>
                  <a:pt x="136094" y="4550735"/>
                </a:cubicBezTo>
                <a:cubicBezTo>
                  <a:pt x="146903" y="4702056"/>
                  <a:pt x="150356" y="4848894"/>
                  <a:pt x="178624" y="4997302"/>
                </a:cubicBezTo>
                <a:cubicBezTo>
                  <a:pt x="183452" y="5022648"/>
                  <a:pt x="179919" y="5055391"/>
                  <a:pt x="199889" y="5071730"/>
                </a:cubicBezTo>
                <a:cubicBezTo>
                  <a:pt x="225179" y="5092422"/>
                  <a:pt x="264083" y="5084306"/>
                  <a:pt x="295582" y="5092995"/>
                </a:cubicBezTo>
                <a:cubicBezTo>
                  <a:pt x="366922" y="5112675"/>
                  <a:pt x="437350" y="5135526"/>
                  <a:pt x="508234" y="5156791"/>
                </a:cubicBezTo>
                <a:cubicBezTo>
                  <a:pt x="1000876" y="5139070"/>
                  <a:pt x="1493204" y="5105964"/>
                  <a:pt x="1986159" y="5103628"/>
                </a:cubicBezTo>
                <a:cubicBezTo>
                  <a:pt x="2241731" y="5102417"/>
                  <a:pt x="2496810" y="5127507"/>
                  <a:pt x="2751703" y="5146158"/>
                </a:cubicBezTo>
                <a:cubicBezTo>
                  <a:pt x="2787751" y="5148796"/>
                  <a:pt x="2822377" y="5161481"/>
                  <a:pt x="2858029" y="5167423"/>
                </a:cubicBezTo>
                <a:cubicBezTo>
                  <a:pt x="2928730" y="5179207"/>
                  <a:pt x="2999796" y="5188688"/>
                  <a:pt x="3070680" y="5199321"/>
                </a:cubicBezTo>
                <a:cubicBezTo>
                  <a:pt x="3139020" y="5233491"/>
                  <a:pt x="3214093" y="5271935"/>
                  <a:pt x="3283331" y="5295014"/>
                </a:cubicBezTo>
                <a:lnTo>
                  <a:pt x="3347127" y="5316279"/>
                </a:lnTo>
                <a:cubicBezTo>
                  <a:pt x="3361304" y="5337544"/>
                  <a:pt x="3371585" y="5362002"/>
                  <a:pt x="3389657" y="5380074"/>
                </a:cubicBezTo>
                <a:cubicBezTo>
                  <a:pt x="3400865" y="5391282"/>
                  <a:pt x="3418331" y="5393642"/>
                  <a:pt x="3432187" y="5401340"/>
                </a:cubicBezTo>
                <a:cubicBezTo>
                  <a:pt x="3450252" y="5411376"/>
                  <a:pt x="3467629" y="5422605"/>
                  <a:pt x="3485350" y="5433237"/>
                </a:cubicBezTo>
                <a:cubicBezTo>
                  <a:pt x="3474717" y="5578549"/>
                  <a:pt x="3498622" y="5730650"/>
                  <a:pt x="3453452" y="5869172"/>
                </a:cubicBezTo>
                <a:cubicBezTo>
                  <a:pt x="3439168" y="5912976"/>
                  <a:pt x="3369252" y="5906838"/>
                  <a:pt x="3325862" y="5922335"/>
                </a:cubicBezTo>
                <a:cubicBezTo>
                  <a:pt x="3164105" y="5980106"/>
                  <a:pt x="3178407" y="5971720"/>
                  <a:pt x="3028150" y="5996763"/>
                </a:cubicBezTo>
                <a:cubicBezTo>
                  <a:pt x="2565939" y="6253548"/>
                  <a:pt x="3014160" y="6024181"/>
                  <a:pt x="1688448" y="6071191"/>
                </a:cubicBezTo>
                <a:cubicBezTo>
                  <a:pt x="1602779" y="6074229"/>
                  <a:pt x="1518237" y="6091759"/>
                  <a:pt x="1433266" y="6103088"/>
                </a:cubicBezTo>
                <a:cubicBezTo>
                  <a:pt x="939942" y="6168864"/>
                  <a:pt x="1512398" y="6092876"/>
                  <a:pt x="912271" y="6198781"/>
                </a:cubicBezTo>
                <a:cubicBezTo>
                  <a:pt x="772768" y="6223399"/>
                  <a:pt x="475248" y="6249927"/>
                  <a:pt x="348745" y="6262577"/>
                </a:cubicBezTo>
                <a:cubicBezTo>
                  <a:pt x="327480" y="6269665"/>
                  <a:pt x="302882" y="6270393"/>
                  <a:pt x="284950" y="6283842"/>
                </a:cubicBezTo>
                <a:cubicBezTo>
                  <a:pt x="272270" y="6293352"/>
                  <a:pt x="269375" y="6311578"/>
                  <a:pt x="263685" y="6326372"/>
                </a:cubicBezTo>
                <a:cubicBezTo>
                  <a:pt x="251615" y="6357754"/>
                  <a:pt x="246824" y="6391992"/>
                  <a:pt x="231787" y="6422065"/>
                </a:cubicBezTo>
                <a:cubicBezTo>
                  <a:pt x="221638" y="6442363"/>
                  <a:pt x="203434" y="6457507"/>
                  <a:pt x="189257" y="6475228"/>
                </a:cubicBezTo>
                <a:cubicBezTo>
                  <a:pt x="182169" y="6496493"/>
                  <a:pt x="176317" y="6518211"/>
                  <a:pt x="167992" y="6539023"/>
                </a:cubicBezTo>
                <a:cubicBezTo>
                  <a:pt x="162105" y="6553740"/>
                  <a:pt x="151388" y="6566405"/>
                  <a:pt x="146727" y="6581554"/>
                </a:cubicBezTo>
                <a:cubicBezTo>
                  <a:pt x="137118" y="6612785"/>
                  <a:pt x="133957" y="6645695"/>
                  <a:pt x="125462" y="6677247"/>
                </a:cubicBezTo>
                <a:cubicBezTo>
                  <a:pt x="109135" y="6737891"/>
                  <a:pt x="90020" y="6797749"/>
                  <a:pt x="72299" y="6858000"/>
                </a:cubicBezTo>
                <a:cubicBezTo>
                  <a:pt x="109881" y="7747471"/>
                  <a:pt x="104196" y="7361050"/>
                  <a:pt x="104196" y="8016949"/>
                </a:cubicBezTo>
              </a:path>
            </a:pathLst>
          </a:custGeom>
          <a:ln w="38100">
            <a:solidFill>
              <a:srgbClr val="7030A0"/>
            </a:solidFill>
            <a:headEnd type="none" w="med" len="med"/>
            <a:tailEnd type="arrow" w="med" len="med"/>
          </a:ln>
        </p:spPr>
        <p:style>
          <a:lnRef idx="1">
            <a:schemeClr val="accent6"/>
          </a:lnRef>
          <a:fillRef idx="0">
            <a:schemeClr val="accent6"/>
          </a:fillRef>
          <a:effectRef idx="0">
            <a:schemeClr val="accent6"/>
          </a:effectRef>
          <a:fontRef idx="minor">
            <a:schemeClr val="tx1"/>
          </a:fontRef>
        </p:style>
        <p:txBody>
          <a:bodyPr rot="0" spcFirstLastPara="1" vertOverflow="overflow" horzOverflow="overflow" vert="horz" wrap="square" lIns="91439" tIns="45719" rIns="91439" bIns="45719" numCol="1" spcCol="38100" rtlCol="0" fromWordArt="0" anchor="t" anchorCtr="0" forceAA="0" compatLnSpc="1">
            <a:noAutofit/>
          </a:bodyPr>
          <a:lstStyle/>
          <a:p>
            <a:pPr algn="l" defTabSz="914400" latinLnBrk="1"/>
            <a:endParaRPr lang="zh-CN" altLang="en-US" sz="1800" b="0">
              <a:solidFill>
                <a:srgbClr val="000000"/>
              </a:solidFill>
            </a:endParaRPr>
          </a:p>
        </p:txBody>
      </p:sp>
      <p:sp>
        <p:nvSpPr>
          <p:cNvPr id="17" name="Rectangle 16"/>
          <p:cNvSpPr/>
          <p:nvPr/>
        </p:nvSpPr>
        <p:spPr>
          <a:xfrm>
            <a:off x="12925644" y="2456556"/>
            <a:ext cx="877163" cy="923330"/>
          </a:xfrm>
          <a:prstGeom prst="rect">
            <a:avLst/>
          </a:prstGeom>
          <a:noFill/>
        </p:spPr>
        <p:txBody>
          <a:bodyPr wrap="none" lIns="91440" tIns="45720" rIns="91440" bIns="45720">
            <a:spAutoFit/>
          </a:bodyPr>
          <a:lstStyle/>
          <a:p>
            <a:pPr algn="ctr"/>
            <a:r>
              <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①</a:t>
            </a:r>
            <a:endParaRPr lang="en-US" altLang="zh-C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18" name="Rectangle 17"/>
          <p:cNvSpPr/>
          <p:nvPr/>
        </p:nvSpPr>
        <p:spPr>
          <a:xfrm>
            <a:off x="13993347" y="2290688"/>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6">
                    <a:lumMod val="75000"/>
                  </a:schemeClr>
                </a:solidFill>
                <a:effectLst>
                  <a:outerShdw blurRad="12700" dist="38100" dir="2700000" algn="tl" rotWithShape="0">
                    <a:schemeClr val="accent5">
                      <a:lumMod val="60000"/>
                      <a:lumOff val="40000"/>
                    </a:schemeClr>
                  </a:outerShdw>
                </a:effectLst>
              </a:rPr>
              <a:t>②</a:t>
            </a:r>
            <a:endParaRPr lang="en-US" altLang="zh-CN" sz="5400" b="1" cap="none" spc="0" dirty="0">
              <a:ln w="9525">
                <a:solidFill>
                  <a:schemeClr val="bg1"/>
                </a:solidFill>
                <a:prstDash val="solid"/>
              </a:ln>
              <a:solidFill>
                <a:schemeClr val="accent6">
                  <a:lumMod val="75000"/>
                </a:schemeClr>
              </a:solidFill>
              <a:effectLst>
                <a:outerShdw blurRad="12700" dist="38100" dir="2700000" algn="tl" rotWithShape="0">
                  <a:schemeClr val="accent5">
                    <a:lumMod val="60000"/>
                    <a:lumOff val="40000"/>
                  </a:schemeClr>
                </a:outerShdw>
              </a:effectLst>
            </a:endParaRPr>
          </a:p>
        </p:txBody>
      </p:sp>
      <p:sp>
        <p:nvSpPr>
          <p:cNvPr id="19" name="Rectangle 18"/>
          <p:cNvSpPr/>
          <p:nvPr/>
        </p:nvSpPr>
        <p:spPr>
          <a:xfrm>
            <a:off x="15277781" y="2480757"/>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rgbClr val="7030A0"/>
                </a:solidFill>
                <a:effectLst>
                  <a:outerShdw blurRad="12700" dist="38100" dir="2700000" algn="tl" rotWithShape="0">
                    <a:schemeClr val="accent5">
                      <a:lumMod val="60000"/>
                      <a:lumOff val="40000"/>
                    </a:schemeClr>
                  </a:outerShdw>
                </a:effectLst>
              </a:rPr>
              <a:t>③</a:t>
            </a:r>
            <a:endParaRPr lang="en-US" altLang="zh-CN" sz="5400" b="1" cap="none" spc="0" dirty="0">
              <a:ln w="9525">
                <a:solidFill>
                  <a:schemeClr val="bg1"/>
                </a:solidFill>
                <a:prstDash val="solid"/>
              </a:ln>
              <a:solidFill>
                <a:srgbClr val="7030A0"/>
              </a:solidFill>
              <a:effectLst>
                <a:outerShdw blurRad="12700" dist="38100" dir="2700000" algn="tl" rotWithShape="0">
                  <a:schemeClr val="accent5">
                    <a:lumMod val="60000"/>
                    <a:lumOff val="40000"/>
                  </a:schemeClr>
                </a:outerShdw>
              </a:effectLst>
            </a:endParaRPr>
          </a:p>
        </p:txBody>
      </p:sp>
      <p:sp>
        <p:nvSpPr>
          <p:cNvPr id="20" name="Rectangle 19"/>
          <p:cNvSpPr/>
          <p:nvPr/>
        </p:nvSpPr>
        <p:spPr>
          <a:xfrm>
            <a:off x="16355945" y="2974037"/>
            <a:ext cx="877163" cy="923330"/>
          </a:xfrm>
          <a:prstGeom prst="rect">
            <a:avLst/>
          </a:prstGeom>
          <a:noFill/>
        </p:spPr>
        <p:txBody>
          <a:bodyPr wrap="none" lIns="91440" tIns="45720" rIns="91440" bIns="45720">
            <a:spAutoFit/>
          </a:bodyPr>
          <a:lstStyle/>
          <a:p>
            <a:pPr algn="ctr"/>
            <a:r>
              <a:rPr lang="en-US" altLang="zh-CN" sz="5400" dirty="0">
                <a:ln w="9525">
                  <a:solidFill>
                    <a:schemeClr val="bg1"/>
                  </a:solidFill>
                  <a:prstDash val="solid"/>
                </a:ln>
                <a:solidFill>
                  <a:schemeClr val="accent3"/>
                </a:solidFill>
                <a:effectLst>
                  <a:outerShdw blurRad="12700" dist="38100" dir="2700000" algn="tl" rotWithShape="0">
                    <a:schemeClr val="accent5">
                      <a:lumMod val="60000"/>
                      <a:lumOff val="40000"/>
                    </a:schemeClr>
                  </a:outerShdw>
                </a:effectLst>
              </a:rPr>
              <a:t>④</a:t>
            </a:r>
            <a:endParaRPr lang="en-US" altLang="zh-CN" sz="5400" b="1" cap="none" spc="0" dirty="0">
              <a:ln w="9525">
                <a:solidFill>
                  <a:schemeClr val="bg1"/>
                </a:solidFill>
                <a:prstDash val="solid"/>
              </a:ln>
              <a:solidFill>
                <a:schemeClr val="accent3"/>
              </a:solidFill>
              <a:effectLst>
                <a:outerShdw blurRad="12700" dist="38100" dir="2700000" algn="tl" rotWithShape="0">
                  <a:schemeClr val="accent5">
                    <a:lumMod val="60000"/>
                    <a:lumOff val="40000"/>
                  </a:schemeClr>
                </a:outerShdw>
              </a:effectLst>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16288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5795728" y="2852532"/>
            <a:ext cx="12792544" cy="9362660"/>
          </a:xfrm>
          <a:prstGeom prst="rect">
            <a:avLst/>
          </a:prstGeom>
        </p:spPr>
      </p:pic>
      <p:sp>
        <p:nvSpPr>
          <p:cNvPr id="7"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路径覆盖</a:t>
            </a:r>
            <a:endParaRPr lang="zh-CN" altLang="en-US" dirty="0"/>
          </a:p>
        </p:txBody>
      </p:sp>
      <p:sp>
        <p:nvSpPr>
          <p:cNvPr id="8"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7</a:t>
            </a:r>
            <a:endParaRPr dirty="0"/>
          </a:p>
        </p:txBody>
      </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158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路径覆盖</a:t>
            </a:r>
            <a:endParaRPr lang="zh-CN" altLang="en-US" dirty="0"/>
          </a:p>
        </p:txBody>
      </p:sp>
      <p:sp>
        <p:nvSpPr>
          <p:cNvPr id="10" name="矩形 11"/>
          <p:cNvSpPr txBox="1"/>
          <p:nvPr/>
        </p:nvSpPr>
        <p:spPr>
          <a:xfrm>
            <a:off x="917126" y="11835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6</a:t>
            </a:r>
            <a:endParaRPr dirty="0"/>
          </a:p>
        </p:txBody>
      </p:sp>
      <p:sp>
        <p:nvSpPr>
          <p:cNvPr id="7" name="Rectangle 3"/>
          <p:cNvSpPr txBox="1">
            <a:spLocks noChangeArrowheads="1"/>
          </p:cNvSpPr>
          <p:nvPr/>
        </p:nvSpPr>
        <p:spPr>
          <a:xfrm>
            <a:off x="2747200" y="2959079"/>
            <a:ext cx="7423546" cy="238817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测试用例</a:t>
            </a:r>
            <a:endParaRPr lang="en-US" altLang="zh-CN" sz="4800" b="1" dirty="0"/>
          </a:p>
          <a:p>
            <a:pPr marL="1270000" lvl="2" indent="0">
              <a:buNone/>
            </a:pPr>
            <a:endParaRPr lang="en-US" altLang="zh-CN" sz="4800" dirty="0">
              <a:solidFill>
                <a:srgbClr val="FF0000"/>
              </a:solidFill>
            </a:endParaRPr>
          </a:p>
          <a:p>
            <a:pPr marL="1270000" lvl="2" indent="0">
              <a:buNone/>
            </a:pPr>
            <a:endParaRPr lang="zh-CN" altLang="en-US" sz="4800" dirty="0"/>
          </a:p>
        </p:txBody>
      </p:sp>
      <p:pic>
        <p:nvPicPr>
          <p:cNvPr id="11" name="Picture 10"/>
          <p:cNvPicPr>
            <a:picLocks noChangeAspect="1"/>
          </p:cNvPicPr>
          <p:nvPr/>
        </p:nvPicPr>
        <p:blipFill>
          <a:blip r:embed="rId1"/>
          <a:stretch>
            <a:fillRect/>
          </a:stretch>
        </p:blipFill>
        <p:spPr>
          <a:xfrm>
            <a:off x="12740659" y="2801074"/>
            <a:ext cx="10245110" cy="8338711"/>
          </a:xfrm>
          <a:prstGeom prst="rect">
            <a:avLst/>
          </a:prstGeom>
        </p:spPr>
      </p:pic>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graphicFrame>
        <p:nvGraphicFramePr>
          <p:cNvPr id="12" name="Table 7"/>
          <p:cNvGraphicFramePr>
            <a:graphicFrameLocks noGrp="1"/>
          </p:cNvGraphicFramePr>
          <p:nvPr/>
        </p:nvGraphicFramePr>
        <p:xfrm>
          <a:off x="2747200" y="4957629"/>
          <a:ext cx="6709964" cy="5760720"/>
        </p:xfrm>
        <a:graphic>
          <a:graphicData uri="http://schemas.openxmlformats.org/drawingml/2006/table">
            <a:tbl>
              <a:tblPr firstRow="1" bandRow="1">
                <a:tableStyleId>{F5AB1C69-6EDB-4FF4-983F-18BD219EF322}</a:tableStyleId>
              </a:tblPr>
              <a:tblGrid>
                <a:gridCol w="1677491"/>
                <a:gridCol w="1677491"/>
                <a:gridCol w="1677491"/>
                <a:gridCol w="1677491"/>
              </a:tblGrid>
              <a:tr h="0">
                <a:tc>
                  <a:txBody>
                    <a:bodyPr/>
                    <a:lstStyle/>
                    <a:p>
                      <a:r>
                        <a:rPr lang="en-US" altLang="zh-CN" sz="3600" dirty="0"/>
                        <a:t>ID</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x</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y</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z</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dirty="0"/>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9</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9</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9</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4</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1</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5</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6</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r>
              <a:tr h="370840">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7</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2</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3</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c>
                  <a:txBody>
                    <a:bodyPr/>
                    <a:lstStyle/>
                    <a:p>
                      <a:pPr marL="0" marR="0" indent="0" algn="ctr" defTabSz="825500" latinLnBrk="0">
                        <a:lnSpc>
                          <a:spcPct val="100000"/>
                        </a:lnSpc>
                        <a:spcBef>
                          <a:spcPts val="0"/>
                        </a:spcBef>
                        <a:spcAft>
                          <a:spcPts val="0"/>
                        </a:spcAft>
                        <a:buClrTx/>
                        <a:buSzTx/>
                        <a:buFontTx/>
                        <a:buNone/>
                      </a:pPr>
                      <a:r>
                        <a:rPr lang="en-US" altLang="zh-CN"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rPr>
                        <a:t>2</a:t>
                      </a:r>
                      <a:endParaRPr lang="zh-CN" altLang="en-US" sz="3600" b="1" i="0" u="none" strike="noStrike" cap="none" spc="0" baseline="0" dirty="0">
                        <a:ln>
                          <a:noFill/>
                        </a:ln>
                        <a:solidFill>
                          <a:schemeClr val="dk1"/>
                        </a:solidFill>
                        <a:uFillTx/>
                        <a:latin typeface="Times New Roman" panose="02020603050405020304" pitchFamily="18" charset="0"/>
                        <a:ea typeface="+mn-ea"/>
                        <a:cs typeface="Times New Roman" panose="02020603050405020304" pitchFamily="18" charset="0"/>
                        <a:sym typeface="Helvetica Neue Light"/>
                      </a:endParaRPr>
                    </a:p>
                  </a:txBody>
                  <a:tcPr/>
                </a:tc>
              </a:tr>
              <a:tr h="370840">
                <a:tc>
                  <a:txBody>
                    <a:bodyPr/>
                    <a:lstStyle/>
                    <a:p>
                      <a:r>
                        <a:rPr lang="en-US" altLang="zh-CN" sz="3600" b="1" dirty="0">
                          <a:latin typeface="Times New Roman" panose="02020603050405020304" pitchFamily="18" charset="0"/>
                          <a:cs typeface="Times New Roman" panose="02020603050405020304" pitchFamily="18" charset="0"/>
                        </a:rPr>
                        <a:t>8</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2</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3</a:t>
                      </a:r>
                      <a:endParaRPr lang="zh-CN" altLang="en-US" sz="3600" b="1" dirty="0">
                        <a:latin typeface="Times New Roman" panose="02020603050405020304" pitchFamily="18" charset="0"/>
                        <a:cs typeface="Times New Roman" panose="02020603050405020304" pitchFamily="18" charset="0"/>
                      </a:endParaRPr>
                    </a:p>
                  </a:txBody>
                  <a:tcPr/>
                </a:tc>
                <a:tc>
                  <a:txBody>
                    <a:bodyPr/>
                    <a:lstStyle/>
                    <a:p>
                      <a:r>
                        <a:rPr lang="en-US" altLang="zh-CN" sz="3600" b="1" dirty="0">
                          <a:latin typeface="Times New Roman" panose="02020603050405020304" pitchFamily="18" charset="0"/>
                          <a:cs typeface="Times New Roman" panose="02020603050405020304" pitchFamily="18" charset="0"/>
                        </a:rPr>
                        <a:t>4</a:t>
                      </a:r>
                      <a:endParaRPr lang="zh-CN" altLang="en-US" sz="3600" b="1" dirty="0">
                        <a:latin typeface="Times New Roman" panose="02020603050405020304" pitchFamily="18" charset="0"/>
                        <a:cs typeface="Times New Roman" panose="02020603050405020304" pitchFamily="18" charset="0"/>
                      </a:endParaRPr>
                    </a:p>
                  </a:txBody>
                  <a:tcPr/>
                </a:tc>
              </a:tr>
            </a:tbl>
          </a:graphicData>
        </a:graphic>
      </p:graphicFrame>
    </p:spTree>
    <p:custDataLst>
      <p:tags r:id="rId5"/>
    </p:custDataLst>
  </p:cSld>
  <p:clrMapOvr>
    <a:masterClrMapping/>
  </p:clrMapOvr>
  <p:transition spd="med" advTm="22759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088558" y="98791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白盒测试</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grpSp>
        <p:nvGrpSpPr>
          <p:cNvPr id="10" name="Group 9"/>
          <p:cNvGrpSpPr/>
          <p:nvPr/>
        </p:nvGrpSpPr>
        <p:grpSpPr>
          <a:xfrm>
            <a:off x="9088558" y="2535059"/>
            <a:ext cx="7717602" cy="1343465"/>
            <a:chOff x="9218067" y="3086516"/>
            <a:chExt cx="7717602" cy="1343465"/>
          </a:xfrm>
        </p:grpSpPr>
        <p:sp>
          <p:nvSpPr>
            <p:cNvPr id="134" name="矩形 5"/>
            <p:cNvSpPr txBox="1"/>
            <p:nvPr/>
          </p:nvSpPr>
          <p:spPr>
            <a:xfrm>
              <a:off x="11344964" y="3359705"/>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语句覆盖</a:t>
              </a:r>
              <a:endParaRPr sz="4400" dirty="0">
                <a:solidFill>
                  <a:srgbClr val="000000"/>
                </a:solidFill>
              </a:endParaRPr>
            </a:p>
          </p:txBody>
        </p:sp>
        <p:sp>
          <p:nvSpPr>
            <p:cNvPr id="135" name="Freeform 5"/>
            <p:cNvSpPr/>
            <p:nvPr/>
          </p:nvSpPr>
          <p:spPr>
            <a:xfrm rot="5400000">
              <a:off x="9341182" y="314029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218067" y="323530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grpSp>
      <p:grpSp>
        <p:nvGrpSpPr>
          <p:cNvPr id="9" name="Group 8"/>
          <p:cNvGrpSpPr/>
          <p:nvPr/>
        </p:nvGrpSpPr>
        <p:grpSpPr>
          <a:xfrm>
            <a:off x="9088558" y="4082204"/>
            <a:ext cx="7717601" cy="1343465"/>
            <a:chOff x="9218067" y="4940563"/>
            <a:chExt cx="7717601" cy="1343465"/>
          </a:xfrm>
        </p:grpSpPr>
        <p:sp>
          <p:nvSpPr>
            <p:cNvPr id="139" name="Freeform 5"/>
            <p:cNvSpPr/>
            <p:nvPr/>
          </p:nvSpPr>
          <p:spPr>
            <a:xfrm rot="5400000">
              <a:off x="9341182" y="4994344"/>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218067" y="513029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sp>
          <p:nvSpPr>
            <p:cNvPr id="18" name="矩形 5"/>
            <p:cNvSpPr txBox="1"/>
            <p:nvPr/>
          </p:nvSpPr>
          <p:spPr>
            <a:xfrm>
              <a:off x="11344963" y="5210422"/>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判定覆盖</a:t>
              </a:r>
              <a:endParaRPr sz="4400" dirty="0">
                <a:solidFill>
                  <a:srgbClr val="000000"/>
                </a:solidFill>
              </a:endParaRPr>
            </a:p>
          </p:txBody>
        </p:sp>
      </p:grpSp>
      <p:grpSp>
        <p:nvGrpSpPr>
          <p:cNvPr id="8" name="Group 7"/>
          <p:cNvGrpSpPr/>
          <p:nvPr/>
        </p:nvGrpSpPr>
        <p:grpSpPr>
          <a:xfrm>
            <a:off x="9088558" y="5629349"/>
            <a:ext cx="7717602" cy="1343465"/>
            <a:chOff x="9184939" y="6856761"/>
            <a:chExt cx="7717602" cy="1343465"/>
          </a:xfrm>
        </p:grpSpPr>
        <p:sp>
          <p:nvSpPr>
            <p:cNvPr id="19" name="矩形 5"/>
            <p:cNvSpPr txBox="1"/>
            <p:nvPr/>
          </p:nvSpPr>
          <p:spPr>
            <a:xfrm>
              <a:off x="11311836" y="7129950"/>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条件覆盖</a:t>
              </a:r>
              <a:endParaRPr sz="4400" dirty="0">
                <a:solidFill>
                  <a:srgbClr val="000000"/>
                </a:solidFill>
              </a:endParaRPr>
            </a:p>
          </p:txBody>
        </p:sp>
        <p:sp>
          <p:nvSpPr>
            <p:cNvPr id="20" name="Freeform 5"/>
            <p:cNvSpPr/>
            <p:nvPr/>
          </p:nvSpPr>
          <p:spPr>
            <a:xfrm rot="5400000">
              <a:off x="9308054" y="691054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1" name="矩形 11"/>
            <p:cNvSpPr txBox="1"/>
            <p:nvPr/>
          </p:nvSpPr>
          <p:spPr>
            <a:xfrm>
              <a:off x="9184939" y="700554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grpSp>
      <p:grpSp>
        <p:nvGrpSpPr>
          <p:cNvPr id="7" name="Group 6"/>
          <p:cNvGrpSpPr/>
          <p:nvPr/>
        </p:nvGrpSpPr>
        <p:grpSpPr>
          <a:xfrm>
            <a:off x="9088558" y="7176494"/>
            <a:ext cx="7717601" cy="1343465"/>
            <a:chOff x="9184939" y="8710808"/>
            <a:chExt cx="7717601" cy="1343465"/>
          </a:xfrm>
        </p:grpSpPr>
        <p:sp>
          <p:nvSpPr>
            <p:cNvPr id="22" name="Freeform 5"/>
            <p:cNvSpPr/>
            <p:nvPr/>
          </p:nvSpPr>
          <p:spPr>
            <a:xfrm rot="5400000">
              <a:off x="9308054" y="876458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3" name="矩形 11"/>
            <p:cNvSpPr txBox="1"/>
            <p:nvPr/>
          </p:nvSpPr>
          <p:spPr>
            <a:xfrm>
              <a:off x="9184939" y="890054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5</a:t>
              </a:r>
              <a:endParaRPr dirty="0"/>
            </a:p>
          </p:txBody>
        </p:sp>
        <p:sp>
          <p:nvSpPr>
            <p:cNvPr id="24" name="矩形 5"/>
            <p:cNvSpPr txBox="1"/>
            <p:nvPr/>
          </p:nvSpPr>
          <p:spPr>
            <a:xfrm>
              <a:off x="11311835" y="8984519"/>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条件</a:t>
              </a:r>
              <a:r>
                <a:rPr lang="en-US" altLang="zh-CN" sz="4400" dirty="0">
                  <a:solidFill>
                    <a:srgbClr val="000000"/>
                  </a:solidFill>
                </a:rPr>
                <a:t>/</a:t>
              </a:r>
              <a:r>
                <a:rPr lang="zh-CN" altLang="en-US" sz="4400" dirty="0">
                  <a:solidFill>
                    <a:srgbClr val="000000"/>
                  </a:solidFill>
                </a:rPr>
                <a:t>判定覆盖</a:t>
              </a:r>
              <a:endParaRPr sz="4400" dirty="0">
                <a:solidFill>
                  <a:srgbClr val="000000"/>
                </a:solidFill>
              </a:endParaRPr>
            </a:p>
          </p:txBody>
        </p:sp>
      </p:grpSp>
      <p:grpSp>
        <p:nvGrpSpPr>
          <p:cNvPr id="6" name="Group 5"/>
          <p:cNvGrpSpPr/>
          <p:nvPr/>
        </p:nvGrpSpPr>
        <p:grpSpPr>
          <a:xfrm>
            <a:off x="9088558" y="8723639"/>
            <a:ext cx="7717600" cy="1343465"/>
            <a:chOff x="9125303" y="10241433"/>
            <a:chExt cx="7717600" cy="1343465"/>
          </a:xfrm>
        </p:grpSpPr>
        <p:sp>
          <p:nvSpPr>
            <p:cNvPr id="25" name="Freeform 5"/>
            <p:cNvSpPr/>
            <p:nvPr/>
          </p:nvSpPr>
          <p:spPr>
            <a:xfrm rot="5400000">
              <a:off x="9248418" y="10295214"/>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6" name="矩形 11"/>
            <p:cNvSpPr txBox="1"/>
            <p:nvPr/>
          </p:nvSpPr>
          <p:spPr>
            <a:xfrm>
              <a:off x="9125303" y="10431166"/>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6</a:t>
              </a:r>
              <a:endParaRPr dirty="0"/>
            </a:p>
          </p:txBody>
        </p:sp>
        <p:sp>
          <p:nvSpPr>
            <p:cNvPr id="27" name="矩形 5"/>
            <p:cNvSpPr txBox="1"/>
            <p:nvPr/>
          </p:nvSpPr>
          <p:spPr>
            <a:xfrm>
              <a:off x="11252198" y="10555567"/>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条件组合覆盖</a:t>
              </a:r>
              <a:endParaRPr sz="4400" dirty="0">
                <a:solidFill>
                  <a:srgbClr val="000000"/>
                </a:solidFill>
              </a:endParaRPr>
            </a:p>
          </p:txBody>
        </p:sp>
      </p:grpSp>
      <p:grpSp>
        <p:nvGrpSpPr>
          <p:cNvPr id="5" name="Group 4"/>
          <p:cNvGrpSpPr/>
          <p:nvPr/>
        </p:nvGrpSpPr>
        <p:grpSpPr>
          <a:xfrm>
            <a:off x="9088558" y="10270784"/>
            <a:ext cx="7717600" cy="1343465"/>
            <a:chOff x="9184939" y="11246596"/>
            <a:chExt cx="7717600" cy="1343465"/>
          </a:xfrm>
        </p:grpSpPr>
        <p:sp>
          <p:nvSpPr>
            <p:cNvPr id="28" name="Freeform 5"/>
            <p:cNvSpPr/>
            <p:nvPr/>
          </p:nvSpPr>
          <p:spPr>
            <a:xfrm rot="5400000">
              <a:off x="9308054" y="1130037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9" name="矩形 11"/>
            <p:cNvSpPr txBox="1"/>
            <p:nvPr/>
          </p:nvSpPr>
          <p:spPr>
            <a:xfrm>
              <a:off x="9184939" y="1143632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7</a:t>
              </a:r>
              <a:endParaRPr dirty="0"/>
            </a:p>
          </p:txBody>
        </p:sp>
        <p:sp>
          <p:nvSpPr>
            <p:cNvPr id="30" name="矩形 5"/>
            <p:cNvSpPr txBox="1"/>
            <p:nvPr/>
          </p:nvSpPr>
          <p:spPr>
            <a:xfrm>
              <a:off x="11311834" y="11560730"/>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路径覆盖</a:t>
              </a:r>
              <a:endParaRPr sz="4400" dirty="0">
                <a:solidFill>
                  <a:srgbClr val="000000"/>
                </a:solidFill>
              </a:endParaRPr>
            </a:p>
          </p:txBody>
        </p:sp>
      </p:grpSp>
      <p:grpSp>
        <p:nvGrpSpPr>
          <p:cNvPr id="4" name="Group 3"/>
          <p:cNvGrpSpPr/>
          <p:nvPr/>
        </p:nvGrpSpPr>
        <p:grpSpPr>
          <a:xfrm>
            <a:off x="9088558" y="11817929"/>
            <a:ext cx="7717600" cy="1343465"/>
            <a:chOff x="9125303" y="12777221"/>
            <a:chExt cx="7717600" cy="1343465"/>
          </a:xfrm>
        </p:grpSpPr>
        <p:sp>
          <p:nvSpPr>
            <p:cNvPr id="31" name="Freeform 5"/>
            <p:cNvSpPr/>
            <p:nvPr/>
          </p:nvSpPr>
          <p:spPr>
            <a:xfrm rot="5400000">
              <a:off x="9248418" y="12831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32" name="矩形 11"/>
            <p:cNvSpPr txBox="1"/>
            <p:nvPr/>
          </p:nvSpPr>
          <p:spPr>
            <a:xfrm>
              <a:off x="9125303" y="1296695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8</a:t>
              </a:r>
              <a:endParaRPr dirty="0"/>
            </a:p>
          </p:txBody>
        </p:sp>
        <p:sp>
          <p:nvSpPr>
            <p:cNvPr id="33" name="矩形 5"/>
            <p:cNvSpPr txBox="1"/>
            <p:nvPr/>
          </p:nvSpPr>
          <p:spPr>
            <a:xfrm>
              <a:off x="11252198" y="13049267"/>
              <a:ext cx="5590705"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小结</a:t>
              </a:r>
              <a:endParaRPr sz="4400" b="1" dirty="0">
                <a:solidFill>
                  <a:srgbClr val="FF0000"/>
                </a:solidFill>
              </a:endParaRPr>
            </a:p>
          </p:txBody>
        </p:sp>
      </p:gr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3355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小结</a:t>
            </a:r>
            <a:endParaRPr lang="zh-CN" altLang="en-US" dirty="0"/>
          </a:p>
        </p:txBody>
      </p:sp>
      <p:sp>
        <p:nvSpPr>
          <p:cNvPr id="4" name="矩形 3"/>
          <p:cNvSpPr/>
          <p:nvPr/>
        </p:nvSpPr>
        <p:spPr>
          <a:xfrm>
            <a:off x="0" y="4359342"/>
            <a:ext cx="24383999" cy="1015663"/>
          </a:xfrm>
          <a:prstGeom prst="rect">
            <a:avLst/>
          </a:prstGeom>
        </p:spPr>
        <p:txBody>
          <a:bodyPr wrap="squar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白盒测试利用程序内部的逻辑结构及有关信息，设计或选择测试用例</a:t>
            </a:r>
            <a:endParaRPr lang="en-US" altLang="zh-CN" sz="6000" u="sng"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 name="矩形 4"/>
          <p:cNvSpPr/>
          <p:nvPr/>
        </p:nvSpPr>
        <p:spPr>
          <a:xfrm>
            <a:off x="0" y="6630139"/>
            <a:ext cx="24384000" cy="1015663"/>
          </a:xfrm>
          <a:prstGeom prst="rect">
            <a:avLst/>
          </a:prstGeom>
        </p:spPr>
        <p:txBody>
          <a:bodyPr wrap="square">
            <a:spAutoFit/>
          </a:bodyPr>
          <a:lstStyle/>
          <a:p>
            <a:pPr algn="ctr"/>
            <a:r>
              <a:rPr lang="zh-CN" altLang="en-US" sz="6000" dirty="0">
                <a:solidFill>
                  <a:srgbClr val="FF0000"/>
                </a:solidFill>
                <a:latin typeface="微软雅黑" panose="020B0503020204020204" pitchFamily="34" charset="-122"/>
                <a:ea typeface="微软雅黑" panose="020B0503020204020204" pitchFamily="34" charset="-122"/>
              </a:rPr>
              <a:t>白盒测试以代码覆盖率为主要目标</a:t>
            </a:r>
            <a:endParaRPr lang="zh-CN" altLang="en-US" sz="6000"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116958" y="9184035"/>
            <a:ext cx="24384635" cy="1938992"/>
          </a:xfrm>
          <a:prstGeom prst="rect">
            <a:avLst/>
          </a:prstGeom>
        </p:spPr>
        <p:txBody>
          <a:bodyPr wrap="square">
            <a:spAutoFit/>
          </a:bodyPr>
          <a:lstStyle/>
          <a:p>
            <a:pPr algn="ctr"/>
            <a:r>
              <a:rPr lang="zh-CN" altLang="en-US" sz="6000" dirty="0">
                <a:solidFill>
                  <a:srgbClr val="FF0000"/>
                </a:solidFill>
                <a:latin typeface="微软雅黑" panose="020B0503020204020204" pitchFamily="34" charset="-122"/>
                <a:ea typeface="微软雅黑" panose="020B0503020204020204" pitchFamily="34" charset="-122"/>
              </a:rPr>
              <a:t>可以采用不同的覆盖率计算标准，包括语句、分支、条件、路径等</a:t>
            </a:r>
            <a:endParaRPr lang="zh-CN" altLang="en-US" sz="6000" dirty="0">
              <a:solidFill>
                <a:srgbClr val="FF0000"/>
              </a:solidFill>
              <a:latin typeface="微软雅黑" panose="020B0503020204020204" pitchFamily="34" charset="-122"/>
              <a:ea typeface="微软雅黑" panose="020B0503020204020204" pitchFamily="34" charset="-122"/>
            </a:endParaRPr>
          </a:p>
          <a:p>
            <a:pPr algn="ctr"/>
            <a:endParaRPr lang="en-US" altLang="zh-CN" sz="6000" dirty="0">
              <a:solidFill>
                <a:srgbClr val="FF0000"/>
              </a:solidFill>
              <a:latin typeface="微软雅黑" panose="020B0503020204020204" pitchFamily="34" charset="-122"/>
              <a:ea typeface="微软雅黑" panose="020B0503020204020204" pitchFamily="34" charset="-122"/>
            </a:endParaRPr>
          </a:p>
        </p:txBody>
      </p:sp>
      <p:sp>
        <p:nvSpPr>
          <p:cNvPr id="7"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8</a:t>
            </a:r>
            <a:endParaRPr dirty="0"/>
          </a:p>
        </p:txBody>
      </p:sp>
      <p:pic>
        <p:nvPicPr>
          <p:cNvPr id="8" name="音频 7">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11561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childTnLst>
                          </p:cTn>
                        </p:par>
                        <p:par>
                          <p:cTn id="11" fill="hold">
                            <p:stCondLst>
                              <p:cond delay="2000"/>
                            </p:stCondLst>
                            <p:childTnLst>
                              <p:par>
                                <p:cTn id="12" presetID="22" presetClass="entr" presetSubtype="8"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1000"/>
                                        <p:tgtEl>
                                          <p:spTgt spid="5"/>
                                        </p:tgtEl>
                                      </p:cBhvr>
                                    </p:animEffect>
                                  </p:childTnLst>
                                </p:cTn>
                              </p:par>
                            </p:childTnLst>
                          </p:cTn>
                        </p:par>
                        <p:par>
                          <p:cTn id="15" fill="hold">
                            <p:stCondLst>
                              <p:cond delay="300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8"/>
                </p:tgtEl>
              </p:cMediaNode>
            </p:audio>
          </p:childTnLst>
        </p:cTn>
      </p:par>
    </p:tnLst>
    <p:bldLst>
      <p:bldP spid="4" grpId="0"/>
      <p:bldP spid="5" grpId="0"/>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853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TIMING" val="|74.3|0.9"/>
</p:tagLst>
</file>

<file path=ppt/tags/tag3.xml><?xml version="1.0" encoding="utf-8"?>
<p:tagLst xmlns:p="http://schemas.openxmlformats.org/presentationml/2006/main">
  <p:tag name="TIMING" val="|86.6"/>
</p:tagLst>
</file>

<file path=ppt/tags/tag4.xml><?xml version="1.0" encoding="utf-8"?>
<p:tagLst xmlns:p="http://schemas.openxmlformats.org/presentationml/2006/main">
  <p:tag name="TIMING" val="|74.3|0.9"/>
</p:tagLst>
</file>

<file path=ppt/tags/tag5.xml><?xml version="1.0" encoding="utf-8"?>
<p:tagLst xmlns:p="http://schemas.openxmlformats.org/presentationml/2006/main">
  <p:tag name="TIMING" val="|7.4|67.9"/>
</p:tagLst>
</file>

<file path=ppt/tags/tag6.xml><?xml version="1.0" encoding="utf-8"?>
<p:tagLst xmlns:p="http://schemas.openxmlformats.org/presentationml/2006/main">
  <p:tag name="TIMING" val="|74.3|0.9"/>
</p:tagLst>
</file>

<file path=ppt/tags/tag7.xml><?xml version="1.0" encoding="utf-8"?>
<p:tagLst xmlns:p="http://schemas.openxmlformats.org/presentationml/2006/main">
  <p:tag name="TIMING" val="|74.3|0.9"/>
</p:tagLst>
</file>

<file path=ppt/tags/tag8.xml><?xml version="1.0" encoding="utf-8"?>
<p:tagLst xmlns:p="http://schemas.openxmlformats.org/presentationml/2006/main">
  <p:tag name="TIMING" val="|14.8|35.6"/>
</p:tagLst>
</file>

<file path=ppt/tags/tag9.xml><?xml version="1.0" encoding="utf-8"?>
<p:tagLst xmlns:p="http://schemas.openxmlformats.org/presentationml/2006/main">
  <p:tag name="TIMING" val="|74.3|0.9"/>
</p:tagLst>
</file>

<file path=ppt/tags/tag10.xml><?xml version="1.0" encoding="utf-8"?>
<p:tagLst xmlns:p="http://schemas.openxmlformats.org/presentationml/2006/main">
  <p:tag name="TIMING" val="|74.3|0.9"/>
</p:tagLst>
</file>

<file path=ppt/tags/tag11.xml><?xml version="1.0" encoding="utf-8"?>
<p:tagLst xmlns:p="http://schemas.openxmlformats.org/presentationml/2006/main">
  <p:tag name="TIMING" val="|74.3|0.9"/>
</p:tagLst>
</file>

<file path=ppt/tags/tag12.xml><?xml version="1.0" encoding="utf-8"?>
<p:tagLst xmlns:p="http://schemas.openxmlformats.org/presentationml/2006/main">
  <p:tag name="TIMING" val="|74.3|0.9"/>
</p:tagLst>
</file>

<file path=ppt/tags/tag13.xml><?xml version="1.0" encoding="utf-8"?>
<p:tagLst xmlns:p="http://schemas.openxmlformats.org/presentationml/2006/main">
  <p:tag name="TIMING" val="|40.2"/>
</p:tagLst>
</file>

<file path=ppt/tags/tag14.xml><?xml version="1.0" encoding="utf-8"?>
<p:tagLst xmlns:p="http://schemas.openxmlformats.org/presentationml/2006/main">
  <p:tag name="TIMING" val="|74.3|0.9"/>
</p:tagLst>
</file>

<file path=ppt/tags/tag15.xml><?xml version="1.0" encoding="utf-8"?>
<p:tagLst xmlns:p="http://schemas.openxmlformats.org/presentationml/2006/main">
  <p:tag name="TIMING" val="|74.3|0.9"/>
</p:tagLst>
</file>

<file path=ppt/tags/tag16.xml><?xml version="1.0" encoding="utf-8"?>
<p:tagLst xmlns:p="http://schemas.openxmlformats.org/presentationml/2006/main">
  <p:tag name="TIMING" val="|9.6|73.4"/>
</p:tagLst>
</file>

<file path=ppt/tags/tag17.xml><?xml version="1.0" encoding="utf-8"?>
<p:tagLst xmlns:p="http://schemas.openxmlformats.org/presentationml/2006/main">
  <p:tag name="TIMING" val="|107.9|24.5"/>
</p:tagLst>
</file>

<file path=ppt/tags/tag18.xml><?xml version="1.0" encoding="utf-8"?>
<p:tagLst xmlns:p="http://schemas.openxmlformats.org/presentationml/2006/main">
  <p:tag name="TIMING" val="|16.6|7.2"/>
</p:tagLst>
</file>

<file path=ppt/tags/tag19.xml><?xml version="1.0" encoding="utf-8"?>
<p:tagLst xmlns:p="http://schemas.openxmlformats.org/presentationml/2006/main">
  <p:tag name="TIMING" val="|74.3|0.9"/>
</p:tagLst>
</file>

<file path=ppt/tags/tag20.xml><?xml version="1.0" encoding="utf-8"?>
<p:tagLst xmlns:p="http://schemas.openxmlformats.org/presentationml/2006/main">
  <p:tag name="TIMING" val="|48.5|10.4"/>
</p:tagLst>
</file>

<file path=ppt/tags/tag21.xml><?xml version="1.0" encoding="utf-8"?>
<p:tagLst xmlns:p="http://schemas.openxmlformats.org/presentationml/2006/main">
  <p:tag name="TIMING" val="|74.3|0.9"/>
</p:tagLst>
</file>

<file path=ppt/tags/tag22.xml><?xml version="1.0" encoding="utf-8"?>
<p:tagLst xmlns:p="http://schemas.openxmlformats.org/presentationml/2006/main">
  <p:tag name="TIMING" val="|74.3|0.9"/>
</p:tagLst>
</file>

<file path=ppt/tags/tag23.xml><?xml version="1.0" encoding="utf-8"?>
<p:tagLst xmlns:p="http://schemas.openxmlformats.org/presentationml/2006/main">
  <p:tag name="TIMING" val="|74.3|0.9"/>
</p:tagLst>
</file>

<file path=ppt/tags/tag24.xml><?xml version="1.0" encoding="utf-8"?>
<p:tagLst xmlns:p="http://schemas.openxmlformats.org/presentationml/2006/main">
  <p:tag name="TIMING" val="|11.8"/>
</p:tagLst>
</file>

<file path=ppt/tags/tag25.xml><?xml version="1.0" encoding="utf-8"?>
<p:tagLst xmlns:p="http://schemas.openxmlformats.org/presentationml/2006/main">
  <p:tag name="TIMING" val="|74.3|0.9"/>
</p:tagLst>
</file>

<file path=ppt/tags/tag26.xml><?xml version="1.0" encoding="utf-8"?>
<p:tagLst xmlns:p="http://schemas.openxmlformats.org/presentationml/2006/main">
  <p:tag name="TIMING" val="|74.3|0.9"/>
</p:tagLst>
</file>

<file path=ppt/tags/tag27.xml><?xml version="1.0" encoding="utf-8"?>
<p:tagLst xmlns:p="http://schemas.openxmlformats.org/presentationml/2006/main">
  <p:tag name="TIMING" val="|74.3|0.9"/>
</p:tagLst>
</file>

<file path=ppt/tags/tag28.xml><?xml version="1.0" encoding="utf-8"?>
<p:tagLst xmlns:p="http://schemas.openxmlformats.org/presentationml/2006/main">
  <p:tag name="TIMING" val="|10.1|12.1"/>
</p:tagLst>
</file>

<file path=ppt/tags/tag29.xml><?xml version="1.0" encoding="utf-8"?>
<p:tagLst xmlns:p="http://schemas.openxmlformats.org/presentationml/2006/main">
  <p:tag name="TIMING" val="|74.3|0.9"/>
</p:tagLst>
</file>

<file path=ppt/tags/tag30.xml><?xml version="1.0" encoding="utf-8"?>
<p:tagLst xmlns:p="http://schemas.openxmlformats.org/presentationml/2006/main">
  <p:tag name="TIMING" val="|74.3|0.9"/>
</p:tagLst>
</file>

<file path=ppt/tags/tag31.xml><?xml version="1.0" encoding="utf-8"?>
<p:tagLst xmlns:p="http://schemas.openxmlformats.org/presentationml/2006/main">
  <p:tag name="TIMING" val="|74.3|0.9"/>
</p:tagLst>
</file>

<file path=ppt/tags/tag32.xml><?xml version="1.0" encoding="utf-8"?>
<p:tagLst xmlns:p="http://schemas.openxmlformats.org/presentationml/2006/main">
  <p:tag name="TIMING" val="|74.3|0.9"/>
</p:tagLst>
</file>

<file path=ppt/tags/tag33.xml><?xml version="1.0" encoding="utf-8"?>
<p:tagLst xmlns:p="http://schemas.openxmlformats.org/presentationml/2006/main">
  <p:tag name="TIMING" val="|74.3|0.9"/>
</p:tagLst>
</file>

<file path=ppt/tags/tag34.xml><?xml version="1.0" encoding="utf-8"?>
<p:tagLst xmlns:p="http://schemas.openxmlformats.org/presentationml/2006/main">
  <p:tag name="TIMING" val="|74.3|0.9"/>
</p:tagLst>
</file>

<file path=ppt/tags/tag35.xml><?xml version="1.0" encoding="utf-8"?>
<p:tagLst xmlns:p="http://schemas.openxmlformats.org/presentationml/2006/main">
  <p:tag name="TIMING" val="|74.3|0.9"/>
</p:tagLst>
</file>

<file path=ppt/tags/tag36.xml><?xml version="1.0" encoding="utf-8"?>
<p:tagLst xmlns:p="http://schemas.openxmlformats.org/presentationml/2006/main">
  <p:tag name="TIMING" val="|74.3|0.9"/>
</p:tagLst>
</file>

<file path=ppt/tags/tag37.xml><?xml version="1.0" encoding="utf-8"?>
<p:tagLst xmlns:p="http://schemas.openxmlformats.org/presentationml/2006/main">
  <p:tag name="TIMING" val="|74.3|0.9"/>
</p:tagLst>
</file>

<file path=ppt/tags/tag38.xml><?xml version="1.0" encoding="utf-8"?>
<p:tagLst xmlns:p="http://schemas.openxmlformats.org/presentationml/2006/main">
  <p:tag name="TIMING" val="|74.3|0.9"/>
</p:tagLst>
</file>

<file path=ppt/tags/tag39.xml><?xml version="1.0" encoding="utf-8"?>
<p:tagLst xmlns:p="http://schemas.openxmlformats.org/presentationml/2006/main">
  <p:tag name="COMMONDATA" val="eyJoZGlkIjoiN2RjMzk0Mzc2NzY3NGE0YmI3MDJiMTlmNzE2MWFmNDcifQ=="/>
  <p:tag name="commondata" val="eyJoZGlkIjoiNWY4NzZjZjg1ZDI5N2JhZWU3ZjVjZDU2NTU1Y2E1MTUifQ=="/>
</p:tagLst>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3082</Words>
  <Application>WPS 演示</Application>
  <PresentationFormat>Custom</PresentationFormat>
  <Paragraphs>1648</Paragraphs>
  <Slides>45</Slides>
  <Notes>45</Notes>
  <HiddenSlides>0</HiddenSlides>
  <MMClips>45</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45</vt:i4>
      </vt:variant>
    </vt:vector>
  </HeadingPairs>
  <TitlesOfParts>
    <vt:vector size="63" baseType="lpstr">
      <vt:lpstr>Arial</vt:lpstr>
      <vt:lpstr>宋体</vt:lpstr>
      <vt:lpstr>Wingdings</vt:lpstr>
      <vt:lpstr>Helvetica Neue</vt:lpstr>
      <vt:lpstr>Helvetica Neue Medium</vt:lpstr>
      <vt:lpstr>Helvetica Neue Light</vt:lpstr>
      <vt:lpstr>微软雅黑</vt:lpstr>
      <vt:lpstr>黑体</vt:lpstr>
      <vt:lpstr>Calibri</vt:lpstr>
      <vt:lpstr>微软雅黑 Light</vt:lpstr>
      <vt:lpstr>MicrosoftYaHeiLight</vt:lpstr>
      <vt:lpstr>AMGDT</vt:lpstr>
      <vt:lpstr>Arial Black</vt:lpstr>
      <vt:lpstr>Courier New</vt:lpstr>
      <vt:lpstr>Times New Roman</vt:lpstr>
      <vt:lpstr>Arial Unicode MS</vt:lpstr>
      <vt:lpstr>Symbol</vt:lpstr>
      <vt:lpstr>White</vt:lpstr>
      <vt:lpstr>PowerPoint 演示文稿</vt:lpstr>
      <vt:lpstr>PowerPoint 演示文稿</vt:lpstr>
      <vt:lpstr>条件覆盖</vt:lpstr>
      <vt:lpstr>条件覆盖</vt:lpstr>
      <vt:lpstr>条件覆盖</vt:lpstr>
      <vt:lpstr>条件覆盖</vt:lpstr>
      <vt:lpstr>条件覆盖</vt:lpstr>
      <vt:lpstr>条件覆盖</vt:lpstr>
      <vt:lpstr>条件覆盖</vt:lpstr>
      <vt:lpstr>条件覆盖</vt:lpstr>
      <vt:lpstr>条件覆盖</vt:lpstr>
      <vt:lpstr>PowerPoint 演示文稿</vt:lpstr>
      <vt:lpstr>条件/判定覆盖</vt:lpstr>
      <vt:lpstr>条件/判定覆盖</vt:lpstr>
      <vt:lpstr>条件/判定覆盖</vt:lpstr>
      <vt:lpstr>条件/判定覆盖</vt:lpstr>
      <vt:lpstr>条件/判定覆盖</vt:lpstr>
      <vt:lpstr>条件/判定覆盖</vt:lpstr>
      <vt:lpstr>条件/判定覆盖</vt:lpstr>
      <vt:lpstr>条件/判定覆盖</vt:lpstr>
      <vt:lpstr>条件/判定覆盖</vt:lpstr>
      <vt:lpstr>条件/判定覆盖</vt:lpstr>
      <vt:lpstr>条件/判定覆盖</vt:lpstr>
      <vt:lpstr>条件/判定覆盖</vt:lpstr>
      <vt:lpstr>PowerPoint 演示文稿</vt:lpstr>
      <vt:lpstr>条件组合覆盖</vt:lpstr>
      <vt:lpstr>条件组合覆盖</vt:lpstr>
      <vt:lpstr>条件组合覆盖</vt:lpstr>
      <vt:lpstr>条件组合覆盖</vt:lpstr>
      <vt:lpstr>条件组合覆盖</vt:lpstr>
      <vt:lpstr>条件组合覆盖</vt:lpstr>
      <vt:lpstr>条件组合定覆盖</vt:lpstr>
      <vt:lpstr>条件组合覆盖</vt:lpstr>
      <vt:lpstr>条件组合覆盖</vt:lpstr>
      <vt:lpstr>PowerPoint 演示文稿</vt:lpstr>
      <vt:lpstr>路径覆盖</vt:lpstr>
      <vt:lpstr>路径覆盖</vt:lpstr>
      <vt:lpstr>路径覆盖</vt:lpstr>
      <vt:lpstr>路径覆盖</vt:lpstr>
      <vt:lpstr>路径覆盖</vt:lpstr>
      <vt:lpstr>路径覆盖</vt:lpstr>
      <vt:lpstr>路径覆盖</vt:lpstr>
      <vt:lpstr>PowerPoint 演示文稿</vt:lpstr>
      <vt:lpstr>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WangYz</dc:creator>
  <cp:lastModifiedBy>李壮 19863718468</cp:lastModifiedBy>
  <cp:revision>836</cp:revision>
  <cp:lastPrinted>2020-08-01T02:11:00Z</cp:lastPrinted>
  <dcterms:created xsi:type="dcterms:W3CDTF">2019-05-10T09:49:00Z</dcterms:created>
  <dcterms:modified xsi:type="dcterms:W3CDTF">2023-10-14T04:23:37Z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44B938C492B7435489B9371E77DD1675_12</vt:lpwstr>
  </property>
</Properties>
</file>